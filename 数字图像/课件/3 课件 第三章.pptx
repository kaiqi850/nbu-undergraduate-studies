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2" r:id="rId1"/>
    <p:sldMasterId id="2147483783" r:id="rId2"/>
    <p:sldMasterId id="2147483862" r:id="rId3"/>
  </p:sldMasterIdLst>
  <p:notesMasterIdLst>
    <p:notesMasterId r:id="rId117"/>
  </p:notesMasterIdLst>
  <p:sldIdLst>
    <p:sldId id="628" r:id="rId4"/>
    <p:sldId id="496" r:id="rId5"/>
    <p:sldId id="636" r:id="rId6"/>
    <p:sldId id="637" r:id="rId7"/>
    <p:sldId id="638" r:id="rId8"/>
    <p:sldId id="505" r:id="rId9"/>
    <p:sldId id="639" r:id="rId10"/>
    <p:sldId id="629" r:id="rId11"/>
    <p:sldId id="630" r:id="rId12"/>
    <p:sldId id="631" r:id="rId13"/>
    <p:sldId id="632" r:id="rId14"/>
    <p:sldId id="633" r:id="rId15"/>
    <p:sldId id="634" r:id="rId16"/>
    <p:sldId id="635" r:id="rId17"/>
    <p:sldId id="641" r:id="rId18"/>
    <p:sldId id="643" r:id="rId19"/>
    <p:sldId id="645" r:id="rId20"/>
    <p:sldId id="498" r:id="rId21"/>
    <p:sldId id="503" r:id="rId22"/>
    <p:sldId id="504" r:id="rId23"/>
    <p:sldId id="646" r:id="rId24"/>
    <p:sldId id="647" r:id="rId25"/>
    <p:sldId id="648" r:id="rId26"/>
    <p:sldId id="649" r:id="rId27"/>
    <p:sldId id="657" r:id="rId28"/>
    <p:sldId id="650" r:id="rId29"/>
    <p:sldId id="651" r:id="rId30"/>
    <p:sldId id="655" r:id="rId31"/>
    <p:sldId id="662" r:id="rId32"/>
    <p:sldId id="661" r:id="rId33"/>
    <p:sldId id="663" r:id="rId34"/>
    <p:sldId id="664" r:id="rId35"/>
    <p:sldId id="665" r:id="rId36"/>
    <p:sldId id="666" r:id="rId37"/>
    <p:sldId id="667" r:id="rId38"/>
    <p:sldId id="658" r:id="rId39"/>
    <p:sldId id="659" r:id="rId40"/>
    <p:sldId id="521" r:id="rId41"/>
    <p:sldId id="522" r:id="rId42"/>
    <p:sldId id="523" r:id="rId43"/>
    <p:sldId id="617" r:id="rId44"/>
    <p:sldId id="524" r:id="rId45"/>
    <p:sldId id="525" r:id="rId46"/>
    <p:sldId id="530" r:id="rId47"/>
    <p:sldId id="668" r:id="rId48"/>
    <p:sldId id="669" r:id="rId49"/>
    <p:sldId id="670" r:id="rId50"/>
    <p:sldId id="671" r:id="rId51"/>
    <p:sldId id="535" r:id="rId52"/>
    <p:sldId id="536" r:id="rId53"/>
    <p:sldId id="537" r:id="rId54"/>
    <p:sldId id="538" r:id="rId55"/>
    <p:sldId id="539" r:id="rId56"/>
    <p:sldId id="540" r:id="rId57"/>
    <p:sldId id="602" r:id="rId58"/>
    <p:sldId id="544" r:id="rId59"/>
    <p:sldId id="545" r:id="rId60"/>
    <p:sldId id="546" r:id="rId61"/>
    <p:sldId id="547" r:id="rId62"/>
    <p:sldId id="553" r:id="rId63"/>
    <p:sldId id="549" r:id="rId64"/>
    <p:sldId id="550" r:id="rId65"/>
    <p:sldId id="672" r:id="rId66"/>
    <p:sldId id="552" r:id="rId67"/>
    <p:sldId id="554" r:id="rId68"/>
    <p:sldId id="605" r:id="rId69"/>
    <p:sldId id="620" r:id="rId70"/>
    <p:sldId id="621" r:id="rId71"/>
    <p:sldId id="606" r:id="rId72"/>
    <p:sldId id="678" r:id="rId73"/>
    <p:sldId id="679" r:id="rId74"/>
    <p:sldId id="680" r:id="rId75"/>
    <p:sldId id="558" r:id="rId76"/>
    <p:sldId id="681" r:id="rId77"/>
    <p:sldId id="682" r:id="rId78"/>
    <p:sldId id="683" r:id="rId79"/>
    <p:sldId id="684" r:id="rId80"/>
    <p:sldId id="686" r:id="rId81"/>
    <p:sldId id="674" r:id="rId82"/>
    <p:sldId id="623" r:id="rId83"/>
    <p:sldId id="675" r:id="rId84"/>
    <p:sldId id="687" r:id="rId85"/>
    <p:sldId id="688" r:id="rId86"/>
    <p:sldId id="694" r:id="rId87"/>
    <p:sldId id="695" r:id="rId88"/>
    <p:sldId id="689" r:id="rId89"/>
    <p:sldId id="690" r:id="rId90"/>
    <p:sldId id="691" r:id="rId91"/>
    <p:sldId id="692" r:id="rId92"/>
    <p:sldId id="693" r:id="rId93"/>
    <p:sldId id="697" r:id="rId94"/>
    <p:sldId id="698" r:id="rId95"/>
    <p:sldId id="700" r:id="rId96"/>
    <p:sldId id="701" r:id="rId97"/>
    <p:sldId id="699" r:id="rId98"/>
    <p:sldId id="576" r:id="rId99"/>
    <p:sldId id="702" r:id="rId100"/>
    <p:sldId id="703" r:id="rId101"/>
    <p:sldId id="704" r:id="rId102"/>
    <p:sldId id="705" r:id="rId103"/>
    <p:sldId id="706" r:id="rId104"/>
    <p:sldId id="709" r:id="rId105"/>
    <p:sldId id="710" r:id="rId106"/>
    <p:sldId id="707" r:id="rId107"/>
    <p:sldId id="708" r:id="rId108"/>
    <p:sldId id="711" r:id="rId109"/>
    <p:sldId id="583" r:id="rId110"/>
    <p:sldId id="585" r:id="rId111"/>
    <p:sldId id="586" r:id="rId112"/>
    <p:sldId id="587" r:id="rId113"/>
    <p:sldId id="589" r:id="rId114"/>
    <p:sldId id="590" r:id="rId115"/>
    <p:sldId id="592" r:id="rId116"/>
  </p:sldIdLst>
  <p:sldSz cx="9144000" cy="6858000" type="screen4x3"/>
  <p:notesSz cx="6797675" cy="9928225"/>
  <p:defaultTextStyle>
    <a:defPPr>
      <a:defRPr lang="zh-CN"/>
    </a:defPPr>
    <a:lvl1pPr algn="l" rtl="0" eaLnBrk="0" fontAlgn="base" hangingPunct="0">
      <a:spcBef>
        <a:spcPct val="0"/>
      </a:spcBef>
      <a:spcAft>
        <a:spcPct val="0"/>
      </a:spcAft>
      <a:defRPr sz="3200" kern="1200">
        <a:solidFill>
          <a:schemeClr val="tx1"/>
        </a:solidFill>
        <a:latin typeface="Verdana" panose="020B0604030504040204" pitchFamily="34" charset="0"/>
        <a:ea typeface="楷体_GB2312" pitchFamily="1" charset="-122"/>
        <a:cs typeface="+mn-cs"/>
      </a:defRPr>
    </a:lvl1pPr>
    <a:lvl2pPr marL="457200" algn="l" rtl="0" eaLnBrk="0" fontAlgn="base" hangingPunct="0">
      <a:spcBef>
        <a:spcPct val="0"/>
      </a:spcBef>
      <a:spcAft>
        <a:spcPct val="0"/>
      </a:spcAft>
      <a:defRPr sz="3200" kern="1200">
        <a:solidFill>
          <a:schemeClr val="tx1"/>
        </a:solidFill>
        <a:latin typeface="Verdana" panose="020B0604030504040204" pitchFamily="34" charset="0"/>
        <a:ea typeface="楷体_GB2312" pitchFamily="1" charset="-122"/>
        <a:cs typeface="+mn-cs"/>
      </a:defRPr>
    </a:lvl2pPr>
    <a:lvl3pPr marL="914400" algn="l" rtl="0" eaLnBrk="0" fontAlgn="base" hangingPunct="0">
      <a:spcBef>
        <a:spcPct val="0"/>
      </a:spcBef>
      <a:spcAft>
        <a:spcPct val="0"/>
      </a:spcAft>
      <a:defRPr sz="3200" kern="1200">
        <a:solidFill>
          <a:schemeClr val="tx1"/>
        </a:solidFill>
        <a:latin typeface="Verdana" panose="020B0604030504040204" pitchFamily="34" charset="0"/>
        <a:ea typeface="楷体_GB2312" pitchFamily="1" charset="-122"/>
        <a:cs typeface="+mn-cs"/>
      </a:defRPr>
    </a:lvl3pPr>
    <a:lvl4pPr marL="1371600" algn="l" rtl="0" eaLnBrk="0" fontAlgn="base" hangingPunct="0">
      <a:spcBef>
        <a:spcPct val="0"/>
      </a:spcBef>
      <a:spcAft>
        <a:spcPct val="0"/>
      </a:spcAft>
      <a:defRPr sz="3200" kern="1200">
        <a:solidFill>
          <a:schemeClr val="tx1"/>
        </a:solidFill>
        <a:latin typeface="Verdana" panose="020B0604030504040204" pitchFamily="34" charset="0"/>
        <a:ea typeface="楷体_GB2312" pitchFamily="1" charset="-122"/>
        <a:cs typeface="+mn-cs"/>
      </a:defRPr>
    </a:lvl4pPr>
    <a:lvl5pPr marL="1828800" algn="l" rtl="0" eaLnBrk="0" fontAlgn="base" hangingPunct="0">
      <a:spcBef>
        <a:spcPct val="0"/>
      </a:spcBef>
      <a:spcAft>
        <a:spcPct val="0"/>
      </a:spcAft>
      <a:defRPr sz="3200" kern="1200">
        <a:solidFill>
          <a:schemeClr val="tx1"/>
        </a:solidFill>
        <a:latin typeface="Verdana" panose="020B0604030504040204" pitchFamily="34" charset="0"/>
        <a:ea typeface="楷体_GB2312" pitchFamily="1" charset="-122"/>
        <a:cs typeface="+mn-cs"/>
      </a:defRPr>
    </a:lvl5pPr>
    <a:lvl6pPr marL="2286000" algn="l" defTabSz="914400" rtl="0" eaLnBrk="1" latinLnBrk="0" hangingPunct="1">
      <a:defRPr sz="3200" kern="1200">
        <a:solidFill>
          <a:schemeClr val="tx1"/>
        </a:solidFill>
        <a:latin typeface="Verdana" panose="020B0604030504040204" pitchFamily="34" charset="0"/>
        <a:ea typeface="楷体_GB2312" pitchFamily="1" charset="-122"/>
        <a:cs typeface="+mn-cs"/>
      </a:defRPr>
    </a:lvl6pPr>
    <a:lvl7pPr marL="2743200" algn="l" defTabSz="914400" rtl="0" eaLnBrk="1" latinLnBrk="0" hangingPunct="1">
      <a:defRPr sz="3200" kern="1200">
        <a:solidFill>
          <a:schemeClr val="tx1"/>
        </a:solidFill>
        <a:latin typeface="Verdana" panose="020B0604030504040204" pitchFamily="34" charset="0"/>
        <a:ea typeface="楷体_GB2312" pitchFamily="1" charset="-122"/>
        <a:cs typeface="+mn-cs"/>
      </a:defRPr>
    </a:lvl7pPr>
    <a:lvl8pPr marL="3200400" algn="l" defTabSz="914400" rtl="0" eaLnBrk="1" latinLnBrk="0" hangingPunct="1">
      <a:defRPr sz="3200" kern="1200">
        <a:solidFill>
          <a:schemeClr val="tx1"/>
        </a:solidFill>
        <a:latin typeface="Verdana" panose="020B0604030504040204" pitchFamily="34" charset="0"/>
        <a:ea typeface="楷体_GB2312" pitchFamily="1" charset="-122"/>
        <a:cs typeface="+mn-cs"/>
      </a:defRPr>
    </a:lvl8pPr>
    <a:lvl9pPr marL="3657600" algn="l" defTabSz="914400" rtl="0" eaLnBrk="1" latinLnBrk="0" hangingPunct="1">
      <a:defRPr sz="3200" kern="1200">
        <a:solidFill>
          <a:schemeClr val="tx1"/>
        </a:solidFill>
        <a:latin typeface="Verdana" panose="020B0604030504040204" pitchFamily="34" charset="0"/>
        <a:ea typeface="楷体_GB2312" pitchFamily="1"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3300"/>
    <a:srgbClr val="0033CC"/>
    <a:srgbClr val="6600FF"/>
    <a:srgbClr val="CCCCFF"/>
    <a:srgbClr val="FFFFCC"/>
    <a:srgbClr val="CCFFFF"/>
    <a:srgbClr val="99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3875" autoAdjust="0"/>
  </p:normalViewPr>
  <p:slideViewPr>
    <p:cSldViewPr>
      <p:cViewPr varScale="1">
        <p:scale>
          <a:sx n="71" d="100"/>
          <a:sy n="71" d="100"/>
        </p:scale>
        <p:origin x="1356" y="6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117" Type="http://schemas.openxmlformats.org/officeDocument/2006/relationships/notesMaster" Target="notesMasters/notesMaster1.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12" Type="http://schemas.openxmlformats.org/officeDocument/2006/relationships/slide" Target="slides/slide109.xml"/><Relationship Id="rId16" Type="http://schemas.openxmlformats.org/officeDocument/2006/relationships/slide" Target="slides/slide13.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slide" Target="slides/slide99.xml"/><Relationship Id="rId5" Type="http://schemas.openxmlformats.org/officeDocument/2006/relationships/slide" Target="slides/slide2.xml"/><Relationship Id="rId61" Type="http://schemas.openxmlformats.org/officeDocument/2006/relationships/slide" Target="slides/slide58.xml"/><Relationship Id="rId82" Type="http://schemas.openxmlformats.org/officeDocument/2006/relationships/slide" Target="slides/slide79.xml"/><Relationship Id="rId90" Type="http://schemas.openxmlformats.org/officeDocument/2006/relationships/slide" Target="slides/slide87.xml"/><Relationship Id="rId95" Type="http://schemas.openxmlformats.org/officeDocument/2006/relationships/slide" Target="slides/slide92.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113" Type="http://schemas.openxmlformats.org/officeDocument/2006/relationships/slide" Target="slides/slide110.xml"/><Relationship Id="rId118"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slide" Target="slides/slide82.xml"/><Relationship Id="rId93" Type="http://schemas.openxmlformats.org/officeDocument/2006/relationships/slide" Target="slides/slide90.xml"/><Relationship Id="rId98" Type="http://schemas.openxmlformats.org/officeDocument/2006/relationships/slide" Target="slides/slide95.xml"/><Relationship Id="rId121"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103" Type="http://schemas.openxmlformats.org/officeDocument/2006/relationships/slide" Target="slides/slide100.xml"/><Relationship Id="rId108" Type="http://schemas.openxmlformats.org/officeDocument/2006/relationships/slide" Target="slides/slide105.xml"/><Relationship Id="rId116" Type="http://schemas.openxmlformats.org/officeDocument/2006/relationships/slide" Target="slides/slide11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slide" Target="slides/slide88.xml"/><Relationship Id="rId96" Type="http://schemas.openxmlformats.org/officeDocument/2006/relationships/slide" Target="slides/slide93.xml"/><Relationship Id="rId111" Type="http://schemas.openxmlformats.org/officeDocument/2006/relationships/slide" Target="slides/slide108.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6" Type="http://schemas.openxmlformats.org/officeDocument/2006/relationships/slide" Target="slides/slide103.xml"/><Relationship Id="rId114" Type="http://schemas.openxmlformats.org/officeDocument/2006/relationships/slide" Target="slides/slide111.xml"/><Relationship Id="rId119" Type="http://schemas.openxmlformats.org/officeDocument/2006/relationships/viewProps" Target="viewProps.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slide" Target="slides/slide10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120" Type="http://schemas.openxmlformats.org/officeDocument/2006/relationships/theme" Target="theme/theme1.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15" Type="http://schemas.openxmlformats.org/officeDocument/2006/relationships/slide" Target="slides/slide112.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8FCAC29-D365-4043-979E-879D44FED15B}" type="doc">
      <dgm:prSet loTypeId="urn:microsoft.com/office/officeart/2005/8/layout/hierarchy1" loCatId="hierarchy" qsTypeId="urn:microsoft.com/office/officeart/2005/8/quickstyle/simple2" qsCatId="simple" csTypeId="urn:microsoft.com/office/officeart/2005/8/colors/colorful4" csCatId="colorful" phldr="1"/>
      <dgm:spPr/>
      <dgm:t>
        <a:bodyPr/>
        <a:lstStyle/>
        <a:p>
          <a:endParaRPr lang="zh-CN" altLang="en-US"/>
        </a:p>
      </dgm:t>
    </dgm:pt>
    <dgm:pt modelId="{DACB6782-2737-464E-B16D-44814F0595AB}">
      <dgm:prSet phldrT="[文本]" custT="1"/>
      <dgm:spPr/>
      <dgm:t>
        <a:bodyPr/>
        <a:lstStyle/>
        <a:p>
          <a:r>
            <a:rPr lang="zh-CN" altLang="en-US" sz="2400" b="1" dirty="0">
              <a:ea typeface="华文楷体" pitchFamily="65" charset="-122"/>
            </a:rPr>
            <a:t>灰度变换</a:t>
          </a:r>
        </a:p>
      </dgm:t>
    </dgm:pt>
    <dgm:pt modelId="{78CC9E51-4DE7-4631-A3EE-1D0BEE02F441}" type="parTrans" cxnId="{6F83900D-8829-474F-AD03-962CADFCABBD}">
      <dgm:prSet/>
      <dgm:spPr/>
      <dgm:t>
        <a:bodyPr/>
        <a:lstStyle/>
        <a:p>
          <a:endParaRPr lang="zh-CN" altLang="en-US" sz="2400" b="1">
            <a:ea typeface="华文楷体" pitchFamily="65" charset="-122"/>
          </a:endParaRPr>
        </a:p>
      </dgm:t>
    </dgm:pt>
    <dgm:pt modelId="{3C609D58-FC26-44EE-90C1-D0289B0BDE7A}" type="sibTrans" cxnId="{6F83900D-8829-474F-AD03-962CADFCABBD}">
      <dgm:prSet/>
      <dgm:spPr/>
      <dgm:t>
        <a:bodyPr/>
        <a:lstStyle/>
        <a:p>
          <a:endParaRPr lang="zh-CN" altLang="en-US" sz="2400" b="1">
            <a:ea typeface="华文楷体" pitchFamily="65" charset="-122"/>
          </a:endParaRPr>
        </a:p>
      </dgm:t>
    </dgm:pt>
    <dgm:pt modelId="{FD413D73-ECDC-466B-831A-ED1DF7224321}">
      <dgm:prSet phldrT="[文本]" custT="1"/>
      <dgm:spPr/>
      <dgm:t>
        <a:bodyPr/>
        <a:lstStyle/>
        <a:p>
          <a:r>
            <a:rPr lang="zh-CN" altLang="en-US" sz="2400" b="1" dirty="0">
              <a:ea typeface="华文楷体" pitchFamily="65" charset="-122"/>
            </a:rPr>
            <a:t>线性变换</a:t>
          </a:r>
        </a:p>
      </dgm:t>
    </dgm:pt>
    <dgm:pt modelId="{5084DDF9-932B-407B-8B0B-2B86299174FF}" type="parTrans" cxnId="{FB6255E7-B405-4E7F-AF83-AA54C1AA9533}">
      <dgm:prSet/>
      <dgm:spPr/>
      <dgm:t>
        <a:bodyPr/>
        <a:lstStyle/>
        <a:p>
          <a:endParaRPr lang="zh-CN" altLang="en-US" sz="2400" b="1">
            <a:ea typeface="华文楷体" pitchFamily="65" charset="-122"/>
          </a:endParaRPr>
        </a:p>
      </dgm:t>
    </dgm:pt>
    <dgm:pt modelId="{B9C6902C-BBFC-413F-A823-0A579AE643B0}" type="sibTrans" cxnId="{FB6255E7-B405-4E7F-AF83-AA54C1AA9533}">
      <dgm:prSet/>
      <dgm:spPr/>
      <dgm:t>
        <a:bodyPr/>
        <a:lstStyle/>
        <a:p>
          <a:endParaRPr lang="zh-CN" altLang="en-US" sz="2400" b="1">
            <a:ea typeface="华文楷体" pitchFamily="65" charset="-122"/>
          </a:endParaRPr>
        </a:p>
      </dgm:t>
    </dgm:pt>
    <dgm:pt modelId="{5C5A751C-161A-4862-90D6-7B58EB61CD98}">
      <dgm:prSet phldrT="[文本]" custT="1"/>
      <dgm:spPr/>
      <dgm:t>
        <a:bodyPr/>
        <a:lstStyle/>
        <a:p>
          <a:r>
            <a:rPr lang="zh-CN" altLang="en-US" sz="2400" b="1" dirty="0">
              <a:ea typeface="华文楷体" pitchFamily="65" charset="-122"/>
            </a:rPr>
            <a:t>分段线性变换</a:t>
          </a:r>
        </a:p>
      </dgm:t>
    </dgm:pt>
    <dgm:pt modelId="{CD6C948A-5764-468D-B927-4F4319A028C4}" type="parTrans" cxnId="{7CC1F770-3177-4430-AE21-A9601266C0FF}">
      <dgm:prSet/>
      <dgm:spPr/>
      <dgm:t>
        <a:bodyPr/>
        <a:lstStyle/>
        <a:p>
          <a:endParaRPr lang="zh-CN" altLang="en-US" sz="2400" b="1">
            <a:ea typeface="华文楷体" pitchFamily="65" charset="-122"/>
          </a:endParaRPr>
        </a:p>
      </dgm:t>
    </dgm:pt>
    <dgm:pt modelId="{33F80315-18DA-4B74-A495-ED162AFCA257}" type="sibTrans" cxnId="{7CC1F770-3177-4430-AE21-A9601266C0FF}">
      <dgm:prSet/>
      <dgm:spPr/>
      <dgm:t>
        <a:bodyPr/>
        <a:lstStyle/>
        <a:p>
          <a:endParaRPr lang="zh-CN" altLang="en-US" sz="2400" b="1">
            <a:ea typeface="华文楷体" pitchFamily="65" charset="-122"/>
          </a:endParaRPr>
        </a:p>
      </dgm:t>
    </dgm:pt>
    <dgm:pt modelId="{661AB377-0657-448F-804F-74794A8E9D97}">
      <dgm:prSet phldrT="[文本]" custT="1"/>
      <dgm:spPr/>
      <dgm:t>
        <a:bodyPr/>
        <a:lstStyle/>
        <a:p>
          <a:r>
            <a:rPr lang="zh-CN" altLang="en-US" sz="2400" b="1" dirty="0">
              <a:ea typeface="华文楷体" pitchFamily="65" charset="-122"/>
            </a:rPr>
            <a:t>非线性变换</a:t>
          </a:r>
        </a:p>
      </dgm:t>
    </dgm:pt>
    <dgm:pt modelId="{F2964C12-E4EE-4D62-9C20-A0505495C196}" type="parTrans" cxnId="{583611E8-52C3-49AF-B6F3-E689C45164A1}">
      <dgm:prSet/>
      <dgm:spPr/>
      <dgm:t>
        <a:bodyPr/>
        <a:lstStyle/>
        <a:p>
          <a:endParaRPr lang="zh-CN" altLang="en-US" sz="2400" b="1">
            <a:ea typeface="华文楷体" pitchFamily="65" charset="-122"/>
          </a:endParaRPr>
        </a:p>
      </dgm:t>
    </dgm:pt>
    <dgm:pt modelId="{DA36F6B6-F758-45E9-807A-C821BA69BA5A}" type="sibTrans" cxnId="{583611E8-52C3-49AF-B6F3-E689C45164A1}">
      <dgm:prSet/>
      <dgm:spPr/>
      <dgm:t>
        <a:bodyPr/>
        <a:lstStyle/>
        <a:p>
          <a:endParaRPr lang="zh-CN" altLang="en-US" sz="2400" b="1">
            <a:ea typeface="华文楷体" pitchFamily="65" charset="-122"/>
          </a:endParaRPr>
        </a:p>
      </dgm:t>
    </dgm:pt>
    <dgm:pt modelId="{B6F483B7-75DC-4924-9C5C-676069BC9B64}" type="pres">
      <dgm:prSet presAssocID="{18FCAC29-D365-4043-979E-879D44FED15B}" presName="hierChild1" presStyleCnt="0">
        <dgm:presLayoutVars>
          <dgm:chPref val="1"/>
          <dgm:dir/>
          <dgm:animOne val="branch"/>
          <dgm:animLvl val="lvl"/>
          <dgm:resizeHandles/>
        </dgm:presLayoutVars>
      </dgm:prSet>
      <dgm:spPr/>
    </dgm:pt>
    <dgm:pt modelId="{3E3C0D9F-F583-40FC-A5EC-ABF13E22D42E}" type="pres">
      <dgm:prSet presAssocID="{DACB6782-2737-464E-B16D-44814F0595AB}" presName="hierRoot1" presStyleCnt="0"/>
      <dgm:spPr/>
    </dgm:pt>
    <dgm:pt modelId="{0F2CCA74-05D0-4654-83B4-5F6339B2B5BA}" type="pres">
      <dgm:prSet presAssocID="{DACB6782-2737-464E-B16D-44814F0595AB}" presName="composite" presStyleCnt="0"/>
      <dgm:spPr/>
    </dgm:pt>
    <dgm:pt modelId="{F8930FFC-C8EA-4EC8-B03F-582A7EE32E91}" type="pres">
      <dgm:prSet presAssocID="{DACB6782-2737-464E-B16D-44814F0595AB}" presName="background" presStyleLbl="node0" presStyleIdx="0" presStyleCnt="1"/>
      <dgm:spPr/>
    </dgm:pt>
    <dgm:pt modelId="{B3CFC0F0-4804-4B61-9061-8792ED3FA338}" type="pres">
      <dgm:prSet presAssocID="{DACB6782-2737-464E-B16D-44814F0595AB}" presName="text" presStyleLbl="fgAcc0" presStyleIdx="0" presStyleCnt="1">
        <dgm:presLayoutVars>
          <dgm:chPref val="3"/>
        </dgm:presLayoutVars>
      </dgm:prSet>
      <dgm:spPr/>
    </dgm:pt>
    <dgm:pt modelId="{CF7E3C8E-EF9D-4051-A6DC-14CB2AEAA484}" type="pres">
      <dgm:prSet presAssocID="{DACB6782-2737-464E-B16D-44814F0595AB}" presName="hierChild2" presStyleCnt="0"/>
      <dgm:spPr/>
    </dgm:pt>
    <dgm:pt modelId="{6228A792-AB95-4700-808A-0D0693227333}" type="pres">
      <dgm:prSet presAssocID="{5084DDF9-932B-407B-8B0B-2B86299174FF}" presName="Name10" presStyleLbl="parChTrans1D2" presStyleIdx="0" presStyleCnt="3"/>
      <dgm:spPr/>
    </dgm:pt>
    <dgm:pt modelId="{DC817A5E-354E-4A96-BDD9-E23ABF9A2314}" type="pres">
      <dgm:prSet presAssocID="{FD413D73-ECDC-466B-831A-ED1DF7224321}" presName="hierRoot2" presStyleCnt="0"/>
      <dgm:spPr/>
    </dgm:pt>
    <dgm:pt modelId="{0831AAC3-09E9-430C-AF73-E8AF2AD4629D}" type="pres">
      <dgm:prSet presAssocID="{FD413D73-ECDC-466B-831A-ED1DF7224321}" presName="composite2" presStyleCnt="0"/>
      <dgm:spPr/>
    </dgm:pt>
    <dgm:pt modelId="{DAD2D7BD-ACD0-440E-9DA5-01D589EF97CC}" type="pres">
      <dgm:prSet presAssocID="{FD413D73-ECDC-466B-831A-ED1DF7224321}" presName="background2" presStyleLbl="node2" presStyleIdx="0" presStyleCnt="3"/>
      <dgm:spPr/>
    </dgm:pt>
    <dgm:pt modelId="{6EDE18E8-8542-4327-8D46-7E41B14AF6DD}" type="pres">
      <dgm:prSet presAssocID="{FD413D73-ECDC-466B-831A-ED1DF7224321}" presName="text2" presStyleLbl="fgAcc2" presStyleIdx="0" presStyleCnt="3">
        <dgm:presLayoutVars>
          <dgm:chPref val="3"/>
        </dgm:presLayoutVars>
      </dgm:prSet>
      <dgm:spPr/>
    </dgm:pt>
    <dgm:pt modelId="{141C0BCB-F6D7-4C0A-B574-2515B78E4EB4}" type="pres">
      <dgm:prSet presAssocID="{FD413D73-ECDC-466B-831A-ED1DF7224321}" presName="hierChild3" presStyleCnt="0"/>
      <dgm:spPr/>
    </dgm:pt>
    <dgm:pt modelId="{284A8E02-B1A3-4496-B935-265ECA24B7BE}" type="pres">
      <dgm:prSet presAssocID="{CD6C948A-5764-468D-B927-4F4319A028C4}" presName="Name10" presStyleLbl="parChTrans1D2" presStyleIdx="1" presStyleCnt="3"/>
      <dgm:spPr/>
    </dgm:pt>
    <dgm:pt modelId="{67B44D45-A586-4501-B422-3FDF4F00D7AC}" type="pres">
      <dgm:prSet presAssocID="{5C5A751C-161A-4862-90D6-7B58EB61CD98}" presName="hierRoot2" presStyleCnt="0"/>
      <dgm:spPr/>
    </dgm:pt>
    <dgm:pt modelId="{691D4EFF-C1AD-4370-B18E-B7FBCC828908}" type="pres">
      <dgm:prSet presAssocID="{5C5A751C-161A-4862-90D6-7B58EB61CD98}" presName="composite2" presStyleCnt="0"/>
      <dgm:spPr/>
    </dgm:pt>
    <dgm:pt modelId="{21A9FF45-B9B3-457E-9DD4-F51D20D2EC30}" type="pres">
      <dgm:prSet presAssocID="{5C5A751C-161A-4862-90D6-7B58EB61CD98}" presName="background2" presStyleLbl="node2" presStyleIdx="1" presStyleCnt="3"/>
      <dgm:spPr/>
    </dgm:pt>
    <dgm:pt modelId="{E6F0C547-583B-4540-AF8A-6CE4B14C39DB}" type="pres">
      <dgm:prSet presAssocID="{5C5A751C-161A-4862-90D6-7B58EB61CD98}" presName="text2" presStyleLbl="fgAcc2" presStyleIdx="1" presStyleCnt="3">
        <dgm:presLayoutVars>
          <dgm:chPref val="3"/>
        </dgm:presLayoutVars>
      </dgm:prSet>
      <dgm:spPr/>
    </dgm:pt>
    <dgm:pt modelId="{9CCEA2FD-85FB-475E-9B00-87F221929D31}" type="pres">
      <dgm:prSet presAssocID="{5C5A751C-161A-4862-90D6-7B58EB61CD98}" presName="hierChild3" presStyleCnt="0"/>
      <dgm:spPr/>
    </dgm:pt>
    <dgm:pt modelId="{6143D704-60BC-4F45-AAC0-BDC703925B3D}" type="pres">
      <dgm:prSet presAssocID="{F2964C12-E4EE-4D62-9C20-A0505495C196}" presName="Name10" presStyleLbl="parChTrans1D2" presStyleIdx="2" presStyleCnt="3"/>
      <dgm:spPr/>
    </dgm:pt>
    <dgm:pt modelId="{C0C556B4-205B-4C1A-BE95-C2A276DB0C12}" type="pres">
      <dgm:prSet presAssocID="{661AB377-0657-448F-804F-74794A8E9D97}" presName="hierRoot2" presStyleCnt="0"/>
      <dgm:spPr/>
    </dgm:pt>
    <dgm:pt modelId="{AE2A3D3E-C360-444E-AE71-F223E9CF37A8}" type="pres">
      <dgm:prSet presAssocID="{661AB377-0657-448F-804F-74794A8E9D97}" presName="composite2" presStyleCnt="0"/>
      <dgm:spPr/>
    </dgm:pt>
    <dgm:pt modelId="{BBD522F4-C616-446B-A164-13D3DB962D51}" type="pres">
      <dgm:prSet presAssocID="{661AB377-0657-448F-804F-74794A8E9D97}" presName="background2" presStyleLbl="node2" presStyleIdx="2" presStyleCnt="3"/>
      <dgm:spPr/>
    </dgm:pt>
    <dgm:pt modelId="{AC4464D7-C042-4AFD-B466-831848AA374B}" type="pres">
      <dgm:prSet presAssocID="{661AB377-0657-448F-804F-74794A8E9D97}" presName="text2" presStyleLbl="fgAcc2" presStyleIdx="2" presStyleCnt="3" custScaleX="123734">
        <dgm:presLayoutVars>
          <dgm:chPref val="3"/>
        </dgm:presLayoutVars>
      </dgm:prSet>
      <dgm:spPr/>
    </dgm:pt>
    <dgm:pt modelId="{CF10F98E-778A-4BDE-954E-3F74228EEE24}" type="pres">
      <dgm:prSet presAssocID="{661AB377-0657-448F-804F-74794A8E9D97}" presName="hierChild3" presStyleCnt="0"/>
      <dgm:spPr/>
    </dgm:pt>
  </dgm:ptLst>
  <dgm:cxnLst>
    <dgm:cxn modelId="{6F83900D-8829-474F-AD03-962CADFCABBD}" srcId="{18FCAC29-D365-4043-979E-879D44FED15B}" destId="{DACB6782-2737-464E-B16D-44814F0595AB}" srcOrd="0" destOrd="0" parTransId="{78CC9E51-4DE7-4631-A3EE-1D0BEE02F441}" sibTransId="{3C609D58-FC26-44EE-90C1-D0289B0BDE7A}"/>
    <dgm:cxn modelId="{3478F337-3E5B-4AFA-A73E-FB9378817485}" type="presOf" srcId="{5084DDF9-932B-407B-8B0B-2B86299174FF}" destId="{6228A792-AB95-4700-808A-0D0693227333}" srcOrd="0" destOrd="0" presId="urn:microsoft.com/office/officeart/2005/8/layout/hierarchy1"/>
    <dgm:cxn modelId="{FDA7824D-AB2F-4FB1-9960-3F0088365376}" type="presOf" srcId="{CD6C948A-5764-468D-B927-4F4319A028C4}" destId="{284A8E02-B1A3-4496-B935-265ECA24B7BE}" srcOrd="0" destOrd="0" presId="urn:microsoft.com/office/officeart/2005/8/layout/hierarchy1"/>
    <dgm:cxn modelId="{7CC1F770-3177-4430-AE21-A9601266C0FF}" srcId="{DACB6782-2737-464E-B16D-44814F0595AB}" destId="{5C5A751C-161A-4862-90D6-7B58EB61CD98}" srcOrd="1" destOrd="0" parTransId="{CD6C948A-5764-468D-B927-4F4319A028C4}" sibTransId="{33F80315-18DA-4B74-A495-ED162AFCA257}"/>
    <dgm:cxn modelId="{EC80FF72-B270-45D9-9620-0508996850DF}" type="presOf" srcId="{5C5A751C-161A-4862-90D6-7B58EB61CD98}" destId="{E6F0C547-583B-4540-AF8A-6CE4B14C39DB}" srcOrd="0" destOrd="0" presId="urn:microsoft.com/office/officeart/2005/8/layout/hierarchy1"/>
    <dgm:cxn modelId="{F3B28454-9B05-45EF-9ABF-2F02544A0F66}" type="presOf" srcId="{DACB6782-2737-464E-B16D-44814F0595AB}" destId="{B3CFC0F0-4804-4B61-9061-8792ED3FA338}" srcOrd="0" destOrd="0" presId="urn:microsoft.com/office/officeart/2005/8/layout/hierarchy1"/>
    <dgm:cxn modelId="{461B5F88-3F1C-4DF1-B473-031484F9417D}" type="presOf" srcId="{661AB377-0657-448F-804F-74794A8E9D97}" destId="{AC4464D7-C042-4AFD-B466-831848AA374B}" srcOrd="0" destOrd="0" presId="urn:microsoft.com/office/officeart/2005/8/layout/hierarchy1"/>
    <dgm:cxn modelId="{FCB437E7-1550-4738-8985-B22A7A033585}" type="presOf" srcId="{FD413D73-ECDC-466B-831A-ED1DF7224321}" destId="{6EDE18E8-8542-4327-8D46-7E41B14AF6DD}" srcOrd="0" destOrd="0" presId="urn:microsoft.com/office/officeart/2005/8/layout/hierarchy1"/>
    <dgm:cxn modelId="{FB6255E7-B405-4E7F-AF83-AA54C1AA9533}" srcId="{DACB6782-2737-464E-B16D-44814F0595AB}" destId="{FD413D73-ECDC-466B-831A-ED1DF7224321}" srcOrd="0" destOrd="0" parTransId="{5084DDF9-932B-407B-8B0B-2B86299174FF}" sibTransId="{B9C6902C-BBFC-413F-A823-0A579AE643B0}"/>
    <dgm:cxn modelId="{583611E8-52C3-49AF-B6F3-E689C45164A1}" srcId="{DACB6782-2737-464E-B16D-44814F0595AB}" destId="{661AB377-0657-448F-804F-74794A8E9D97}" srcOrd="2" destOrd="0" parTransId="{F2964C12-E4EE-4D62-9C20-A0505495C196}" sibTransId="{DA36F6B6-F758-45E9-807A-C821BA69BA5A}"/>
    <dgm:cxn modelId="{E16F00F0-968D-411D-A32D-76570A45C160}" type="presOf" srcId="{F2964C12-E4EE-4D62-9C20-A0505495C196}" destId="{6143D704-60BC-4F45-AAC0-BDC703925B3D}" srcOrd="0" destOrd="0" presId="urn:microsoft.com/office/officeart/2005/8/layout/hierarchy1"/>
    <dgm:cxn modelId="{1BF0E5F0-7F00-42B8-90DE-3D393E4DB322}" type="presOf" srcId="{18FCAC29-D365-4043-979E-879D44FED15B}" destId="{B6F483B7-75DC-4924-9C5C-676069BC9B64}" srcOrd="0" destOrd="0" presId="urn:microsoft.com/office/officeart/2005/8/layout/hierarchy1"/>
    <dgm:cxn modelId="{F5AF683A-BA7B-424B-990C-9D1D31F60C49}" type="presParOf" srcId="{B6F483B7-75DC-4924-9C5C-676069BC9B64}" destId="{3E3C0D9F-F583-40FC-A5EC-ABF13E22D42E}" srcOrd="0" destOrd="0" presId="urn:microsoft.com/office/officeart/2005/8/layout/hierarchy1"/>
    <dgm:cxn modelId="{5E3CD14B-5CE0-48BA-9B70-59978F5C1E45}" type="presParOf" srcId="{3E3C0D9F-F583-40FC-A5EC-ABF13E22D42E}" destId="{0F2CCA74-05D0-4654-83B4-5F6339B2B5BA}" srcOrd="0" destOrd="0" presId="urn:microsoft.com/office/officeart/2005/8/layout/hierarchy1"/>
    <dgm:cxn modelId="{16BD0758-3345-4F24-8434-0EA7E6FAC506}" type="presParOf" srcId="{0F2CCA74-05D0-4654-83B4-5F6339B2B5BA}" destId="{F8930FFC-C8EA-4EC8-B03F-582A7EE32E91}" srcOrd="0" destOrd="0" presId="urn:microsoft.com/office/officeart/2005/8/layout/hierarchy1"/>
    <dgm:cxn modelId="{FC2BA5D5-87F0-4DB4-84A5-E25C5DD8AB69}" type="presParOf" srcId="{0F2CCA74-05D0-4654-83B4-5F6339B2B5BA}" destId="{B3CFC0F0-4804-4B61-9061-8792ED3FA338}" srcOrd="1" destOrd="0" presId="urn:microsoft.com/office/officeart/2005/8/layout/hierarchy1"/>
    <dgm:cxn modelId="{E5F4EEF4-9334-4B81-A5C2-A864C70A3B7A}" type="presParOf" srcId="{3E3C0D9F-F583-40FC-A5EC-ABF13E22D42E}" destId="{CF7E3C8E-EF9D-4051-A6DC-14CB2AEAA484}" srcOrd="1" destOrd="0" presId="urn:microsoft.com/office/officeart/2005/8/layout/hierarchy1"/>
    <dgm:cxn modelId="{BC937211-3F49-4694-AB49-59659D79BB47}" type="presParOf" srcId="{CF7E3C8E-EF9D-4051-A6DC-14CB2AEAA484}" destId="{6228A792-AB95-4700-808A-0D0693227333}" srcOrd="0" destOrd="0" presId="urn:microsoft.com/office/officeart/2005/8/layout/hierarchy1"/>
    <dgm:cxn modelId="{9AF3F769-1978-4E70-9F1F-29F90FCEABFE}" type="presParOf" srcId="{CF7E3C8E-EF9D-4051-A6DC-14CB2AEAA484}" destId="{DC817A5E-354E-4A96-BDD9-E23ABF9A2314}" srcOrd="1" destOrd="0" presId="urn:microsoft.com/office/officeart/2005/8/layout/hierarchy1"/>
    <dgm:cxn modelId="{AC98D87E-6ADF-4560-8B69-C504F8690A72}" type="presParOf" srcId="{DC817A5E-354E-4A96-BDD9-E23ABF9A2314}" destId="{0831AAC3-09E9-430C-AF73-E8AF2AD4629D}" srcOrd="0" destOrd="0" presId="urn:microsoft.com/office/officeart/2005/8/layout/hierarchy1"/>
    <dgm:cxn modelId="{E476C883-AED1-4A3D-91D4-E0D5295977E0}" type="presParOf" srcId="{0831AAC3-09E9-430C-AF73-E8AF2AD4629D}" destId="{DAD2D7BD-ACD0-440E-9DA5-01D589EF97CC}" srcOrd="0" destOrd="0" presId="urn:microsoft.com/office/officeart/2005/8/layout/hierarchy1"/>
    <dgm:cxn modelId="{4ACA9319-9F0F-409E-8C2A-4BE9D85202BE}" type="presParOf" srcId="{0831AAC3-09E9-430C-AF73-E8AF2AD4629D}" destId="{6EDE18E8-8542-4327-8D46-7E41B14AF6DD}" srcOrd="1" destOrd="0" presId="urn:microsoft.com/office/officeart/2005/8/layout/hierarchy1"/>
    <dgm:cxn modelId="{34B7E996-6F9D-47B5-AE68-9F372CA18CA4}" type="presParOf" srcId="{DC817A5E-354E-4A96-BDD9-E23ABF9A2314}" destId="{141C0BCB-F6D7-4C0A-B574-2515B78E4EB4}" srcOrd="1" destOrd="0" presId="urn:microsoft.com/office/officeart/2005/8/layout/hierarchy1"/>
    <dgm:cxn modelId="{0CF42F86-9DAE-4352-8180-62343AAA438B}" type="presParOf" srcId="{CF7E3C8E-EF9D-4051-A6DC-14CB2AEAA484}" destId="{284A8E02-B1A3-4496-B935-265ECA24B7BE}" srcOrd="2" destOrd="0" presId="urn:microsoft.com/office/officeart/2005/8/layout/hierarchy1"/>
    <dgm:cxn modelId="{6404F382-D554-47D9-8386-FDD3D0F25C02}" type="presParOf" srcId="{CF7E3C8E-EF9D-4051-A6DC-14CB2AEAA484}" destId="{67B44D45-A586-4501-B422-3FDF4F00D7AC}" srcOrd="3" destOrd="0" presId="urn:microsoft.com/office/officeart/2005/8/layout/hierarchy1"/>
    <dgm:cxn modelId="{AC3329C9-2A0E-4083-9687-E73F32A5531B}" type="presParOf" srcId="{67B44D45-A586-4501-B422-3FDF4F00D7AC}" destId="{691D4EFF-C1AD-4370-B18E-B7FBCC828908}" srcOrd="0" destOrd="0" presId="urn:microsoft.com/office/officeart/2005/8/layout/hierarchy1"/>
    <dgm:cxn modelId="{466A71BF-4127-4927-88EF-FD40FD629BD9}" type="presParOf" srcId="{691D4EFF-C1AD-4370-B18E-B7FBCC828908}" destId="{21A9FF45-B9B3-457E-9DD4-F51D20D2EC30}" srcOrd="0" destOrd="0" presId="urn:microsoft.com/office/officeart/2005/8/layout/hierarchy1"/>
    <dgm:cxn modelId="{F7798135-95FD-40EB-9DE1-D85DF1E2420B}" type="presParOf" srcId="{691D4EFF-C1AD-4370-B18E-B7FBCC828908}" destId="{E6F0C547-583B-4540-AF8A-6CE4B14C39DB}" srcOrd="1" destOrd="0" presId="urn:microsoft.com/office/officeart/2005/8/layout/hierarchy1"/>
    <dgm:cxn modelId="{711A4C05-EE88-4816-AF60-7E3E5EC2E307}" type="presParOf" srcId="{67B44D45-A586-4501-B422-3FDF4F00D7AC}" destId="{9CCEA2FD-85FB-475E-9B00-87F221929D31}" srcOrd="1" destOrd="0" presId="urn:microsoft.com/office/officeart/2005/8/layout/hierarchy1"/>
    <dgm:cxn modelId="{516656A9-760A-4D87-9AF9-B2DEAB7F7921}" type="presParOf" srcId="{CF7E3C8E-EF9D-4051-A6DC-14CB2AEAA484}" destId="{6143D704-60BC-4F45-AAC0-BDC703925B3D}" srcOrd="4" destOrd="0" presId="urn:microsoft.com/office/officeart/2005/8/layout/hierarchy1"/>
    <dgm:cxn modelId="{C8BCD614-F402-4DAB-B5E9-CC7089C359A5}" type="presParOf" srcId="{CF7E3C8E-EF9D-4051-A6DC-14CB2AEAA484}" destId="{C0C556B4-205B-4C1A-BE95-C2A276DB0C12}" srcOrd="5" destOrd="0" presId="urn:microsoft.com/office/officeart/2005/8/layout/hierarchy1"/>
    <dgm:cxn modelId="{561551B2-C74D-4E26-80CC-739F75A0614B}" type="presParOf" srcId="{C0C556B4-205B-4C1A-BE95-C2A276DB0C12}" destId="{AE2A3D3E-C360-444E-AE71-F223E9CF37A8}" srcOrd="0" destOrd="0" presId="urn:microsoft.com/office/officeart/2005/8/layout/hierarchy1"/>
    <dgm:cxn modelId="{9E21BDBF-04FB-454B-B1FF-9DDDD6CF4EC1}" type="presParOf" srcId="{AE2A3D3E-C360-444E-AE71-F223E9CF37A8}" destId="{BBD522F4-C616-446B-A164-13D3DB962D51}" srcOrd="0" destOrd="0" presId="urn:microsoft.com/office/officeart/2005/8/layout/hierarchy1"/>
    <dgm:cxn modelId="{1C4C35E4-8DB6-4088-820C-CF650C26E360}" type="presParOf" srcId="{AE2A3D3E-C360-444E-AE71-F223E9CF37A8}" destId="{AC4464D7-C042-4AFD-B466-831848AA374B}" srcOrd="1" destOrd="0" presId="urn:microsoft.com/office/officeart/2005/8/layout/hierarchy1"/>
    <dgm:cxn modelId="{847304D5-1680-41CA-8228-70B652E85AD4}" type="presParOf" srcId="{C0C556B4-205B-4C1A-BE95-C2A276DB0C12}" destId="{CF10F98E-778A-4BDE-954E-3F74228EEE24}"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99D67E1-17EA-4823-AF41-ADD683E6E181}" type="doc">
      <dgm:prSet loTypeId="urn:microsoft.com/office/officeart/2005/8/layout/venn1" loCatId="relationship" qsTypeId="urn:microsoft.com/office/officeart/2005/8/quickstyle/3d3" qsCatId="3D" csTypeId="urn:microsoft.com/office/officeart/2005/8/colors/colorful5" csCatId="colorful" phldr="1"/>
      <dgm:spPr/>
    </dgm:pt>
    <dgm:pt modelId="{8DDDDB60-9355-4B98-8BE6-ED986A8B80A9}">
      <dgm:prSet phldrT="[文本]" custT="1"/>
      <dgm:spPr/>
      <dgm:t>
        <a:bodyPr/>
        <a:lstStyle/>
        <a:p>
          <a:r>
            <a:rPr lang="zh-CN" altLang="en-US" sz="2800" b="1" dirty="0">
              <a:ea typeface="华文楷体" pitchFamily="65" charset="-122"/>
            </a:rPr>
            <a:t>平滑滤波</a:t>
          </a:r>
        </a:p>
      </dgm:t>
    </dgm:pt>
    <dgm:pt modelId="{9A93AEBC-38A7-45F3-84AF-D7956D922616}" type="parTrans" cxnId="{B4E7A1C8-15CE-4692-8F4C-2A2D7D24039A}">
      <dgm:prSet/>
      <dgm:spPr/>
      <dgm:t>
        <a:bodyPr/>
        <a:lstStyle/>
        <a:p>
          <a:endParaRPr lang="zh-CN" altLang="en-US"/>
        </a:p>
      </dgm:t>
    </dgm:pt>
    <dgm:pt modelId="{50C12C36-A6B2-4E69-820D-2F1F71DB2B54}" type="sibTrans" cxnId="{B4E7A1C8-15CE-4692-8F4C-2A2D7D24039A}">
      <dgm:prSet/>
      <dgm:spPr/>
      <dgm:t>
        <a:bodyPr/>
        <a:lstStyle/>
        <a:p>
          <a:endParaRPr lang="zh-CN" altLang="en-US"/>
        </a:p>
      </dgm:t>
    </dgm:pt>
    <dgm:pt modelId="{C382D228-02F4-4308-AF6F-E272361A9031}">
      <dgm:prSet phldrT="[文本]" custT="1"/>
      <dgm:spPr/>
      <dgm:t>
        <a:bodyPr/>
        <a:lstStyle/>
        <a:p>
          <a:r>
            <a:rPr lang="zh-CN" altLang="en-US" sz="2800" b="1" dirty="0">
              <a:ea typeface="华文楷体" pitchFamily="65" charset="-122"/>
            </a:rPr>
            <a:t>锐化滤波</a:t>
          </a:r>
        </a:p>
      </dgm:t>
    </dgm:pt>
    <dgm:pt modelId="{0E35E9BD-CD3C-47FF-924D-0CB83E650019}" type="parTrans" cxnId="{4A814EF9-02A5-4CC4-BF22-4A157765616B}">
      <dgm:prSet/>
      <dgm:spPr/>
      <dgm:t>
        <a:bodyPr/>
        <a:lstStyle/>
        <a:p>
          <a:endParaRPr lang="zh-CN" altLang="en-US"/>
        </a:p>
      </dgm:t>
    </dgm:pt>
    <dgm:pt modelId="{96A7E750-F4A5-44FA-9333-270D8E67336E}" type="sibTrans" cxnId="{4A814EF9-02A5-4CC4-BF22-4A157765616B}">
      <dgm:prSet/>
      <dgm:spPr/>
      <dgm:t>
        <a:bodyPr/>
        <a:lstStyle/>
        <a:p>
          <a:endParaRPr lang="zh-CN" altLang="en-US"/>
        </a:p>
      </dgm:t>
    </dgm:pt>
    <dgm:pt modelId="{00CC78B8-F405-4DE3-8BB2-0B5352015D23}" type="pres">
      <dgm:prSet presAssocID="{E99D67E1-17EA-4823-AF41-ADD683E6E181}" presName="compositeShape" presStyleCnt="0">
        <dgm:presLayoutVars>
          <dgm:chMax val="7"/>
          <dgm:dir/>
          <dgm:resizeHandles val="exact"/>
        </dgm:presLayoutVars>
      </dgm:prSet>
      <dgm:spPr/>
    </dgm:pt>
    <dgm:pt modelId="{D1AE7FAD-1547-47C6-9A76-6E657CD14AD7}" type="pres">
      <dgm:prSet presAssocID="{8DDDDB60-9355-4B98-8BE6-ED986A8B80A9}" presName="circ1" presStyleLbl="vennNode1" presStyleIdx="0" presStyleCnt="2"/>
      <dgm:spPr/>
    </dgm:pt>
    <dgm:pt modelId="{9B81EFB1-EA8E-488A-8820-645190A98976}" type="pres">
      <dgm:prSet presAssocID="{8DDDDB60-9355-4B98-8BE6-ED986A8B80A9}" presName="circ1Tx" presStyleLbl="revTx" presStyleIdx="0" presStyleCnt="0">
        <dgm:presLayoutVars>
          <dgm:chMax val="0"/>
          <dgm:chPref val="0"/>
          <dgm:bulletEnabled val="1"/>
        </dgm:presLayoutVars>
      </dgm:prSet>
      <dgm:spPr/>
    </dgm:pt>
    <dgm:pt modelId="{5EFF8852-AB42-493A-ABBD-80CAC75789AE}" type="pres">
      <dgm:prSet presAssocID="{C382D228-02F4-4308-AF6F-E272361A9031}" presName="circ2" presStyleLbl="vennNode1" presStyleIdx="1" presStyleCnt="2" custLinFactNeighborX="6592"/>
      <dgm:spPr/>
    </dgm:pt>
    <dgm:pt modelId="{D2472448-D9AB-4980-B367-48CD6D752894}" type="pres">
      <dgm:prSet presAssocID="{C382D228-02F4-4308-AF6F-E272361A9031}" presName="circ2Tx" presStyleLbl="revTx" presStyleIdx="0" presStyleCnt="0">
        <dgm:presLayoutVars>
          <dgm:chMax val="0"/>
          <dgm:chPref val="0"/>
          <dgm:bulletEnabled val="1"/>
        </dgm:presLayoutVars>
      </dgm:prSet>
      <dgm:spPr/>
    </dgm:pt>
  </dgm:ptLst>
  <dgm:cxnLst>
    <dgm:cxn modelId="{7D2F2220-9C7D-46E0-8BE6-5B91514350ED}" type="presOf" srcId="{E99D67E1-17EA-4823-AF41-ADD683E6E181}" destId="{00CC78B8-F405-4DE3-8BB2-0B5352015D23}" srcOrd="0" destOrd="0" presId="urn:microsoft.com/office/officeart/2005/8/layout/venn1"/>
    <dgm:cxn modelId="{5C2CEF82-1CC8-4F7D-8F4A-975917C8695A}" type="presOf" srcId="{C382D228-02F4-4308-AF6F-E272361A9031}" destId="{D2472448-D9AB-4980-B367-48CD6D752894}" srcOrd="1" destOrd="0" presId="urn:microsoft.com/office/officeart/2005/8/layout/venn1"/>
    <dgm:cxn modelId="{2DE94E9E-7037-4F3A-B9B6-2D7B6CDEFBD9}" type="presOf" srcId="{8DDDDB60-9355-4B98-8BE6-ED986A8B80A9}" destId="{D1AE7FAD-1547-47C6-9A76-6E657CD14AD7}" srcOrd="0" destOrd="0" presId="urn:microsoft.com/office/officeart/2005/8/layout/venn1"/>
    <dgm:cxn modelId="{B4E7A1C8-15CE-4692-8F4C-2A2D7D24039A}" srcId="{E99D67E1-17EA-4823-AF41-ADD683E6E181}" destId="{8DDDDB60-9355-4B98-8BE6-ED986A8B80A9}" srcOrd="0" destOrd="0" parTransId="{9A93AEBC-38A7-45F3-84AF-D7956D922616}" sibTransId="{50C12C36-A6B2-4E69-820D-2F1F71DB2B54}"/>
    <dgm:cxn modelId="{4AE24DDE-71C3-472A-B02F-9B160A6FC120}" type="presOf" srcId="{8DDDDB60-9355-4B98-8BE6-ED986A8B80A9}" destId="{9B81EFB1-EA8E-488A-8820-645190A98976}" srcOrd="1" destOrd="0" presId="urn:microsoft.com/office/officeart/2005/8/layout/venn1"/>
    <dgm:cxn modelId="{D80BF5E9-7123-46EA-BC32-97C3343CAA1E}" type="presOf" srcId="{C382D228-02F4-4308-AF6F-E272361A9031}" destId="{5EFF8852-AB42-493A-ABBD-80CAC75789AE}" srcOrd="0" destOrd="0" presId="urn:microsoft.com/office/officeart/2005/8/layout/venn1"/>
    <dgm:cxn modelId="{4A814EF9-02A5-4CC4-BF22-4A157765616B}" srcId="{E99D67E1-17EA-4823-AF41-ADD683E6E181}" destId="{C382D228-02F4-4308-AF6F-E272361A9031}" srcOrd="1" destOrd="0" parTransId="{0E35E9BD-CD3C-47FF-924D-0CB83E650019}" sibTransId="{96A7E750-F4A5-44FA-9333-270D8E67336E}"/>
    <dgm:cxn modelId="{E07EE749-FBE7-4A06-8099-C9B5F13D0968}" type="presParOf" srcId="{00CC78B8-F405-4DE3-8BB2-0B5352015D23}" destId="{D1AE7FAD-1547-47C6-9A76-6E657CD14AD7}" srcOrd="0" destOrd="0" presId="urn:microsoft.com/office/officeart/2005/8/layout/venn1"/>
    <dgm:cxn modelId="{7524EF9A-C447-459B-8A68-165904606E13}" type="presParOf" srcId="{00CC78B8-F405-4DE3-8BB2-0B5352015D23}" destId="{9B81EFB1-EA8E-488A-8820-645190A98976}" srcOrd="1" destOrd="0" presId="urn:microsoft.com/office/officeart/2005/8/layout/venn1"/>
    <dgm:cxn modelId="{ECBAFFE1-5686-4937-B973-89F2D4307E9D}" type="presParOf" srcId="{00CC78B8-F405-4DE3-8BB2-0B5352015D23}" destId="{5EFF8852-AB42-493A-ABBD-80CAC75789AE}" srcOrd="2" destOrd="0" presId="urn:microsoft.com/office/officeart/2005/8/layout/venn1"/>
    <dgm:cxn modelId="{9983D2CF-CEFB-44B3-B512-D2773E10F30F}" type="presParOf" srcId="{00CC78B8-F405-4DE3-8BB2-0B5352015D23}" destId="{D2472448-D9AB-4980-B367-48CD6D752894}" srcOrd="3"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99D67E1-17EA-4823-AF41-ADD683E6E181}" type="doc">
      <dgm:prSet loTypeId="urn:microsoft.com/office/officeart/2005/8/layout/venn1" loCatId="relationship" qsTypeId="urn:microsoft.com/office/officeart/2005/8/quickstyle/3d3" qsCatId="3D" csTypeId="urn:microsoft.com/office/officeart/2005/8/colors/colorful5" csCatId="colorful" phldr="1"/>
      <dgm:spPr/>
    </dgm:pt>
    <dgm:pt modelId="{8DDDDB60-9355-4B98-8BE6-ED986A8B80A9}">
      <dgm:prSet phldrT="[文本]" custT="1"/>
      <dgm:spPr/>
      <dgm:t>
        <a:bodyPr/>
        <a:lstStyle/>
        <a:p>
          <a:r>
            <a:rPr lang="zh-CN" altLang="en-US" sz="4400" b="1" dirty="0">
              <a:solidFill>
                <a:srgbClr val="FF0000"/>
              </a:solidFill>
              <a:ea typeface="华文楷体" pitchFamily="65" charset="-122"/>
            </a:rPr>
            <a:t>平滑滤波</a:t>
          </a:r>
        </a:p>
      </dgm:t>
    </dgm:pt>
    <dgm:pt modelId="{9A93AEBC-38A7-45F3-84AF-D7956D922616}" type="parTrans" cxnId="{B4E7A1C8-15CE-4692-8F4C-2A2D7D24039A}">
      <dgm:prSet/>
      <dgm:spPr/>
      <dgm:t>
        <a:bodyPr/>
        <a:lstStyle/>
        <a:p>
          <a:endParaRPr lang="zh-CN" altLang="en-US"/>
        </a:p>
      </dgm:t>
    </dgm:pt>
    <dgm:pt modelId="{50C12C36-A6B2-4E69-820D-2F1F71DB2B54}" type="sibTrans" cxnId="{B4E7A1C8-15CE-4692-8F4C-2A2D7D24039A}">
      <dgm:prSet/>
      <dgm:spPr/>
      <dgm:t>
        <a:bodyPr/>
        <a:lstStyle/>
        <a:p>
          <a:endParaRPr lang="zh-CN" altLang="en-US"/>
        </a:p>
      </dgm:t>
    </dgm:pt>
    <dgm:pt modelId="{C382D228-02F4-4308-AF6F-E272361A9031}">
      <dgm:prSet phldrT="[文本]" custT="1"/>
      <dgm:spPr/>
      <dgm:t>
        <a:bodyPr/>
        <a:lstStyle/>
        <a:p>
          <a:r>
            <a:rPr lang="zh-CN" altLang="en-US" sz="2800" b="1" dirty="0">
              <a:solidFill>
                <a:schemeClr val="bg1">
                  <a:lumMod val="75000"/>
                </a:schemeClr>
              </a:solidFill>
              <a:ea typeface="华文楷体" pitchFamily="65" charset="-122"/>
            </a:rPr>
            <a:t>锐化滤波</a:t>
          </a:r>
        </a:p>
      </dgm:t>
    </dgm:pt>
    <dgm:pt modelId="{0E35E9BD-CD3C-47FF-924D-0CB83E650019}" type="parTrans" cxnId="{4A814EF9-02A5-4CC4-BF22-4A157765616B}">
      <dgm:prSet/>
      <dgm:spPr/>
      <dgm:t>
        <a:bodyPr/>
        <a:lstStyle/>
        <a:p>
          <a:endParaRPr lang="zh-CN" altLang="en-US"/>
        </a:p>
      </dgm:t>
    </dgm:pt>
    <dgm:pt modelId="{96A7E750-F4A5-44FA-9333-270D8E67336E}" type="sibTrans" cxnId="{4A814EF9-02A5-4CC4-BF22-4A157765616B}">
      <dgm:prSet/>
      <dgm:spPr/>
      <dgm:t>
        <a:bodyPr/>
        <a:lstStyle/>
        <a:p>
          <a:endParaRPr lang="zh-CN" altLang="en-US"/>
        </a:p>
      </dgm:t>
    </dgm:pt>
    <dgm:pt modelId="{00CC78B8-F405-4DE3-8BB2-0B5352015D23}" type="pres">
      <dgm:prSet presAssocID="{E99D67E1-17EA-4823-AF41-ADD683E6E181}" presName="compositeShape" presStyleCnt="0">
        <dgm:presLayoutVars>
          <dgm:chMax val="7"/>
          <dgm:dir/>
          <dgm:resizeHandles val="exact"/>
        </dgm:presLayoutVars>
      </dgm:prSet>
      <dgm:spPr/>
    </dgm:pt>
    <dgm:pt modelId="{D1AE7FAD-1547-47C6-9A76-6E657CD14AD7}" type="pres">
      <dgm:prSet presAssocID="{8DDDDB60-9355-4B98-8BE6-ED986A8B80A9}" presName="circ1" presStyleLbl="vennNode1" presStyleIdx="0" presStyleCnt="2"/>
      <dgm:spPr/>
    </dgm:pt>
    <dgm:pt modelId="{9B81EFB1-EA8E-488A-8820-645190A98976}" type="pres">
      <dgm:prSet presAssocID="{8DDDDB60-9355-4B98-8BE6-ED986A8B80A9}" presName="circ1Tx" presStyleLbl="revTx" presStyleIdx="0" presStyleCnt="0">
        <dgm:presLayoutVars>
          <dgm:chMax val="0"/>
          <dgm:chPref val="0"/>
          <dgm:bulletEnabled val="1"/>
        </dgm:presLayoutVars>
      </dgm:prSet>
      <dgm:spPr/>
    </dgm:pt>
    <dgm:pt modelId="{5EFF8852-AB42-493A-ABBD-80CAC75789AE}" type="pres">
      <dgm:prSet presAssocID="{C382D228-02F4-4308-AF6F-E272361A9031}" presName="circ2" presStyleLbl="vennNode1" presStyleIdx="1" presStyleCnt="2" custLinFactNeighborX="6592"/>
      <dgm:spPr/>
    </dgm:pt>
    <dgm:pt modelId="{D2472448-D9AB-4980-B367-48CD6D752894}" type="pres">
      <dgm:prSet presAssocID="{C382D228-02F4-4308-AF6F-E272361A9031}" presName="circ2Tx" presStyleLbl="revTx" presStyleIdx="0" presStyleCnt="0">
        <dgm:presLayoutVars>
          <dgm:chMax val="0"/>
          <dgm:chPref val="0"/>
          <dgm:bulletEnabled val="1"/>
        </dgm:presLayoutVars>
      </dgm:prSet>
      <dgm:spPr/>
    </dgm:pt>
  </dgm:ptLst>
  <dgm:cxnLst>
    <dgm:cxn modelId="{BC06686E-EC75-4E01-A6E5-14209BB82613}" type="presOf" srcId="{8DDDDB60-9355-4B98-8BE6-ED986A8B80A9}" destId="{9B81EFB1-EA8E-488A-8820-645190A98976}" srcOrd="1" destOrd="0" presId="urn:microsoft.com/office/officeart/2005/8/layout/venn1"/>
    <dgm:cxn modelId="{7A5DFF4F-9A8A-4B25-9101-A15808E235B2}" type="presOf" srcId="{8DDDDB60-9355-4B98-8BE6-ED986A8B80A9}" destId="{D1AE7FAD-1547-47C6-9A76-6E657CD14AD7}" srcOrd="0" destOrd="0" presId="urn:microsoft.com/office/officeart/2005/8/layout/venn1"/>
    <dgm:cxn modelId="{E73DAFB2-2652-406F-BEB8-1B61D6A36F2D}" type="presOf" srcId="{E99D67E1-17EA-4823-AF41-ADD683E6E181}" destId="{00CC78B8-F405-4DE3-8BB2-0B5352015D23}" srcOrd="0" destOrd="0" presId="urn:microsoft.com/office/officeart/2005/8/layout/venn1"/>
    <dgm:cxn modelId="{54F0F3B3-10CC-4038-91DC-12E16D733386}" type="presOf" srcId="{C382D228-02F4-4308-AF6F-E272361A9031}" destId="{D2472448-D9AB-4980-B367-48CD6D752894}" srcOrd="1" destOrd="0" presId="urn:microsoft.com/office/officeart/2005/8/layout/venn1"/>
    <dgm:cxn modelId="{B4E7A1C8-15CE-4692-8F4C-2A2D7D24039A}" srcId="{E99D67E1-17EA-4823-AF41-ADD683E6E181}" destId="{8DDDDB60-9355-4B98-8BE6-ED986A8B80A9}" srcOrd="0" destOrd="0" parTransId="{9A93AEBC-38A7-45F3-84AF-D7956D922616}" sibTransId="{50C12C36-A6B2-4E69-820D-2F1F71DB2B54}"/>
    <dgm:cxn modelId="{E1ABB4F2-E312-4B19-99F9-259DB79D1CFF}" type="presOf" srcId="{C382D228-02F4-4308-AF6F-E272361A9031}" destId="{5EFF8852-AB42-493A-ABBD-80CAC75789AE}" srcOrd="0" destOrd="0" presId="urn:microsoft.com/office/officeart/2005/8/layout/venn1"/>
    <dgm:cxn modelId="{4A814EF9-02A5-4CC4-BF22-4A157765616B}" srcId="{E99D67E1-17EA-4823-AF41-ADD683E6E181}" destId="{C382D228-02F4-4308-AF6F-E272361A9031}" srcOrd="1" destOrd="0" parTransId="{0E35E9BD-CD3C-47FF-924D-0CB83E650019}" sibTransId="{96A7E750-F4A5-44FA-9333-270D8E67336E}"/>
    <dgm:cxn modelId="{BDAF1BCC-94D8-4563-BA28-3E2ED808A548}" type="presParOf" srcId="{00CC78B8-F405-4DE3-8BB2-0B5352015D23}" destId="{D1AE7FAD-1547-47C6-9A76-6E657CD14AD7}" srcOrd="0" destOrd="0" presId="urn:microsoft.com/office/officeart/2005/8/layout/venn1"/>
    <dgm:cxn modelId="{68D264EB-C6C2-4533-A082-52C8A648B3AC}" type="presParOf" srcId="{00CC78B8-F405-4DE3-8BB2-0B5352015D23}" destId="{9B81EFB1-EA8E-488A-8820-645190A98976}" srcOrd="1" destOrd="0" presId="urn:microsoft.com/office/officeart/2005/8/layout/venn1"/>
    <dgm:cxn modelId="{E0D1EA48-1CC2-43E0-9E52-CCD742F2B701}" type="presParOf" srcId="{00CC78B8-F405-4DE3-8BB2-0B5352015D23}" destId="{5EFF8852-AB42-493A-ABBD-80CAC75789AE}" srcOrd="2" destOrd="0" presId="urn:microsoft.com/office/officeart/2005/8/layout/venn1"/>
    <dgm:cxn modelId="{84DE18B2-56D1-49C0-AD7C-FF0C09D6CFEC}" type="presParOf" srcId="{00CC78B8-F405-4DE3-8BB2-0B5352015D23}" destId="{D2472448-D9AB-4980-B367-48CD6D752894}" srcOrd="3"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99D67E1-17EA-4823-AF41-ADD683E6E181}" type="doc">
      <dgm:prSet loTypeId="urn:microsoft.com/office/officeart/2005/8/layout/venn1" loCatId="relationship" qsTypeId="urn:microsoft.com/office/officeart/2005/8/quickstyle/3d3" qsCatId="3D" csTypeId="urn:microsoft.com/office/officeart/2005/8/colors/colorful5" csCatId="colorful" phldr="1"/>
      <dgm:spPr/>
    </dgm:pt>
    <dgm:pt modelId="{8DDDDB60-9355-4B98-8BE6-ED986A8B80A9}">
      <dgm:prSet phldrT="[文本]" custT="1"/>
      <dgm:spPr/>
      <dgm:t>
        <a:bodyPr/>
        <a:lstStyle/>
        <a:p>
          <a:r>
            <a:rPr lang="zh-CN" altLang="en-US" sz="2800" b="1" dirty="0">
              <a:solidFill>
                <a:schemeClr val="bg1">
                  <a:lumMod val="75000"/>
                </a:schemeClr>
              </a:solidFill>
              <a:ea typeface="华文楷体" pitchFamily="65" charset="-122"/>
            </a:rPr>
            <a:t>平滑滤波</a:t>
          </a:r>
        </a:p>
      </dgm:t>
    </dgm:pt>
    <dgm:pt modelId="{9A93AEBC-38A7-45F3-84AF-D7956D922616}" type="parTrans" cxnId="{B4E7A1C8-15CE-4692-8F4C-2A2D7D24039A}">
      <dgm:prSet/>
      <dgm:spPr/>
      <dgm:t>
        <a:bodyPr/>
        <a:lstStyle/>
        <a:p>
          <a:endParaRPr lang="zh-CN" altLang="en-US"/>
        </a:p>
      </dgm:t>
    </dgm:pt>
    <dgm:pt modelId="{50C12C36-A6B2-4E69-820D-2F1F71DB2B54}" type="sibTrans" cxnId="{B4E7A1C8-15CE-4692-8F4C-2A2D7D24039A}">
      <dgm:prSet/>
      <dgm:spPr/>
      <dgm:t>
        <a:bodyPr/>
        <a:lstStyle/>
        <a:p>
          <a:endParaRPr lang="zh-CN" altLang="en-US"/>
        </a:p>
      </dgm:t>
    </dgm:pt>
    <dgm:pt modelId="{C382D228-02F4-4308-AF6F-E272361A9031}">
      <dgm:prSet phldrT="[文本]" custT="1"/>
      <dgm:spPr/>
      <dgm:t>
        <a:bodyPr/>
        <a:lstStyle/>
        <a:p>
          <a:r>
            <a:rPr lang="zh-CN" altLang="en-US" sz="4400" b="1" dirty="0">
              <a:solidFill>
                <a:srgbClr val="FF0000"/>
              </a:solidFill>
              <a:ea typeface="华文楷体" pitchFamily="65" charset="-122"/>
            </a:rPr>
            <a:t>锐化滤波</a:t>
          </a:r>
        </a:p>
      </dgm:t>
    </dgm:pt>
    <dgm:pt modelId="{0E35E9BD-CD3C-47FF-924D-0CB83E650019}" type="parTrans" cxnId="{4A814EF9-02A5-4CC4-BF22-4A157765616B}">
      <dgm:prSet/>
      <dgm:spPr/>
      <dgm:t>
        <a:bodyPr/>
        <a:lstStyle/>
        <a:p>
          <a:endParaRPr lang="zh-CN" altLang="en-US"/>
        </a:p>
      </dgm:t>
    </dgm:pt>
    <dgm:pt modelId="{96A7E750-F4A5-44FA-9333-270D8E67336E}" type="sibTrans" cxnId="{4A814EF9-02A5-4CC4-BF22-4A157765616B}">
      <dgm:prSet/>
      <dgm:spPr/>
      <dgm:t>
        <a:bodyPr/>
        <a:lstStyle/>
        <a:p>
          <a:endParaRPr lang="zh-CN" altLang="en-US"/>
        </a:p>
      </dgm:t>
    </dgm:pt>
    <dgm:pt modelId="{00CC78B8-F405-4DE3-8BB2-0B5352015D23}" type="pres">
      <dgm:prSet presAssocID="{E99D67E1-17EA-4823-AF41-ADD683E6E181}" presName="compositeShape" presStyleCnt="0">
        <dgm:presLayoutVars>
          <dgm:chMax val="7"/>
          <dgm:dir/>
          <dgm:resizeHandles val="exact"/>
        </dgm:presLayoutVars>
      </dgm:prSet>
      <dgm:spPr/>
    </dgm:pt>
    <dgm:pt modelId="{D1AE7FAD-1547-47C6-9A76-6E657CD14AD7}" type="pres">
      <dgm:prSet presAssocID="{8DDDDB60-9355-4B98-8BE6-ED986A8B80A9}" presName="circ1" presStyleLbl="vennNode1" presStyleIdx="0" presStyleCnt="2"/>
      <dgm:spPr/>
    </dgm:pt>
    <dgm:pt modelId="{9B81EFB1-EA8E-488A-8820-645190A98976}" type="pres">
      <dgm:prSet presAssocID="{8DDDDB60-9355-4B98-8BE6-ED986A8B80A9}" presName="circ1Tx" presStyleLbl="revTx" presStyleIdx="0" presStyleCnt="0">
        <dgm:presLayoutVars>
          <dgm:chMax val="0"/>
          <dgm:chPref val="0"/>
          <dgm:bulletEnabled val="1"/>
        </dgm:presLayoutVars>
      </dgm:prSet>
      <dgm:spPr/>
    </dgm:pt>
    <dgm:pt modelId="{5EFF8852-AB42-493A-ABBD-80CAC75789AE}" type="pres">
      <dgm:prSet presAssocID="{C382D228-02F4-4308-AF6F-E272361A9031}" presName="circ2" presStyleLbl="vennNode1" presStyleIdx="1" presStyleCnt="2" custLinFactNeighborX="6592"/>
      <dgm:spPr/>
    </dgm:pt>
    <dgm:pt modelId="{D2472448-D9AB-4980-B367-48CD6D752894}" type="pres">
      <dgm:prSet presAssocID="{C382D228-02F4-4308-AF6F-E272361A9031}" presName="circ2Tx" presStyleLbl="revTx" presStyleIdx="0" presStyleCnt="0">
        <dgm:presLayoutVars>
          <dgm:chMax val="0"/>
          <dgm:chPref val="0"/>
          <dgm:bulletEnabled val="1"/>
        </dgm:presLayoutVars>
      </dgm:prSet>
      <dgm:spPr/>
    </dgm:pt>
  </dgm:ptLst>
  <dgm:cxnLst>
    <dgm:cxn modelId="{7F6DA32B-246C-47B6-99BB-0C84C4594DAF}" type="presOf" srcId="{8DDDDB60-9355-4B98-8BE6-ED986A8B80A9}" destId="{D1AE7FAD-1547-47C6-9A76-6E657CD14AD7}" srcOrd="0" destOrd="0" presId="urn:microsoft.com/office/officeart/2005/8/layout/venn1"/>
    <dgm:cxn modelId="{8451F06C-9D39-4B5F-ACB5-21165F68B75C}" type="presOf" srcId="{E99D67E1-17EA-4823-AF41-ADD683E6E181}" destId="{00CC78B8-F405-4DE3-8BB2-0B5352015D23}" srcOrd="0" destOrd="0" presId="urn:microsoft.com/office/officeart/2005/8/layout/venn1"/>
    <dgm:cxn modelId="{83088F9B-438C-47F2-A1DB-98DAC2DF8417}" type="presOf" srcId="{C382D228-02F4-4308-AF6F-E272361A9031}" destId="{D2472448-D9AB-4980-B367-48CD6D752894}" srcOrd="1" destOrd="0" presId="urn:microsoft.com/office/officeart/2005/8/layout/venn1"/>
    <dgm:cxn modelId="{557A149C-BEA8-4DBB-8E0F-F781890B57E4}" type="presOf" srcId="{C382D228-02F4-4308-AF6F-E272361A9031}" destId="{5EFF8852-AB42-493A-ABBD-80CAC75789AE}" srcOrd="0" destOrd="0" presId="urn:microsoft.com/office/officeart/2005/8/layout/venn1"/>
    <dgm:cxn modelId="{56BC5FB0-BD5B-4763-9E41-0C599C40F8DB}" type="presOf" srcId="{8DDDDB60-9355-4B98-8BE6-ED986A8B80A9}" destId="{9B81EFB1-EA8E-488A-8820-645190A98976}" srcOrd="1" destOrd="0" presId="urn:microsoft.com/office/officeart/2005/8/layout/venn1"/>
    <dgm:cxn modelId="{B4E7A1C8-15CE-4692-8F4C-2A2D7D24039A}" srcId="{E99D67E1-17EA-4823-AF41-ADD683E6E181}" destId="{8DDDDB60-9355-4B98-8BE6-ED986A8B80A9}" srcOrd="0" destOrd="0" parTransId="{9A93AEBC-38A7-45F3-84AF-D7956D922616}" sibTransId="{50C12C36-A6B2-4E69-820D-2F1F71DB2B54}"/>
    <dgm:cxn modelId="{4A814EF9-02A5-4CC4-BF22-4A157765616B}" srcId="{E99D67E1-17EA-4823-AF41-ADD683E6E181}" destId="{C382D228-02F4-4308-AF6F-E272361A9031}" srcOrd="1" destOrd="0" parTransId="{0E35E9BD-CD3C-47FF-924D-0CB83E650019}" sibTransId="{96A7E750-F4A5-44FA-9333-270D8E67336E}"/>
    <dgm:cxn modelId="{45A9F657-6436-4705-9313-0B939BAC1283}" type="presParOf" srcId="{00CC78B8-F405-4DE3-8BB2-0B5352015D23}" destId="{D1AE7FAD-1547-47C6-9A76-6E657CD14AD7}" srcOrd="0" destOrd="0" presId="urn:microsoft.com/office/officeart/2005/8/layout/venn1"/>
    <dgm:cxn modelId="{35F15B82-BC4B-4C02-8C6E-479B9B730E28}" type="presParOf" srcId="{00CC78B8-F405-4DE3-8BB2-0B5352015D23}" destId="{9B81EFB1-EA8E-488A-8820-645190A98976}" srcOrd="1" destOrd="0" presId="urn:microsoft.com/office/officeart/2005/8/layout/venn1"/>
    <dgm:cxn modelId="{79C054C9-B1A4-42B2-9A40-02766E7EF1FC}" type="presParOf" srcId="{00CC78B8-F405-4DE3-8BB2-0B5352015D23}" destId="{5EFF8852-AB42-493A-ABBD-80CAC75789AE}" srcOrd="2" destOrd="0" presId="urn:microsoft.com/office/officeart/2005/8/layout/venn1"/>
    <dgm:cxn modelId="{FBDA6371-C252-4885-B60A-98FF33A77593}" type="presParOf" srcId="{00CC78B8-F405-4DE3-8BB2-0B5352015D23}" destId="{D2472448-D9AB-4980-B367-48CD6D752894}" srcOrd="3"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43D704-60BC-4F45-AAC0-BDC703925B3D}">
      <dsp:nvSpPr>
        <dsp:cNvPr id="0" name=""/>
        <dsp:cNvSpPr/>
      </dsp:nvSpPr>
      <dsp:spPr>
        <a:xfrm>
          <a:off x="3155240" y="1768261"/>
          <a:ext cx="2091432" cy="497665"/>
        </a:xfrm>
        <a:custGeom>
          <a:avLst/>
          <a:gdLst/>
          <a:ahLst/>
          <a:cxnLst/>
          <a:rect l="0" t="0" r="0" b="0"/>
          <a:pathLst>
            <a:path>
              <a:moveTo>
                <a:pt x="0" y="0"/>
              </a:moveTo>
              <a:lnTo>
                <a:pt x="0" y="339144"/>
              </a:lnTo>
              <a:lnTo>
                <a:pt x="2091432" y="339144"/>
              </a:lnTo>
              <a:lnTo>
                <a:pt x="2091432" y="497665"/>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84A8E02-B1A3-4496-B935-265ECA24B7BE}">
      <dsp:nvSpPr>
        <dsp:cNvPr id="0" name=""/>
        <dsp:cNvSpPr/>
      </dsp:nvSpPr>
      <dsp:spPr>
        <a:xfrm>
          <a:off x="2952176" y="1768261"/>
          <a:ext cx="203064" cy="497665"/>
        </a:xfrm>
        <a:custGeom>
          <a:avLst/>
          <a:gdLst/>
          <a:ahLst/>
          <a:cxnLst/>
          <a:rect l="0" t="0" r="0" b="0"/>
          <a:pathLst>
            <a:path>
              <a:moveTo>
                <a:pt x="203064" y="0"/>
              </a:moveTo>
              <a:lnTo>
                <a:pt x="203064" y="339144"/>
              </a:lnTo>
              <a:lnTo>
                <a:pt x="0" y="339144"/>
              </a:lnTo>
              <a:lnTo>
                <a:pt x="0" y="497665"/>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228A792-AB95-4700-808A-0D0693227333}">
      <dsp:nvSpPr>
        <dsp:cNvPr id="0" name=""/>
        <dsp:cNvSpPr/>
      </dsp:nvSpPr>
      <dsp:spPr>
        <a:xfrm>
          <a:off x="860743" y="1768261"/>
          <a:ext cx="2294497" cy="497665"/>
        </a:xfrm>
        <a:custGeom>
          <a:avLst/>
          <a:gdLst/>
          <a:ahLst/>
          <a:cxnLst/>
          <a:rect l="0" t="0" r="0" b="0"/>
          <a:pathLst>
            <a:path>
              <a:moveTo>
                <a:pt x="2294497" y="0"/>
              </a:moveTo>
              <a:lnTo>
                <a:pt x="2294497" y="339144"/>
              </a:lnTo>
              <a:lnTo>
                <a:pt x="0" y="339144"/>
              </a:lnTo>
              <a:lnTo>
                <a:pt x="0" y="497665"/>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8930FFC-C8EA-4EC8-B03F-582A7EE32E91}">
      <dsp:nvSpPr>
        <dsp:cNvPr id="0" name=""/>
        <dsp:cNvSpPr/>
      </dsp:nvSpPr>
      <dsp:spPr>
        <a:xfrm>
          <a:off x="2299654" y="681667"/>
          <a:ext cx="1711171" cy="1086594"/>
        </a:xfrm>
        <a:prstGeom prst="roundRect">
          <a:avLst>
            <a:gd name="adj" fmla="val 10000"/>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57150" dist="38100" dir="5400000" algn="ctr" rotWithShape="0">
            <a:schemeClr val="accent3">
              <a:hueOff val="0"/>
              <a:satOff val="0"/>
              <a:lumOff val="0"/>
              <a:alphaOff val="0"/>
              <a:shade val="9000"/>
              <a:alpha val="48000"/>
              <a:satMod val="105000"/>
            </a:schemeClr>
          </a:outerShdw>
        </a:effectLst>
      </dsp:spPr>
      <dsp:style>
        <a:lnRef idx="3">
          <a:scrgbClr r="0" g="0" b="0"/>
        </a:lnRef>
        <a:fillRef idx="1">
          <a:scrgbClr r="0" g="0" b="0"/>
        </a:fillRef>
        <a:effectRef idx="1">
          <a:scrgbClr r="0" g="0" b="0"/>
        </a:effectRef>
        <a:fontRef idx="minor">
          <a:schemeClr val="lt1"/>
        </a:fontRef>
      </dsp:style>
    </dsp:sp>
    <dsp:sp modelId="{B3CFC0F0-4804-4B61-9061-8792ED3FA338}">
      <dsp:nvSpPr>
        <dsp:cNvPr id="0" name=""/>
        <dsp:cNvSpPr/>
      </dsp:nvSpPr>
      <dsp:spPr>
        <a:xfrm>
          <a:off x="2489785" y="862290"/>
          <a:ext cx="1711171" cy="1086594"/>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b="1" kern="1200" dirty="0">
              <a:ea typeface="华文楷体" pitchFamily="65" charset="-122"/>
            </a:rPr>
            <a:t>灰度变换</a:t>
          </a:r>
        </a:p>
      </dsp:txBody>
      <dsp:txXfrm>
        <a:off x="2521610" y="894115"/>
        <a:ext cx="1647521" cy="1022944"/>
      </dsp:txXfrm>
    </dsp:sp>
    <dsp:sp modelId="{DAD2D7BD-ACD0-440E-9DA5-01D589EF97CC}">
      <dsp:nvSpPr>
        <dsp:cNvPr id="0" name=""/>
        <dsp:cNvSpPr/>
      </dsp:nvSpPr>
      <dsp:spPr>
        <a:xfrm>
          <a:off x="5157" y="2265927"/>
          <a:ext cx="1711171" cy="1086594"/>
        </a:xfrm>
        <a:prstGeom prst="roundRect">
          <a:avLst>
            <a:gd name="adj" fmla="val 10000"/>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57150" dist="38100" dir="5400000" algn="ctr" rotWithShape="0">
            <a:schemeClr val="accent5">
              <a:hueOff val="0"/>
              <a:satOff val="0"/>
              <a:lumOff val="0"/>
              <a:alphaOff val="0"/>
              <a:shade val="9000"/>
              <a:alpha val="48000"/>
              <a:satMod val="105000"/>
            </a:schemeClr>
          </a:outerShdw>
        </a:effectLst>
      </dsp:spPr>
      <dsp:style>
        <a:lnRef idx="3">
          <a:scrgbClr r="0" g="0" b="0"/>
        </a:lnRef>
        <a:fillRef idx="1">
          <a:scrgbClr r="0" g="0" b="0"/>
        </a:fillRef>
        <a:effectRef idx="1">
          <a:scrgbClr r="0" g="0" b="0"/>
        </a:effectRef>
        <a:fontRef idx="minor">
          <a:schemeClr val="lt1"/>
        </a:fontRef>
      </dsp:style>
    </dsp:sp>
    <dsp:sp modelId="{6EDE18E8-8542-4327-8D46-7E41B14AF6DD}">
      <dsp:nvSpPr>
        <dsp:cNvPr id="0" name=""/>
        <dsp:cNvSpPr/>
      </dsp:nvSpPr>
      <dsp:spPr>
        <a:xfrm>
          <a:off x="195288" y="2446550"/>
          <a:ext cx="1711171" cy="1086594"/>
        </a:xfrm>
        <a:prstGeom prst="roundRect">
          <a:avLst>
            <a:gd name="adj" fmla="val 10000"/>
          </a:avLst>
        </a:prstGeom>
        <a:solidFill>
          <a:schemeClr val="lt1">
            <a:alpha val="90000"/>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b="1" kern="1200" dirty="0">
              <a:ea typeface="华文楷体" pitchFamily="65" charset="-122"/>
            </a:rPr>
            <a:t>线性变换</a:t>
          </a:r>
        </a:p>
      </dsp:txBody>
      <dsp:txXfrm>
        <a:off x="227113" y="2478375"/>
        <a:ext cx="1647521" cy="1022944"/>
      </dsp:txXfrm>
    </dsp:sp>
    <dsp:sp modelId="{21A9FF45-B9B3-457E-9DD4-F51D20D2EC30}">
      <dsp:nvSpPr>
        <dsp:cNvPr id="0" name=""/>
        <dsp:cNvSpPr/>
      </dsp:nvSpPr>
      <dsp:spPr>
        <a:xfrm>
          <a:off x="2096590" y="2265927"/>
          <a:ext cx="1711171" cy="1086594"/>
        </a:xfrm>
        <a:prstGeom prst="roundRect">
          <a:avLst>
            <a:gd name="adj" fmla="val 10000"/>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57150" dist="38100" dir="5400000" algn="ctr" rotWithShape="0">
            <a:schemeClr val="accent5">
              <a:hueOff val="0"/>
              <a:satOff val="0"/>
              <a:lumOff val="0"/>
              <a:alphaOff val="0"/>
              <a:shade val="9000"/>
              <a:alpha val="48000"/>
              <a:satMod val="105000"/>
            </a:schemeClr>
          </a:outerShdw>
        </a:effectLst>
      </dsp:spPr>
      <dsp:style>
        <a:lnRef idx="3">
          <a:scrgbClr r="0" g="0" b="0"/>
        </a:lnRef>
        <a:fillRef idx="1">
          <a:scrgbClr r="0" g="0" b="0"/>
        </a:fillRef>
        <a:effectRef idx="1">
          <a:scrgbClr r="0" g="0" b="0"/>
        </a:effectRef>
        <a:fontRef idx="minor">
          <a:schemeClr val="lt1"/>
        </a:fontRef>
      </dsp:style>
    </dsp:sp>
    <dsp:sp modelId="{E6F0C547-583B-4540-AF8A-6CE4B14C39DB}">
      <dsp:nvSpPr>
        <dsp:cNvPr id="0" name=""/>
        <dsp:cNvSpPr/>
      </dsp:nvSpPr>
      <dsp:spPr>
        <a:xfrm>
          <a:off x="2286720" y="2446550"/>
          <a:ext cx="1711171" cy="1086594"/>
        </a:xfrm>
        <a:prstGeom prst="roundRect">
          <a:avLst>
            <a:gd name="adj" fmla="val 10000"/>
          </a:avLst>
        </a:prstGeom>
        <a:solidFill>
          <a:schemeClr val="lt1">
            <a:alpha val="90000"/>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b="1" kern="1200" dirty="0">
              <a:ea typeface="华文楷体" pitchFamily="65" charset="-122"/>
            </a:rPr>
            <a:t>分段线性变换</a:t>
          </a:r>
        </a:p>
      </dsp:txBody>
      <dsp:txXfrm>
        <a:off x="2318545" y="2478375"/>
        <a:ext cx="1647521" cy="1022944"/>
      </dsp:txXfrm>
    </dsp:sp>
    <dsp:sp modelId="{BBD522F4-C616-446B-A164-13D3DB962D51}">
      <dsp:nvSpPr>
        <dsp:cNvPr id="0" name=""/>
        <dsp:cNvSpPr/>
      </dsp:nvSpPr>
      <dsp:spPr>
        <a:xfrm>
          <a:off x="4188022" y="2265927"/>
          <a:ext cx="2117301" cy="1086594"/>
        </a:xfrm>
        <a:prstGeom prst="roundRect">
          <a:avLst>
            <a:gd name="adj" fmla="val 10000"/>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57150" dist="38100" dir="5400000" algn="ctr" rotWithShape="0">
            <a:schemeClr val="accent5">
              <a:hueOff val="0"/>
              <a:satOff val="0"/>
              <a:lumOff val="0"/>
              <a:alphaOff val="0"/>
              <a:shade val="9000"/>
              <a:alpha val="48000"/>
              <a:satMod val="105000"/>
            </a:schemeClr>
          </a:outerShdw>
        </a:effectLst>
      </dsp:spPr>
      <dsp:style>
        <a:lnRef idx="3">
          <a:scrgbClr r="0" g="0" b="0"/>
        </a:lnRef>
        <a:fillRef idx="1">
          <a:scrgbClr r="0" g="0" b="0"/>
        </a:fillRef>
        <a:effectRef idx="1">
          <a:scrgbClr r="0" g="0" b="0"/>
        </a:effectRef>
        <a:fontRef idx="minor">
          <a:schemeClr val="lt1"/>
        </a:fontRef>
      </dsp:style>
    </dsp:sp>
    <dsp:sp modelId="{AC4464D7-C042-4AFD-B466-831848AA374B}">
      <dsp:nvSpPr>
        <dsp:cNvPr id="0" name=""/>
        <dsp:cNvSpPr/>
      </dsp:nvSpPr>
      <dsp:spPr>
        <a:xfrm>
          <a:off x="4378152" y="2446550"/>
          <a:ext cx="2117301" cy="1086594"/>
        </a:xfrm>
        <a:prstGeom prst="roundRect">
          <a:avLst>
            <a:gd name="adj" fmla="val 10000"/>
          </a:avLst>
        </a:prstGeom>
        <a:solidFill>
          <a:schemeClr val="lt1">
            <a:alpha val="90000"/>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b="1" kern="1200" dirty="0">
              <a:ea typeface="华文楷体" pitchFamily="65" charset="-122"/>
            </a:rPr>
            <a:t>非线性变换</a:t>
          </a:r>
        </a:p>
      </dsp:txBody>
      <dsp:txXfrm>
        <a:off x="4409977" y="2478375"/>
        <a:ext cx="2053651" cy="102294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AE7FAD-1547-47C6-9A76-6E657CD14AD7}">
      <dsp:nvSpPr>
        <dsp:cNvPr id="0" name=""/>
        <dsp:cNvSpPr/>
      </dsp:nvSpPr>
      <dsp:spPr>
        <a:xfrm>
          <a:off x="114122" y="128409"/>
          <a:ext cx="2815014" cy="2815014"/>
        </a:xfrm>
        <a:prstGeom prst="ellipse">
          <a:avLst/>
        </a:prstGeom>
        <a:solidFill>
          <a:schemeClr val="accent5">
            <a:alpha val="50000"/>
            <a:hueOff val="0"/>
            <a:satOff val="0"/>
            <a:lumOff val="0"/>
            <a:alphaOff val="0"/>
          </a:schemeClr>
        </a:solidFill>
        <a:ln>
          <a:noFill/>
        </a:ln>
        <a:effectLst/>
        <a:scene3d>
          <a:camera prst="orthographicFront">
            <a:rot lat="0" lon="0" rev="0"/>
          </a:camera>
          <a:lightRig rig="contrasting" dir="t">
            <a:rot lat="0" lon="0" rev="1200000"/>
          </a:lightRig>
        </a:scene3d>
        <a:sp3d contourW="12700" prstMaterial="clear">
          <a:bevelT w="177800" h="254000"/>
          <a:bevelB w="152400"/>
        </a:sp3d>
      </dsp:spPr>
      <dsp:style>
        <a:lnRef idx="0">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r>
            <a:rPr lang="zh-CN" altLang="en-US" sz="2800" b="1" kern="1200" dirty="0">
              <a:ea typeface="华文楷体" pitchFamily="65" charset="-122"/>
            </a:rPr>
            <a:t>平滑滤波</a:t>
          </a:r>
        </a:p>
      </dsp:txBody>
      <dsp:txXfrm>
        <a:off x="507209" y="460360"/>
        <a:ext cx="1623071" cy="2151112"/>
      </dsp:txXfrm>
    </dsp:sp>
    <dsp:sp modelId="{5EFF8852-AB42-493A-ABBD-80CAC75789AE}">
      <dsp:nvSpPr>
        <dsp:cNvPr id="0" name=""/>
        <dsp:cNvSpPr/>
      </dsp:nvSpPr>
      <dsp:spPr>
        <a:xfrm>
          <a:off x="2257083" y="128409"/>
          <a:ext cx="2815014" cy="2815014"/>
        </a:xfrm>
        <a:prstGeom prst="ellipse">
          <a:avLst/>
        </a:prstGeom>
        <a:solidFill>
          <a:schemeClr val="accent5">
            <a:alpha val="50000"/>
            <a:hueOff val="-1837137"/>
            <a:satOff val="270"/>
            <a:lumOff val="-6471"/>
            <a:alphaOff val="0"/>
          </a:schemeClr>
        </a:solidFill>
        <a:ln>
          <a:noFill/>
        </a:ln>
        <a:effectLst/>
        <a:scene3d>
          <a:camera prst="orthographicFront">
            <a:rot lat="0" lon="0" rev="0"/>
          </a:camera>
          <a:lightRig rig="contrasting" dir="t">
            <a:rot lat="0" lon="0" rev="1200000"/>
          </a:lightRig>
        </a:scene3d>
        <a:sp3d contourW="12700" prstMaterial="clear">
          <a:bevelT w="177800" h="254000"/>
          <a:bevelB w="152400"/>
        </a:sp3d>
      </dsp:spPr>
      <dsp:style>
        <a:lnRef idx="0">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r>
            <a:rPr lang="zh-CN" altLang="en-US" sz="2800" b="1" kern="1200" dirty="0">
              <a:ea typeface="华文楷体" pitchFamily="65" charset="-122"/>
            </a:rPr>
            <a:t>锐化滤波</a:t>
          </a:r>
        </a:p>
      </dsp:txBody>
      <dsp:txXfrm>
        <a:off x="3055939" y="460360"/>
        <a:ext cx="1623071" cy="215111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AE7FAD-1547-47C6-9A76-6E657CD14AD7}">
      <dsp:nvSpPr>
        <dsp:cNvPr id="0" name=""/>
        <dsp:cNvSpPr/>
      </dsp:nvSpPr>
      <dsp:spPr>
        <a:xfrm>
          <a:off x="114122" y="128409"/>
          <a:ext cx="2815014" cy="2815014"/>
        </a:xfrm>
        <a:prstGeom prst="ellipse">
          <a:avLst/>
        </a:prstGeom>
        <a:solidFill>
          <a:schemeClr val="accent5">
            <a:alpha val="50000"/>
            <a:hueOff val="0"/>
            <a:satOff val="0"/>
            <a:lumOff val="0"/>
            <a:alphaOff val="0"/>
          </a:schemeClr>
        </a:solidFill>
        <a:ln>
          <a:noFill/>
        </a:ln>
        <a:effectLst/>
        <a:scene3d>
          <a:camera prst="orthographicFront">
            <a:rot lat="0" lon="0" rev="0"/>
          </a:camera>
          <a:lightRig rig="contrasting" dir="t">
            <a:rot lat="0" lon="0" rev="1200000"/>
          </a:lightRig>
        </a:scene3d>
        <a:sp3d contourW="12700" prstMaterial="clear">
          <a:bevelT w="177800" h="254000"/>
          <a:bevelB w="152400"/>
        </a:sp3d>
      </dsp:spPr>
      <dsp:style>
        <a:lnRef idx="0">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955800">
            <a:lnSpc>
              <a:spcPct val="90000"/>
            </a:lnSpc>
            <a:spcBef>
              <a:spcPct val="0"/>
            </a:spcBef>
            <a:spcAft>
              <a:spcPct val="35000"/>
            </a:spcAft>
            <a:buNone/>
          </a:pPr>
          <a:r>
            <a:rPr lang="zh-CN" altLang="en-US" sz="4400" b="1" kern="1200" dirty="0">
              <a:solidFill>
                <a:srgbClr val="FF0000"/>
              </a:solidFill>
              <a:ea typeface="华文楷体" pitchFamily="65" charset="-122"/>
            </a:rPr>
            <a:t>平滑滤波</a:t>
          </a:r>
        </a:p>
      </dsp:txBody>
      <dsp:txXfrm>
        <a:off x="507209" y="460360"/>
        <a:ext cx="1623071" cy="2151112"/>
      </dsp:txXfrm>
    </dsp:sp>
    <dsp:sp modelId="{5EFF8852-AB42-493A-ABBD-80CAC75789AE}">
      <dsp:nvSpPr>
        <dsp:cNvPr id="0" name=""/>
        <dsp:cNvSpPr/>
      </dsp:nvSpPr>
      <dsp:spPr>
        <a:xfrm>
          <a:off x="2257083" y="128409"/>
          <a:ext cx="2815014" cy="2815014"/>
        </a:xfrm>
        <a:prstGeom prst="ellipse">
          <a:avLst/>
        </a:prstGeom>
        <a:solidFill>
          <a:schemeClr val="accent5">
            <a:alpha val="50000"/>
            <a:hueOff val="-1837137"/>
            <a:satOff val="270"/>
            <a:lumOff val="-6471"/>
            <a:alphaOff val="0"/>
          </a:schemeClr>
        </a:solidFill>
        <a:ln>
          <a:noFill/>
        </a:ln>
        <a:effectLst/>
        <a:scene3d>
          <a:camera prst="orthographicFront">
            <a:rot lat="0" lon="0" rev="0"/>
          </a:camera>
          <a:lightRig rig="contrasting" dir="t">
            <a:rot lat="0" lon="0" rev="1200000"/>
          </a:lightRig>
        </a:scene3d>
        <a:sp3d contourW="12700" prstMaterial="clear">
          <a:bevelT w="177800" h="254000"/>
          <a:bevelB w="152400"/>
        </a:sp3d>
      </dsp:spPr>
      <dsp:style>
        <a:lnRef idx="0">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r>
            <a:rPr lang="zh-CN" altLang="en-US" sz="2800" b="1" kern="1200" dirty="0">
              <a:solidFill>
                <a:schemeClr val="bg1">
                  <a:lumMod val="75000"/>
                </a:schemeClr>
              </a:solidFill>
              <a:ea typeface="华文楷体" pitchFamily="65" charset="-122"/>
            </a:rPr>
            <a:t>锐化滤波</a:t>
          </a:r>
        </a:p>
      </dsp:txBody>
      <dsp:txXfrm>
        <a:off x="3055939" y="460360"/>
        <a:ext cx="1623071" cy="215111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AE7FAD-1547-47C6-9A76-6E657CD14AD7}">
      <dsp:nvSpPr>
        <dsp:cNvPr id="0" name=""/>
        <dsp:cNvSpPr/>
      </dsp:nvSpPr>
      <dsp:spPr>
        <a:xfrm>
          <a:off x="114122" y="128409"/>
          <a:ext cx="2815014" cy="2815014"/>
        </a:xfrm>
        <a:prstGeom prst="ellipse">
          <a:avLst/>
        </a:prstGeom>
        <a:solidFill>
          <a:schemeClr val="accent5">
            <a:alpha val="50000"/>
            <a:hueOff val="0"/>
            <a:satOff val="0"/>
            <a:lumOff val="0"/>
            <a:alphaOff val="0"/>
          </a:schemeClr>
        </a:solidFill>
        <a:ln>
          <a:noFill/>
        </a:ln>
        <a:effectLst/>
        <a:scene3d>
          <a:camera prst="orthographicFront">
            <a:rot lat="0" lon="0" rev="0"/>
          </a:camera>
          <a:lightRig rig="contrasting" dir="t">
            <a:rot lat="0" lon="0" rev="1200000"/>
          </a:lightRig>
        </a:scene3d>
        <a:sp3d contourW="12700" prstMaterial="clear">
          <a:bevelT w="177800" h="254000"/>
          <a:bevelB w="152400"/>
        </a:sp3d>
      </dsp:spPr>
      <dsp:style>
        <a:lnRef idx="0">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r>
            <a:rPr lang="zh-CN" altLang="en-US" sz="2800" b="1" kern="1200" dirty="0">
              <a:solidFill>
                <a:schemeClr val="bg1">
                  <a:lumMod val="75000"/>
                </a:schemeClr>
              </a:solidFill>
              <a:ea typeface="华文楷体" pitchFamily="65" charset="-122"/>
            </a:rPr>
            <a:t>平滑滤波</a:t>
          </a:r>
        </a:p>
      </dsp:txBody>
      <dsp:txXfrm>
        <a:off x="507209" y="460360"/>
        <a:ext cx="1623071" cy="2151112"/>
      </dsp:txXfrm>
    </dsp:sp>
    <dsp:sp modelId="{5EFF8852-AB42-493A-ABBD-80CAC75789AE}">
      <dsp:nvSpPr>
        <dsp:cNvPr id="0" name=""/>
        <dsp:cNvSpPr/>
      </dsp:nvSpPr>
      <dsp:spPr>
        <a:xfrm>
          <a:off x="2257083" y="128409"/>
          <a:ext cx="2815014" cy="2815014"/>
        </a:xfrm>
        <a:prstGeom prst="ellipse">
          <a:avLst/>
        </a:prstGeom>
        <a:solidFill>
          <a:schemeClr val="accent5">
            <a:alpha val="50000"/>
            <a:hueOff val="-1837137"/>
            <a:satOff val="270"/>
            <a:lumOff val="-6471"/>
            <a:alphaOff val="0"/>
          </a:schemeClr>
        </a:solidFill>
        <a:ln>
          <a:noFill/>
        </a:ln>
        <a:effectLst/>
        <a:scene3d>
          <a:camera prst="orthographicFront">
            <a:rot lat="0" lon="0" rev="0"/>
          </a:camera>
          <a:lightRig rig="contrasting" dir="t">
            <a:rot lat="0" lon="0" rev="1200000"/>
          </a:lightRig>
        </a:scene3d>
        <a:sp3d contourW="12700" prstMaterial="clear">
          <a:bevelT w="177800" h="254000"/>
          <a:bevelB w="152400"/>
        </a:sp3d>
      </dsp:spPr>
      <dsp:style>
        <a:lnRef idx="0">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955800">
            <a:lnSpc>
              <a:spcPct val="90000"/>
            </a:lnSpc>
            <a:spcBef>
              <a:spcPct val="0"/>
            </a:spcBef>
            <a:spcAft>
              <a:spcPct val="35000"/>
            </a:spcAft>
            <a:buNone/>
          </a:pPr>
          <a:r>
            <a:rPr lang="zh-CN" altLang="en-US" sz="4400" b="1" kern="1200" dirty="0">
              <a:solidFill>
                <a:srgbClr val="FF0000"/>
              </a:solidFill>
              <a:ea typeface="华文楷体" pitchFamily="65" charset="-122"/>
            </a:rPr>
            <a:t>锐化滤波</a:t>
          </a:r>
        </a:p>
      </dsp:txBody>
      <dsp:txXfrm>
        <a:off x="3055939" y="460360"/>
        <a:ext cx="1623071" cy="215111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image" Target="../media/image8.png"/></Relationships>
</file>

<file path=ppt/drawings/_rels/vmlDrawing2.v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image" Target="../media/image2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9.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image" Target="../media/image35.emf"/><Relationship Id="rId1" Type="http://schemas.openxmlformats.org/officeDocument/2006/relationships/image" Target="../media/image34.emf"/><Relationship Id="rId4" Type="http://schemas.openxmlformats.org/officeDocument/2006/relationships/image" Target="../media/image37.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image" Target="../media/image39.png"/></Relationships>
</file>

<file path=ppt/drawings/_rels/vmlDrawing6.v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image" Target="../media/image41.png"/></Relationships>
</file>

<file path=ppt/drawings/_rels/vmlDrawing7.v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image" Target="../media/image44.emf"/><Relationship Id="rId1" Type="http://schemas.openxmlformats.org/officeDocument/2006/relationships/image" Target="../media/image43.emf"/><Relationship Id="rId5" Type="http://schemas.openxmlformats.org/officeDocument/2006/relationships/image" Target="../media/image47.emf"/><Relationship Id="rId4" Type="http://schemas.openxmlformats.org/officeDocument/2006/relationships/image" Target="../media/image46.e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image" Target="../media/image49.wmf"/><Relationship Id="rId1" Type="http://schemas.openxmlformats.org/officeDocument/2006/relationships/image" Target="../media/image48.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image" Target="../media/image53.wmf"/><Relationship Id="rId1" Type="http://schemas.openxmlformats.org/officeDocument/2006/relationships/image" Target="../media/image52.emf"/><Relationship Id="rId6" Type="http://schemas.openxmlformats.org/officeDocument/2006/relationships/image" Target="../media/image57.wmf"/><Relationship Id="rId5" Type="http://schemas.openxmlformats.org/officeDocument/2006/relationships/image" Target="../media/image56.wmf"/><Relationship Id="rId4" Type="http://schemas.openxmlformats.org/officeDocument/2006/relationships/image" Target="../media/image55.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59.e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61.emf"/><Relationship Id="rId1" Type="http://schemas.openxmlformats.org/officeDocument/2006/relationships/image" Target="../media/image60.e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64.wmf"/><Relationship Id="rId2" Type="http://schemas.openxmlformats.org/officeDocument/2006/relationships/image" Target="../media/image63.wmf"/><Relationship Id="rId1" Type="http://schemas.openxmlformats.org/officeDocument/2006/relationships/image" Target="../media/image62.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66.emf"/><Relationship Id="rId1" Type="http://schemas.openxmlformats.org/officeDocument/2006/relationships/image" Target="../media/image53.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68.emf"/><Relationship Id="rId1" Type="http://schemas.openxmlformats.org/officeDocument/2006/relationships/image" Target="../media/image53.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72.wmf"/></Relationships>
</file>

<file path=ppt/drawings/_rels/vmlDrawing16.vml.rels><?xml version="1.0" encoding="UTF-8" standalone="yes"?>
<Relationships xmlns="http://schemas.openxmlformats.org/package/2006/relationships"><Relationship Id="rId8" Type="http://schemas.openxmlformats.org/officeDocument/2006/relationships/image" Target="../media/image82.wmf"/><Relationship Id="rId3" Type="http://schemas.openxmlformats.org/officeDocument/2006/relationships/image" Target="../media/image77.wmf"/><Relationship Id="rId7" Type="http://schemas.openxmlformats.org/officeDocument/2006/relationships/image" Target="../media/image81.wmf"/><Relationship Id="rId2" Type="http://schemas.openxmlformats.org/officeDocument/2006/relationships/image" Target="../media/image76.wmf"/><Relationship Id="rId1" Type="http://schemas.openxmlformats.org/officeDocument/2006/relationships/image" Target="../media/image75.emf"/><Relationship Id="rId6" Type="http://schemas.openxmlformats.org/officeDocument/2006/relationships/image" Target="../media/image80.wmf"/><Relationship Id="rId5" Type="http://schemas.openxmlformats.org/officeDocument/2006/relationships/image" Target="../media/image79.wmf"/><Relationship Id="rId4" Type="http://schemas.openxmlformats.org/officeDocument/2006/relationships/image" Target="../media/image78.wmf"/><Relationship Id="rId9" Type="http://schemas.openxmlformats.org/officeDocument/2006/relationships/image" Target="../media/image83.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89.wmf"/><Relationship Id="rId2" Type="http://schemas.openxmlformats.org/officeDocument/2006/relationships/image" Target="../media/image88.wmf"/><Relationship Id="rId1" Type="http://schemas.openxmlformats.org/officeDocument/2006/relationships/image" Target="../media/image87.wmf"/><Relationship Id="rId5" Type="http://schemas.openxmlformats.org/officeDocument/2006/relationships/image" Target="../media/image91.wmf"/><Relationship Id="rId4" Type="http://schemas.openxmlformats.org/officeDocument/2006/relationships/image" Target="../media/image90.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94.wmf"/><Relationship Id="rId1" Type="http://schemas.openxmlformats.org/officeDocument/2006/relationships/image" Target="../media/image93.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97.wmf"/><Relationship Id="rId2" Type="http://schemas.openxmlformats.org/officeDocument/2006/relationships/image" Target="../media/image96.wmf"/><Relationship Id="rId1" Type="http://schemas.openxmlformats.org/officeDocument/2006/relationships/image" Target="../media/image95.wmf"/><Relationship Id="rId4" Type="http://schemas.openxmlformats.org/officeDocument/2006/relationships/image" Target="../media/image98.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01.wmf"/><Relationship Id="rId2" Type="http://schemas.openxmlformats.org/officeDocument/2006/relationships/image" Target="../media/image100.wmf"/><Relationship Id="rId1" Type="http://schemas.openxmlformats.org/officeDocument/2006/relationships/image" Target="../media/image99.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101.wmf"/><Relationship Id="rId2" Type="http://schemas.openxmlformats.org/officeDocument/2006/relationships/image" Target="../media/image100.wmf"/><Relationship Id="rId1" Type="http://schemas.openxmlformats.org/officeDocument/2006/relationships/image" Target="../media/image103.wmf"/><Relationship Id="rId4" Type="http://schemas.openxmlformats.org/officeDocument/2006/relationships/image" Target="../media/image104.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04.wmf"/><Relationship Id="rId2" Type="http://schemas.openxmlformats.org/officeDocument/2006/relationships/image" Target="../media/image101.wmf"/><Relationship Id="rId1" Type="http://schemas.openxmlformats.org/officeDocument/2006/relationships/image" Target="../media/image100.wmf"/><Relationship Id="rId5" Type="http://schemas.openxmlformats.org/officeDocument/2006/relationships/image" Target="../media/image98.wmf"/><Relationship Id="rId4" Type="http://schemas.openxmlformats.org/officeDocument/2006/relationships/image" Target="../media/image106.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104.wmf"/><Relationship Id="rId2" Type="http://schemas.openxmlformats.org/officeDocument/2006/relationships/image" Target="../media/image100.wmf"/><Relationship Id="rId1" Type="http://schemas.openxmlformats.org/officeDocument/2006/relationships/image" Target="../media/image101.wmf"/><Relationship Id="rId5" Type="http://schemas.openxmlformats.org/officeDocument/2006/relationships/image" Target="../media/image108.wmf"/><Relationship Id="rId4" Type="http://schemas.openxmlformats.org/officeDocument/2006/relationships/image" Target="../media/image106.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11.wmf"/></Relationships>
</file>

<file path=ppt/drawings/_rels/vmlDrawing25.vml.rels><?xml version="1.0" encoding="UTF-8" standalone="yes"?>
<Relationships xmlns="http://schemas.openxmlformats.org/package/2006/relationships"><Relationship Id="rId8" Type="http://schemas.openxmlformats.org/officeDocument/2006/relationships/image" Target="../media/image120.wmf"/><Relationship Id="rId3" Type="http://schemas.openxmlformats.org/officeDocument/2006/relationships/image" Target="../media/image115.wmf"/><Relationship Id="rId7" Type="http://schemas.openxmlformats.org/officeDocument/2006/relationships/image" Target="../media/image119.wmf"/><Relationship Id="rId12" Type="http://schemas.openxmlformats.org/officeDocument/2006/relationships/image" Target="../media/image124.wmf"/><Relationship Id="rId2" Type="http://schemas.openxmlformats.org/officeDocument/2006/relationships/image" Target="../media/image114.wmf"/><Relationship Id="rId1" Type="http://schemas.openxmlformats.org/officeDocument/2006/relationships/image" Target="../media/image113.wmf"/><Relationship Id="rId6" Type="http://schemas.openxmlformats.org/officeDocument/2006/relationships/image" Target="../media/image118.wmf"/><Relationship Id="rId11" Type="http://schemas.openxmlformats.org/officeDocument/2006/relationships/image" Target="../media/image123.wmf"/><Relationship Id="rId5" Type="http://schemas.openxmlformats.org/officeDocument/2006/relationships/image" Target="../media/image117.wmf"/><Relationship Id="rId10" Type="http://schemas.openxmlformats.org/officeDocument/2006/relationships/image" Target="../media/image122.wmf"/><Relationship Id="rId4" Type="http://schemas.openxmlformats.org/officeDocument/2006/relationships/image" Target="../media/image116.wmf"/><Relationship Id="rId9" Type="http://schemas.openxmlformats.org/officeDocument/2006/relationships/image" Target="../media/image121.wmf"/></Relationships>
</file>

<file path=ppt/drawings/_rels/vmlDrawing26.vml.rels><?xml version="1.0" encoding="UTF-8" standalone="yes"?>
<Relationships xmlns="http://schemas.openxmlformats.org/package/2006/relationships"><Relationship Id="rId8" Type="http://schemas.openxmlformats.org/officeDocument/2006/relationships/image" Target="../media/image121.wmf"/><Relationship Id="rId3" Type="http://schemas.openxmlformats.org/officeDocument/2006/relationships/image" Target="../media/image115.wmf"/><Relationship Id="rId7" Type="http://schemas.openxmlformats.org/officeDocument/2006/relationships/image" Target="../media/image119.wmf"/><Relationship Id="rId12" Type="http://schemas.openxmlformats.org/officeDocument/2006/relationships/image" Target="../media/image120.wmf"/><Relationship Id="rId2" Type="http://schemas.openxmlformats.org/officeDocument/2006/relationships/image" Target="../media/image114.wmf"/><Relationship Id="rId1" Type="http://schemas.openxmlformats.org/officeDocument/2006/relationships/image" Target="../media/image113.wmf"/><Relationship Id="rId6" Type="http://schemas.openxmlformats.org/officeDocument/2006/relationships/image" Target="../media/image118.wmf"/><Relationship Id="rId11" Type="http://schemas.openxmlformats.org/officeDocument/2006/relationships/image" Target="../media/image124.wmf"/><Relationship Id="rId5" Type="http://schemas.openxmlformats.org/officeDocument/2006/relationships/image" Target="../media/image117.wmf"/><Relationship Id="rId10" Type="http://schemas.openxmlformats.org/officeDocument/2006/relationships/image" Target="../media/image123.wmf"/><Relationship Id="rId4" Type="http://schemas.openxmlformats.org/officeDocument/2006/relationships/image" Target="../media/image116.wmf"/><Relationship Id="rId9" Type="http://schemas.openxmlformats.org/officeDocument/2006/relationships/image" Target="../media/image122.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129.emf"/></Relationships>
</file>

<file path=ppt/drawings/_rels/vmlDrawing28.vml.rels><?xml version="1.0" encoding="UTF-8" standalone="yes"?>
<Relationships xmlns="http://schemas.openxmlformats.org/package/2006/relationships"><Relationship Id="rId8" Type="http://schemas.openxmlformats.org/officeDocument/2006/relationships/image" Target="../media/image137.wmf"/><Relationship Id="rId3" Type="http://schemas.openxmlformats.org/officeDocument/2006/relationships/image" Target="../media/image132.wmf"/><Relationship Id="rId7" Type="http://schemas.openxmlformats.org/officeDocument/2006/relationships/image" Target="../media/image136.wmf"/><Relationship Id="rId2" Type="http://schemas.openxmlformats.org/officeDocument/2006/relationships/image" Target="../media/image131.wmf"/><Relationship Id="rId1" Type="http://schemas.openxmlformats.org/officeDocument/2006/relationships/image" Target="../media/image130.wmf"/><Relationship Id="rId6" Type="http://schemas.openxmlformats.org/officeDocument/2006/relationships/image" Target="../media/image135.emf"/><Relationship Id="rId5" Type="http://schemas.openxmlformats.org/officeDocument/2006/relationships/image" Target="../media/image134.wmf"/><Relationship Id="rId4" Type="http://schemas.openxmlformats.org/officeDocument/2006/relationships/image" Target="../media/image133.wmf"/><Relationship Id="rId9" Type="http://schemas.openxmlformats.org/officeDocument/2006/relationships/image" Target="../media/image138.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41.emf"/><Relationship Id="rId2" Type="http://schemas.openxmlformats.org/officeDocument/2006/relationships/image" Target="../media/image140.emf"/><Relationship Id="rId1" Type="http://schemas.openxmlformats.org/officeDocument/2006/relationships/image" Target="../media/image139.emf"/><Relationship Id="rId4" Type="http://schemas.openxmlformats.org/officeDocument/2006/relationships/image" Target="../media/image142.e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145.wmf"/><Relationship Id="rId2" Type="http://schemas.openxmlformats.org/officeDocument/2006/relationships/image" Target="../media/image144.wmf"/><Relationship Id="rId1" Type="http://schemas.openxmlformats.org/officeDocument/2006/relationships/image" Target="../media/image143.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101.wmf"/><Relationship Id="rId7" Type="http://schemas.openxmlformats.org/officeDocument/2006/relationships/image" Target="../media/image108.wmf"/><Relationship Id="rId2" Type="http://schemas.openxmlformats.org/officeDocument/2006/relationships/image" Target="../media/image147.wmf"/><Relationship Id="rId1" Type="http://schemas.openxmlformats.org/officeDocument/2006/relationships/image" Target="../media/image146.wmf"/><Relationship Id="rId6" Type="http://schemas.openxmlformats.org/officeDocument/2006/relationships/image" Target="../media/image106.wmf"/><Relationship Id="rId5" Type="http://schemas.openxmlformats.org/officeDocument/2006/relationships/image" Target="../media/image104.wmf"/><Relationship Id="rId4" Type="http://schemas.openxmlformats.org/officeDocument/2006/relationships/image" Target="../media/image100.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150.wmf"/><Relationship Id="rId7" Type="http://schemas.openxmlformats.org/officeDocument/2006/relationships/image" Target="../media/image154.emf"/><Relationship Id="rId2" Type="http://schemas.openxmlformats.org/officeDocument/2006/relationships/image" Target="../media/image149.wmf"/><Relationship Id="rId1" Type="http://schemas.openxmlformats.org/officeDocument/2006/relationships/image" Target="../media/image148.wmf"/><Relationship Id="rId6" Type="http://schemas.openxmlformats.org/officeDocument/2006/relationships/image" Target="../media/image153.wmf"/><Relationship Id="rId5" Type="http://schemas.openxmlformats.org/officeDocument/2006/relationships/image" Target="../media/image152.wmf"/><Relationship Id="rId4" Type="http://schemas.openxmlformats.org/officeDocument/2006/relationships/image" Target="../media/image151.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159.wmf"/><Relationship Id="rId2" Type="http://schemas.openxmlformats.org/officeDocument/2006/relationships/image" Target="../media/image158.wmf"/><Relationship Id="rId1" Type="http://schemas.openxmlformats.org/officeDocument/2006/relationships/image" Target="../media/image157.wmf"/><Relationship Id="rId4" Type="http://schemas.openxmlformats.org/officeDocument/2006/relationships/image" Target="../media/image160.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163.wmf"/><Relationship Id="rId2" Type="http://schemas.openxmlformats.org/officeDocument/2006/relationships/image" Target="../media/image162.wmf"/><Relationship Id="rId1" Type="http://schemas.openxmlformats.org/officeDocument/2006/relationships/image" Target="../media/image161.wmf"/><Relationship Id="rId5" Type="http://schemas.openxmlformats.org/officeDocument/2006/relationships/image" Target="../media/image165.wmf"/><Relationship Id="rId4" Type="http://schemas.openxmlformats.org/officeDocument/2006/relationships/image" Target="../media/image164.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171.wmf"/><Relationship Id="rId2" Type="http://schemas.openxmlformats.org/officeDocument/2006/relationships/image" Target="../media/image170.wmf"/><Relationship Id="rId1" Type="http://schemas.openxmlformats.org/officeDocument/2006/relationships/image" Target="../media/image169.wmf"/><Relationship Id="rId4" Type="http://schemas.openxmlformats.org/officeDocument/2006/relationships/image" Target="../media/image172.wmf"/></Relationships>
</file>

<file path=ppt/drawings/_rels/vmlDrawing36.vml.rels><?xml version="1.0" encoding="UTF-8" standalone="yes"?>
<Relationships xmlns="http://schemas.openxmlformats.org/package/2006/relationships"><Relationship Id="rId2" Type="http://schemas.openxmlformats.org/officeDocument/2006/relationships/image" Target="../media/image174.wmf"/><Relationship Id="rId1" Type="http://schemas.openxmlformats.org/officeDocument/2006/relationships/image" Target="../media/image173.w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177.wmf"/><Relationship Id="rId2" Type="http://schemas.openxmlformats.org/officeDocument/2006/relationships/image" Target="../media/image176.wmf"/><Relationship Id="rId1" Type="http://schemas.openxmlformats.org/officeDocument/2006/relationships/image" Target="../media/image175.wmf"/><Relationship Id="rId5" Type="http://schemas.openxmlformats.org/officeDocument/2006/relationships/image" Target="../media/image179.emf"/><Relationship Id="rId4" Type="http://schemas.openxmlformats.org/officeDocument/2006/relationships/image" Target="../media/image178.wmf"/></Relationships>
</file>

<file path=ppt/drawings/_rels/vmlDrawing38.vml.rels><?xml version="1.0" encoding="UTF-8" standalone="yes"?>
<Relationships xmlns="http://schemas.openxmlformats.org/package/2006/relationships"><Relationship Id="rId2" Type="http://schemas.openxmlformats.org/officeDocument/2006/relationships/image" Target="../media/image182.wmf"/><Relationship Id="rId1" Type="http://schemas.openxmlformats.org/officeDocument/2006/relationships/image" Target="../media/image181.w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187.w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188.png"/></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188.png"/></Relationships>
</file>

<file path=ppt/drawings/_rels/vmlDrawing42.vml.rels><?xml version="1.0" encoding="UTF-8" standalone="yes"?>
<Relationships xmlns="http://schemas.openxmlformats.org/package/2006/relationships"><Relationship Id="rId2" Type="http://schemas.openxmlformats.org/officeDocument/2006/relationships/image" Target="../media/image190.wmf"/><Relationship Id="rId1" Type="http://schemas.openxmlformats.org/officeDocument/2006/relationships/image" Target="../media/image189.w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192.w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194.wmf"/></Relationships>
</file>

<file path=ppt/drawings/_rels/vmlDrawing45.vml.rels><?xml version="1.0" encoding="UTF-8" standalone="yes"?>
<Relationships xmlns="http://schemas.openxmlformats.org/package/2006/relationships"><Relationship Id="rId2" Type="http://schemas.openxmlformats.org/officeDocument/2006/relationships/image" Target="../media/image198.wmf"/><Relationship Id="rId1" Type="http://schemas.openxmlformats.org/officeDocument/2006/relationships/image" Target="../media/image197.wmf"/></Relationships>
</file>

<file path=ppt/drawings/_rels/vmlDrawing46.vml.rels><?xml version="1.0" encoding="UTF-8" standalone="yes"?>
<Relationships xmlns="http://schemas.openxmlformats.org/package/2006/relationships"><Relationship Id="rId2" Type="http://schemas.openxmlformats.org/officeDocument/2006/relationships/image" Target="../media/image202.wmf"/><Relationship Id="rId1" Type="http://schemas.openxmlformats.org/officeDocument/2006/relationships/image" Target="../media/image201.wmf"/></Relationships>
</file>

<file path=ppt/drawings/_rels/vmlDrawing47.vml.rels><?xml version="1.0" encoding="UTF-8" standalone="yes"?>
<Relationships xmlns="http://schemas.openxmlformats.org/package/2006/relationships"><Relationship Id="rId3" Type="http://schemas.openxmlformats.org/officeDocument/2006/relationships/image" Target="../media/image205.wmf"/><Relationship Id="rId2" Type="http://schemas.openxmlformats.org/officeDocument/2006/relationships/image" Target="../media/image204.wmf"/><Relationship Id="rId1" Type="http://schemas.openxmlformats.org/officeDocument/2006/relationships/image" Target="../media/image203.wmf"/></Relationships>
</file>

<file path=ppt/drawings/_rels/vmlDrawing48.vml.rels><?xml version="1.0" encoding="UTF-8" standalone="yes"?>
<Relationships xmlns="http://schemas.openxmlformats.org/package/2006/relationships"><Relationship Id="rId3" Type="http://schemas.openxmlformats.org/officeDocument/2006/relationships/image" Target="../media/image203.wmf"/><Relationship Id="rId2" Type="http://schemas.openxmlformats.org/officeDocument/2006/relationships/image" Target="../media/image205.wmf"/><Relationship Id="rId1" Type="http://schemas.openxmlformats.org/officeDocument/2006/relationships/image" Target="../media/image204.wmf"/></Relationships>
</file>

<file path=ppt/drawings/_rels/vmlDrawing49.vml.rels><?xml version="1.0" encoding="UTF-8" standalone="yes"?>
<Relationships xmlns="http://schemas.openxmlformats.org/package/2006/relationships"><Relationship Id="rId3" Type="http://schemas.openxmlformats.org/officeDocument/2006/relationships/image" Target="../media/image204.wmf"/><Relationship Id="rId2" Type="http://schemas.openxmlformats.org/officeDocument/2006/relationships/image" Target="../media/image205.wmf"/><Relationship Id="rId1" Type="http://schemas.openxmlformats.org/officeDocument/2006/relationships/image" Target="../media/image203.wmf"/></Relationships>
</file>

<file path=ppt/drawings/_rels/vmlDrawing50.vml.rels><?xml version="1.0" encoding="UTF-8" standalone="yes"?>
<Relationships xmlns="http://schemas.openxmlformats.org/package/2006/relationships"><Relationship Id="rId3" Type="http://schemas.openxmlformats.org/officeDocument/2006/relationships/image" Target="../media/image208.wmf"/><Relationship Id="rId2" Type="http://schemas.openxmlformats.org/officeDocument/2006/relationships/image" Target="../media/image207.wmf"/><Relationship Id="rId1" Type="http://schemas.openxmlformats.org/officeDocument/2006/relationships/image" Target="../media/image206.wmf"/><Relationship Id="rId4" Type="http://schemas.openxmlformats.org/officeDocument/2006/relationships/image" Target="../media/image209.wmf"/></Relationships>
</file>

<file path=ppt/drawings/_rels/vmlDrawing51.vml.rels><?xml version="1.0" encoding="UTF-8" standalone="yes"?>
<Relationships xmlns="http://schemas.openxmlformats.org/package/2006/relationships"><Relationship Id="rId3" Type="http://schemas.openxmlformats.org/officeDocument/2006/relationships/image" Target="../media/image218.wmf"/><Relationship Id="rId2" Type="http://schemas.openxmlformats.org/officeDocument/2006/relationships/image" Target="../media/image217.emf"/><Relationship Id="rId1" Type="http://schemas.openxmlformats.org/officeDocument/2006/relationships/image" Target="../media/image216.emf"/></Relationships>
</file>

<file path=ppt/drawings/_rels/vmlDrawing52.vml.rels><?xml version="1.0" encoding="UTF-8" standalone="yes"?>
<Relationships xmlns="http://schemas.openxmlformats.org/package/2006/relationships"><Relationship Id="rId1" Type="http://schemas.openxmlformats.org/officeDocument/2006/relationships/image" Target="../media/image220.wmf"/></Relationships>
</file>

<file path=ppt/drawings/_rels/vmlDrawing53.vml.rels><?xml version="1.0" encoding="UTF-8" standalone="yes"?>
<Relationships xmlns="http://schemas.openxmlformats.org/package/2006/relationships"><Relationship Id="rId3" Type="http://schemas.openxmlformats.org/officeDocument/2006/relationships/image" Target="../media/image223.wmf"/><Relationship Id="rId2" Type="http://schemas.openxmlformats.org/officeDocument/2006/relationships/image" Target="../media/image222.wmf"/><Relationship Id="rId1" Type="http://schemas.openxmlformats.org/officeDocument/2006/relationships/image" Target="../media/image221.wmf"/><Relationship Id="rId4" Type="http://schemas.openxmlformats.org/officeDocument/2006/relationships/image" Target="../media/image224.emf"/></Relationships>
</file>

<file path=ppt/drawings/_rels/vmlDrawing54.vml.rels><?xml version="1.0" encoding="UTF-8" standalone="yes"?>
<Relationships xmlns="http://schemas.openxmlformats.org/package/2006/relationships"><Relationship Id="rId1" Type="http://schemas.openxmlformats.org/officeDocument/2006/relationships/image" Target="../media/image225.emf"/></Relationships>
</file>

<file path=ppt/drawings/_rels/vmlDrawing55.vml.rels><?xml version="1.0" encoding="UTF-8" standalone="yes"?>
<Relationships xmlns="http://schemas.openxmlformats.org/package/2006/relationships"><Relationship Id="rId1" Type="http://schemas.openxmlformats.org/officeDocument/2006/relationships/image" Target="../media/image233.wmf"/></Relationships>
</file>

<file path=ppt/drawings/_rels/vmlDrawing56.vml.rels><?xml version="1.0" encoding="UTF-8" standalone="yes"?>
<Relationships xmlns="http://schemas.openxmlformats.org/package/2006/relationships"><Relationship Id="rId1" Type="http://schemas.openxmlformats.org/officeDocument/2006/relationships/image" Target="../media/image234.wmf"/></Relationships>
</file>

<file path=ppt/drawings/_rels/vmlDrawing57.vml.rels><?xml version="1.0" encoding="UTF-8" standalone="yes"?>
<Relationships xmlns="http://schemas.openxmlformats.org/package/2006/relationships"><Relationship Id="rId3" Type="http://schemas.openxmlformats.org/officeDocument/2006/relationships/image" Target="../media/image239.wmf"/><Relationship Id="rId2" Type="http://schemas.openxmlformats.org/officeDocument/2006/relationships/image" Target="../media/image238.wmf"/><Relationship Id="rId1" Type="http://schemas.openxmlformats.org/officeDocument/2006/relationships/image" Target="../media/image237.wmf"/></Relationships>
</file>

<file path=ppt/drawings/_rels/vmlDrawing58.vml.rels><?xml version="1.0" encoding="UTF-8" standalone="yes"?>
<Relationships xmlns="http://schemas.openxmlformats.org/package/2006/relationships"><Relationship Id="rId1" Type="http://schemas.openxmlformats.org/officeDocument/2006/relationships/image" Target="../media/image240.wmf"/></Relationships>
</file>

<file path=ppt/drawings/_rels/vmlDrawing59.vml.rels><?xml version="1.0" encoding="UTF-8" standalone="yes"?>
<Relationships xmlns="http://schemas.openxmlformats.org/package/2006/relationships"><Relationship Id="rId1" Type="http://schemas.openxmlformats.org/officeDocument/2006/relationships/image" Target="../media/image242.wmf"/></Relationships>
</file>

<file path=ppt/drawings/_rels/vmlDrawing60.vml.rels><?xml version="1.0" encoding="UTF-8" standalone="yes"?>
<Relationships xmlns="http://schemas.openxmlformats.org/package/2006/relationships"><Relationship Id="rId1" Type="http://schemas.openxmlformats.org/officeDocument/2006/relationships/image" Target="../media/image24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D7E9993B-7DAC-44A8-9C78-F4E286F6AF53}"/>
              </a:ext>
            </a:extLst>
          </p:cNvPr>
          <p:cNvSpPr>
            <a:spLocks noGrp="1" noChangeArrowheads="1"/>
          </p:cNvSpPr>
          <p:nvPr>
            <p:ph type="hdr" sz="quarter"/>
          </p:nvPr>
        </p:nvSpPr>
        <p:spPr bwMode="auto">
          <a:xfrm>
            <a:off x="0" y="0"/>
            <a:ext cx="2946400" cy="496888"/>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eaLnBrk="1" hangingPunct="1">
              <a:buFont typeface="Arial" panose="020B0604020202020204" pitchFamily="34" charset="0"/>
              <a:buNone/>
              <a:defRPr sz="1200">
                <a:latin typeface="Arial" pitchFamily="34" charset="0"/>
                <a:ea typeface="宋体" pitchFamily="2" charset="-122"/>
              </a:defRPr>
            </a:lvl1pPr>
          </a:lstStyle>
          <a:p>
            <a:pPr>
              <a:defRPr/>
            </a:pPr>
            <a:endParaRPr lang="en-US"/>
          </a:p>
        </p:txBody>
      </p:sp>
      <p:sp>
        <p:nvSpPr>
          <p:cNvPr id="8195" name="Rectangle 3">
            <a:extLst>
              <a:ext uri="{FF2B5EF4-FFF2-40B4-BE49-F238E27FC236}">
                <a16:creationId xmlns:a16="http://schemas.microsoft.com/office/drawing/2014/main" id="{146730F7-FFFA-41AF-B324-75AA3F385510}"/>
              </a:ext>
            </a:extLst>
          </p:cNvPr>
          <p:cNvSpPr>
            <a:spLocks noGrp="1" noChangeArrowheads="1"/>
          </p:cNvSpPr>
          <p:nvPr>
            <p:ph type="dt" idx="1"/>
          </p:nvPr>
        </p:nvSpPr>
        <p:spPr bwMode="auto">
          <a:xfrm>
            <a:off x="3849688" y="0"/>
            <a:ext cx="2946400" cy="496888"/>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eaLnBrk="1" hangingPunct="1">
              <a:buFont typeface="Arial" panose="020B0604020202020204" pitchFamily="34" charset="0"/>
              <a:buNone/>
              <a:defRPr sz="1200">
                <a:latin typeface="Arial" pitchFamily="34" charset="0"/>
                <a:ea typeface="宋体" pitchFamily="2" charset="-122"/>
              </a:defRPr>
            </a:lvl1pPr>
          </a:lstStyle>
          <a:p>
            <a:pPr>
              <a:defRPr/>
            </a:pPr>
            <a:endParaRPr lang="en-US"/>
          </a:p>
        </p:txBody>
      </p:sp>
      <p:sp>
        <p:nvSpPr>
          <p:cNvPr id="7172" name="Rectangle 4">
            <a:extLst>
              <a:ext uri="{FF2B5EF4-FFF2-40B4-BE49-F238E27FC236}">
                <a16:creationId xmlns:a16="http://schemas.microsoft.com/office/drawing/2014/main" id="{488BBA87-8CB8-4744-806D-64F098D1EDEE}"/>
              </a:ext>
            </a:extLst>
          </p:cNvPr>
          <p:cNvSpPr>
            <a:spLocks noGrp="1" noChangeArrowheads="1"/>
          </p:cNvSpPr>
          <p:nvPr>
            <p:ph type="sldImg" idx="2"/>
          </p:nvPr>
        </p:nvSpPr>
        <p:spPr bwMode="auto">
          <a:xfrm>
            <a:off x="915988" y="744538"/>
            <a:ext cx="4965700" cy="3722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8197" name="Rectangle 5">
            <a:extLst>
              <a:ext uri="{FF2B5EF4-FFF2-40B4-BE49-F238E27FC236}">
                <a16:creationId xmlns:a16="http://schemas.microsoft.com/office/drawing/2014/main" id="{523E591B-5F5C-4E97-AD39-76B802ECD530}"/>
              </a:ext>
            </a:extLst>
          </p:cNvPr>
          <p:cNvSpPr>
            <a:spLocks noGrp="1" noChangeArrowheads="1"/>
          </p:cNvSpPr>
          <p:nvPr>
            <p:ph type="body" sz="quarter" idx="3"/>
          </p:nvPr>
        </p:nvSpPr>
        <p:spPr bwMode="auto">
          <a:xfrm>
            <a:off x="679450" y="4716463"/>
            <a:ext cx="5438775" cy="4467225"/>
          </a:xfrm>
          <a:prstGeom prst="rect">
            <a:avLst/>
          </a:prstGeom>
          <a:noFill/>
          <a:ln>
            <a:noFill/>
          </a:ln>
          <a:effectLst/>
          <a:extLst/>
        </p:spPr>
        <p:txBody>
          <a:bodyPr vert="horz" wrap="square" lIns="91440" tIns="45720" rIns="91440" bIns="45720" numCol="1" anchor="ctr"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8198" name="Rectangle 6">
            <a:extLst>
              <a:ext uri="{FF2B5EF4-FFF2-40B4-BE49-F238E27FC236}">
                <a16:creationId xmlns:a16="http://schemas.microsoft.com/office/drawing/2014/main" id="{D656A1C2-5F72-4B2D-831D-F42E1B9DC317}"/>
              </a:ext>
            </a:extLst>
          </p:cNvPr>
          <p:cNvSpPr>
            <a:spLocks noGrp="1" noChangeArrowheads="1"/>
          </p:cNvSpPr>
          <p:nvPr>
            <p:ph type="ftr" sz="quarter" idx="4"/>
          </p:nvPr>
        </p:nvSpPr>
        <p:spPr bwMode="auto">
          <a:xfrm>
            <a:off x="0" y="9429750"/>
            <a:ext cx="2946400" cy="496888"/>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eaLnBrk="1" hangingPunct="1">
              <a:buFont typeface="Arial" panose="020B0604020202020204" pitchFamily="34" charset="0"/>
              <a:buNone/>
              <a:defRPr sz="1200">
                <a:latin typeface="Arial" pitchFamily="34" charset="0"/>
                <a:ea typeface="宋体" pitchFamily="2" charset="-122"/>
              </a:defRPr>
            </a:lvl1pPr>
          </a:lstStyle>
          <a:p>
            <a:pPr>
              <a:defRPr/>
            </a:pPr>
            <a:endParaRPr lang="en-US"/>
          </a:p>
        </p:txBody>
      </p:sp>
      <p:sp>
        <p:nvSpPr>
          <p:cNvPr id="8199" name="Rectangle 7">
            <a:extLst>
              <a:ext uri="{FF2B5EF4-FFF2-40B4-BE49-F238E27FC236}">
                <a16:creationId xmlns:a16="http://schemas.microsoft.com/office/drawing/2014/main" id="{B6F3E169-49EA-41EF-9870-4BCF6E723CEB}"/>
              </a:ext>
            </a:extLst>
          </p:cNvPr>
          <p:cNvSpPr>
            <a:spLocks noGrp="1" noChangeArrowheads="1"/>
          </p:cNvSpPr>
          <p:nvPr>
            <p:ph type="sldNum" sz="quarter" idx="5"/>
          </p:nvPr>
        </p:nvSpPr>
        <p:spPr bwMode="auto">
          <a:xfrm>
            <a:off x="3849688" y="9429750"/>
            <a:ext cx="2946400" cy="496888"/>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r" eaLnBrk="1" hangingPunct="1">
              <a:buFont typeface="Arial" panose="020B0604020202020204" pitchFamily="34" charset="0"/>
              <a:buNone/>
              <a:defRPr sz="1200">
                <a:latin typeface="Arial" panose="020B0604020202020204" pitchFamily="34" charset="0"/>
                <a:ea typeface="宋体" panose="02010600030101010101" pitchFamily="2" charset="-122"/>
              </a:defRPr>
            </a:lvl1pPr>
          </a:lstStyle>
          <a:p>
            <a:pPr>
              <a:defRPr/>
            </a:pPr>
            <a:fld id="{D3DE12D9-EC84-4C3F-A1DE-66AE01EFDCCD}"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a:extLst>
              <a:ext uri="{FF2B5EF4-FFF2-40B4-BE49-F238E27FC236}">
                <a16:creationId xmlns:a16="http://schemas.microsoft.com/office/drawing/2014/main" id="{1733AB2E-7700-4493-B9CD-2D94BD863D93}"/>
              </a:ext>
            </a:extLst>
          </p:cNvPr>
          <p:cNvSpPr>
            <a:spLocks noGrp="1" noRot="1" noChangeAspect="1" noChangeArrowheads="1" noTextEdit="1"/>
          </p:cNvSpPr>
          <p:nvPr>
            <p:ph type="sldImg"/>
          </p:nvPr>
        </p:nvSpPr>
        <p:spPr>
          <a:xfrm>
            <a:off x="917575" y="744538"/>
            <a:ext cx="4962525" cy="3722687"/>
          </a:xfrm>
        </p:spPr>
      </p:sp>
      <p:sp>
        <p:nvSpPr>
          <p:cNvPr id="44035" name="备注占位符 2">
            <a:extLst>
              <a:ext uri="{FF2B5EF4-FFF2-40B4-BE49-F238E27FC236}">
                <a16:creationId xmlns:a16="http://schemas.microsoft.com/office/drawing/2014/main" id="{429B63D7-B8EF-43CE-BF2E-0598AF8AE9C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4036" name="灯片编号占位符 3">
            <a:extLst>
              <a:ext uri="{FF2B5EF4-FFF2-40B4-BE49-F238E27FC236}">
                <a16:creationId xmlns:a16="http://schemas.microsoft.com/office/drawing/2014/main" id="{34028630-6F11-4A35-90DB-777DC0B933F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fld id="{D08A41ED-9B20-4C71-98B2-2B24135741C6}" type="slidenum">
              <a:rPr lang="en-US" altLang="zh-CN" sz="1200" smtClean="0">
                <a:latin typeface="Arial" panose="020B0604020202020204" pitchFamily="34" charset="0"/>
                <a:ea typeface="宋体" panose="02010600030101010101" pitchFamily="2" charset="-122"/>
              </a:rPr>
              <a:pPr/>
              <a:t>35</a:t>
            </a:fld>
            <a:endParaRPr lang="en-US" altLang="zh-CN" sz="1200">
              <a:latin typeface="Arial" panose="020B0604020202020204" pitchFamily="3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幻灯片图像占位符 1">
            <a:extLst>
              <a:ext uri="{FF2B5EF4-FFF2-40B4-BE49-F238E27FC236}">
                <a16:creationId xmlns:a16="http://schemas.microsoft.com/office/drawing/2014/main" id="{62CCBED3-AACB-4A5C-9A46-89DB0D3A0225}"/>
              </a:ext>
            </a:extLst>
          </p:cNvPr>
          <p:cNvSpPr>
            <a:spLocks noGrp="1" noRot="1" noChangeAspect="1" noChangeArrowheads="1" noTextEdit="1"/>
          </p:cNvSpPr>
          <p:nvPr>
            <p:ph type="sldImg"/>
          </p:nvPr>
        </p:nvSpPr>
        <p:spPr>
          <a:xfrm>
            <a:off x="917575" y="744538"/>
            <a:ext cx="4962525" cy="3722687"/>
          </a:xfrm>
        </p:spPr>
      </p:sp>
      <p:sp>
        <p:nvSpPr>
          <p:cNvPr id="117763" name="备注占位符 2">
            <a:extLst>
              <a:ext uri="{FF2B5EF4-FFF2-40B4-BE49-F238E27FC236}">
                <a16:creationId xmlns:a16="http://schemas.microsoft.com/office/drawing/2014/main" id="{C83EE124-82A2-427E-9065-E0D7DFC89CE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764" name="灯片编号占位符 3">
            <a:extLst>
              <a:ext uri="{FF2B5EF4-FFF2-40B4-BE49-F238E27FC236}">
                <a16:creationId xmlns:a16="http://schemas.microsoft.com/office/drawing/2014/main" id="{6815422B-2331-464A-9ED2-CB71C644190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fld id="{A74212D2-534A-4070-B566-195CCE3D0BF5}" type="slidenum">
              <a:rPr lang="zh-CN" altLang="en-US" sz="1200" smtClean="0">
                <a:latin typeface="Arial" panose="020B0604020202020204" pitchFamily="34" charset="0"/>
                <a:ea typeface="宋体" panose="02010600030101010101" pitchFamily="2" charset="-122"/>
              </a:rPr>
              <a:pPr/>
              <a:t>106</a:t>
            </a:fld>
            <a:endParaRPr lang="zh-CN" altLang="en-US" sz="1200">
              <a:latin typeface="Arial" panose="020B060402020202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Master" Target="../slideMasters/slideMaster3.xml"/><Relationship Id="rId1" Type="http://schemas.openxmlformats.org/officeDocument/2006/relationships/themeOverride" Target="../theme/themeOverride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Master" Target="../slideMasters/slideMaster3.xml"/><Relationship Id="rId1" Type="http://schemas.openxmlformats.org/officeDocument/2006/relationships/themeOverride" Target="../theme/themeOverride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2">
            <a:extLst>
              <a:ext uri="{FF2B5EF4-FFF2-40B4-BE49-F238E27FC236}">
                <a16:creationId xmlns:a16="http://schemas.microsoft.com/office/drawing/2014/main" id="{39BE562E-5A69-48C5-9064-F1B6E98B310F}"/>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页脚占位符 3">
            <a:extLst>
              <a:ext uri="{FF2B5EF4-FFF2-40B4-BE49-F238E27FC236}">
                <a16:creationId xmlns:a16="http://schemas.microsoft.com/office/drawing/2014/main" id="{62546C9B-0212-4B6E-A778-C7F8E06B39B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灯片编号占位符 4">
            <a:extLst>
              <a:ext uri="{FF2B5EF4-FFF2-40B4-BE49-F238E27FC236}">
                <a16:creationId xmlns:a16="http://schemas.microsoft.com/office/drawing/2014/main" id="{6BC7611C-EBFE-435F-88C4-B8EEC22D4C51}"/>
              </a:ext>
            </a:extLst>
          </p:cNvPr>
          <p:cNvSpPr>
            <a:spLocks noGrp="1" noChangeArrowheads="1"/>
          </p:cNvSpPr>
          <p:nvPr>
            <p:ph type="sldNum" sz="quarter" idx="12"/>
          </p:nvPr>
        </p:nvSpPr>
        <p:spPr>
          <a:ln/>
        </p:spPr>
        <p:txBody>
          <a:bodyPr/>
          <a:lstStyle>
            <a:lvl1pPr>
              <a:defRPr/>
            </a:lvl1pPr>
          </a:lstStyle>
          <a:p>
            <a:pPr>
              <a:defRPr/>
            </a:pPr>
            <a:fld id="{0A7F3817-852C-40FA-9211-59F919E6E4C7}" type="slidenum">
              <a:rPr lang="en-US" altLang="zh-CN"/>
              <a:pPr>
                <a:defRPr/>
              </a:pPr>
              <a:t>‹#›</a:t>
            </a:fld>
            <a:endParaRPr lang="en-US" altLang="zh-CN"/>
          </a:p>
        </p:txBody>
      </p:sp>
    </p:spTree>
    <p:extLst>
      <p:ext uri="{BB962C8B-B14F-4D97-AF65-F5344CB8AC3E}">
        <p14:creationId xmlns:p14="http://schemas.microsoft.com/office/powerpoint/2010/main" val="3062668856"/>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2">
            <a:extLst>
              <a:ext uri="{FF2B5EF4-FFF2-40B4-BE49-F238E27FC236}">
                <a16:creationId xmlns:a16="http://schemas.microsoft.com/office/drawing/2014/main" id="{42F404C1-9658-4D91-BEFE-DA00F51ADFF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页脚占位符 3">
            <a:extLst>
              <a:ext uri="{FF2B5EF4-FFF2-40B4-BE49-F238E27FC236}">
                <a16:creationId xmlns:a16="http://schemas.microsoft.com/office/drawing/2014/main" id="{E1382256-B12B-4410-8B56-244DE1B5AAF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灯片编号占位符 4">
            <a:extLst>
              <a:ext uri="{FF2B5EF4-FFF2-40B4-BE49-F238E27FC236}">
                <a16:creationId xmlns:a16="http://schemas.microsoft.com/office/drawing/2014/main" id="{ABD2F18D-2EE5-4A27-8A93-11E8FBBFA180}"/>
              </a:ext>
            </a:extLst>
          </p:cNvPr>
          <p:cNvSpPr>
            <a:spLocks noGrp="1" noChangeArrowheads="1"/>
          </p:cNvSpPr>
          <p:nvPr>
            <p:ph type="sldNum" sz="quarter" idx="12"/>
          </p:nvPr>
        </p:nvSpPr>
        <p:spPr>
          <a:ln/>
        </p:spPr>
        <p:txBody>
          <a:bodyPr/>
          <a:lstStyle>
            <a:lvl1pPr>
              <a:defRPr/>
            </a:lvl1pPr>
          </a:lstStyle>
          <a:p>
            <a:pPr>
              <a:defRPr/>
            </a:pPr>
            <a:fld id="{70B437BA-E6D1-4E15-8084-FB1BFE72D4BC}" type="slidenum">
              <a:rPr lang="en-US" altLang="zh-CN"/>
              <a:pPr>
                <a:defRPr/>
              </a:pPr>
              <a:t>‹#›</a:t>
            </a:fld>
            <a:endParaRPr lang="en-US" altLang="zh-CN"/>
          </a:p>
        </p:txBody>
      </p:sp>
    </p:spTree>
    <p:extLst>
      <p:ext uri="{BB962C8B-B14F-4D97-AF65-F5344CB8AC3E}">
        <p14:creationId xmlns:p14="http://schemas.microsoft.com/office/powerpoint/2010/main" val="4159402982"/>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2">
            <a:extLst>
              <a:ext uri="{FF2B5EF4-FFF2-40B4-BE49-F238E27FC236}">
                <a16:creationId xmlns:a16="http://schemas.microsoft.com/office/drawing/2014/main" id="{33DF3E51-EBF4-43C6-AB2E-241131F3A067}"/>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页脚占位符 3">
            <a:extLst>
              <a:ext uri="{FF2B5EF4-FFF2-40B4-BE49-F238E27FC236}">
                <a16:creationId xmlns:a16="http://schemas.microsoft.com/office/drawing/2014/main" id="{C0DE1C85-AE04-4A3C-8F72-B789B0B46A0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灯片编号占位符 4">
            <a:extLst>
              <a:ext uri="{FF2B5EF4-FFF2-40B4-BE49-F238E27FC236}">
                <a16:creationId xmlns:a16="http://schemas.microsoft.com/office/drawing/2014/main" id="{65A2D09D-4B71-4374-A51B-A01F9A06D2F6}"/>
              </a:ext>
            </a:extLst>
          </p:cNvPr>
          <p:cNvSpPr>
            <a:spLocks noGrp="1" noChangeArrowheads="1"/>
          </p:cNvSpPr>
          <p:nvPr>
            <p:ph type="sldNum" sz="quarter" idx="12"/>
          </p:nvPr>
        </p:nvSpPr>
        <p:spPr>
          <a:ln/>
        </p:spPr>
        <p:txBody>
          <a:bodyPr/>
          <a:lstStyle>
            <a:lvl1pPr>
              <a:defRPr/>
            </a:lvl1pPr>
          </a:lstStyle>
          <a:p>
            <a:pPr>
              <a:defRPr/>
            </a:pPr>
            <a:fld id="{52633075-E0B7-42A6-9BC6-13F311AE69E5}" type="slidenum">
              <a:rPr lang="en-US" altLang="zh-CN"/>
              <a:pPr>
                <a:defRPr/>
              </a:pPr>
              <a:t>‹#›</a:t>
            </a:fld>
            <a:endParaRPr lang="en-US" altLang="zh-CN"/>
          </a:p>
        </p:txBody>
      </p:sp>
    </p:spTree>
    <p:extLst>
      <p:ext uri="{BB962C8B-B14F-4D97-AF65-F5344CB8AC3E}">
        <p14:creationId xmlns:p14="http://schemas.microsoft.com/office/powerpoint/2010/main" val="1418297983"/>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2">
            <a:extLst>
              <a:ext uri="{FF2B5EF4-FFF2-40B4-BE49-F238E27FC236}">
                <a16:creationId xmlns:a16="http://schemas.microsoft.com/office/drawing/2014/main" id="{08C7225F-4BB9-4CB5-9B00-C248E597A1EA}"/>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页脚占位符 3">
            <a:extLst>
              <a:ext uri="{FF2B5EF4-FFF2-40B4-BE49-F238E27FC236}">
                <a16:creationId xmlns:a16="http://schemas.microsoft.com/office/drawing/2014/main" id="{C38EFC79-1793-43D8-A2FF-9C06D1C2854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灯片编号占位符 4">
            <a:extLst>
              <a:ext uri="{FF2B5EF4-FFF2-40B4-BE49-F238E27FC236}">
                <a16:creationId xmlns:a16="http://schemas.microsoft.com/office/drawing/2014/main" id="{4E6558CE-60B2-4AC1-BFC6-66388379BB04}"/>
              </a:ext>
            </a:extLst>
          </p:cNvPr>
          <p:cNvSpPr>
            <a:spLocks noGrp="1" noChangeArrowheads="1"/>
          </p:cNvSpPr>
          <p:nvPr>
            <p:ph type="sldNum" sz="quarter" idx="12"/>
          </p:nvPr>
        </p:nvSpPr>
        <p:spPr>
          <a:ln/>
        </p:spPr>
        <p:txBody>
          <a:bodyPr/>
          <a:lstStyle>
            <a:lvl1pPr>
              <a:defRPr/>
            </a:lvl1pPr>
          </a:lstStyle>
          <a:p>
            <a:pPr>
              <a:defRPr/>
            </a:pPr>
            <a:fld id="{DB985C06-DBCA-4B76-8E7E-4D9C03AD4A84}" type="slidenum">
              <a:rPr lang="en-US" altLang="zh-CN"/>
              <a:pPr>
                <a:defRPr/>
              </a:pPr>
              <a:t>‹#›</a:t>
            </a:fld>
            <a:endParaRPr lang="en-US" altLang="zh-CN"/>
          </a:p>
        </p:txBody>
      </p:sp>
    </p:spTree>
    <p:extLst>
      <p:ext uri="{BB962C8B-B14F-4D97-AF65-F5344CB8AC3E}">
        <p14:creationId xmlns:p14="http://schemas.microsoft.com/office/powerpoint/2010/main" val="2914902096"/>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2">
            <a:extLst>
              <a:ext uri="{FF2B5EF4-FFF2-40B4-BE49-F238E27FC236}">
                <a16:creationId xmlns:a16="http://schemas.microsoft.com/office/drawing/2014/main" id="{A9D3A314-E169-48E8-9C91-08E6D8681971}"/>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页脚占位符 3">
            <a:extLst>
              <a:ext uri="{FF2B5EF4-FFF2-40B4-BE49-F238E27FC236}">
                <a16:creationId xmlns:a16="http://schemas.microsoft.com/office/drawing/2014/main" id="{742F79CF-AB2C-492C-BFA3-5014B925072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灯片编号占位符 4">
            <a:extLst>
              <a:ext uri="{FF2B5EF4-FFF2-40B4-BE49-F238E27FC236}">
                <a16:creationId xmlns:a16="http://schemas.microsoft.com/office/drawing/2014/main" id="{30B69820-C0CD-4A14-85C6-4E0CAEE08677}"/>
              </a:ext>
            </a:extLst>
          </p:cNvPr>
          <p:cNvSpPr>
            <a:spLocks noGrp="1" noChangeArrowheads="1"/>
          </p:cNvSpPr>
          <p:nvPr>
            <p:ph type="sldNum" sz="quarter" idx="12"/>
          </p:nvPr>
        </p:nvSpPr>
        <p:spPr>
          <a:ln/>
        </p:spPr>
        <p:txBody>
          <a:bodyPr/>
          <a:lstStyle>
            <a:lvl1pPr>
              <a:defRPr/>
            </a:lvl1pPr>
          </a:lstStyle>
          <a:p>
            <a:pPr>
              <a:defRPr/>
            </a:pPr>
            <a:fld id="{17CE9622-59E7-4188-8949-893035C3C8E2}" type="slidenum">
              <a:rPr lang="en-US" altLang="zh-CN"/>
              <a:pPr>
                <a:defRPr/>
              </a:pPr>
              <a:t>‹#›</a:t>
            </a:fld>
            <a:endParaRPr lang="en-US" altLang="zh-CN"/>
          </a:p>
        </p:txBody>
      </p:sp>
    </p:spTree>
    <p:extLst>
      <p:ext uri="{BB962C8B-B14F-4D97-AF65-F5344CB8AC3E}">
        <p14:creationId xmlns:p14="http://schemas.microsoft.com/office/powerpoint/2010/main" val="1108281801"/>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C0B62EFA-45D0-443F-A762-32214E542FEA}"/>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页脚占位符 3">
            <a:extLst>
              <a:ext uri="{FF2B5EF4-FFF2-40B4-BE49-F238E27FC236}">
                <a16:creationId xmlns:a16="http://schemas.microsoft.com/office/drawing/2014/main" id="{C0DD0C34-5A4C-43C0-A7F4-BEDFB1CE758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灯片编号占位符 4">
            <a:extLst>
              <a:ext uri="{FF2B5EF4-FFF2-40B4-BE49-F238E27FC236}">
                <a16:creationId xmlns:a16="http://schemas.microsoft.com/office/drawing/2014/main" id="{6B8A5330-D605-4FA8-A327-D9C319BAACB9}"/>
              </a:ext>
            </a:extLst>
          </p:cNvPr>
          <p:cNvSpPr>
            <a:spLocks noGrp="1" noChangeArrowheads="1"/>
          </p:cNvSpPr>
          <p:nvPr>
            <p:ph type="sldNum" sz="quarter" idx="12"/>
          </p:nvPr>
        </p:nvSpPr>
        <p:spPr>
          <a:ln/>
        </p:spPr>
        <p:txBody>
          <a:bodyPr/>
          <a:lstStyle>
            <a:lvl1pPr>
              <a:defRPr/>
            </a:lvl1pPr>
          </a:lstStyle>
          <a:p>
            <a:pPr>
              <a:defRPr/>
            </a:pPr>
            <a:fld id="{01A02E85-C397-4826-A071-28E319219DF3}" type="slidenum">
              <a:rPr lang="en-US" altLang="zh-CN"/>
              <a:pPr>
                <a:defRPr/>
              </a:pPr>
              <a:t>‹#›</a:t>
            </a:fld>
            <a:endParaRPr lang="en-US" altLang="zh-CN"/>
          </a:p>
        </p:txBody>
      </p:sp>
    </p:spTree>
    <p:extLst>
      <p:ext uri="{BB962C8B-B14F-4D97-AF65-F5344CB8AC3E}">
        <p14:creationId xmlns:p14="http://schemas.microsoft.com/office/powerpoint/2010/main" val="1095253143"/>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2">
            <a:extLst>
              <a:ext uri="{FF2B5EF4-FFF2-40B4-BE49-F238E27FC236}">
                <a16:creationId xmlns:a16="http://schemas.microsoft.com/office/drawing/2014/main" id="{6E82AA56-0428-46F9-892C-D818D5231FE6}"/>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页脚占位符 3">
            <a:extLst>
              <a:ext uri="{FF2B5EF4-FFF2-40B4-BE49-F238E27FC236}">
                <a16:creationId xmlns:a16="http://schemas.microsoft.com/office/drawing/2014/main" id="{6291BCC3-6892-4CF6-BD6E-609EFCD6428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灯片编号占位符 4">
            <a:extLst>
              <a:ext uri="{FF2B5EF4-FFF2-40B4-BE49-F238E27FC236}">
                <a16:creationId xmlns:a16="http://schemas.microsoft.com/office/drawing/2014/main" id="{45E809AC-7908-4EF0-89AB-67A704C87E8D}"/>
              </a:ext>
            </a:extLst>
          </p:cNvPr>
          <p:cNvSpPr>
            <a:spLocks noGrp="1" noChangeArrowheads="1"/>
          </p:cNvSpPr>
          <p:nvPr>
            <p:ph type="sldNum" sz="quarter" idx="12"/>
          </p:nvPr>
        </p:nvSpPr>
        <p:spPr>
          <a:ln/>
        </p:spPr>
        <p:txBody>
          <a:bodyPr/>
          <a:lstStyle>
            <a:lvl1pPr>
              <a:defRPr/>
            </a:lvl1pPr>
          </a:lstStyle>
          <a:p>
            <a:pPr>
              <a:defRPr/>
            </a:pPr>
            <a:fld id="{3AD51030-875E-4488-9668-8DCAA0B13602}" type="slidenum">
              <a:rPr lang="en-US" altLang="zh-CN"/>
              <a:pPr>
                <a:defRPr/>
              </a:pPr>
              <a:t>‹#›</a:t>
            </a:fld>
            <a:endParaRPr lang="en-US" altLang="zh-CN"/>
          </a:p>
        </p:txBody>
      </p:sp>
    </p:spTree>
    <p:extLst>
      <p:ext uri="{BB962C8B-B14F-4D97-AF65-F5344CB8AC3E}">
        <p14:creationId xmlns:p14="http://schemas.microsoft.com/office/powerpoint/2010/main" val="2660698401"/>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2">
            <a:extLst>
              <a:ext uri="{FF2B5EF4-FFF2-40B4-BE49-F238E27FC236}">
                <a16:creationId xmlns:a16="http://schemas.microsoft.com/office/drawing/2014/main" id="{EE21534A-BB32-4B6A-BDCD-9114CF2EF90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页脚占位符 3">
            <a:extLst>
              <a:ext uri="{FF2B5EF4-FFF2-40B4-BE49-F238E27FC236}">
                <a16:creationId xmlns:a16="http://schemas.microsoft.com/office/drawing/2014/main" id="{6BBD01BC-A1C8-42AB-BE96-2CCA6C8A87A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灯片编号占位符 4">
            <a:extLst>
              <a:ext uri="{FF2B5EF4-FFF2-40B4-BE49-F238E27FC236}">
                <a16:creationId xmlns:a16="http://schemas.microsoft.com/office/drawing/2014/main" id="{7D9DBB3B-E008-4D0A-85B7-96818D936BDF}"/>
              </a:ext>
            </a:extLst>
          </p:cNvPr>
          <p:cNvSpPr>
            <a:spLocks noGrp="1" noChangeArrowheads="1"/>
          </p:cNvSpPr>
          <p:nvPr>
            <p:ph type="sldNum" sz="quarter" idx="12"/>
          </p:nvPr>
        </p:nvSpPr>
        <p:spPr>
          <a:ln/>
        </p:spPr>
        <p:txBody>
          <a:bodyPr/>
          <a:lstStyle>
            <a:lvl1pPr>
              <a:defRPr/>
            </a:lvl1pPr>
          </a:lstStyle>
          <a:p>
            <a:pPr>
              <a:defRPr/>
            </a:pPr>
            <a:fld id="{1A056631-4746-4413-BC12-6D3124F2271A}" type="slidenum">
              <a:rPr lang="en-US" altLang="zh-CN"/>
              <a:pPr>
                <a:defRPr/>
              </a:pPr>
              <a:t>‹#›</a:t>
            </a:fld>
            <a:endParaRPr lang="en-US" altLang="zh-CN"/>
          </a:p>
        </p:txBody>
      </p:sp>
    </p:spTree>
    <p:extLst>
      <p:ext uri="{BB962C8B-B14F-4D97-AF65-F5344CB8AC3E}">
        <p14:creationId xmlns:p14="http://schemas.microsoft.com/office/powerpoint/2010/main" val="1266527388"/>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2">
            <a:extLst>
              <a:ext uri="{FF2B5EF4-FFF2-40B4-BE49-F238E27FC236}">
                <a16:creationId xmlns:a16="http://schemas.microsoft.com/office/drawing/2014/main" id="{C31F7BAF-D8F9-4CEE-B775-D21643BBD1B2}"/>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页脚占位符 3">
            <a:extLst>
              <a:ext uri="{FF2B5EF4-FFF2-40B4-BE49-F238E27FC236}">
                <a16:creationId xmlns:a16="http://schemas.microsoft.com/office/drawing/2014/main" id="{4F394BBF-A32E-4587-8C6C-E7955AD3F59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灯片编号占位符 4">
            <a:extLst>
              <a:ext uri="{FF2B5EF4-FFF2-40B4-BE49-F238E27FC236}">
                <a16:creationId xmlns:a16="http://schemas.microsoft.com/office/drawing/2014/main" id="{AB9578F1-B172-482A-9D3B-0A6FA3513F4A}"/>
              </a:ext>
            </a:extLst>
          </p:cNvPr>
          <p:cNvSpPr>
            <a:spLocks noGrp="1" noChangeArrowheads="1"/>
          </p:cNvSpPr>
          <p:nvPr>
            <p:ph type="sldNum" sz="quarter" idx="12"/>
          </p:nvPr>
        </p:nvSpPr>
        <p:spPr>
          <a:ln/>
        </p:spPr>
        <p:txBody>
          <a:bodyPr/>
          <a:lstStyle>
            <a:lvl1pPr>
              <a:defRPr/>
            </a:lvl1pPr>
          </a:lstStyle>
          <a:p>
            <a:pPr>
              <a:defRPr/>
            </a:pPr>
            <a:fld id="{DE86C0E4-63AE-4357-B76F-C27ED084055B}" type="slidenum">
              <a:rPr lang="en-US" altLang="zh-CN"/>
              <a:pPr>
                <a:defRPr/>
              </a:pPr>
              <a:t>‹#›</a:t>
            </a:fld>
            <a:endParaRPr lang="en-US" altLang="zh-CN"/>
          </a:p>
        </p:txBody>
      </p:sp>
    </p:spTree>
    <p:extLst>
      <p:ext uri="{BB962C8B-B14F-4D97-AF65-F5344CB8AC3E}">
        <p14:creationId xmlns:p14="http://schemas.microsoft.com/office/powerpoint/2010/main" val="351789375"/>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2">
            <a:extLst>
              <a:ext uri="{FF2B5EF4-FFF2-40B4-BE49-F238E27FC236}">
                <a16:creationId xmlns:a16="http://schemas.microsoft.com/office/drawing/2014/main" id="{986BFF24-BDE0-4BD0-9F0D-3F1BF6B14915}"/>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页脚占位符 3">
            <a:extLst>
              <a:ext uri="{FF2B5EF4-FFF2-40B4-BE49-F238E27FC236}">
                <a16:creationId xmlns:a16="http://schemas.microsoft.com/office/drawing/2014/main" id="{2C9C4728-44F5-4C29-A93C-47DEF8B4342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灯片编号占位符 4">
            <a:extLst>
              <a:ext uri="{FF2B5EF4-FFF2-40B4-BE49-F238E27FC236}">
                <a16:creationId xmlns:a16="http://schemas.microsoft.com/office/drawing/2014/main" id="{C0080365-0D9E-4602-9B44-F7D29ADC2F17}"/>
              </a:ext>
            </a:extLst>
          </p:cNvPr>
          <p:cNvSpPr>
            <a:spLocks noGrp="1" noChangeArrowheads="1"/>
          </p:cNvSpPr>
          <p:nvPr>
            <p:ph type="sldNum" sz="quarter" idx="12"/>
          </p:nvPr>
        </p:nvSpPr>
        <p:spPr>
          <a:ln/>
        </p:spPr>
        <p:txBody>
          <a:bodyPr/>
          <a:lstStyle>
            <a:lvl1pPr>
              <a:defRPr/>
            </a:lvl1pPr>
          </a:lstStyle>
          <a:p>
            <a:pPr>
              <a:defRPr/>
            </a:pPr>
            <a:fld id="{FE30E723-86C5-4522-A05E-75F550657E9B}" type="slidenum">
              <a:rPr lang="en-US" altLang="zh-CN"/>
              <a:pPr>
                <a:defRPr/>
              </a:pPr>
              <a:t>‹#›</a:t>
            </a:fld>
            <a:endParaRPr lang="en-US" altLang="zh-CN"/>
          </a:p>
        </p:txBody>
      </p:sp>
    </p:spTree>
    <p:extLst>
      <p:ext uri="{BB962C8B-B14F-4D97-AF65-F5344CB8AC3E}">
        <p14:creationId xmlns:p14="http://schemas.microsoft.com/office/powerpoint/2010/main" val="3750744967"/>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0"/>
            <a:ext cx="2057400" cy="6126163"/>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0"/>
            <a:ext cx="6019800" cy="6126163"/>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2">
            <a:extLst>
              <a:ext uri="{FF2B5EF4-FFF2-40B4-BE49-F238E27FC236}">
                <a16:creationId xmlns:a16="http://schemas.microsoft.com/office/drawing/2014/main" id="{1B3D03D6-6D9E-431D-899C-D81EF1F901CE}"/>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页脚占位符 3">
            <a:extLst>
              <a:ext uri="{FF2B5EF4-FFF2-40B4-BE49-F238E27FC236}">
                <a16:creationId xmlns:a16="http://schemas.microsoft.com/office/drawing/2014/main" id="{2BC6FD20-9615-4242-94A9-CCD4CC7F3CC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灯片编号占位符 4">
            <a:extLst>
              <a:ext uri="{FF2B5EF4-FFF2-40B4-BE49-F238E27FC236}">
                <a16:creationId xmlns:a16="http://schemas.microsoft.com/office/drawing/2014/main" id="{931BAB76-F025-4B21-BFC0-2A3181272658}"/>
              </a:ext>
            </a:extLst>
          </p:cNvPr>
          <p:cNvSpPr>
            <a:spLocks noGrp="1" noChangeArrowheads="1"/>
          </p:cNvSpPr>
          <p:nvPr>
            <p:ph type="sldNum" sz="quarter" idx="12"/>
          </p:nvPr>
        </p:nvSpPr>
        <p:spPr>
          <a:ln/>
        </p:spPr>
        <p:txBody>
          <a:bodyPr/>
          <a:lstStyle>
            <a:lvl1pPr>
              <a:defRPr/>
            </a:lvl1pPr>
          </a:lstStyle>
          <a:p>
            <a:pPr>
              <a:defRPr/>
            </a:pPr>
            <a:fld id="{989B7867-3485-4140-AD90-BB7EC5C7B0F0}" type="slidenum">
              <a:rPr lang="en-US" altLang="zh-CN"/>
              <a:pPr>
                <a:defRPr/>
              </a:pPr>
              <a:t>‹#›</a:t>
            </a:fld>
            <a:endParaRPr lang="en-US" altLang="zh-CN"/>
          </a:p>
        </p:txBody>
      </p:sp>
    </p:spTree>
    <p:extLst>
      <p:ext uri="{BB962C8B-B14F-4D97-AF65-F5344CB8AC3E}">
        <p14:creationId xmlns:p14="http://schemas.microsoft.com/office/powerpoint/2010/main" val="43445306"/>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5">
            <a:extLst>
              <a:ext uri="{FF2B5EF4-FFF2-40B4-BE49-F238E27FC236}">
                <a16:creationId xmlns:a16="http://schemas.microsoft.com/office/drawing/2014/main" id="{ED318AAD-E05F-4C7A-B319-F72DC3597CB7}"/>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页脚占位符 6">
            <a:extLst>
              <a:ext uri="{FF2B5EF4-FFF2-40B4-BE49-F238E27FC236}">
                <a16:creationId xmlns:a16="http://schemas.microsoft.com/office/drawing/2014/main" id="{B9492FEC-4806-4C83-992D-2DA11ABA1AE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灯片编号占位符 7">
            <a:extLst>
              <a:ext uri="{FF2B5EF4-FFF2-40B4-BE49-F238E27FC236}">
                <a16:creationId xmlns:a16="http://schemas.microsoft.com/office/drawing/2014/main" id="{A34D751C-6294-4A01-9260-472E85485701}"/>
              </a:ext>
            </a:extLst>
          </p:cNvPr>
          <p:cNvSpPr>
            <a:spLocks noGrp="1" noChangeArrowheads="1"/>
          </p:cNvSpPr>
          <p:nvPr>
            <p:ph type="sldNum" sz="quarter" idx="12"/>
          </p:nvPr>
        </p:nvSpPr>
        <p:spPr>
          <a:ln/>
        </p:spPr>
        <p:txBody>
          <a:bodyPr/>
          <a:lstStyle>
            <a:lvl1pPr>
              <a:defRPr/>
            </a:lvl1pPr>
          </a:lstStyle>
          <a:p>
            <a:pPr>
              <a:defRPr/>
            </a:pPr>
            <a:fld id="{31DF26B0-1275-433B-9FBE-6A25017C9043}" type="slidenum">
              <a:rPr lang="en-US" altLang="zh-CN"/>
              <a:pPr>
                <a:defRPr/>
              </a:pPr>
              <a:t>‹#›</a:t>
            </a:fld>
            <a:endParaRPr lang="en-US" altLang="zh-CN"/>
          </a:p>
        </p:txBody>
      </p:sp>
    </p:spTree>
    <p:extLst>
      <p:ext uri="{BB962C8B-B14F-4D97-AF65-F5344CB8AC3E}">
        <p14:creationId xmlns:p14="http://schemas.microsoft.com/office/powerpoint/2010/main" val="2420187945"/>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5">
            <a:extLst>
              <a:ext uri="{FF2B5EF4-FFF2-40B4-BE49-F238E27FC236}">
                <a16:creationId xmlns:a16="http://schemas.microsoft.com/office/drawing/2014/main" id="{B13F5209-12E2-4D99-9DCA-51B320217E9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页脚占位符 6">
            <a:extLst>
              <a:ext uri="{FF2B5EF4-FFF2-40B4-BE49-F238E27FC236}">
                <a16:creationId xmlns:a16="http://schemas.microsoft.com/office/drawing/2014/main" id="{6369D263-7EE8-4DE6-8061-67B1D2D34AA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灯片编号占位符 7">
            <a:extLst>
              <a:ext uri="{FF2B5EF4-FFF2-40B4-BE49-F238E27FC236}">
                <a16:creationId xmlns:a16="http://schemas.microsoft.com/office/drawing/2014/main" id="{5FD50306-9F28-42E0-A621-4B4A6B24081F}"/>
              </a:ext>
            </a:extLst>
          </p:cNvPr>
          <p:cNvSpPr>
            <a:spLocks noGrp="1" noChangeArrowheads="1"/>
          </p:cNvSpPr>
          <p:nvPr>
            <p:ph type="sldNum" sz="quarter" idx="12"/>
          </p:nvPr>
        </p:nvSpPr>
        <p:spPr>
          <a:ln/>
        </p:spPr>
        <p:txBody>
          <a:bodyPr/>
          <a:lstStyle>
            <a:lvl1pPr>
              <a:defRPr/>
            </a:lvl1pPr>
          </a:lstStyle>
          <a:p>
            <a:pPr>
              <a:defRPr/>
            </a:pPr>
            <a:fld id="{B51C2B5E-28FC-489E-8A95-8F1E766375B2}" type="slidenum">
              <a:rPr lang="en-US" altLang="zh-CN"/>
              <a:pPr>
                <a:defRPr/>
              </a:pPr>
              <a:t>‹#›</a:t>
            </a:fld>
            <a:endParaRPr lang="en-US" altLang="zh-CN"/>
          </a:p>
        </p:txBody>
      </p:sp>
    </p:spTree>
    <p:extLst>
      <p:ext uri="{BB962C8B-B14F-4D97-AF65-F5344CB8AC3E}">
        <p14:creationId xmlns:p14="http://schemas.microsoft.com/office/powerpoint/2010/main" val="283711191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5">
            <a:extLst>
              <a:ext uri="{FF2B5EF4-FFF2-40B4-BE49-F238E27FC236}">
                <a16:creationId xmlns:a16="http://schemas.microsoft.com/office/drawing/2014/main" id="{5BC67171-4D0B-469F-80DB-641AA2289EA9}"/>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页脚占位符 6">
            <a:extLst>
              <a:ext uri="{FF2B5EF4-FFF2-40B4-BE49-F238E27FC236}">
                <a16:creationId xmlns:a16="http://schemas.microsoft.com/office/drawing/2014/main" id="{5CB533BF-F238-4F49-A030-4F5B5F89771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灯片编号占位符 7">
            <a:extLst>
              <a:ext uri="{FF2B5EF4-FFF2-40B4-BE49-F238E27FC236}">
                <a16:creationId xmlns:a16="http://schemas.microsoft.com/office/drawing/2014/main" id="{0137F66F-1A4C-431A-A97C-C824B226D694}"/>
              </a:ext>
            </a:extLst>
          </p:cNvPr>
          <p:cNvSpPr>
            <a:spLocks noGrp="1" noChangeArrowheads="1"/>
          </p:cNvSpPr>
          <p:nvPr>
            <p:ph type="sldNum" sz="quarter" idx="12"/>
          </p:nvPr>
        </p:nvSpPr>
        <p:spPr>
          <a:ln/>
        </p:spPr>
        <p:txBody>
          <a:bodyPr/>
          <a:lstStyle>
            <a:lvl1pPr>
              <a:defRPr/>
            </a:lvl1pPr>
          </a:lstStyle>
          <a:p>
            <a:pPr>
              <a:defRPr/>
            </a:pPr>
            <a:fld id="{0299436D-A5D8-4BBD-AA61-1BBAF4B1BD97}" type="slidenum">
              <a:rPr lang="en-US" altLang="zh-CN"/>
              <a:pPr>
                <a:defRPr/>
              </a:pPr>
              <a:t>‹#›</a:t>
            </a:fld>
            <a:endParaRPr lang="en-US" altLang="zh-CN"/>
          </a:p>
        </p:txBody>
      </p:sp>
    </p:spTree>
    <p:extLst>
      <p:ext uri="{BB962C8B-B14F-4D97-AF65-F5344CB8AC3E}">
        <p14:creationId xmlns:p14="http://schemas.microsoft.com/office/powerpoint/2010/main" val="1998010547"/>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5">
            <a:extLst>
              <a:ext uri="{FF2B5EF4-FFF2-40B4-BE49-F238E27FC236}">
                <a16:creationId xmlns:a16="http://schemas.microsoft.com/office/drawing/2014/main" id="{E675A8BC-E107-42E9-A3C3-8E7845764DE3}"/>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页脚占位符 6">
            <a:extLst>
              <a:ext uri="{FF2B5EF4-FFF2-40B4-BE49-F238E27FC236}">
                <a16:creationId xmlns:a16="http://schemas.microsoft.com/office/drawing/2014/main" id="{6E4F5F1D-45E7-494E-814C-8B73B180FBB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灯片编号占位符 7">
            <a:extLst>
              <a:ext uri="{FF2B5EF4-FFF2-40B4-BE49-F238E27FC236}">
                <a16:creationId xmlns:a16="http://schemas.microsoft.com/office/drawing/2014/main" id="{238437F8-793E-4FCA-925D-A2DED22605C4}"/>
              </a:ext>
            </a:extLst>
          </p:cNvPr>
          <p:cNvSpPr>
            <a:spLocks noGrp="1" noChangeArrowheads="1"/>
          </p:cNvSpPr>
          <p:nvPr>
            <p:ph type="sldNum" sz="quarter" idx="12"/>
          </p:nvPr>
        </p:nvSpPr>
        <p:spPr>
          <a:ln/>
        </p:spPr>
        <p:txBody>
          <a:bodyPr/>
          <a:lstStyle>
            <a:lvl1pPr>
              <a:defRPr/>
            </a:lvl1pPr>
          </a:lstStyle>
          <a:p>
            <a:pPr>
              <a:defRPr/>
            </a:pPr>
            <a:fld id="{06B691D4-30E6-4112-809C-229085286BBB}" type="slidenum">
              <a:rPr lang="en-US" altLang="zh-CN"/>
              <a:pPr>
                <a:defRPr/>
              </a:pPr>
              <a:t>‹#›</a:t>
            </a:fld>
            <a:endParaRPr lang="en-US" altLang="zh-CN"/>
          </a:p>
        </p:txBody>
      </p:sp>
    </p:spTree>
    <p:extLst>
      <p:ext uri="{BB962C8B-B14F-4D97-AF65-F5344CB8AC3E}">
        <p14:creationId xmlns:p14="http://schemas.microsoft.com/office/powerpoint/2010/main" val="801966395"/>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5">
            <a:extLst>
              <a:ext uri="{FF2B5EF4-FFF2-40B4-BE49-F238E27FC236}">
                <a16:creationId xmlns:a16="http://schemas.microsoft.com/office/drawing/2014/main" id="{F902562A-3D29-42C7-BF51-D869F10DFBE2}"/>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页脚占位符 6">
            <a:extLst>
              <a:ext uri="{FF2B5EF4-FFF2-40B4-BE49-F238E27FC236}">
                <a16:creationId xmlns:a16="http://schemas.microsoft.com/office/drawing/2014/main" id="{1DC80E82-A1A8-4D56-8A62-253F7583DC7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灯片编号占位符 7">
            <a:extLst>
              <a:ext uri="{FF2B5EF4-FFF2-40B4-BE49-F238E27FC236}">
                <a16:creationId xmlns:a16="http://schemas.microsoft.com/office/drawing/2014/main" id="{E0065BE2-741A-4259-9C63-54AEA9829D6C}"/>
              </a:ext>
            </a:extLst>
          </p:cNvPr>
          <p:cNvSpPr>
            <a:spLocks noGrp="1" noChangeArrowheads="1"/>
          </p:cNvSpPr>
          <p:nvPr>
            <p:ph type="sldNum" sz="quarter" idx="12"/>
          </p:nvPr>
        </p:nvSpPr>
        <p:spPr>
          <a:ln/>
        </p:spPr>
        <p:txBody>
          <a:bodyPr/>
          <a:lstStyle>
            <a:lvl1pPr>
              <a:defRPr/>
            </a:lvl1pPr>
          </a:lstStyle>
          <a:p>
            <a:pPr>
              <a:defRPr/>
            </a:pPr>
            <a:fld id="{FA09A604-FD15-475A-8DDE-CDD50D11DEB4}" type="slidenum">
              <a:rPr lang="en-US" altLang="zh-CN"/>
              <a:pPr>
                <a:defRPr/>
              </a:pPr>
              <a:t>‹#›</a:t>
            </a:fld>
            <a:endParaRPr lang="en-US" altLang="zh-CN"/>
          </a:p>
        </p:txBody>
      </p:sp>
    </p:spTree>
    <p:extLst>
      <p:ext uri="{BB962C8B-B14F-4D97-AF65-F5344CB8AC3E}">
        <p14:creationId xmlns:p14="http://schemas.microsoft.com/office/powerpoint/2010/main" val="1244635986"/>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5">
            <a:extLst>
              <a:ext uri="{FF2B5EF4-FFF2-40B4-BE49-F238E27FC236}">
                <a16:creationId xmlns:a16="http://schemas.microsoft.com/office/drawing/2014/main" id="{D7BDE9DF-1E0B-42B0-BB0F-D408E478D94A}"/>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页脚占位符 6">
            <a:extLst>
              <a:ext uri="{FF2B5EF4-FFF2-40B4-BE49-F238E27FC236}">
                <a16:creationId xmlns:a16="http://schemas.microsoft.com/office/drawing/2014/main" id="{F876F70F-E985-4025-8B90-E1A1C4CF6FE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灯片编号占位符 7">
            <a:extLst>
              <a:ext uri="{FF2B5EF4-FFF2-40B4-BE49-F238E27FC236}">
                <a16:creationId xmlns:a16="http://schemas.microsoft.com/office/drawing/2014/main" id="{41E2F3D4-3032-42B3-9362-727AFB5A2CD0}"/>
              </a:ext>
            </a:extLst>
          </p:cNvPr>
          <p:cNvSpPr>
            <a:spLocks noGrp="1" noChangeArrowheads="1"/>
          </p:cNvSpPr>
          <p:nvPr>
            <p:ph type="sldNum" sz="quarter" idx="12"/>
          </p:nvPr>
        </p:nvSpPr>
        <p:spPr>
          <a:ln/>
        </p:spPr>
        <p:txBody>
          <a:bodyPr/>
          <a:lstStyle>
            <a:lvl1pPr>
              <a:defRPr/>
            </a:lvl1pPr>
          </a:lstStyle>
          <a:p>
            <a:pPr>
              <a:defRPr/>
            </a:pPr>
            <a:fld id="{193AF1D4-1447-4A9C-A4BF-23AE51F9F16C}" type="slidenum">
              <a:rPr lang="en-US" altLang="zh-CN"/>
              <a:pPr>
                <a:defRPr/>
              </a:pPr>
              <a:t>‹#›</a:t>
            </a:fld>
            <a:endParaRPr lang="en-US" altLang="zh-CN"/>
          </a:p>
        </p:txBody>
      </p:sp>
    </p:spTree>
    <p:extLst>
      <p:ext uri="{BB962C8B-B14F-4D97-AF65-F5344CB8AC3E}">
        <p14:creationId xmlns:p14="http://schemas.microsoft.com/office/powerpoint/2010/main" val="2818903202"/>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5">
            <a:extLst>
              <a:ext uri="{FF2B5EF4-FFF2-40B4-BE49-F238E27FC236}">
                <a16:creationId xmlns:a16="http://schemas.microsoft.com/office/drawing/2014/main" id="{F0CE6FCF-C091-4580-80B2-BE98D198CFC9}"/>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页脚占位符 6">
            <a:extLst>
              <a:ext uri="{FF2B5EF4-FFF2-40B4-BE49-F238E27FC236}">
                <a16:creationId xmlns:a16="http://schemas.microsoft.com/office/drawing/2014/main" id="{B3F6DECE-008C-4074-9D53-95317EA5BB3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灯片编号占位符 7">
            <a:extLst>
              <a:ext uri="{FF2B5EF4-FFF2-40B4-BE49-F238E27FC236}">
                <a16:creationId xmlns:a16="http://schemas.microsoft.com/office/drawing/2014/main" id="{5A205BB4-DA74-4F69-957B-2822B8D6D2C9}"/>
              </a:ext>
            </a:extLst>
          </p:cNvPr>
          <p:cNvSpPr>
            <a:spLocks noGrp="1" noChangeArrowheads="1"/>
          </p:cNvSpPr>
          <p:nvPr>
            <p:ph type="sldNum" sz="quarter" idx="12"/>
          </p:nvPr>
        </p:nvSpPr>
        <p:spPr>
          <a:ln/>
        </p:spPr>
        <p:txBody>
          <a:bodyPr/>
          <a:lstStyle>
            <a:lvl1pPr>
              <a:defRPr/>
            </a:lvl1pPr>
          </a:lstStyle>
          <a:p>
            <a:pPr>
              <a:defRPr/>
            </a:pPr>
            <a:fld id="{63A7C2B9-E6A0-446C-9D9A-E7957AFB3FB4}" type="slidenum">
              <a:rPr lang="en-US" altLang="zh-CN"/>
              <a:pPr>
                <a:defRPr/>
              </a:pPr>
              <a:t>‹#›</a:t>
            </a:fld>
            <a:endParaRPr lang="en-US" altLang="zh-CN"/>
          </a:p>
        </p:txBody>
      </p:sp>
    </p:spTree>
    <p:extLst>
      <p:ext uri="{BB962C8B-B14F-4D97-AF65-F5344CB8AC3E}">
        <p14:creationId xmlns:p14="http://schemas.microsoft.com/office/powerpoint/2010/main" val="857487003"/>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5">
            <a:extLst>
              <a:ext uri="{FF2B5EF4-FFF2-40B4-BE49-F238E27FC236}">
                <a16:creationId xmlns:a16="http://schemas.microsoft.com/office/drawing/2014/main" id="{F26F4A03-426A-4F6B-A733-22A8790D1C51}"/>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页脚占位符 6">
            <a:extLst>
              <a:ext uri="{FF2B5EF4-FFF2-40B4-BE49-F238E27FC236}">
                <a16:creationId xmlns:a16="http://schemas.microsoft.com/office/drawing/2014/main" id="{8E7ECBCF-45B6-4059-B96F-4AE23803B54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灯片编号占位符 7">
            <a:extLst>
              <a:ext uri="{FF2B5EF4-FFF2-40B4-BE49-F238E27FC236}">
                <a16:creationId xmlns:a16="http://schemas.microsoft.com/office/drawing/2014/main" id="{F0E5FB8C-76FD-4A84-B408-73E6F298C6AE}"/>
              </a:ext>
            </a:extLst>
          </p:cNvPr>
          <p:cNvSpPr>
            <a:spLocks noGrp="1" noChangeArrowheads="1"/>
          </p:cNvSpPr>
          <p:nvPr>
            <p:ph type="sldNum" sz="quarter" idx="12"/>
          </p:nvPr>
        </p:nvSpPr>
        <p:spPr>
          <a:ln/>
        </p:spPr>
        <p:txBody>
          <a:bodyPr/>
          <a:lstStyle>
            <a:lvl1pPr>
              <a:defRPr/>
            </a:lvl1pPr>
          </a:lstStyle>
          <a:p>
            <a:pPr>
              <a:defRPr/>
            </a:pPr>
            <a:fld id="{C5CBF308-61F8-41A8-86FE-6F779809AD0F}" type="slidenum">
              <a:rPr lang="en-US" altLang="zh-CN"/>
              <a:pPr>
                <a:defRPr/>
              </a:pPr>
              <a:t>‹#›</a:t>
            </a:fld>
            <a:endParaRPr lang="en-US" altLang="zh-CN"/>
          </a:p>
        </p:txBody>
      </p:sp>
    </p:spTree>
    <p:extLst>
      <p:ext uri="{BB962C8B-B14F-4D97-AF65-F5344CB8AC3E}">
        <p14:creationId xmlns:p14="http://schemas.microsoft.com/office/powerpoint/2010/main" val="1212969105"/>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5">
            <a:extLst>
              <a:ext uri="{FF2B5EF4-FFF2-40B4-BE49-F238E27FC236}">
                <a16:creationId xmlns:a16="http://schemas.microsoft.com/office/drawing/2014/main" id="{F6D17ED3-F44A-4F6B-B99F-EA540E048F26}"/>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页脚占位符 6">
            <a:extLst>
              <a:ext uri="{FF2B5EF4-FFF2-40B4-BE49-F238E27FC236}">
                <a16:creationId xmlns:a16="http://schemas.microsoft.com/office/drawing/2014/main" id="{4157B9C8-5DB7-420E-966A-7953951A4AD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灯片编号占位符 7">
            <a:extLst>
              <a:ext uri="{FF2B5EF4-FFF2-40B4-BE49-F238E27FC236}">
                <a16:creationId xmlns:a16="http://schemas.microsoft.com/office/drawing/2014/main" id="{4FA2A13F-5355-4F82-8B4E-D297743FF24C}"/>
              </a:ext>
            </a:extLst>
          </p:cNvPr>
          <p:cNvSpPr>
            <a:spLocks noGrp="1" noChangeArrowheads="1"/>
          </p:cNvSpPr>
          <p:nvPr>
            <p:ph type="sldNum" sz="quarter" idx="12"/>
          </p:nvPr>
        </p:nvSpPr>
        <p:spPr>
          <a:ln/>
        </p:spPr>
        <p:txBody>
          <a:bodyPr/>
          <a:lstStyle>
            <a:lvl1pPr>
              <a:defRPr/>
            </a:lvl1pPr>
          </a:lstStyle>
          <a:p>
            <a:pPr>
              <a:defRPr/>
            </a:pPr>
            <a:fld id="{E89579B2-15D7-4190-AFB4-02599A52B00E}" type="slidenum">
              <a:rPr lang="en-US" altLang="zh-CN"/>
              <a:pPr>
                <a:defRPr/>
              </a:pPr>
              <a:t>‹#›</a:t>
            </a:fld>
            <a:endParaRPr lang="en-US" altLang="zh-CN"/>
          </a:p>
        </p:txBody>
      </p:sp>
    </p:spTree>
    <p:extLst>
      <p:ext uri="{BB962C8B-B14F-4D97-AF65-F5344CB8AC3E}">
        <p14:creationId xmlns:p14="http://schemas.microsoft.com/office/powerpoint/2010/main" val="209820218"/>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5">
            <a:extLst>
              <a:ext uri="{FF2B5EF4-FFF2-40B4-BE49-F238E27FC236}">
                <a16:creationId xmlns:a16="http://schemas.microsoft.com/office/drawing/2014/main" id="{C43A113E-2ADA-4A69-8DE0-2CBB01BAEC37}"/>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页脚占位符 6">
            <a:extLst>
              <a:ext uri="{FF2B5EF4-FFF2-40B4-BE49-F238E27FC236}">
                <a16:creationId xmlns:a16="http://schemas.microsoft.com/office/drawing/2014/main" id="{6BC75B86-A0AE-45D2-A7EB-F61D1367365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灯片编号占位符 7">
            <a:extLst>
              <a:ext uri="{FF2B5EF4-FFF2-40B4-BE49-F238E27FC236}">
                <a16:creationId xmlns:a16="http://schemas.microsoft.com/office/drawing/2014/main" id="{F91E200F-5C37-4868-A900-0F73DF81088B}"/>
              </a:ext>
            </a:extLst>
          </p:cNvPr>
          <p:cNvSpPr>
            <a:spLocks noGrp="1" noChangeArrowheads="1"/>
          </p:cNvSpPr>
          <p:nvPr>
            <p:ph type="sldNum" sz="quarter" idx="12"/>
          </p:nvPr>
        </p:nvSpPr>
        <p:spPr>
          <a:ln/>
        </p:spPr>
        <p:txBody>
          <a:bodyPr/>
          <a:lstStyle>
            <a:lvl1pPr>
              <a:defRPr/>
            </a:lvl1pPr>
          </a:lstStyle>
          <a:p>
            <a:pPr>
              <a:defRPr/>
            </a:pPr>
            <a:fld id="{29F78097-B8A5-4F66-9155-64BEC4CC4E3C}" type="slidenum">
              <a:rPr lang="en-US" altLang="zh-CN"/>
              <a:pPr>
                <a:defRPr/>
              </a:pPr>
              <a:t>‹#›</a:t>
            </a:fld>
            <a:endParaRPr lang="en-US" altLang="zh-CN"/>
          </a:p>
        </p:txBody>
      </p:sp>
    </p:spTree>
    <p:extLst>
      <p:ext uri="{BB962C8B-B14F-4D97-AF65-F5344CB8AC3E}">
        <p14:creationId xmlns:p14="http://schemas.microsoft.com/office/powerpoint/2010/main" val="307846866"/>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0"/>
            <a:ext cx="2057400" cy="6126163"/>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0"/>
            <a:ext cx="6019800" cy="6126163"/>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5">
            <a:extLst>
              <a:ext uri="{FF2B5EF4-FFF2-40B4-BE49-F238E27FC236}">
                <a16:creationId xmlns:a16="http://schemas.microsoft.com/office/drawing/2014/main" id="{DC4275A8-2F07-4EC2-8A0E-EDC8403F36F7}"/>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页脚占位符 6">
            <a:extLst>
              <a:ext uri="{FF2B5EF4-FFF2-40B4-BE49-F238E27FC236}">
                <a16:creationId xmlns:a16="http://schemas.microsoft.com/office/drawing/2014/main" id="{FC239EB7-5302-4460-BF91-17747056C17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灯片编号占位符 7">
            <a:extLst>
              <a:ext uri="{FF2B5EF4-FFF2-40B4-BE49-F238E27FC236}">
                <a16:creationId xmlns:a16="http://schemas.microsoft.com/office/drawing/2014/main" id="{F8C3DC40-7960-4733-889C-0D4CAA6CB734}"/>
              </a:ext>
            </a:extLst>
          </p:cNvPr>
          <p:cNvSpPr>
            <a:spLocks noGrp="1" noChangeArrowheads="1"/>
          </p:cNvSpPr>
          <p:nvPr>
            <p:ph type="sldNum" sz="quarter" idx="12"/>
          </p:nvPr>
        </p:nvSpPr>
        <p:spPr>
          <a:ln/>
        </p:spPr>
        <p:txBody>
          <a:bodyPr/>
          <a:lstStyle>
            <a:lvl1pPr>
              <a:defRPr/>
            </a:lvl1pPr>
          </a:lstStyle>
          <a:p>
            <a:pPr>
              <a:defRPr/>
            </a:pPr>
            <a:fld id="{3AEBB0B1-AF1D-4A3C-B7EC-F28FA2025B7D}" type="slidenum">
              <a:rPr lang="en-US" altLang="zh-CN"/>
              <a:pPr>
                <a:defRPr/>
              </a:pPr>
              <a:t>‹#›</a:t>
            </a:fld>
            <a:endParaRPr lang="en-US" altLang="zh-CN"/>
          </a:p>
        </p:txBody>
      </p:sp>
    </p:spTree>
    <p:extLst>
      <p:ext uri="{BB962C8B-B14F-4D97-AF65-F5344CB8AC3E}">
        <p14:creationId xmlns:p14="http://schemas.microsoft.com/office/powerpoint/2010/main" val="2527841994"/>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a:t>单击此处编辑母版标题样式</a:t>
            </a:r>
            <a:endParaRPr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单击此处编辑母版副标题样式</a:t>
            </a:r>
            <a:endParaRPr lang="en-US"/>
          </a:p>
        </p:txBody>
      </p:sp>
      <p:sp>
        <p:nvSpPr>
          <p:cNvPr id="4" name="Date Placeholder 29">
            <a:extLst>
              <a:ext uri="{FF2B5EF4-FFF2-40B4-BE49-F238E27FC236}">
                <a16:creationId xmlns:a16="http://schemas.microsoft.com/office/drawing/2014/main" id="{EFECDE21-7796-45B7-A592-2CFCD7C45DF8}"/>
              </a:ext>
            </a:extLst>
          </p:cNvPr>
          <p:cNvSpPr>
            <a:spLocks noGrp="1"/>
          </p:cNvSpPr>
          <p:nvPr>
            <p:ph type="dt" sz="half" idx="10"/>
          </p:nvPr>
        </p:nvSpPr>
        <p:spPr/>
        <p:txBody>
          <a:bodyPr/>
          <a:lstStyle>
            <a:lvl1pPr>
              <a:defRPr/>
            </a:lvl1pPr>
          </a:lstStyle>
          <a:p>
            <a:pPr>
              <a:defRPr/>
            </a:pPr>
            <a:endParaRPr lang="en-US"/>
          </a:p>
        </p:txBody>
      </p:sp>
      <p:sp>
        <p:nvSpPr>
          <p:cNvPr id="5" name="Footer Placeholder 18">
            <a:extLst>
              <a:ext uri="{FF2B5EF4-FFF2-40B4-BE49-F238E27FC236}">
                <a16:creationId xmlns:a16="http://schemas.microsoft.com/office/drawing/2014/main" id="{8D3EAC8A-9B48-4F35-B1DE-D98814324B7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26">
            <a:extLst>
              <a:ext uri="{FF2B5EF4-FFF2-40B4-BE49-F238E27FC236}">
                <a16:creationId xmlns:a16="http://schemas.microsoft.com/office/drawing/2014/main" id="{DD63E83B-F7D9-4B61-96E6-A24ED728490F}"/>
              </a:ext>
            </a:extLst>
          </p:cNvPr>
          <p:cNvSpPr>
            <a:spLocks noGrp="1"/>
          </p:cNvSpPr>
          <p:nvPr>
            <p:ph type="sldNum" sz="quarter" idx="12"/>
          </p:nvPr>
        </p:nvSpPr>
        <p:spPr/>
        <p:txBody>
          <a:bodyPr/>
          <a:lstStyle>
            <a:lvl1pPr>
              <a:defRPr>
                <a:solidFill>
                  <a:srgbClr val="D1EAEE"/>
                </a:solidFill>
              </a:defRPr>
            </a:lvl1pPr>
          </a:lstStyle>
          <a:p>
            <a:pPr>
              <a:defRPr/>
            </a:pPr>
            <a:fld id="{672FD31E-296A-4146-99D2-1546CF81C174}" type="slidenum">
              <a:rPr lang="en-US" altLang="zh-CN"/>
              <a:pPr>
                <a:defRPr/>
              </a:pPr>
              <a:t>‹#›</a:t>
            </a:fld>
            <a:endParaRPr lang="en-US" altLang="zh-CN"/>
          </a:p>
        </p:txBody>
      </p:sp>
    </p:spTree>
    <p:extLst>
      <p:ext uri="{BB962C8B-B14F-4D97-AF65-F5344CB8AC3E}">
        <p14:creationId xmlns:p14="http://schemas.microsoft.com/office/powerpoint/2010/main" val="2204787292"/>
      </p:ext>
    </p:extLst>
  </p:cSld>
  <p:clrMapOvr>
    <a:overrideClrMapping bg1="dk1" tx1="lt1" bg2="dk2" tx2="lt2" accent1="accent1" accent2="accent2" accent3="accent3" accent4="accent4" accent5="accent5" accent6="accent6" hlink="hlink" folHlink="folHlink"/>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9">
            <a:extLst>
              <a:ext uri="{FF2B5EF4-FFF2-40B4-BE49-F238E27FC236}">
                <a16:creationId xmlns:a16="http://schemas.microsoft.com/office/drawing/2014/main" id="{A461EBB1-B902-4C7B-98FF-5E35F71941EA}"/>
              </a:ext>
            </a:extLst>
          </p:cNvPr>
          <p:cNvSpPr>
            <a:spLocks noGrp="1"/>
          </p:cNvSpPr>
          <p:nvPr>
            <p:ph type="dt" sz="half" idx="10"/>
          </p:nvPr>
        </p:nvSpPr>
        <p:spPr/>
        <p:txBody>
          <a:bodyPr/>
          <a:lstStyle>
            <a:lvl1pPr>
              <a:defRPr/>
            </a:lvl1pPr>
          </a:lstStyle>
          <a:p>
            <a:pPr>
              <a:defRPr/>
            </a:pPr>
            <a:endParaRPr lang="en-US"/>
          </a:p>
        </p:txBody>
      </p:sp>
      <p:sp>
        <p:nvSpPr>
          <p:cNvPr id="5" name="Footer Placeholder 21">
            <a:extLst>
              <a:ext uri="{FF2B5EF4-FFF2-40B4-BE49-F238E27FC236}">
                <a16:creationId xmlns:a16="http://schemas.microsoft.com/office/drawing/2014/main" id="{D753F9B1-CD69-43D2-8CC2-47C281B922F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17">
            <a:extLst>
              <a:ext uri="{FF2B5EF4-FFF2-40B4-BE49-F238E27FC236}">
                <a16:creationId xmlns:a16="http://schemas.microsoft.com/office/drawing/2014/main" id="{6D113C5E-2E5F-44DF-B7E0-DB0C30B1276B}"/>
              </a:ext>
            </a:extLst>
          </p:cNvPr>
          <p:cNvSpPr>
            <a:spLocks noGrp="1"/>
          </p:cNvSpPr>
          <p:nvPr>
            <p:ph type="sldNum" sz="quarter" idx="12"/>
          </p:nvPr>
        </p:nvSpPr>
        <p:spPr/>
        <p:txBody>
          <a:bodyPr/>
          <a:lstStyle>
            <a:lvl1pPr>
              <a:defRPr/>
            </a:lvl1pPr>
          </a:lstStyle>
          <a:p>
            <a:pPr>
              <a:defRPr/>
            </a:pPr>
            <a:fld id="{43A625D7-A380-4B5B-8717-1BC3BEA6278E}" type="slidenum">
              <a:rPr lang="en-US" altLang="zh-CN"/>
              <a:pPr>
                <a:defRPr/>
              </a:pPr>
              <a:t>‹#›</a:t>
            </a:fld>
            <a:endParaRPr lang="en-US" altLang="zh-CN"/>
          </a:p>
        </p:txBody>
      </p:sp>
    </p:spTree>
    <p:extLst>
      <p:ext uri="{BB962C8B-B14F-4D97-AF65-F5344CB8AC3E}">
        <p14:creationId xmlns:p14="http://schemas.microsoft.com/office/powerpoint/2010/main" val="1938924180"/>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a:t>单击此处编辑母版标题样式</a:t>
            </a:r>
            <a:endParaRPr lang="en-US"/>
          </a:p>
        </p:txBody>
      </p:sp>
      <p:sp>
        <p:nvSpPr>
          <p:cNvPr id="3" name="Text Placeholder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单击此处编辑母版文本样式</a:t>
            </a:r>
          </a:p>
        </p:txBody>
      </p:sp>
      <p:sp>
        <p:nvSpPr>
          <p:cNvPr id="4" name="Date Placeholder 3">
            <a:extLst>
              <a:ext uri="{FF2B5EF4-FFF2-40B4-BE49-F238E27FC236}">
                <a16:creationId xmlns:a16="http://schemas.microsoft.com/office/drawing/2014/main" id="{E89EE9A7-C194-4A51-A30B-7C4AC32A9A86}"/>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90939C92-D867-4DFE-A1CA-11B74B06463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E12569A-464B-4363-BDED-2FA5AC1323C9}"/>
              </a:ext>
            </a:extLst>
          </p:cNvPr>
          <p:cNvSpPr>
            <a:spLocks noGrp="1"/>
          </p:cNvSpPr>
          <p:nvPr>
            <p:ph type="sldNum" sz="quarter" idx="12"/>
          </p:nvPr>
        </p:nvSpPr>
        <p:spPr/>
        <p:txBody>
          <a:bodyPr/>
          <a:lstStyle>
            <a:lvl1pPr>
              <a:defRPr>
                <a:solidFill>
                  <a:srgbClr val="D1EAEE"/>
                </a:solidFill>
              </a:defRPr>
            </a:lvl1pPr>
          </a:lstStyle>
          <a:p>
            <a:pPr>
              <a:defRPr/>
            </a:pPr>
            <a:fld id="{FF2BCD54-E6E7-444F-840F-78BB26DEBC8F}" type="slidenum">
              <a:rPr lang="en-US" altLang="zh-CN"/>
              <a:pPr>
                <a:defRPr/>
              </a:pPr>
              <a:t>‹#›</a:t>
            </a:fld>
            <a:endParaRPr lang="en-US" altLang="zh-CN"/>
          </a:p>
        </p:txBody>
      </p:sp>
    </p:spTree>
    <p:extLst>
      <p:ext uri="{BB962C8B-B14F-4D97-AF65-F5344CB8AC3E}">
        <p14:creationId xmlns:p14="http://schemas.microsoft.com/office/powerpoint/2010/main" val="838218730"/>
      </p:ext>
    </p:extLst>
  </p:cSld>
  <p:clrMapOvr>
    <a:overrideClrMapping bg1="dk1" tx1="lt1" bg2="dk2" tx2="lt2" accent1="accent1" accent2="accent2" accent3="accent3" accent4="accent4" accent5="accent5" accent6="accent6" hlink="hlink" folHlink="folHlink"/>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Date Placeholder 9">
            <a:extLst>
              <a:ext uri="{FF2B5EF4-FFF2-40B4-BE49-F238E27FC236}">
                <a16:creationId xmlns:a16="http://schemas.microsoft.com/office/drawing/2014/main" id="{9FF20505-B882-447F-9F0D-FA924E0AF550}"/>
              </a:ext>
            </a:extLst>
          </p:cNvPr>
          <p:cNvSpPr>
            <a:spLocks noGrp="1"/>
          </p:cNvSpPr>
          <p:nvPr>
            <p:ph type="dt" sz="half" idx="10"/>
          </p:nvPr>
        </p:nvSpPr>
        <p:spPr/>
        <p:txBody>
          <a:bodyPr/>
          <a:lstStyle>
            <a:lvl1pPr>
              <a:defRPr/>
            </a:lvl1pPr>
          </a:lstStyle>
          <a:p>
            <a:pPr>
              <a:defRPr/>
            </a:pPr>
            <a:endParaRPr lang="en-US"/>
          </a:p>
        </p:txBody>
      </p:sp>
      <p:sp>
        <p:nvSpPr>
          <p:cNvPr id="6" name="Footer Placeholder 21">
            <a:extLst>
              <a:ext uri="{FF2B5EF4-FFF2-40B4-BE49-F238E27FC236}">
                <a16:creationId xmlns:a16="http://schemas.microsoft.com/office/drawing/2014/main" id="{C1963676-71CB-42F9-B2F9-38620C914F42}"/>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17">
            <a:extLst>
              <a:ext uri="{FF2B5EF4-FFF2-40B4-BE49-F238E27FC236}">
                <a16:creationId xmlns:a16="http://schemas.microsoft.com/office/drawing/2014/main" id="{843EE81D-11E8-4B13-A0CF-85DC7819187F}"/>
              </a:ext>
            </a:extLst>
          </p:cNvPr>
          <p:cNvSpPr>
            <a:spLocks noGrp="1"/>
          </p:cNvSpPr>
          <p:nvPr>
            <p:ph type="sldNum" sz="quarter" idx="12"/>
          </p:nvPr>
        </p:nvSpPr>
        <p:spPr/>
        <p:txBody>
          <a:bodyPr/>
          <a:lstStyle>
            <a:lvl1pPr>
              <a:defRPr/>
            </a:lvl1pPr>
          </a:lstStyle>
          <a:p>
            <a:pPr>
              <a:defRPr/>
            </a:pPr>
            <a:fld id="{91AC87D7-B9D7-435C-805C-1299DBEC1C64}" type="slidenum">
              <a:rPr lang="en-US" altLang="zh-CN"/>
              <a:pPr>
                <a:defRPr/>
              </a:pPr>
              <a:t>‹#›</a:t>
            </a:fld>
            <a:endParaRPr lang="en-US" altLang="zh-CN"/>
          </a:p>
        </p:txBody>
      </p:sp>
    </p:spTree>
    <p:extLst>
      <p:ext uri="{BB962C8B-B14F-4D97-AF65-F5344CB8AC3E}">
        <p14:creationId xmlns:p14="http://schemas.microsoft.com/office/powerpoint/2010/main" val="3173441205"/>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lvl1pPr>
              <a:defRPr/>
            </a:lvl1pPr>
          </a:lstStyle>
          <a:p>
            <a:r>
              <a:rPr lang="zh-CN" altLang="en-US"/>
              <a:t>单击此处编辑母版标题样式</a:t>
            </a:r>
            <a:endParaRPr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Date Placeholder 9">
            <a:extLst>
              <a:ext uri="{FF2B5EF4-FFF2-40B4-BE49-F238E27FC236}">
                <a16:creationId xmlns:a16="http://schemas.microsoft.com/office/drawing/2014/main" id="{96049896-9445-490E-BC49-9CCAEB0342FD}"/>
              </a:ext>
            </a:extLst>
          </p:cNvPr>
          <p:cNvSpPr>
            <a:spLocks noGrp="1"/>
          </p:cNvSpPr>
          <p:nvPr>
            <p:ph type="dt" sz="half" idx="10"/>
          </p:nvPr>
        </p:nvSpPr>
        <p:spPr/>
        <p:txBody>
          <a:bodyPr/>
          <a:lstStyle>
            <a:lvl1pPr>
              <a:defRPr/>
            </a:lvl1pPr>
          </a:lstStyle>
          <a:p>
            <a:pPr>
              <a:defRPr/>
            </a:pPr>
            <a:endParaRPr lang="en-US"/>
          </a:p>
        </p:txBody>
      </p:sp>
      <p:sp>
        <p:nvSpPr>
          <p:cNvPr id="8" name="Footer Placeholder 21">
            <a:extLst>
              <a:ext uri="{FF2B5EF4-FFF2-40B4-BE49-F238E27FC236}">
                <a16:creationId xmlns:a16="http://schemas.microsoft.com/office/drawing/2014/main" id="{EC6C8972-C5D7-42C0-8B2C-4D333907AB0C}"/>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17">
            <a:extLst>
              <a:ext uri="{FF2B5EF4-FFF2-40B4-BE49-F238E27FC236}">
                <a16:creationId xmlns:a16="http://schemas.microsoft.com/office/drawing/2014/main" id="{15CC7AAA-8CE4-4651-A1B6-9E90CA78A3C8}"/>
              </a:ext>
            </a:extLst>
          </p:cNvPr>
          <p:cNvSpPr>
            <a:spLocks noGrp="1"/>
          </p:cNvSpPr>
          <p:nvPr>
            <p:ph type="sldNum" sz="quarter" idx="12"/>
          </p:nvPr>
        </p:nvSpPr>
        <p:spPr/>
        <p:txBody>
          <a:bodyPr/>
          <a:lstStyle>
            <a:lvl1pPr>
              <a:defRPr/>
            </a:lvl1pPr>
          </a:lstStyle>
          <a:p>
            <a:pPr>
              <a:defRPr/>
            </a:pPr>
            <a:fld id="{54E56839-9872-4A4F-B707-BDD38C559F6C}" type="slidenum">
              <a:rPr lang="en-US" altLang="zh-CN"/>
              <a:pPr>
                <a:defRPr/>
              </a:pPr>
              <a:t>‹#›</a:t>
            </a:fld>
            <a:endParaRPr lang="en-US" altLang="zh-CN"/>
          </a:p>
        </p:txBody>
      </p:sp>
    </p:spTree>
    <p:extLst>
      <p:ext uri="{BB962C8B-B14F-4D97-AF65-F5344CB8AC3E}">
        <p14:creationId xmlns:p14="http://schemas.microsoft.com/office/powerpoint/2010/main" val="642266697"/>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zh-CN" altLang="en-US"/>
              <a:t>单击此处编辑母版标题样式</a:t>
            </a:r>
            <a:endParaRPr lang="en-US"/>
          </a:p>
        </p:txBody>
      </p:sp>
      <p:sp>
        <p:nvSpPr>
          <p:cNvPr id="3" name="Date Placeholder 9">
            <a:extLst>
              <a:ext uri="{FF2B5EF4-FFF2-40B4-BE49-F238E27FC236}">
                <a16:creationId xmlns:a16="http://schemas.microsoft.com/office/drawing/2014/main" id="{81BB5F1C-3ADE-4D14-8046-09E90EE11652}"/>
              </a:ext>
            </a:extLst>
          </p:cNvPr>
          <p:cNvSpPr>
            <a:spLocks noGrp="1"/>
          </p:cNvSpPr>
          <p:nvPr>
            <p:ph type="dt" sz="half" idx="10"/>
          </p:nvPr>
        </p:nvSpPr>
        <p:spPr/>
        <p:txBody>
          <a:bodyPr/>
          <a:lstStyle>
            <a:lvl1pPr>
              <a:defRPr/>
            </a:lvl1pPr>
          </a:lstStyle>
          <a:p>
            <a:pPr>
              <a:defRPr/>
            </a:pPr>
            <a:endParaRPr lang="en-US"/>
          </a:p>
        </p:txBody>
      </p:sp>
      <p:sp>
        <p:nvSpPr>
          <p:cNvPr id="4" name="Footer Placeholder 21">
            <a:extLst>
              <a:ext uri="{FF2B5EF4-FFF2-40B4-BE49-F238E27FC236}">
                <a16:creationId xmlns:a16="http://schemas.microsoft.com/office/drawing/2014/main" id="{F00B1E21-2899-4375-96CF-6047B1304704}"/>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17">
            <a:extLst>
              <a:ext uri="{FF2B5EF4-FFF2-40B4-BE49-F238E27FC236}">
                <a16:creationId xmlns:a16="http://schemas.microsoft.com/office/drawing/2014/main" id="{2F6A12E4-F0A1-4EDB-9782-7179757914E9}"/>
              </a:ext>
            </a:extLst>
          </p:cNvPr>
          <p:cNvSpPr>
            <a:spLocks noGrp="1"/>
          </p:cNvSpPr>
          <p:nvPr>
            <p:ph type="sldNum" sz="quarter" idx="12"/>
          </p:nvPr>
        </p:nvSpPr>
        <p:spPr/>
        <p:txBody>
          <a:bodyPr/>
          <a:lstStyle>
            <a:lvl1pPr>
              <a:defRPr/>
            </a:lvl1pPr>
          </a:lstStyle>
          <a:p>
            <a:pPr>
              <a:defRPr/>
            </a:pPr>
            <a:fld id="{48E3E174-6E34-4C33-822C-B2C00044375F}" type="slidenum">
              <a:rPr lang="en-US" altLang="zh-CN"/>
              <a:pPr>
                <a:defRPr/>
              </a:pPr>
              <a:t>‹#›</a:t>
            </a:fld>
            <a:endParaRPr lang="en-US" altLang="zh-CN"/>
          </a:p>
        </p:txBody>
      </p:sp>
    </p:spTree>
    <p:extLst>
      <p:ext uri="{BB962C8B-B14F-4D97-AF65-F5344CB8AC3E}">
        <p14:creationId xmlns:p14="http://schemas.microsoft.com/office/powerpoint/2010/main" val="1851106487"/>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9">
            <a:extLst>
              <a:ext uri="{FF2B5EF4-FFF2-40B4-BE49-F238E27FC236}">
                <a16:creationId xmlns:a16="http://schemas.microsoft.com/office/drawing/2014/main" id="{783EB097-EEA5-46AA-B5AE-78A711F269D2}"/>
              </a:ext>
            </a:extLst>
          </p:cNvPr>
          <p:cNvSpPr>
            <a:spLocks noGrp="1"/>
          </p:cNvSpPr>
          <p:nvPr>
            <p:ph type="dt" sz="half" idx="10"/>
          </p:nvPr>
        </p:nvSpPr>
        <p:spPr/>
        <p:txBody>
          <a:bodyPr/>
          <a:lstStyle>
            <a:lvl1pPr>
              <a:defRPr/>
            </a:lvl1pPr>
          </a:lstStyle>
          <a:p>
            <a:pPr>
              <a:defRPr/>
            </a:pPr>
            <a:endParaRPr lang="en-US"/>
          </a:p>
        </p:txBody>
      </p:sp>
      <p:sp>
        <p:nvSpPr>
          <p:cNvPr id="3" name="Footer Placeholder 21">
            <a:extLst>
              <a:ext uri="{FF2B5EF4-FFF2-40B4-BE49-F238E27FC236}">
                <a16:creationId xmlns:a16="http://schemas.microsoft.com/office/drawing/2014/main" id="{FF871B2F-0A7E-4030-AF3E-37C16522D31A}"/>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17">
            <a:extLst>
              <a:ext uri="{FF2B5EF4-FFF2-40B4-BE49-F238E27FC236}">
                <a16:creationId xmlns:a16="http://schemas.microsoft.com/office/drawing/2014/main" id="{BAD5851F-56EA-4F4D-8058-75398B34805E}"/>
              </a:ext>
            </a:extLst>
          </p:cNvPr>
          <p:cNvSpPr>
            <a:spLocks noGrp="1"/>
          </p:cNvSpPr>
          <p:nvPr>
            <p:ph type="sldNum" sz="quarter" idx="12"/>
          </p:nvPr>
        </p:nvSpPr>
        <p:spPr/>
        <p:txBody>
          <a:bodyPr/>
          <a:lstStyle>
            <a:lvl1pPr>
              <a:defRPr/>
            </a:lvl1pPr>
          </a:lstStyle>
          <a:p>
            <a:pPr>
              <a:defRPr/>
            </a:pPr>
            <a:fld id="{4A5DE697-A6C3-4689-9888-BB2ECEC5BBB2}" type="slidenum">
              <a:rPr lang="en-US" altLang="zh-CN"/>
              <a:pPr>
                <a:defRPr/>
              </a:pPr>
              <a:t>‹#›</a:t>
            </a:fld>
            <a:endParaRPr lang="en-US" altLang="zh-CN"/>
          </a:p>
        </p:txBody>
      </p:sp>
    </p:spTree>
    <p:extLst>
      <p:ext uri="{BB962C8B-B14F-4D97-AF65-F5344CB8AC3E}">
        <p14:creationId xmlns:p14="http://schemas.microsoft.com/office/powerpoint/2010/main" val="2364710536"/>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zh-CN" altLang="en-US"/>
              <a:t>单击此处编辑母版标题样式</a:t>
            </a:r>
            <a:endParaRPr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zh-CN" altLang="en-US"/>
              <a:t>单击此处编辑母版文本样式</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Date Placeholder 9">
            <a:extLst>
              <a:ext uri="{FF2B5EF4-FFF2-40B4-BE49-F238E27FC236}">
                <a16:creationId xmlns:a16="http://schemas.microsoft.com/office/drawing/2014/main" id="{E2DA1947-BFC9-435D-89DD-C14029CF233E}"/>
              </a:ext>
            </a:extLst>
          </p:cNvPr>
          <p:cNvSpPr>
            <a:spLocks noGrp="1"/>
          </p:cNvSpPr>
          <p:nvPr>
            <p:ph type="dt" sz="half" idx="10"/>
          </p:nvPr>
        </p:nvSpPr>
        <p:spPr/>
        <p:txBody>
          <a:bodyPr/>
          <a:lstStyle>
            <a:lvl1pPr>
              <a:defRPr/>
            </a:lvl1pPr>
          </a:lstStyle>
          <a:p>
            <a:pPr>
              <a:defRPr/>
            </a:pPr>
            <a:endParaRPr lang="en-US"/>
          </a:p>
        </p:txBody>
      </p:sp>
      <p:sp>
        <p:nvSpPr>
          <p:cNvPr id="6" name="Footer Placeholder 21">
            <a:extLst>
              <a:ext uri="{FF2B5EF4-FFF2-40B4-BE49-F238E27FC236}">
                <a16:creationId xmlns:a16="http://schemas.microsoft.com/office/drawing/2014/main" id="{784B8923-B349-4881-931F-4B6ABE9FC67B}"/>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17">
            <a:extLst>
              <a:ext uri="{FF2B5EF4-FFF2-40B4-BE49-F238E27FC236}">
                <a16:creationId xmlns:a16="http://schemas.microsoft.com/office/drawing/2014/main" id="{DD1373D9-404D-45C9-AF42-C1C8FFA98204}"/>
              </a:ext>
            </a:extLst>
          </p:cNvPr>
          <p:cNvSpPr>
            <a:spLocks noGrp="1"/>
          </p:cNvSpPr>
          <p:nvPr>
            <p:ph type="sldNum" sz="quarter" idx="12"/>
          </p:nvPr>
        </p:nvSpPr>
        <p:spPr/>
        <p:txBody>
          <a:bodyPr/>
          <a:lstStyle>
            <a:lvl1pPr>
              <a:defRPr/>
            </a:lvl1pPr>
          </a:lstStyle>
          <a:p>
            <a:pPr>
              <a:defRPr/>
            </a:pPr>
            <a:fld id="{7821131A-8EBA-4FFA-835A-D4D98F3FB278}" type="slidenum">
              <a:rPr lang="en-US" altLang="zh-CN"/>
              <a:pPr>
                <a:defRPr/>
              </a:pPr>
              <a:t>‹#›</a:t>
            </a:fld>
            <a:endParaRPr lang="en-US" altLang="zh-CN"/>
          </a:p>
        </p:txBody>
      </p:sp>
    </p:spTree>
    <p:extLst>
      <p:ext uri="{BB962C8B-B14F-4D97-AF65-F5344CB8AC3E}">
        <p14:creationId xmlns:p14="http://schemas.microsoft.com/office/powerpoint/2010/main" val="3455989558"/>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5" name="Snip and Round Single Corner Rectangle 8">
            <a:extLst>
              <a:ext uri="{FF2B5EF4-FFF2-40B4-BE49-F238E27FC236}">
                <a16:creationId xmlns:a16="http://schemas.microsoft.com/office/drawing/2014/main" id="{6B1041AD-A2C6-44D0-88B7-E1E4A312B16D}"/>
              </a:ext>
            </a:extLst>
          </p:cNvPr>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en-US"/>
          </a:p>
        </p:txBody>
      </p:sp>
      <p:sp>
        <p:nvSpPr>
          <p:cNvPr id="6" name="Right Triangle 11">
            <a:extLst>
              <a:ext uri="{FF2B5EF4-FFF2-40B4-BE49-F238E27FC236}">
                <a16:creationId xmlns:a16="http://schemas.microsoft.com/office/drawing/2014/main" id="{DDDA7929-F094-434A-92B6-271AC835F4CD}"/>
              </a:ext>
            </a:extLst>
          </p:cNvPr>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en-US"/>
          </a:p>
        </p:txBody>
      </p:sp>
      <p:sp>
        <p:nvSpPr>
          <p:cNvPr id="7" name="Freeform 9">
            <a:extLst>
              <a:ext uri="{FF2B5EF4-FFF2-40B4-BE49-F238E27FC236}">
                <a16:creationId xmlns:a16="http://schemas.microsoft.com/office/drawing/2014/main" id="{FF19105E-9AFD-4F83-BEEE-AE067F6BDD44}"/>
              </a:ext>
            </a:extLst>
          </p:cNvPr>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eaLnBrk="1" hangingPunct="1">
              <a:buFont typeface="Arial" panose="020B0604020202020204" pitchFamily="34" charset="0"/>
              <a:buNone/>
              <a:defRPr/>
            </a:pPr>
            <a:endParaRPr lang="en-US">
              <a:latin typeface="+mn-lt"/>
              <a:ea typeface="+mn-ea"/>
            </a:endParaRPr>
          </a:p>
        </p:txBody>
      </p:sp>
      <p:sp>
        <p:nvSpPr>
          <p:cNvPr id="8" name="Freeform 10">
            <a:extLst>
              <a:ext uri="{FF2B5EF4-FFF2-40B4-BE49-F238E27FC236}">
                <a16:creationId xmlns:a16="http://schemas.microsoft.com/office/drawing/2014/main" id="{86D879B1-AB7A-4515-8D24-1F9074AAC3F2}"/>
              </a:ext>
            </a:extLst>
          </p:cNvPr>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eaLnBrk="1" hangingPunct="1">
              <a:buFont typeface="Arial" panose="020B0604020202020204" pitchFamily="34" charset="0"/>
              <a:buNone/>
              <a:defRPr/>
            </a:pPr>
            <a:endParaRPr lang="en-US">
              <a:latin typeface="+mn-lt"/>
              <a:ea typeface="+mn-ea"/>
            </a:endParaRPr>
          </a:p>
        </p:txBody>
      </p:sp>
      <p:sp>
        <p:nvSpPr>
          <p:cNvPr id="2" name="Title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zh-CN" altLang="en-US"/>
              <a:t>单击此处编辑母版标题样式</a:t>
            </a:r>
            <a:endParaRPr lang="en-US"/>
          </a:p>
        </p:txBody>
      </p:sp>
      <p:sp>
        <p:nvSpPr>
          <p:cNvPr id="4" name="Text Placeholder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zh-CN" altLang="en-US"/>
              <a:t>单击此处编辑母版文本样式</a:t>
            </a:r>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zh-CN" altLang="en-US" noProof="0"/>
              <a:t>单击图标添加图片</a:t>
            </a:r>
            <a:endParaRPr lang="en-US" noProof="0" dirty="0"/>
          </a:p>
        </p:txBody>
      </p:sp>
      <p:sp>
        <p:nvSpPr>
          <p:cNvPr id="9" name="Date Placeholder 4">
            <a:extLst>
              <a:ext uri="{FF2B5EF4-FFF2-40B4-BE49-F238E27FC236}">
                <a16:creationId xmlns:a16="http://schemas.microsoft.com/office/drawing/2014/main" id="{6CB8702C-16FD-4A64-9112-7540BC4521DD}"/>
              </a:ext>
            </a:extLst>
          </p:cNvPr>
          <p:cNvSpPr>
            <a:spLocks noGrp="1"/>
          </p:cNvSpPr>
          <p:nvPr>
            <p:ph type="dt" sz="half" idx="10"/>
          </p:nvPr>
        </p:nvSpPr>
        <p:spPr/>
        <p:txBody>
          <a:bodyPr/>
          <a:lstStyle>
            <a:lvl1pPr>
              <a:defRPr/>
            </a:lvl1pPr>
          </a:lstStyle>
          <a:p>
            <a:pPr>
              <a:defRPr/>
            </a:pPr>
            <a:endParaRPr lang="en-US"/>
          </a:p>
        </p:txBody>
      </p:sp>
      <p:sp>
        <p:nvSpPr>
          <p:cNvPr id="10" name="Footer Placeholder 5">
            <a:extLst>
              <a:ext uri="{FF2B5EF4-FFF2-40B4-BE49-F238E27FC236}">
                <a16:creationId xmlns:a16="http://schemas.microsoft.com/office/drawing/2014/main" id="{F97A6268-280C-4698-9C50-AA298578A8F9}"/>
              </a:ext>
            </a:extLst>
          </p:cNvPr>
          <p:cNvSpPr>
            <a:spLocks noGrp="1"/>
          </p:cNvSpPr>
          <p:nvPr>
            <p:ph type="ftr" sz="quarter" idx="11"/>
          </p:nvPr>
        </p:nvSpPr>
        <p:spPr/>
        <p:txBody>
          <a:bodyPr/>
          <a:lstStyle>
            <a:lvl1pPr>
              <a:defRPr/>
            </a:lvl1pPr>
          </a:lstStyle>
          <a:p>
            <a:pPr>
              <a:defRPr/>
            </a:pPr>
            <a:endParaRPr lang="en-US"/>
          </a:p>
        </p:txBody>
      </p:sp>
      <p:sp>
        <p:nvSpPr>
          <p:cNvPr id="11" name="Slide Number Placeholder 6">
            <a:extLst>
              <a:ext uri="{FF2B5EF4-FFF2-40B4-BE49-F238E27FC236}">
                <a16:creationId xmlns:a16="http://schemas.microsoft.com/office/drawing/2014/main" id="{A9ACC0B2-682D-4625-97A3-0DC80E16A8EE}"/>
              </a:ext>
            </a:extLst>
          </p:cNvPr>
          <p:cNvSpPr>
            <a:spLocks noGrp="1"/>
          </p:cNvSpPr>
          <p:nvPr>
            <p:ph type="sldNum" sz="quarter" idx="12"/>
          </p:nvPr>
        </p:nvSpPr>
        <p:spPr>
          <a:xfrm>
            <a:off x="8077200" y="6356350"/>
            <a:ext cx="609600" cy="365125"/>
          </a:xfrm>
        </p:spPr>
        <p:txBody>
          <a:bodyPr/>
          <a:lstStyle>
            <a:lvl1pPr>
              <a:defRPr/>
            </a:lvl1pPr>
          </a:lstStyle>
          <a:p>
            <a:pPr>
              <a:defRPr/>
            </a:pPr>
            <a:fld id="{A139A7B3-1688-46C5-B4E0-BC311EE2A2E7}" type="slidenum">
              <a:rPr lang="en-US" altLang="zh-CN"/>
              <a:pPr>
                <a:defRPr/>
              </a:pPr>
              <a:t>‹#›</a:t>
            </a:fld>
            <a:endParaRPr lang="en-US" altLang="zh-CN"/>
          </a:p>
        </p:txBody>
      </p:sp>
    </p:spTree>
    <p:extLst>
      <p:ext uri="{BB962C8B-B14F-4D97-AF65-F5344CB8AC3E}">
        <p14:creationId xmlns:p14="http://schemas.microsoft.com/office/powerpoint/2010/main" val="3667348895"/>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9">
            <a:extLst>
              <a:ext uri="{FF2B5EF4-FFF2-40B4-BE49-F238E27FC236}">
                <a16:creationId xmlns:a16="http://schemas.microsoft.com/office/drawing/2014/main" id="{FF75704E-F3C1-4FAF-AE68-36C400674767}"/>
              </a:ext>
            </a:extLst>
          </p:cNvPr>
          <p:cNvSpPr>
            <a:spLocks noGrp="1"/>
          </p:cNvSpPr>
          <p:nvPr>
            <p:ph type="dt" sz="half" idx="10"/>
          </p:nvPr>
        </p:nvSpPr>
        <p:spPr/>
        <p:txBody>
          <a:bodyPr/>
          <a:lstStyle>
            <a:lvl1pPr>
              <a:defRPr/>
            </a:lvl1pPr>
          </a:lstStyle>
          <a:p>
            <a:pPr>
              <a:defRPr/>
            </a:pPr>
            <a:endParaRPr lang="en-US"/>
          </a:p>
        </p:txBody>
      </p:sp>
      <p:sp>
        <p:nvSpPr>
          <p:cNvPr id="5" name="Footer Placeholder 21">
            <a:extLst>
              <a:ext uri="{FF2B5EF4-FFF2-40B4-BE49-F238E27FC236}">
                <a16:creationId xmlns:a16="http://schemas.microsoft.com/office/drawing/2014/main" id="{A137A53F-193B-411B-BCFD-01832CCF368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17">
            <a:extLst>
              <a:ext uri="{FF2B5EF4-FFF2-40B4-BE49-F238E27FC236}">
                <a16:creationId xmlns:a16="http://schemas.microsoft.com/office/drawing/2014/main" id="{32B67338-97F3-4C2F-B2B3-26D399D605D7}"/>
              </a:ext>
            </a:extLst>
          </p:cNvPr>
          <p:cNvSpPr>
            <a:spLocks noGrp="1"/>
          </p:cNvSpPr>
          <p:nvPr>
            <p:ph type="sldNum" sz="quarter" idx="12"/>
          </p:nvPr>
        </p:nvSpPr>
        <p:spPr/>
        <p:txBody>
          <a:bodyPr/>
          <a:lstStyle>
            <a:lvl1pPr>
              <a:defRPr/>
            </a:lvl1pPr>
          </a:lstStyle>
          <a:p>
            <a:pPr>
              <a:defRPr/>
            </a:pPr>
            <a:fld id="{EB7B36BF-2FE2-4818-8B08-C99EC242C45B}" type="slidenum">
              <a:rPr lang="en-US" altLang="zh-CN"/>
              <a:pPr>
                <a:defRPr/>
              </a:pPr>
              <a:t>‹#›</a:t>
            </a:fld>
            <a:endParaRPr lang="en-US" altLang="zh-CN"/>
          </a:p>
        </p:txBody>
      </p:sp>
    </p:spTree>
    <p:extLst>
      <p:ext uri="{BB962C8B-B14F-4D97-AF65-F5344CB8AC3E}">
        <p14:creationId xmlns:p14="http://schemas.microsoft.com/office/powerpoint/2010/main" val="570949287"/>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9">
            <a:extLst>
              <a:ext uri="{FF2B5EF4-FFF2-40B4-BE49-F238E27FC236}">
                <a16:creationId xmlns:a16="http://schemas.microsoft.com/office/drawing/2014/main" id="{98917959-92A6-409A-B50A-0C3528A4E179}"/>
              </a:ext>
            </a:extLst>
          </p:cNvPr>
          <p:cNvSpPr>
            <a:spLocks noGrp="1"/>
          </p:cNvSpPr>
          <p:nvPr>
            <p:ph type="dt" sz="half" idx="10"/>
          </p:nvPr>
        </p:nvSpPr>
        <p:spPr/>
        <p:txBody>
          <a:bodyPr/>
          <a:lstStyle>
            <a:lvl1pPr>
              <a:defRPr/>
            </a:lvl1pPr>
          </a:lstStyle>
          <a:p>
            <a:pPr>
              <a:defRPr/>
            </a:pPr>
            <a:endParaRPr lang="en-US"/>
          </a:p>
        </p:txBody>
      </p:sp>
      <p:sp>
        <p:nvSpPr>
          <p:cNvPr id="5" name="Footer Placeholder 21">
            <a:extLst>
              <a:ext uri="{FF2B5EF4-FFF2-40B4-BE49-F238E27FC236}">
                <a16:creationId xmlns:a16="http://schemas.microsoft.com/office/drawing/2014/main" id="{1277E3AB-794E-4E10-AC80-9183B7B3FB5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17">
            <a:extLst>
              <a:ext uri="{FF2B5EF4-FFF2-40B4-BE49-F238E27FC236}">
                <a16:creationId xmlns:a16="http://schemas.microsoft.com/office/drawing/2014/main" id="{B31F1D3A-8E50-4733-ABCD-158B5B403062}"/>
              </a:ext>
            </a:extLst>
          </p:cNvPr>
          <p:cNvSpPr>
            <a:spLocks noGrp="1"/>
          </p:cNvSpPr>
          <p:nvPr>
            <p:ph type="sldNum" sz="quarter" idx="12"/>
          </p:nvPr>
        </p:nvSpPr>
        <p:spPr/>
        <p:txBody>
          <a:bodyPr/>
          <a:lstStyle>
            <a:lvl1pPr>
              <a:defRPr/>
            </a:lvl1pPr>
          </a:lstStyle>
          <a:p>
            <a:pPr>
              <a:defRPr/>
            </a:pPr>
            <a:fld id="{279040C0-ACDF-4068-9FA3-5BBC27DBA209}" type="slidenum">
              <a:rPr lang="en-US" altLang="zh-CN"/>
              <a:pPr>
                <a:defRPr/>
              </a:pPr>
              <a:t>‹#›</a:t>
            </a:fld>
            <a:endParaRPr lang="en-US" altLang="zh-CN"/>
          </a:p>
        </p:txBody>
      </p:sp>
    </p:spTree>
    <p:extLst>
      <p:ext uri="{BB962C8B-B14F-4D97-AF65-F5344CB8AC3E}">
        <p14:creationId xmlns:p14="http://schemas.microsoft.com/office/powerpoint/2010/main" val="1257180426"/>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3.jpe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5122" name="Oval 6">
            <a:extLst>
              <a:ext uri="{FF2B5EF4-FFF2-40B4-BE49-F238E27FC236}">
                <a16:creationId xmlns:a16="http://schemas.microsoft.com/office/drawing/2014/main" id="{9178688F-4833-49B3-AB6A-9CC1B9120CE2}"/>
              </a:ext>
            </a:extLst>
          </p:cNvPr>
          <p:cNvSpPr>
            <a:spLocks noChangeArrowheads="1"/>
          </p:cNvSpPr>
          <p:nvPr/>
        </p:nvSpPr>
        <p:spPr bwMode="auto">
          <a:xfrm>
            <a:off x="8458200" y="6499225"/>
            <a:ext cx="84138" cy="84138"/>
          </a:xfrm>
          <a:prstGeom prst="ellipse">
            <a:avLst/>
          </a:prstGeom>
          <a:solidFill>
            <a:srgbClr val="7F7F7F"/>
          </a:solidFill>
          <a:ln>
            <a:noFill/>
          </a:ln>
          <a:extLst/>
        </p:spPr>
        <p:txBody>
          <a:bodyPr anchor="ctr"/>
          <a:lstStyle>
            <a:lvl1pPr eaLnBrk="0" hangingPunct="0">
              <a:defRPr sz="3200">
                <a:solidFill>
                  <a:schemeClr val="tx1"/>
                </a:solidFill>
                <a:latin typeface="Verdana" pitchFamily="34" charset="0"/>
                <a:ea typeface="楷体_GB2312" pitchFamily="1" charset="-122"/>
              </a:defRPr>
            </a:lvl1pPr>
            <a:lvl2pPr marL="742950" indent="-285750" eaLnBrk="0" hangingPunct="0">
              <a:defRPr sz="3200">
                <a:solidFill>
                  <a:schemeClr val="tx1"/>
                </a:solidFill>
                <a:latin typeface="Verdana" pitchFamily="34" charset="0"/>
                <a:ea typeface="楷体_GB2312" pitchFamily="1" charset="-122"/>
              </a:defRPr>
            </a:lvl2pPr>
            <a:lvl3pPr marL="1143000" indent="-228600" eaLnBrk="0" hangingPunct="0">
              <a:defRPr sz="3200">
                <a:solidFill>
                  <a:schemeClr val="tx1"/>
                </a:solidFill>
                <a:latin typeface="Verdana" pitchFamily="34" charset="0"/>
                <a:ea typeface="楷体_GB2312" pitchFamily="1" charset="-122"/>
              </a:defRPr>
            </a:lvl3pPr>
            <a:lvl4pPr marL="1600200" indent="-228600" eaLnBrk="0" hangingPunct="0">
              <a:defRPr sz="3200">
                <a:solidFill>
                  <a:schemeClr val="tx1"/>
                </a:solidFill>
                <a:latin typeface="Verdana" pitchFamily="34" charset="0"/>
                <a:ea typeface="楷体_GB2312" pitchFamily="1" charset="-122"/>
              </a:defRPr>
            </a:lvl4pPr>
            <a:lvl5pPr marL="2057400" indent="-228600" eaLnBrk="0" hangingPunct="0">
              <a:defRPr sz="3200">
                <a:solidFill>
                  <a:schemeClr val="tx1"/>
                </a:solidFill>
                <a:latin typeface="Verdana" pitchFamily="34" charset="0"/>
                <a:ea typeface="楷体_GB2312" pitchFamily="1" charset="-122"/>
              </a:defRPr>
            </a:lvl5pPr>
            <a:lvl6pPr marL="25146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6pPr>
            <a:lvl7pPr marL="29718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7pPr>
            <a:lvl8pPr marL="34290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8pPr>
            <a:lvl9pPr marL="38862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9pPr>
          </a:lstStyle>
          <a:p>
            <a:pPr algn="ctr" eaLnBrk="1" hangingPunct="1">
              <a:buFont typeface="Arial" panose="020B0604020202020204" pitchFamily="34" charset="0"/>
              <a:buNone/>
              <a:defRPr/>
            </a:pPr>
            <a:endParaRPr lang="en-US" altLang="zh-CN" sz="1800">
              <a:solidFill>
                <a:srgbClr val="FFFFFF"/>
              </a:solidFill>
              <a:latin typeface="Palatino Linotype" pitchFamily="18" charset="0"/>
            </a:endParaRPr>
          </a:p>
        </p:txBody>
      </p:sp>
      <p:sp>
        <p:nvSpPr>
          <p:cNvPr id="5123" name="Oval 7">
            <a:extLst>
              <a:ext uri="{FF2B5EF4-FFF2-40B4-BE49-F238E27FC236}">
                <a16:creationId xmlns:a16="http://schemas.microsoft.com/office/drawing/2014/main" id="{1EA11FF3-80B5-40B4-B139-3B662EA60E30}"/>
              </a:ext>
            </a:extLst>
          </p:cNvPr>
          <p:cNvSpPr>
            <a:spLocks noChangeArrowheads="1"/>
          </p:cNvSpPr>
          <p:nvPr/>
        </p:nvSpPr>
        <p:spPr bwMode="auto">
          <a:xfrm>
            <a:off x="569913" y="6499225"/>
            <a:ext cx="84137" cy="84138"/>
          </a:xfrm>
          <a:prstGeom prst="ellipse">
            <a:avLst/>
          </a:prstGeom>
          <a:solidFill>
            <a:srgbClr val="7F7F7F"/>
          </a:solidFill>
          <a:ln>
            <a:noFill/>
          </a:ln>
          <a:extLst/>
        </p:spPr>
        <p:txBody>
          <a:bodyPr anchor="ctr"/>
          <a:lstStyle>
            <a:lvl1pPr eaLnBrk="0" hangingPunct="0">
              <a:defRPr sz="3200">
                <a:solidFill>
                  <a:schemeClr val="tx1"/>
                </a:solidFill>
                <a:latin typeface="Verdana" pitchFamily="34" charset="0"/>
                <a:ea typeface="楷体_GB2312" pitchFamily="1" charset="-122"/>
              </a:defRPr>
            </a:lvl1pPr>
            <a:lvl2pPr marL="742950" indent="-285750" eaLnBrk="0" hangingPunct="0">
              <a:defRPr sz="3200">
                <a:solidFill>
                  <a:schemeClr val="tx1"/>
                </a:solidFill>
                <a:latin typeface="Verdana" pitchFamily="34" charset="0"/>
                <a:ea typeface="楷体_GB2312" pitchFamily="1" charset="-122"/>
              </a:defRPr>
            </a:lvl2pPr>
            <a:lvl3pPr marL="1143000" indent="-228600" eaLnBrk="0" hangingPunct="0">
              <a:defRPr sz="3200">
                <a:solidFill>
                  <a:schemeClr val="tx1"/>
                </a:solidFill>
                <a:latin typeface="Verdana" pitchFamily="34" charset="0"/>
                <a:ea typeface="楷体_GB2312" pitchFamily="1" charset="-122"/>
              </a:defRPr>
            </a:lvl3pPr>
            <a:lvl4pPr marL="1600200" indent="-228600" eaLnBrk="0" hangingPunct="0">
              <a:defRPr sz="3200">
                <a:solidFill>
                  <a:schemeClr val="tx1"/>
                </a:solidFill>
                <a:latin typeface="Verdana" pitchFamily="34" charset="0"/>
                <a:ea typeface="楷体_GB2312" pitchFamily="1" charset="-122"/>
              </a:defRPr>
            </a:lvl4pPr>
            <a:lvl5pPr marL="2057400" indent="-228600" eaLnBrk="0" hangingPunct="0">
              <a:defRPr sz="3200">
                <a:solidFill>
                  <a:schemeClr val="tx1"/>
                </a:solidFill>
                <a:latin typeface="Verdana" pitchFamily="34" charset="0"/>
                <a:ea typeface="楷体_GB2312" pitchFamily="1" charset="-122"/>
              </a:defRPr>
            </a:lvl5pPr>
            <a:lvl6pPr marL="25146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6pPr>
            <a:lvl7pPr marL="29718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7pPr>
            <a:lvl8pPr marL="34290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8pPr>
            <a:lvl9pPr marL="38862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9pPr>
          </a:lstStyle>
          <a:p>
            <a:pPr algn="ctr" eaLnBrk="1" hangingPunct="1">
              <a:buFont typeface="Arial" panose="020B0604020202020204" pitchFamily="34" charset="0"/>
              <a:buNone/>
              <a:defRPr/>
            </a:pPr>
            <a:endParaRPr lang="en-US" altLang="zh-CN">
              <a:solidFill>
                <a:srgbClr val="FFFFFF"/>
              </a:solidFill>
              <a:latin typeface="Palatino Linotype" pitchFamily="18" charset="0"/>
            </a:endParaRPr>
          </a:p>
        </p:txBody>
      </p:sp>
      <p:sp>
        <p:nvSpPr>
          <p:cNvPr id="1028" name="Title Placeholder 1">
            <a:extLst>
              <a:ext uri="{FF2B5EF4-FFF2-40B4-BE49-F238E27FC236}">
                <a16:creationId xmlns:a16="http://schemas.microsoft.com/office/drawing/2014/main" id="{86EAB22A-61CC-4D68-B9E1-C95C64123566}"/>
              </a:ext>
            </a:extLst>
          </p:cNvPr>
          <p:cNvSpPr>
            <a:spLocks noGrp="1" noChangeArrowheads="1"/>
          </p:cNvSpPr>
          <p:nvPr>
            <p:ph type="title"/>
          </p:nvPr>
        </p:nvSpPr>
        <p:spPr bwMode="auto">
          <a:xfrm>
            <a:off x="457200" y="0"/>
            <a:ext cx="82296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zh-CN"/>
              <a:t>单击此处编辑母版标题样式</a:t>
            </a:r>
          </a:p>
        </p:txBody>
      </p:sp>
      <p:sp>
        <p:nvSpPr>
          <p:cNvPr id="1029" name="Text Placeholder 2">
            <a:extLst>
              <a:ext uri="{FF2B5EF4-FFF2-40B4-BE49-F238E27FC236}">
                <a16:creationId xmlns:a16="http://schemas.microsoft.com/office/drawing/2014/main" id="{F898B64C-4729-4FDC-82C8-1FD53E18DCB0}"/>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
        <p:nvSpPr>
          <p:cNvPr id="6150" name="日期占位符 2">
            <a:extLst>
              <a:ext uri="{FF2B5EF4-FFF2-40B4-BE49-F238E27FC236}">
                <a16:creationId xmlns:a16="http://schemas.microsoft.com/office/drawing/2014/main" id="{2565D6EE-31E5-4942-BD38-7C00784C5AE5}"/>
              </a:ext>
            </a:extLst>
          </p:cNvPr>
          <p:cNvSpPr>
            <a:spLocks noGrp="1" noChangeArrowheads="1"/>
          </p:cNvSpPr>
          <p:nvPr>
            <p:ph type="dt" sz="half" idx="2"/>
          </p:nvPr>
        </p:nvSpPr>
        <p:spPr bwMode="auto">
          <a:xfrm>
            <a:off x="609600" y="6408738"/>
            <a:ext cx="1981200" cy="476250"/>
          </a:xfrm>
          <a:prstGeom prst="rect">
            <a:avLst/>
          </a:prstGeom>
          <a:noFill/>
          <a:ln>
            <a:noFill/>
          </a:ln>
          <a:extLst/>
        </p:spPr>
        <p:txBody>
          <a:bodyPr vert="horz" wrap="square" lIns="91440" tIns="45720" rIns="45720" bIns="45720" numCol="1" anchor="ctr" anchorCtr="0" compatLnSpc="1">
            <a:prstTxWarp prst="textNoShape">
              <a:avLst/>
            </a:prstTxWarp>
          </a:bodyPr>
          <a:lstStyle>
            <a:lvl1pPr algn="r" eaLnBrk="1" hangingPunct="1">
              <a:buFont typeface="Arial" panose="020B0604020202020204" pitchFamily="34" charset="0"/>
              <a:buNone/>
              <a:defRPr sz="1200">
                <a:solidFill>
                  <a:srgbClr val="595959"/>
                </a:solidFill>
                <a:latin typeface="+mn-lt"/>
              </a:defRPr>
            </a:lvl1pPr>
          </a:lstStyle>
          <a:p>
            <a:pPr>
              <a:defRPr/>
            </a:pPr>
            <a:endParaRPr lang="en-US"/>
          </a:p>
        </p:txBody>
      </p:sp>
      <p:sp>
        <p:nvSpPr>
          <p:cNvPr id="6151" name="页脚占位符 3">
            <a:extLst>
              <a:ext uri="{FF2B5EF4-FFF2-40B4-BE49-F238E27FC236}">
                <a16:creationId xmlns:a16="http://schemas.microsoft.com/office/drawing/2014/main" id="{E3F88994-27B1-4FA8-BD26-F130C1888F73}"/>
              </a:ext>
            </a:extLst>
          </p:cNvPr>
          <p:cNvSpPr>
            <a:spLocks noGrp="1" noChangeArrowheads="1"/>
          </p:cNvSpPr>
          <p:nvPr>
            <p:ph type="ftr" sz="quarter" idx="3"/>
          </p:nvPr>
        </p:nvSpPr>
        <p:spPr bwMode="auto">
          <a:xfrm>
            <a:off x="3124200" y="6408738"/>
            <a:ext cx="2895600" cy="476250"/>
          </a:xfrm>
          <a:prstGeom prst="rect">
            <a:avLst/>
          </a:prstGeom>
          <a:noFill/>
          <a:ln>
            <a:noFill/>
          </a:ln>
          <a:extLst/>
        </p:spPr>
        <p:txBody>
          <a:bodyPr vert="horz" wrap="square" lIns="45720" tIns="45720" rIns="91440" bIns="45720" numCol="1" anchor="ctr" anchorCtr="0" compatLnSpc="1">
            <a:prstTxWarp prst="textNoShape">
              <a:avLst/>
            </a:prstTxWarp>
          </a:bodyPr>
          <a:lstStyle>
            <a:lvl1pPr eaLnBrk="1" hangingPunct="1">
              <a:buFont typeface="Arial" panose="020B0604020202020204" pitchFamily="34" charset="0"/>
              <a:buNone/>
              <a:defRPr sz="1200">
                <a:solidFill>
                  <a:srgbClr val="595959"/>
                </a:solidFill>
                <a:latin typeface="+mn-lt"/>
              </a:defRPr>
            </a:lvl1pPr>
          </a:lstStyle>
          <a:p>
            <a:pPr>
              <a:defRPr/>
            </a:pPr>
            <a:endParaRPr lang="en-US"/>
          </a:p>
        </p:txBody>
      </p:sp>
      <p:sp>
        <p:nvSpPr>
          <p:cNvPr id="6152" name="灯片编号占位符 4">
            <a:extLst>
              <a:ext uri="{FF2B5EF4-FFF2-40B4-BE49-F238E27FC236}">
                <a16:creationId xmlns:a16="http://schemas.microsoft.com/office/drawing/2014/main" id="{01513F86-8C8B-49B3-9CE1-A84FC35B729C}"/>
              </a:ext>
            </a:extLst>
          </p:cNvPr>
          <p:cNvSpPr>
            <a:spLocks noGrp="1" noChangeArrowheads="1"/>
          </p:cNvSpPr>
          <p:nvPr>
            <p:ph type="sldNum" sz="quarter" idx="4"/>
          </p:nvPr>
        </p:nvSpPr>
        <p:spPr bwMode="auto">
          <a:xfrm>
            <a:off x="6553200" y="6408738"/>
            <a:ext cx="1981200" cy="476250"/>
          </a:xfrm>
          <a:prstGeom prst="rect">
            <a:avLst/>
          </a:prstGeom>
          <a:noFill/>
          <a:ln>
            <a:noFill/>
          </a:ln>
          <a:extLst/>
        </p:spPr>
        <p:txBody>
          <a:bodyPr vert="horz" wrap="square" lIns="27432" tIns="45720" rIns="45720" bIns="45720" numCol="1" anchor="ctr" anchorCtr="0" compatLnSpc="1">
            <a:prstTxWarp prst="textNoShape">
              <a:avLst/>
            </a:prstTxWarp>
          </a:bodyPr>
          <a:lstStyle>
            <a:lvl1pPr eaLnBrk="1" hangingPunct="1">
              <a:buFont typeface="Arial" panose="020B0604020202020204" pitchFamily="34" charset="0"/>
              <a:buNone/>
              <a:defRPr sz="1200">
                <a:solidFill>
                  <a:srgbClr val="595959"/>
                </a:solidFill>
                <a:latin typeface="Century Gothic" panose="020B0502020202020204" pitchFamily="34" charset="0"/>
              </a:defRPr>
            </a:lvl1pPr>
          </a:lstStyle>
          <a:p>
            <a:pPr>
              <a:defRPr/>
            </a:pPr>
            <a:fld id="{485083F7-9193-4E0E-A5D4-62ED031F27DF}"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4471" r:id="rId1"/>
    <p:sldLayoutId id="2147484472" r:id="rId2"/>
    <p:sldLayoutId id="2147484473" r:id="rId3"/>
    <p:sldLayoutId id="2147484474" r:id="rId4"/>
    <p:sldLayoutId id="2147484475" r:id="rId5"/>
    <p:sldLayoutId id="2147484476" r:id="rId6"/>
    <p:sldLayoutId id="2147484477" r:id="rId7"/>
    <p:sldLayoutId id="2147484478" r:id="rId8"/>
    <p:sldLayoutId id="2147484479" r:id="rId9"/>
    <p:sldLayoutId id="2147484480" r:id="rId10"/>
    <p:sldLayoutId id="2147484481" r:id="rId11"/>
  </p:sldLayoutIdLst>
  <p:transition/>
  <p:txStyles>
    <p:titleStyle>
      <a:lvl1pPr algn="ctr" rtl="0" eaLnBrk="0" fontAlgn="base" hangingPunct="0">
        <a:lnSpc>
          <a:spcPts val="5800"/>
        </a:lnSpc>
        <a:spcBef>
          <a:spcPct val="0"/>
        </a:spcBef>
        <a:spcAft>
          <a:spcPct val="0"/>
        </a:spcAft>
        <a:defRPr sz="5400">
          <a:solidFill>
            <a:schemeClr val="tx2"/>
          </a:solidFill>
          <a:latin typeface="+mj-lt"/>
          <a:ea typeface="+mj-ea"/>
          <a:cs typeface="+mj-cs"/>
        </a:defRPr>
      </a:lvl1pPr>
      <a:lvl2pPr algn="ctr" rtl="0" eaLnBrk="0" fontAlgn="base" hangingPunct="0">
        <a:lnSpc>
          <a:spcPts val="5800"/>
        </a:lnSpc>
        <a:spcBef>
          <a:spcPct val="0"/>
        </a:spcBef>
        <a:spcAft>
          <a:spcPct val="0"/>
        </a:spcAft>
        <a:defRPr sz="5400">
          <a:solidFill>
            <a:schemeClr val="tx2"/>
          </a:solidFill>
          <a:latin typeface="Palatino Linotype" pitchFamily="18" charset="0"/>
          <a:ea typeface="幼圆" pitchFamily="49" charset="-122"/>
        </a:defRPr>
      </a:lvl2pPr>
      <a:lvl3pPr algn="ctr" rtl="0" eaLnBrk="0" fontAlgn="base" hangingPunct="0">
        <a:lnSpc>
          <a:spcPts val="5800"/>
        </a:lnSpc>
        <a:spcBef>
          <a:spcPct val="0"/>
        </a:spcBef>
        <a:spcAft>
          <a:spcPct val="0"/>
        </a:spcAft>
        <a:defRPr sz="5400">
          <a:solidFill>
            <a:schemeClr val="tx2"/>
          </a:solidFill>
          <a:latin typeface="Palatino Linotype" pitchFamily="18" charset="0"/>
          <a:ea typeface="幼圆" pitchFamily="49" charset="-122"/>
        </a:defRPr>
      </a:lvl3pPr>
      <a:lvl4pPr algn="ctr" rtl="0" eaLnBrk="0" fontAlgn="base" hangingPunct="0">
        <a:lnSpc>
          <a:spcPts val="5800"/>
        </a:lnSpc>
        <a:spcBef>
          <a:spcPct val="0"/>
        </a:spcBef>
        <a:spcAft>
          <a:spcPct val="0"/>
        </a:spcAft>
        <a:defRPr sz="5400">
          <a:solidFill>
            <a:schemeClr val="tx2"/>
          </a:solidFill>
          <a:latin typeface="Palatino Linotype" pitchFamily="18" charset="0"/>
          <a:ea typeface="幼圆" pitchFamily="49" charset="-122"/>
        </a:defRPr>
      </a:lvl4pPr>
      <a:lvl5pPr algn="ctr" rtl="0" eaLnBrk="0" fontAlgn="base" hangingPunct="0">
        <a:lnSpc>
          <a:spcPts val="5800"/>
        </a:lnSpc>
        <a:spcBef>
          <a:spcPct val="0"/>
        </a:spcBef>
        <a:spcAft>
          <a:spcPct val="0"/>
        </a:spcAft>
        <a:defRPr sz="5400">
          <a:solidFill>
            <a:schemeClr val="tx2"/>
          </a:solidFill>
          <a:latin typeface="Palatino Linotype" pitchFamily="18" charset="0"/>
          <a:ea typeface="幼圆" pitchFamily="49" charset="-122"/>
        </a:defRPr>
      </a:lvl5pPr>
      <a:lvl6pPr marL="457200" algn="ctr" rtl="0" eaLnBrk="0" fontAlgn="base" hangingPunct="0">
        <a:lnSpc>
          <a:spcPts val="5800"/>
        </a:lnSpc>
        <a:spcBef>
          <a:spcPct val="0"/>
        </a:spcBef>
        <a:spcAft>
          <a:spcPct val="0"/>
        </a:spcAft>
        <a:defRPr sz="5400">
          <a:solidFill>
            <a:schemeClr val="tx2"/>
          </a:solidFill>
          <a:latin typeface="Palatino Linotype" pitchFamily="18" charset="0"/>
          <a:ea typeface="幼圆" pitchFamily="49" charset="-122"/>
        </a:defRPr>
      </a:lvl6pPr>
      <a:lvl7pPr marL="914400" algn="ctr" rtl="0" eaLnBrk="0" fontAlgn="base" hangingPunct="0">
        <a:lnSpc>
          <a:spcPts val="5800"/>
        </a:lnSpc>
        <a:spcBef>
          <a:spcPct val="0"/>
        </a:spcBef>
        <a:spcAft>
          <a:spcPct val="0"/>
        </a:spcAft>
        <a:defRPr sz="5400">
          <a:solidFill>
            <a:schemeClr val="tx2"/>
          </a:solidFill>
          <a:latin typeface="Palatino Linotype" pitchFamily="18" charset="0"/>
          <a:ea typeface="幼圆" pitchFamily="49" charset="-122"/>
        </a:defRPr>
      </a:lvl7pPr>
      <a:lvl8pPr marL="1371600" algn="ctr" rtl="0" eaLnBrk="0" fontAlgn="base" hangingPunct="0">
        <a:lnSpc>
          <a:spcPts val="5800"/>
        </a:lnSpc>
        <a:spcBef>
          <a:spcPct val="0"/>
        </a:spcBef>
        <a:spcAft>
          <a:spcPct val="0"/>
        </a:spcAft>
        <a:defRPr sz="5400">
          <a:solidFill>
            <a:schemeClr val="tx2"/>
          </a:solidFill>
          <a:latin typeface="Palatino Linotype" pitchFamily="18" charset="0"/>
          <a:ea typeface="幼圆" pitchFamily="49" charset="-122"/>
        </a:defRPr>
      </a:lvl8pPr>
      <a:lvl9pPr marL="1828800" algn="ctr" rtl="0" eaLnBrk="0" fontAlgn="base" hangingPunct="0">
        <a:lnSpc>
          <a:spcPts val="5800"/>
        </a:lnSpc>
        <a:spcBef>
          <a:spcPct val="0"/>
        </a:spcBef>
        <a:spcAft>
          <a:spcPct val="0"/>
        </a:spcAft>
        <a:defRPr sz="5400">
          <a:solidFill>
            <a:schemeClr val="tx2"/>
          </a:solidFill>
          <a:latin typeface="Palatino Linotype" pitchFamily="18" charset="0"/>
          <a:ea typeface="幼圆" pitchFamily="49"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400">
          <a:solidFill>
            <a:srgbClr val="7F7F7F"/>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o"/>
        <a:defRPr sz="1600">
          <a:solidFill>
            <a:srgbClr val="7F7F7F"/>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1600">
          <a:solidFill>
            <a:srgbClr val="7F7F7F"/>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o"/>
        <a:defRPr sz="1600">
          <a:solidFill>
            <a:srgbClr val="7F7F7F"/>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1600">
          <a:solidFill>
            <a:srgbClr val="7F7F7F"/>
          </a:solidFill>
          <a:latin typeface="+mn-lt"/>
          <a:ea typeface="+mn-ea"/>
        </a:defRPr>
      </a:lvl5pPr>
      <a:lvl6pPr marL="2514600" indent="-228600" algn="l" rtl="0" eaLnBrk="0" fontAlgn="base" hangingPunct="0">
        <a:spcBef>
          <a:spcPct val="20000"/>
        </a:spcBef>
        <a:spcAft>
          <a:spcPct val="0"/>
        </a:spcAft>
        <a:buFont typeface="Arial" pitchFamily="34" charset="0"/>
        <a:buChar char="•"/>
        <a:defRPr sz="1600">
          <a:solidFill>
            <a:srgbClr val="7F7F7F"/>
          </a:solidFill>
          <a:latin typeface="+mn-lt"/>
          <a:ea typeface="+mn-ea"/>
        </a:defRPr>
      </a:lvl6pPr>
      <a:lvl7pPr marL="2971800" indent="-228600" algn="l" rtl="0" eaLnBrk="0" fontAlgn="base" hangingPunct="0">
        <a:spcBef>
          <a:spcPct val="20000"/>
        </a:spcBef>
        <a:spcAft>
          <a:spcPct val="0"/>
        </a:spcAft>
        <a:buFont typeface="Arial" pitchFamily="34" charset="0"/>
        <a:buChar char="•"/>
        <a:defRPr sz="1600">
          <a:solidFill>
            <a:srgbClr val="7F7F7F"/>
          </a:solidFill>
          <a:latin typeface="+mn-lt"/>
          <a:ea typeface="+mn-ea"/>
        </a:defRPr>
      </a:lvl7pPr>
      <a:lvl8pPr marL="3429000" indent="-228600" algn="l" rtl="0" eaLnBrk="0" fontAlgn="base" hangingPunct="0">
        <a:spcBef>
          <a:spcPct val="20000"/>
        </a:spcBef>
        <a:spcAft>
          <a:spcPct val="0"/>
        </a:spcAft>
        <a:buFont typeface="Arial" pitchFamily="34" charset="0"/>
        <a:buChar char="•"/>
        <a:defRPr sz="1600">
          <a:solidFill>
            <a:srgbClr val="7F7F7F"/>
          </a:solidFill>
          <a:latin typeface="+mn-lt"/>
          <a:ea typeface="+mn-ea"/>
        </a:defRPr>
      </a:lvl8pPr>
      <a:lvl9pPr marL="3886200" indent="-228600" algn="l" rtl="0" eaLnBrk="0" fontAlgn="base" hangingPunct="0">
        <a:spcBef>
          <a:spcPct val="20000"/>
        </a:spcBef>
        <a:spcAft>
          <a:spcPct val="0"/>
        </a:spcAft>
        <a:buFont typeface="Arial" pitchFamily="34" charset="0"/>
        <a:buChar char="•"/>
        <a:defRPr sz="1600">
          <a:solidFill>
            <a:srgbClr val="7F7F7F"/>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6146" name="Oval 6">
            <a:extLst>
              <a:ext uri="{FF2B5EF4-FFF2-40B4-BE49-F238E27FC236}">
                <a16:creationId xmlns:a16="http://schemas.microsoft.com/office/drawing/2014/main" id="{E1EBA401-FEE6-42F1-9E58-6EC0F38FCD69}"/>
              </a:ext>
            </a:extLst>
          </p:cNvPr>
          <p:cNvSpPr>
            <a:spLocks noChangeArrowheads="1"/>
          </p:cNvSpPr>
          <p:nvPr/>
        </p:nvSpPr>
        <p:spPr bwMode="auto">
          <a:xfrm>
            <a:off x="8458200" y="6499225"/>
            <a:ext cx="84138" cy="84138"/>
          </a:xfrm>
          <a:prstGeom prst="ellipse">
            <a:avLst/>
          </a:prstGeom>
          <a:solidFill>
            <a:srgbClr val="7F7F7F"/>
          </a:solidFill>
          <a:ln>
            <a:noFill/>
          </a:ln>
          <a:extLst/>
        </p:spPr>
        <p:txBody>
          <a:bodyPr anchor="ctr"/>
          <a:lstStyle>
            <a:lvl1pPr eaLnBrk="0" hangingPunct="0">
              <a:defRPr sz="3200">
                <a:solidFill>
                  <a:schemeClr val="tx1"/>
                </a:solidFill>
                <a:latin typeface="Verdana" pitchFamily="34" charset="0"/>
                <a:ea typeface="楷体_GB2312" pitchFamily="1" charset="-122"/>
              </a:defRPr>
            </a:lvl1pPr>
            <a:lvl2pPr marL="742950" indent="-285750" eaLnBrk="0" hangingPunct="0">
              <a:defRPr sz="3200">
                <a:solidFill>
                  <a:schemeClr val="tx1"/>
                </a:solidFill>
                <a:latin typeface="Verdana" pitchFamily="34" charset="0"/>
                <a:ea typeface="楷体_GB2312" pitchFamily="1" charset="-122"/>
              </a:defRPr>
            </a:lvl2pPr>
            <a:lvl3pPr marL="1143000" indent="-228600" eaLnBrk="0" hangingPunct="0">
              <a:defRPr sz="3200">
                <a:solidFill>
                  <a:schemeClr val="tx1"/>
                </a:solidFill>
                <a:latin typeface="Verdana" pitchFamily="34" charset="0"/>
                <a:ea typeface="楷体_GB2312" pitchFamily="1" charset="-122"/>
              </a:defRPr>
            </a:lvl3pPr>
            <a:lvl4pPr marL="1600200" indent="-228600" eaLnBrk="0" hangingPunct="0">
              <a:defRPr sz="3200">
                <a:solidFill>
                  <a:schemeClr val="tx1"/>
                </a:solidFill>
                <a:latin typeface="Verdana" pitchFamily="34" charset="0"/>
                <a:ea typeface="楷体_GB2312" pitchFamily="1" charset="-122"/>
              </a:defRPr>
            </a:lvl4pPr>
            <a:lvl5pPr marL="2057400" indent="-228600" eaLnBrk="0" hangingPunct="0">
              <a:defRPr sz="3200">
                <a:solidFill>
                  <a:schemeClr val="tx1"/>
                </a:solidFill>
                <a:latin typeface="Verdana" pitchFamily="34" charset="0"/>
                <a:ea typeface="楷体_GB2312" pitchFamily="1" charset="-122"/>
              </a:defRPr>
            </a:lvl5pPr>
            <a:lvl6pPr marL="25146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6pPr>
            <a:lvl7pPr marL="29718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7pPr>
            <a:lvl8pPr marL="34290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8pPr>
            <a:lvl9pPr marL="38862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9pPr>
          </a:lstStyle>
          <a:p>
            <a:pPr algn="ctr" eaLnBrk="1" hangingPunct="1">
              <a:buFont typeface="Arial" panose="020B0604020202020204" pitchFamily="34" charset="0"/>
              <a:buNone/>
              <a:defRPr/>
            </a:pPr>
            <a:endParaRPr lang="en-US" altLang="zh-CN" sz="1800">
              <a:solidFill>
                <a:srgbClr val="FFFFFF"/>
              </a:solidFill>
              <a:latin typeface="Palatino Linotype" pitchFamily="18" charset="0"/>
            </a:endParaRPr>
          </a:p>
        </p:txBody>
      </p:sp>
      <p:sp>
        <p:nvSpPr>
          <p:cNvPr id="6147" name="Oval 7">
            <a:extLst>
              <a:ext uri="{FF2B5EF4-FFF2-40B4-BE49-F238E27FC236}">
                <a16:creationId xmlns:a16="http://schemas.microsoft.com/office/drawing/2014/main" id="{2DE25984-92AF-4565-B18E-E61515ED49A4}"/>
              </a:ext>
            </a:extLst>
          </p:cNvPr>
          <p:cNvSpPr>
            <a:spLocks noChangeArrowheads="1"/>
          </p:cNvSpPr>
          <p:nvPr/>
        </p:nvSpPr>
        <p:spPr bwMode="auto">
          <a:xfrm>
            <a:off x="569913" y="6499225"/>
            <a:ext cx="84137" cy="84138"/>
          </a:xfrm>
          <a:prstGeom prst="ellipse">
            <a:avLst/>
          </a:prstGeom>
          <a:solidFill>
            <a:srgbClr val="7F7F7F"/>
          </a:solidFill>
          <a:ln>
            <a:noFill/>
          </a:ln>
          <a:extLst/>
        </p:spPr>
        <p:txBody>
          <a:bodyPr anchor="ctr"/>
          <a:lstStyle>
            <a:lvl1pPr eaLnBrk="0" hangingPunct="0">
              <a:defRPr sz="3200">
                <a:solidFill>
                  <a:schemeClr val="tx1"/>
                </a:solidFill>
                <a:latin typeface="Verdana" pitchFamily="34" charset="0"/>
                <a:ea typeface="楷体_GB2312" pitchFamily="1" charset="-122"/>
              </a:defRPr>
            </a:lvl1pPr>
            <a:lvl2pPr marL="742950" indent="-285750" eaLnBrk="0" hangingPunct="0">
              <a:defRPr sz="3200">
                <a:solidFill>
                  <a:schemeClr val="tx1"/>
                </a:solidFill>
                <a:latin typeface="Verdana" pitchFamily="34" charset="0"/>
                <a:ea typeface="楷体_GB2312" pitchFamily="1" charset="-122"/>
              </a:defRPr>
            </a:lvl2pPr>
            <a:lvl3pPr marL="1143000" indent="-228600" eaLnBrk="0" hangingPunct="0">
              <a:defRPr sz="3200">
                <a:solidFill>
                  <a:schemeClr val="tx1"/>
                </a:solidFill>
                <a:latin typeface="Verdana" pitchFamily="34" charset="0"/>
                <a:ea typeface="楷体_GB2312" pitchFamily="1" charset="-122"/>
              </a:defRPr>
            </a:lvl3pPr>
            <a:lvl4pPr marL="1600200" indent="-228600" eaLnBrk="0" hangingPunct="0">
              <a:defRPr sz="3200">
                <a:solidFill>
                  <a:schemeClr val="tx1"/>
                </a:solidFill>
                <a:latin typeface="Verdana" pitchFamily="34" charset="0"/>
                <a:ea typeface="楷体_GB2312" pitchFamily="1" charset="-122"/>
              </a:defRPr>
            </a:lvl4pPr>
            <a:lvl5pPr marL="2057400" indent="-228600" eaLnBrk="0" hangingPunct="0">
              <a:defRPr sz="3200">
                <a:solidFill>
                  <a:schemeClr val="tx1"/>
                </a:solidFill>
                <a:latin typeface="Verdana" pitchFamily="34" charset="0"/>
                <a:ea typeface="楷体_GB2312" pitchFamily="1" charset="-122"/>
              </a:defRPr>
            </a:lvl5pPr>
            <a:lvl6pPr marL="25146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6pPr>
            <a:lvl7pPr marL="29718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7pPr>
            <a:lvl8pPr marL="34290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8pPr>
            <a:lvl9pPr marL="38862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9pPr>
          </a:lstStyle>
          <a:p>
            <a:pPr algn="ctr" eaLnBrk="1" hangingPunct="1">
              <a:buFont typeface="Arial" panose="020B0604020202020204" pitchFamily="34" charset="0"/>
              <a:buNone/>
              <a:defRPr/>
            </a:pPr>
            <a:endParaRPr lang="en-US" altLang="zh-CN">
              <a:solidFill>
                <a:srgbClr val="FFFFFF"/>
              </a:solidFill>
              <a:latin typeface="Palatino Linotype" pitchFamily="18" charset="0"/>
            </a:endParaRPr>
          </a:p>
        </p:txBody>
      </p:sp>
      <p:sp>
        <p:nvSpPr>
          <p:cNvPr id="2052" name="Title Placeholder 1">
            <a:extLst>
              <a:ext uri="{FF2B5EF4-FFF2-40B4-BE49-F238E27FC236}">
                <a16:creationId xmlns:a16="http://schemas.microsoft.com/office/drawing/2014/main" id="{38F62A3D-CFB1-496A-B6D6-7CF6FEEB4AAE}"/>
              </a:ext>
            </a:extLst>
          </p:cNvPr>
          <p:cNvSpPr>
            <a:spLocks noGrp="1" noChangeArrowheads="1"/>
          </p:cNvSpPr>
          <p:nvPr>
            <p:ph type="title"/>
          </p:nvPr>
        </p:nvSpPr>
        <p:spPr bwMode="auto">
          <a:xfrm>
            <a:off x="457200" y="0"/>
            <a:ext cx="82296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zh-CN"/>
              <a:t>单击此处编辑母版标题样式</a:t>
            </a:r>
          </a:p>
        </p:txBody>
      </p:sp>
      <p:sp>
        <p:nvSpPr>
          <p:cNvPr id="2053" name="Text Placeholder 2">
            <a:extLst>
              <a:ext uri="{FF2B5EF4-FFF2-40B4-BE49-F238E27FC236}">
                <a16:creationId xmlns:a16="http://schemas.microsoft.com/office/drawing/2014/main" id="{A927F9A4-AB5F-4FEA-AB29-2C7EA67487DC}"/>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
        <p:nvSpPr>
          <p:cNvPr id="7174" name="日期占位符 5">
            <a:extLst>
              <a:ext uri="{FF2B5EF4-FFF2-40B4-BE49-F238E27FC236}">
                <a16:creationId xmlns:a16="http://schemas.microsoft.com/office/drawing/2014/main" id="{5AE6FBA7-34F3-4A26-9BDE-75F3BB1AFF21}"/>
              </a:ext>
            </a:extLst>
          </p:cNvPr>
          <p:cNvSpPr>
            <a:spLocks noGrp="1" noChangeArrowheads="1"/>
          </p:cNvSpPr>
          <p:nvPr>
            <p:ph type="dt" sz="half" idx="2"/>
          </p:nvPr>
        </p:nvSpPr>
        <p:spPr bwMode="auto">
          <a:xfrm>
            <a:off x="609600" y="6408738"/>
            <a:ext cx="1981200" cy="476250"/>
          </a:xfrm>
          <a:prstGeom prst="rect">
            <a:avLst/>
          </a:prstGeom>
          <a:noFill/>
          <a:ln>
            <a:noFill/>
          </a:ln>
          <a:extLst/>
        </p:spPr>
        <p:txBody>
          <a:bodyPr vert="horz" wrap="square" lIns="91440" tIns="45720" rIns="45720" bIns="45720" numCol="1" anchor="ctr" anchorCtr="0" compatLnSpc="1">
            <a:prstTxWarp prst="textNoShape">
              <a:avLst/>
            </a:prstTxWarp>
          </a:bodyPr>
          <a:lstStyle>
            <a:lvl1pPr algn="r" eaLnBrk="1" hangingPunct="1">
              <a:buFont typeface="Arial" panose="020B0604020202020204" pitchFamily="34" charset="0"/>
              <a:buNone/>
              <a:defRPr sz="1200">
                <a:solidFill>
                  <a:srgbClr val="595959"/>
                </a:solidFill>
                <a:latin typeface="+mn-lt"/>
              </a:defRPr>
            </a:lvl1pPr>
          </a:lstStyle>
          <a:p>
            <a:pPr>
              <a:defRPr/>
            </a:pPr>
            <a:endParaRPr lang="en-US"/>
          </a:p>
        </p:txBody>
      </p:sp>
      <p:sp>
        <p:nvSpPr>
          <p:cNvPr id="7175" name="页脚占位符 6">
            <a:extLst>
              <a:ext uri="{FF2B5EF4-FFF2-40B4-BE49-F238E27FC236}">
                <a16:creationId xmlns:a16="http://schemas.microsoft.com/office/drawing/2014/main" id="{69E7E79A-17C9-4A36-A703-C39029C106C1}"/>
              </a:ext>
            </a:extLst>
          </p:cNvPr>
          <p:cNvSpPr>
            <a:spLocks noGrp="1" noChangeArrowheads="1"/>
          </p:cNvSpPr>
          <p:nvPr>
            <p:ph type="ftr" sz="quarter" idx="3"/>
          </p:nvPr>
        </p:nvSpPr>
        <p:spPr bwMode="auto">
          <a:xfrm>
            <a:off x="3124200" y="6408738"/>
            <a:ext cx="2895600" cy="476250"/>
          </a:xfrm>
          <a:prstGeom prst="rect">
            <a:avLst/>
          </a:prstGeom>
          <a:noFill/>
          <a:ln>
            <a:noFill/>
          </a:ln>
          <a:extLst/>
        </p:spPr>
        <p:txBody>
          <a:bodyPr vert="horz" wrap="square" lIns="45720" tIns="45720" rIns="91440" bIns="45720" numCol="1" anchor="ctr" anchorCtr="0" compatLnSpc="1">
            <a:prstTxWarp prst="textNoShape">
              <a:avLst/>
            </a:prstTxWarp>
          </a:bodyPr>
          <a:lstStyle>
            <a:lvl1pPr eaLnBrk="1" hangingPunct="1">
              <a:buFont typeface="Arial" panose="020B0604020202020204" pitchFamily="34" charset="0"/>
              <a:buNone/>
              <a:defRPr sz="1200">
                <a:solidFill>
                  <a:srgbClr val="595959"/>
                </a:solidFill>
                <a:latin typeface="+mn-lt"/>
              </a:defRPr>
            </a:lvl1pPr>
          </a:lstStyle>
          <a:p>
            <a:pPr>
              <a:defRPr/>
            </a:pPr>
            <a:endParaRPr lang="en-US"/>
          </a:p>
        </p:txBody>
      </p:sp>
      <p:sp>
        <p:nvSpPr>
          <p:cNvPr id="7176" name="灯片编号占位符 7">
            <a:extLst>
              <a:ext uri="{FF2B5EF4-FFF2-40B4-BE49-F238E27FC236}">
                <a16:creationId xmlns:a16="http://schemas.microsoft.com/office/drawing/2014/main" id="{C6500E07-C640-4562-811D-20FEA05A5CA6}"/>
              </a:ext>
            </a:extLst>
          </p:cNvPr>
          <p:cNvSpPr>
            <a:spLocks noGrp="1" noChangeArrowheads="1"/>
          </p:cNvSpPr>
          <p:nvPr>
            <p:ph type="sldNum" sz="quarter" idx="4"/>
          </p:nvPr>
        </p:nvSpPr>
        <p:spPr bwMode="auto">
          <a:xfrm>
            <a:off x="6553200" y="6408738"/>
            <a:ext cx="1981200" cy="476250"/>
          </a:xfrm>
          <a:prstGeom prst="rect">
            <a:avLst/>
          </a:prstGeom>
          <a:noFill/>
          <a:ln>
            <a:noFill/>
          </a:ln>
          <a:extLst/>
        </p:spPr>
        <p:txBody>
          <a:bodyPr vert="horz" wrap="square" lIns="27432" tIns="45720" rIns="45720" bIns="45720" numCol="1" anchor="ctr" anchorCtr="0" compatLnSpc="1">
            <a:prstTxWarp prst="textNoShape">
              <a:avLst/>
            </a:prstTxWarp>
          </a:bodyPr>
          <a:lstStyle>
            <a:lvl1pPr eaLnBrk="1" hangingPunct="1">
              <a:buFont typeface="Arial" panose="020B0604020202020204" pitchFamily="34" charset="0"/>
              <a:buNone/>
              <a:defRPr sz="1200">
                <a:solidFill>
                  <a:srgbClr val="595959"/>
                </a:solidFill>
                <a:latin typeface="Century Gothic" panose="020B0502020202020204" pitchFamily="34" charset="0"/>
              </a:defRPr>
            </a:lvl1pPr>
          </a:lstStyle>
          <a:p>
            <a:pPr>
              <a:defRPr/>
            </a:pPr>
            <a:fld id="{E39A1DBF-4EF0-4A32-AA41-87259A466949}"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4482" r:id="rId1"/>
    <p:sldLayoutId id="2147484483" r:id="rId2"/>
    <p:sldLayoutId id="2147484484" r:id="rId3"/>
    <p:sldLayoutId id="2147484485" r:id="rId4"/>
    <p:sldLayoutId id="2147484486" r:id="rId5"/>
    <p:sldLayoutId id="2147484487" r:id="rId6"/>
    <p:sldLayoutId id="2147484488" r:id="rId7"/>
    <p:sldLayoutId id="2147484489" r:id="rId8"/>
    <p:sldLayoutId id="2147484490" r:id="rId9"/>
    <p:sldLayoutId id="2147484491" r:id="rId10"/>
    <p:sldLayoutId id="2147484492" r:id="rId11"/>
  </p:sldLayoutIdLst>
  <p:transition/>
  <p:txStyles>
    <p:titleStyle>
      <a:lvl1pPr algn="ctr" rtl="0" eaLnBrk="0" fontAlgn="base" hangingPunct="0">
        <a:lnSpc>
          <a:spcPts val="5800"/>
        </a:lnSpc>
        <a:spcBef>
          <a:spcPct val="0"/>
        </a:spcBef>
        <a:spcAft>
          <a:spcPct val="0"/>
        </a:spcAft>
        <a:defRPr sz="5400">
          <a:solidFill>
            <a:schemeClr val="tx2"/>
          </a:solidFill>
          <a:latin typeface="+mj-lt"/>
          <a:ea typeface="+mj-ea"/>
          <a:cs typeface="+mj-cs"/>
        </a:defRPr>
      </a:lvl1pPr>
      <a:lvl2pPr algn="ctr" rtl="0" eaLnBrk="0" fontAlgn="base" hangingPunct="0">
        <a:lnSpc>
          <a:spcPts val="5800"/>
        </a:lnSpc>
        <a:spcBef>
          <a:spcPct val="0"/>
        </a:spcBef>
        <a:spcAft>
          <a:spcPct val="0"/>
        </a:spcAft>
        <a:defRPr sz="5400">
          <a:solidFill>
            <a:schemeClr val="tx2"/>
          </a:solidFill>
          <a:latin typeface="Palatino Linotype" pitchFamily="18" charset="0"/>
          <a:ea typeface="幼圆" pitchFamily="49" charset="-122"/>
        </a:defRPr>
      </a:lvl2pPr>
      <a:lvl3pPr algn="ctr" rtl="0" eaLnBrk="0" fontAlgn="base" hangingPunct="0">
        <a:lnSpc>
          <a:spcPts val="5800"/>
        </a:lnSpc>
        <a:spcBef>
          <a:spcPct val="0"/>
        </a:spcBef>
        <a:spcAft>
          <a:spcPct val="0"/>
        </a:spcAft>
        <a:defRPr sz="5400">
          <a:solidFill>
            <a:schemeClr val="tx2"/>
          </a:solidFill>
          <a:latin typeface="Palatino Linotype" pitchFamily="18" charset="0"/>
          <a:ea typeface="幼圆" pitchFamily="49" charset="-122"/>
        </a:defRPr>
      </a:lvl3pPr>
      <a:lvl4pPr algn="ctr" rtl="0" eaLnBrk="0" fontAlgn="base" hangingPunct="0">
        <a:lnSpc>
          <a:spcPts val="5800"/>
        </a:lnSpc>
        <a:spcBef>
          <a:spcPct val="0"/>
        </a:spcBef>
        <a:spcAft>
          <a:spcPct val="0"/>
        </a:spcAft>
        <a:defRPr sz="5400">
          <a:solidFill>
            <a:schemeClr val="tx2"/>
          </a:solidFill>
          <a:latin typeface="Palatino Linotype" pitchFamily="18" charset="0"/>
          <a:ea typeface="幼圆" pitchFamily="49" charset="-122"/>
        </a:defRPr>
      </a:lvl4pPr>
      <a:lvl5pPr algn="ctr" rtl="0" eaLnBrk="0" fontAlgn="base" hangingPunct="0">
        <a:lnSpc>
          <a:spcPts val="5800"/>
        </a:lnSpc>
        <a:spcBef>
          <a:spcPct val="0"/>
        </a:spcBef>
        <a:spcAft>
          <a:spcPct val="0"/>
        </a:spcAft>
        <a:defRPr sz="5400">
          <a:solidFill>
            <a:schemeClr val="tx2"/>
          </a:solidFill>
          <a:latin typeface="Palatino Linotype" pitchFamily="18" charset="0"/>
          <a:ea typeface="幼圆" pitchFamily="49" charset="-122"/>
        </a:defRPr>
      </a:lvl5pPr>
      <a:lvl6pPr marL="457200" algn="ctr" rtl="0" eaLnBrk="0" fontAlgn="base" hangingPunct="0">
        <a:lnSpc>
          <a:spcPts val="5800"/>
        </a:lnSpc>
        <a:spcBef>
          <a:spcPct val="0"/>
        </a:spcBef>
        <a:spcAft>
          <a:spcPct val="0"/>
        </a:spcAft>
        <a:defRPr sz="5400">
          <a:solidFill>
            <a:schemeClr val="tx2"/>
          </a:solidFill>
          <a:latin typeface="Palatino Linotype" pitchFamily="18" charset="0"/>
          <a:ea typeface="幼圆" pitchFamily="49" charset="-122"/>
        </a:defRPr>
      </a:lvl6pPr>
      <a:lvl7pPr marL="914400" algn="ctr" rtl="0" eaLnBrk="0" fontAlgn="base" hangingPunct="0">
        <a:lnSpc>
          <a:spcPts val="5800"/>
        </a:lnSpc>
        <a:spcBef>
          <a:spcPct val="0"/>
        </a:spcBef>
        <a:spcAft>
          <a:spcPct val="0"/>
        </a:spcAft>
        <a:defRPr sz="5400">
          <a:solidFill>
            <a:schemeClr val="tx2"/>
          </a:solidFill>
          <a:latin typeface="Palatino Linotype" pitchFamily="18" charset="0"/>
          <a:ea typeface="幼圆" pitchFamily="49" charset="-122"/>
        </a:defRPr>
      </a:lvl7pPr>
      <a:lvl8pPr marL="1371600" algn="ctr" rtl="0" eaLnBrk="0" fontAlgn="base" hangingPunct="0">
        <a:lnSpc>
          <a:spcPts val="5800"/>
        </a:lnSpc>
        <a:spcBef>
          <a:spcPct val="0"/>
        </a:spcBef>
        <a:spcAft>
          <a:spcPct val="0"/>
        </a:spcAft>
        <a:defRPr sz="5400">
          <a:solidFill>
            <a:schemeClr val="tx2"/>
          </a:solidFill>
          <a:latin typeface="Palatino Linotype" pitchFamily="18" charset="0"/>
          <a:ea typeface="幼圆" pitchFamily="49" charset="-122"/>
        </a:defRPr>
      </a:lvl8pPr>
      <a:lvl9pPr marL="1828800" algn="ctr" rtl="0" eaLnBrk="0" fontAlgn="base" hangingPunct="0">
        <a:lnSpc>
          <a:spcPts val="5800"/>
        </a:lnSpc>
        <a:spcBef>
          <a:spcPct val="0"/>
        </a:spcBef>
        <a:spcAft>
          <a:spcPct val="0"/>
        </a:spcAft>
        <a:defRPr sz="5400">
          <a:solidFill>
            <a:schemeClr val="tx2"/>
          </a:solidFill>
          <a:latin typeface="Palatino Linotype" pitchFamily="18" charset="0"/>
          <a:ea typeface="幼圆" pitchFamily="49"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400">
          <a:solidFill>
            <a:srgbClr val="7F7F7F"/>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o"/>
        <a:defRPr sz="1600">
          <a:solidFill>
            <a:srgbClr val="7F7F7F"/>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1600">
          <a:solidFill>
            <a:srgbClr val="7F7F7F"/>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o"/>
        <a:defRPr sz="1600">
          <a:solidFill>
            <a:srgbClr val="7F7F7F"/>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1600">
          <a:solidFill>
            <a:srgbClr val="7F7F7F"/>
          </a:solidFill>
          <a:latin typeface="+mn-lt"/>
          <a:ea typeface="+mn-ea"/>
        </a:defRPr>
      </a:lvl5pPr>
      <a:lvl6pPr marL="2514600" indent="-228600" algn="l" rtl="0" eaLnBrk="0" fontAlgn="base" hangingPunct="0">
        <a:spcBef>
          <a:spcPct val="20000"/>
        </a:spcBef>
        <a:spcAft>
          <a:spcPct val="0"/>
        </a:spcAft>
        <a:buFont typeface="Arial" pitchFamily="34" charset="0"/>
        <a:buChar char="•"/>
        <a:defRPr sz="1600">
          <a:solidFill>
            <a:srgbClr val="7F7F7F"/>
          </a:solidFill>
          <a:latin typeface="+mn-lt"/>
          <a:ea typeface="+mn-ea"/>
        </a:defRPr>
      </a:lvl6pPr>
      <a:lvl7pPr marL="2971800" indent="-228600" algn="l" rtl="0" eaLnBrk="0" fontAlgn="base" hangingPunct="0">
        <a:spcBef>
          <a:spcPct val="20000"/>
        </a:spcBef>
        <a:spcAft>
          <a:spcPct val="0"/>
        </a:spcAft>
        <a:buFont typeface="Arial" pitchFamily="34" charset="0"/>
        <a:buChar char="•"/>
        <a:defRPr sz="1600">
          <a:solidFill>
            <a:srgbClr val="7F7F7F"/>
          </a:solidFill>
          <a:latin typeface="+mn-lt"/>
          <a:ea typeface="+mn-ea"/>
        </a:defRPr>
      </a:lvl7pPr>
      <a:lvl8pPr marL="3429000" indent="-228600" algn="l" rtl="0" eaLnBrk="0" fontAlgn="base" hangingPunct="0">
        <a:spcBef>
          <a:spcPct val="20000"/>
        </a:spcBef>
        <a:spcAft>
          <a:spcPct val="0"/>
        </a:spcAft>
        <a:buFont typeface="Arial" pitchFamily="34" charset="0"/>
        <a:buChar char="•"/>
        <a:defRPr sz="1600">
          <a:solidFill>
            <a:srgbClr val="7F7F7F"/>
          </a:solidFill>
          <a:latin typeface="+mn-lt"/>
          <a:ea typeface="+mn-ea"/>
        </a:defRPr>
      </a:lvl8pPr>
      <a:lvl9pPr marL="3886200" indent="-228600" algn="l" rtl="0" eaLnBrk="0" fontAlgn="base" hangingPunct="0">
        <a:spcBef>
          <a:spcPct val="20000"/>
        </a:spcBef>
        <a:spcAft>
          <a:spcPct val="0"/>
        </a:spcAft>
        <a:buFont typeface="Arial" pitchFamily="34" charset="0"/>
        <a:buChar char="•"/>
        <a:defRPr sz="1600">
          <a:solidFill>
            <a:srgbClr val="7F7F7F"/>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5F0A8A61-B34C-41C8-85FB-3AC52614AB9C}"/>
              </a:ext>
            </a:extLst>
          </p:cNvPr>
          <p:cNvSpPr>
            <a:spLocks/>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eaLnBrk="1" hangingPunct="1">
              <a:buFont typeface="Arial" panose="020B0604020202020204" pitchFamily="34" charset="0"/>
              <a:buNone/>
              <a:defRPr/>
            </a:pPr>
            <a:endParaRPr lang="en-US">
              <a:latin typeface="+mn-lt"/>
              <a:ea typeface="+mn-ea"/>
            </a:endParaRPr>
          </a:p>
        </p:txBody>
      </p:sp>
      <p:sp>
        <p:nvSpPr>
          <p:cNvPr id="8" name="Freeform 7">
            <a:extLst>
              <a:ext uri="{FF2B5EF4-FFF2-40B4-BE49-F238E27FC236}">
                <a16:creationId xmlns:a16="http://schemas.microsoft.com/office/drawing/2014/main" id="{7161C2C5-D9B8-448A-8A45-E2CFC43026D7}"/>
              </a:ext>
            </a:extLst>
          </p:cNvPr>
          <p:cNvSpPr>
            <a:spLocks/>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eaLnBrk="1" hangingPunct="1">
              <a:buFont typeface="Arial" panose="020B0604020202020204" pitchFamily="34" charset="0"/>
              <a:buNone/>
              <a:defRPr/>
            </a:pPr>
            <a:endParaRPr lang="en-US">
              <a:latin typeface="+mn-lt"/>
              <a:ea typeface="+mn-ea"/>
            </a:endParaRPr>
          </a:p>
        </p:txBody>
      </p:sp>
      <p:sp>
        <p:nvSpPr>
          <p:cNvPr id="3076" name="Title Placeholder 8">
            <a:extLst>
              <a:ext uri="{FF2B5EF4-FFF2-40B4-BE49-F238E27FC236}">
                <a16:creationId xmlns:a16="http://schemas.microsoft.com/office/drawing/2014/main" id="{55EC62CC-BB15-45E9-99C0-70AC68AEF5D2}"/>
              </a:ext>
            </a:extLst>
          </p:cNvPr>
          <p:cNvSpPr>
            <a:spLocks noGrp="1"/>
          </p:cNvSpPr>
          <p:nvPr>
            <p:ph type="title"/>
          </p:nvPr>
        </p:nvSpPr>
        <p:spPr bwMode="auto">
          <a:xfrm>
            <a:off x="457200" y="70485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anchor="b" anchorCtr="0" compatLnSpc="1">
            <a:prstTxWarp prst="textNoShape">
              <a:avLst/>
            </a:prstTxWarp>
          </a:bodyPr>
          <a:lstStyle/>
          <a:p>
            <a:pPr lvl="0"/>
            <a:r>
              <a:rPr lang="zh-CN" altLang="en-US"/>
              <a:t>单击此处编辑母版标题样式</a:t>
            </a:r>
            <a:endParaRPr lang="en-US" altLang="zh-CN"/>
          </a:p>
        </p:txBody>
      </p:sp>
      <p:sp>
        <p:nvSpPr>
          <p:cNvPr id="3077" name="Text Placeholder 29">
            <a:extLst>
              <a:ext uri="{FF2B5EF4-FFF2-40B4-BE49-F238E27FC236}">
                <a16:creationId xmlns:a16="http://schemas.microsoft.com/office/drawing/2014/main" id="{C58A5F71-A450-4F6A-A917-75000C91FD9B}"/>
              </a:ext>
            </a:extLst>
          </p:cNvPr>
          <p:cNvSpPr>
            <a:spLocks noGrp="1"/>
          </p:cNvSpPr>
          <p:nvPr>
            <p:ph type="body" idx="1"/>
          </p:nvPr>
        </p:nvSpPr>
        <p:spPr bwMode="auto">
          <a:xfrm>
            <a:off x="457200" y="1935163"/>
            <a:ext cx="8229600" cy="438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10" name="Date Placeholder 9">
            <a:extLst>
              <a:ext uri="{FF2B5EF4-FFF2-40B4-BE49-F238E27FC236}">
                <a16:creationId xmlns:a16="http://schemas.microsoft.com/office/drawing/2014/main" id="{14F9502F-002B-4D3C-9A55-B034D2CC248D}"/>
              </a:ext>
            </a:extLst>
          </p:cNvPr>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buFont typeface="Arial" panose="020B0604020202020204" pitchFamily="34" charset="0"/>
              <a:buNone/>
              <a:defRPr kumimoji="0" sz="1200">
                <a:solidFill>
                  <a:schemeClr val="tx2">
                    <a:shade val="90000"/>
                  </a:schemeClr>
                </a:solidFill>
              </a:defRPr>
            </a:lvl1pPr>
          </a:lstStyle>
          <a:p>
            <a:pPr>
              <a:defRPr/>
            </a:pPr>
            <a:endParaRPr lang="en-US"/>
          </a:p>
        </p:txBody>
      </p:sp>
      <p:sp>
        <p:nvSpPr>
          <p:cNvPr id="22" name="Footer Placeholder 21">
            <a:extLst>
              <a:ext uri="{FF2B5EF4-FFF2-40B4-BE49-F238E27FC236}">
                <a16:creationId xmlns:a16="http://schemas.microsoft.com/office/drawing/2014/main" id="{AA188B2F-25D9-4064-A286-651D1ECBA40A}"/>
              </a:ext>
            </a:extLst>
          </p:cNvPr>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buFont typeface="Arial" panose="020B0604020202020204" pitchFamily="34" charset="0"/>
              <a:buNone/>
              <a:defRPr kumimoji="0" sz="1200">
                <a:solidFill>
                  <a:schemeClr val="tx2">
                    <a:shade val="90000"/>
                  </a:schemeClr>
                </a:solidFill>
              </a:defRPr>
            </a:lvl1pPr>
          </a:lstStyle>
          <a:p>
            <a:pPr>
              <a:defRPr/>
            </a:pPr>
            <a:endParaRPr lang="en-US"/>
          </a:p>
        </p:txBody>
      </p:sp>
      <p:sp>
        <p:nvSpPr>
          <p:cNvPr id="18" name="Slide Number Placeholder 17">
            <a:extLst>
              <a:ext uri="{FF2B5EF4-FFF2-40B4-BE49-F238E27FC236}">
                <a16:creationId xmlns:a16="http://schemas.microsoft.com/office/drawing/2014/main" id="{2254FCEF-E4B4-4B35-8E78-1D62714A3D13}"/>
              </a:ext>
            </a:extLst>
          </p:cNvPr>
          <p:cNvSpPr>
            <a:spLocks noGrp="1"/>
          </p:cNvSpPr>
          <p:nvPr>
            <p:ph type="sldNum" sz="quarter" idx="4"/>
          </p:nvPr>
        </p:nvSpPr>
        <p:spPr>
          <a:xfrm>
            <a:off x="7924800" y="6356350"/>
            <a:ext cx="762000" cy="365125"/>
          </a:xfrm>
          <a:prstGeom prst="rect">
            <a:avLst/>
          </a:prstGeom>
        </p:spPr>
        <p:txBody>
          <a:bodyPr vert="horz" wrap="square" lIns="0" tIns="0" rIns="0" bIns="0" numCol="1" anchor="b" anchorCtr="0" compatLnSpc="1">
            <a:prstTxWarp prst="textNoShape">
              <a:avLst/>
            </a:prstTxWarp>
          </a:bodyPr>
          <a:lstStyle>
            <a:lvl1pPr algn="r" eaLnBrk="1" hangingPunct="1">
              <a:buFont typeface="Arial" panose="020B0604020202020204" pitchFamily="34" charset="0"/>
              <a:buNone/>
              <a:defRPr sz="1200">
                <a:solidFill>
                  <a:srgbClr val="045C75"/>
                </a:solidFill>
              </a:defRPr>
            </a:lvl1pPr>
          </a:lstStyle>
          <a:p>
            <a:pPr>
              <a:defRPr/>
            </a:pPr>
            <a:fld id="{F1F60F35-FE3C-4AC5-BE1A-63F23923066A}" type="slidenum">
              <a:rPr lang="en-US" altLang="zh-CN"/>
              <a:pPr>
                <a:defRPr/>
              </a:pPr>
              <a:t>‹#›</a:t>
            </a:fld>
            <a:endParaRPr lang="en-US" altLang="zh-CN"/>
          </a:p>
        </p:txBody>
      </p:sp>
      <p:grpSp>
        <p:nvGrpSpPr>
          <p:cNvPr id="3081" name="Group 1">
            <a:extLst>
              <a:ext uri="{FF2B5EF4-FFF2-40B4-BE49-F238E27FC236}">
                <a16:creationId xmlns:a16="http://schemas.microsoft.com/office/drawing/2014/main" id="{B69258F5-F435-4E46-B8C6-2AE9263E804B}"/>
              </a:ext>
            </a:extLst>
          </p:cNvPr>
          <p:cNvGrpSpPr>
            <a:grpSpLocks/>
          </p:cNvGrpSpPr>
          <p:nvPr/>
        </p:nvGrpSpPr>
        <p:grpSpPr bwMode="auto">
          <a:xfrm>
            <a:off x="-19050" y="203200"/>
            <a:ext cx="9180513" cy="647700"/>
            <a:chOff x="-19045" y="216550"/>
            <a:chExt cx="9180548" cy="649224"/>
          </a:xfrm>
        </p:grpSpPr>
        <p:sp>
          <p:nvSpPr>
            <p:cNvPr id="12" name="Freeform 11">
              <a:extLst>
                <a:ext uri="{FF2B5EF4-FFF2-40B4-BE49-F238E27FC236}">
                  <a16:creationId xmlns:a16="http://schemas.microsoft.com/office/drawing/2014/main" id="{E6072607-3A4C-4592-933C-9DA3C979E4A8}"/>
                </a:ext>
              </a:extLst>
            </p:cNvPr>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eaLnBrk="1" hangingPunct="1">
                <a:buFont typeface="Arial" panose="020B0604020202020204" pitchFamily="34" charset="0"/>
                <a:buNone/>
                <a:defRPr/>
              </a:pPr>
              <a:endParaRPr lang="en-US"/>
            </a:p>
          </p:txBody>
        </p:sp>
        <p:sp>
          <p:nvSpPr>
            <p:cNvPr id="13" name="Freeform 12">
              <a:extLst>
                <a:ext uri="{FF2B5EF4-FFF2-40B4-BE49-F238E27FC236}">
                  <a16:creationId xmlns:a16="http://schemas.microsoft.com/office/drawing/2014/main" id="{A954242F-3822-4CFF-83CA-73D23FC79B2B}"/>
                </a:ext>
              </a:extLst>
            </p:cNvPr>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eaLnBrk="1" hangingPunct="1">
                <a:buFont typeface="Arial" panose="020B0604020202020204" pitchFamily="34" charset="0"/>
                <a:buNone/>
                <a:defRPr/>
              </a:pPr>
              <a:endParaRPr lang="en-US"/>
            </a:p>
          </p:txBody>
        </p:sp>
      </p:grpSp>
    </p:spTree>
  </p:cSld>
  <p:clrMap bg1="lt1" tx1="dk1" bg2="lt2" tx2="dk2" accent1="accent1" accent2="accent2" accent3="accent3" accent4="accent4" accent5="accent5" accent6="accent6" hlink="hlink" folHlink="folHlink"/>
  <p:sldLayoutIdLst>
    <p:sldLayoutId id="2147484501" r:id="rId1"/>
    <p:sldLayoutId id="2147484493" r:id="rId2"/>
    <p:sldLayoutId id="2147484502" r:id="rId3"/>
    <p:sldLayoutId id="2147484494" r:id="rId4"/>
    <p:sldLayoutId id="2147484495" r:id="rId5"/>
    <p:sldLayoutId id="2147484496" r:id="rId6"/>
    <p:sldLayoutId id="2147484497" r:id="rId7"/>
    <p:sldLayoutId id="2147484498" r:id="rId8"/>
    <p:sldLayoutId id="2147484503" r:id="rId9"/>
    <p:sldLayoutId id="2147484499" r:id="rId10"/>
    <p:sldLayoutId id="2147484500" r:id="rId11"/>
  </p:sldLayoutIdLst>
  <p:transition/>
  <p:txStyles>
    <p:title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Calibri" pitchFamily="34" charset="0"/>
          <a:ea typeface="隶书" pitchFamily="49" charset="-122"/>
        </a:defRPr>
      </a:lvl2pPr>
      <a:lvl3pPr algn="l" rtl="0" eaLnBrk="0" fontAlgn="base" hangingPunct="0">
        <a:spcBef>
          <a:spcPct val="0"/>
        </a:spcBef>
        <a:spcAft>
          <a:spcPct val="0"/>
        </a:spcAft>
        <a:defRPr sz="5000">
          <a:solidFill>
            <a:schemeClr val="tx2"/>
          </a:solidFill>
          <a:latin typeface="Calibri" pitchFamily="34" charset="0"/>
          <a:ea typeface="隶书" pitchFamily="49" charset="-122"/>
        </a:defRPr>
      </a:lvl3pPr>
      <a:lvl4pPr algn="l" rtl="0" eaLnBrk="0" fontAlgn="base" hangingPunct="0">
        <a:spcBef>
          <a:spcPct val="0"/>
        </a:spcBef>
        <a:spcAft>
          <a:spcPct val="0"/>
        </a:spcAft>
        <a:defRPr sz="5000">
          <a:solidFill>
            <a:schemeClr val="tx2"/>
          </a:solidFill>
          <a:latin typeface="Calibri" pitchFamily="34" charset="0"/>
          <a:ea typeface="隶书" pitchFamily="49" charset="-122"/>
        </a:defRPr>
      </a:lvl4pPr>
      <a:lvl5pPr algn="l" rtl="0" eaLnBrk="0" fontAlgn="base" hangingPunct="0">
        <a:spcBef>
          <a:spcPct val="0"/>
        </a:spcBef>
        <a:spcAft>
          <a:spcPct val="0"/>
        </a:spcAft>
        <a:defRPr sz="5000">
          <a:solidFill>
            <a:schemeClr val="tx2"/>
          </a:solidFill>
          <a:latin typeface="Calibri" pitchFamily="34" charset="0"/>
          <a:ea typeface="隶书" pitchFamily="49" charset="-122"/>
        </a:defRPr>
      </a:lvl5pPr>
      <a:lvl6pPr marL="457200" algn="l" rtl="0" fontAlgn="base">
        <a:spcBef>
          <a:spcPct val="0"/>
        </a:spcBef>
        <a:spcAft>
          <a:spcPct val="0"/>
        </a:spcAft>
        <a:defRPr sz="5000">
          <a:solidFill>
            <a:schemeClr val="tx2"/>
          </a:solidFill>
          <a:latin typeface="Calibri" pitchFamily="34" charset="0"/>
          <a:ea typeface="隶书" pitchFamily="49" charset="-122"/>
        </a:defRPr>
      </a:lvl6pPr>
      <a:lvl7pPr marL="914400" algn="l" rtl="0" fontAlgn="base">
        <a:spcBef>
          <a:spcPct val="0"/>
        </a:spcBef>
        <a:spcAft>
          <a:spcPct val="0"/>
        </a:spcAft>
        <a:defRPr sz="5000">
          <a:solidFill>
            <a:schemeClr val="tx2"/>
          </a:solidFill>
          <a:latin typeface="Calibri" pitchFamily="34" charset="0"/>
          <a:ea typeface="隶书" pitchFamily="49" charset="-122"/>
        </a:defRPr>
      </a:lvl7pPr>
      <a:lvl8pPr marL="1371600" algn="l" rtl="0" fontAlgn="base">
        <a:spcBef>
          <a:spcPct val="0"/>
        </a:spcBef>
        <a:spcAft>
          <a:spcPct val="0"/>
        </a:spcAft>
        <a:defRPr sz="5000">
          <a:solidFill>
            <a:schemeClr val="tx2"/>
          </a:solidFill>
          <a:latin typeface="Calibri" pitchFamily="34" charset="0"/>
          <a:ea typeface="隶书" pitchFamily="49" charset="-122"/>
        </a:defRPr>
      </a:lvl8pPr>
      <a:lvl9pPr marL="1828800" algn="l" rtl="0" fontAlgn="base">
        <a:spcBef>
          <a:spcPct val="0"/>
        </a:spcBef>
        <a:spcAft>
          <a:spcPct val="0"/>
        </a:spcAft>
        <a:defRPr sz="5000">
          <a:solidFill>
            <a:schemeClr val="tx2"/>
          </a:solidFill>
          <a:latin typeface="Calibri" pitchFamily="34" charset="0"/>
          <a:ea typeface="隶书" pitchFamily="49" charset="-122"/>
        </a:defRPr>
      </a:lvl9pPr>
    </p:titleStyle>
    <p:body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063"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088"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4.xml"/><Relationship Id="rId1" Type="http://schemas.openxmlformats.org/officeDocument/2006/relationships/vmlDrawing" Target="../drawings/vmlDrawing1.vml"/><Relationship Id="rId6" Type="http://schemas.openxmlformats.org/officeDocument/2006/relationships/image" Target="../media/image9.png"/><Relationship Id="rId5" Type="http://schemas.openxmlformats.org/officeDocument/2006/relationships/oleObject" Target="../embeddings/oleObject2.bin"/><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4.xml"/><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jpeg"/><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8" Type="http://schemas.openxmlformats.org/officeDocument/2006/relationships/image" Target="../media/image22.emf"/><Relationship Id="rId3" Type="http://schemas.openxmlformats.org/officeDocument/2006/relationships/image" Target="../media/image23.png"/><Relationship Id="rId7" Type="http://schemas.openxmlformats.org/officeDocument/2006/relationships/oleObject" Target="../embeddings/oleObject4.bin"/><Relationship Id="rId2" Type="http://schemas.openxmlformats.org/officeDocument/2006/relationships/slideLayout" Target="../slideLayouts/slideLayout29.xml"/><Relationship Id="rId1" Type="http://schemas.openxmlformats.org/officeDocument/2006/relationships/vmlDrawing" Target="../drawings/vmlDrawing2.vml"/><Relationship Id="rId6" Type="http://schemas.openxmlformats.org/officeDocument/2006/relationships/image" Target="../media/image21.emf"/><Relationship Id="rId5" Type="http://schemas.openxmlformats.org/officeDocument/2006/relationships/oleObject" Target="../embeddings/oleObject3.bin"/><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oleObject" Target="../embeddings/oleObject5.bin"/><Relationship Id="rId7" Type="http://schemas.openxmlformats.org/officeDocument/2006/relationships/image" Target="../media/image32.png"/><Relationship Id="rId2" Type="http://schemas.openxmlformats.org/officeDocument/2006/relationships/slideLayout" Target="../slideLayouts/slideLayout24.xml"/><Relationship Id="rId1" Type="http://schemas.openxmlformats.org/officeDocument/2006/relationships/vmlDrawing" Target="../drawings/vmlDrawing3.v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emf"/></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image" Target="../media/image38.png"/><Relationship Id="rId7" Type="http://schemas.openxmlformats.org/officeDocument/2006/relationships/image" Target="../media/image35.emf"/><Relationship Id="rId2" Type="http://schemas.openxmlformats.org/officeDocument/2006/relationships/slideLayout" Target="../slideLayouts/slideLayout24.xml"/><Relationship Id="rId1" Type="http://schemas.openxmlformats.org/officeDocument/2006/relationships/vmlDrawing" Target="../drawings/vmlDrawing4.vml"/><Relationship Id="rId6" Type="http://schemas.openxmlformats.org/officeDocument/2006/relationships/oleObject" Target="../embeddings/oleObject7.bin"/><Relationship Id="rId11" Type="http://schemas.openxmlformats.org/officeDocument/2006/relationships/image" Target="../media/image37.emf"/><Relationship Id="rId5" Type="http://schemas.openxmlformats.org/officeDocument/2006/relationships/image" Target="../media/image34.emf"/><Relationship Id="rId10" Type="http://schemas.openxmlformats.org/officeDocument/2006/relationships/oleObject" Target="../embeddings/oleObject9.bin"/><Relationship Id="rId4" Type="http://schemas.openxmlformats.org/officeDocument/2006/relationships/oleObject" Target="../embeddings/oleObject6.bin"/><Relationship Id="rId9" Type="http://schemas.openxmlformats.org/officeDocument/2006/relationships/image" Target="../media/image36.e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4.xml"/><Relationship Id="rId1" Type="http://schemas.openxmlformats.org/officeDocument/2006/relationships/vmlDrawing" Target="../drawings/vmlDrawing5.vml"/><Relationship Id="rId6" Type="http://schemas.openxmlformats.org/officeDocument/2006/relationships/image" Target="../media/image40.png"/><Relationship Id="rId5" Type="http://schemas.openxmlformats.org/officeDocument/2006/relationships/oleObject" Target="../embeddings/oleObject11.bin"/><Relationship Id="rId4" Type="http://schemas.openxmlformats.org/officeDocument/2006/relationships/image" Target="../media/image39.png"/></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4.xml"/><Relationship Id="rId1" Type="http://schemas.openxmlformats.org/officeDocument/2006/relationships/vmlDrawing" Target="../drawings/vmlDrawing6.vml"/><Relationship Id="rId6" Type="http://schemas.openxmlformats.org/officeDocument/2006/relationships/image" Target="../media/image42.png"/><Relationship Id="rId5" Type="http://schemas.openxmlformats.org/officeDocument/2006/relationships/oleObject" Target="../embeddings/oleObject13.bin"/><Relationship Id="rId4" Type="http://schemas.openxmlformats.org/officeDocument/2006/relationships/image" Target="../media/image41.png"/></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16.bin"/><Relationship Id="rId13" Type="http://schemas.openxmlformats.org/officeDocument/2006/relationships/image" Target="../media/image47.emf"/><Relationship Id="rId3" Type="http://schemas.openxmlformats.org/officeDocument/2006/relationships/image" Target="../media/image38.png"/><Relationship Id="rId7" Type="http://schemas.openxmlformats.org/officeDocument/2006/relationships/image" Target="../media/image44.emf"/><Relationship Id="rId12" Type="http://schemas.openxmlformats.org/officeDocument/2006/relationships/oleObject" Target="../embeddings/oleObject18.bin"/><Relationship Id="rId2" Type="http://schemas.openxmlformats.org/officeDocument/2006/relationships/slideLayout" Target="../slideLayouts/slideLayout24.xml"/><Relationship Id="rId1" Type="http://schemas.openxmlformats.org/officeDocument/2006/relationships/vmlDrawing" Target="../drawings/vmlDrawing7.vml"/><Relationship Id="rId6" Type="http://schemas.openxmlformats.org/officeDocument/2006/relationships/oleObject" Target="../embeddings/oleObject15.bin"/><Relationship Id="rId11" Type="http://schemas.openxmlformats.org/officeDocument/2006/relationships/image" Target="../media/image46.emf"/><Relationship Id="rId5" Type="http://schemas.openxmlformats.org/officeDocument/2006/relationships/image" Target="../media/image43.emf"/><Relationship Id="rId10" Type="http://schemas.openxmlformats.org/officeDocument/2006/relationships/oleObject" Target="../embeddings/oleObject17.bin"/><Relationship Id="rId4" Type="http://schemas.openxmlformats.org/officeDocument/2006/relationships/oleObject" Target="../embeddings/oleObject14.bin"/><Relationship Id="rId9" Type="http://schemas.openxmlformats.org/officeDocument/2006/relationships/image" Target="../media/image45.emf"/></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image" Target="../media/image51.png"/><Relationship Id="rId7" Type="http://schemas.openxmlformats.org/officeDocument/2006/relationships/image" Target="../media/image49.wmf"/><Relationship Id="rId2" Type="http://schemas.openxmlformats.org/officeDocument/2006/relationships/slideLayout" Target="../slideLayouts/slideLayout29.xml"/><Relationship Id="rId1" Type="http://schemas.openxmlformats.org/officeDocument/2006/relationships/vmlDrawing" Target="../drawings/vmlDrawing8.vml"/><Relationship Id="rId6" Type="http://schemas.openxmlformats.org/officeDocument/2006/relationships/oleObject" Target="../embeddings/oleObject20.bin"/><Relationship Id="rId5" Type="http://schemas.openxmlformats.org/officeDocument/2006/relationships/image" Target="../media/image48.wmf"/><Relationship Id="rId4" Type="http://schemas.openxmlformats.org/officeDocument/2006/relationships/oleObject" Target="../embeddings/oleObject19.bin"/><Relationship Id="rId9" Type="http://schemas.openxmlformats.org/officeDocument/2006/relationships/image" Target="../media/image50.emf"/></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24.bin"/><Relationship Id="rId13" Type="http://schemas.openxmlformats.org/officeDocument/2006/relationships/image" Target="../media/image56.wmf"/><Relationship Id="rId3" Type="http://schemas.openxmlformats.org/officeDocument/2006/relationships/oleObject" Target="../embeddings/oleObject22.bin"/><Relationship Id="rId7" Type="http://schemas.openxmlformats.org/officeDocument/2006/relationships/image" Target="../media/image58.png"/><Relationship Id="rId12" Type="http://schemas.openxmlformats.org/officeDocument/2006/relationships/oleObject" Target="../embeddings/oleObject26.bin"/><Relationship Id="rId2" Type="http://schemas.openxmlformats.org/officeDocument/2006/relationships/slideLayout" Target="../slideLayouts/slideLayout29.xml"/><Relationship Id="rId1" Type="http://schemas.openxmlformats.org/officeDocument/2006/relationships/vmlDrawing" Target="../drawings/vmlDrawing9.vml"/><Relationship Id="rId6" Type="http://schemas.openxmlformats.org/officeDocument/2006/relationships/image" Target="../media/image53.wmf"/><Relationship Id="rId11" Type="http://schemas.openxmlformats.org/officeDocument/2006/relationships/image" Target="../media/image55.wmf"/><Relationship Id="rId5" Type="http://schemas.openxmlformats.org/officeDocument/2006/relationships/oleObject" Target="../embeddings/oleObject23.bin"/><Relationship Id="rId15" Type="http://schemas.openxmlformats.org/officeDocument/2006/relationships/image" Target="../media/image57.wmf"/><Relationship Id="rId10" Type="http://schemas.openxmlformats.org/officeDocument/2006/relationships/oleObject" Target="../embeddings/oleObject25.bin"/><Relationship Id="rId4" Type="http://schemas.openxmlformats.org/officeDocument/2006/relationships/image" Target="../media/image52.emf"/><Relationship Id="rId9" Type="http://schemas.openxmlformats.org/officeDocument/2006/relationships/image" Target="../media/image54.emf"/><Relationship Id="rId14" Type="http://schemas.openxmlformats.org/officeDocument/2006/relationships/oleObject" Target="../embeddings/oleObject27.bin"/></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29.xml"/><Relationship Id="rId1" Type="http://schemas.openxmlformats.org/officeDocument/2006/relationships/vmlDrawing" Target="../drawings/vmlDrawing10.vml"/><Relationship Id="rId4" Type="http://schemas.openxmlformats.org/officeDocument/2006/relationships/image" Target="../media/image59.e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29.xml"/><Relationship Id="rId1" Type="http://schemas.openxmlformats.org/officeDocument/2006/relationships/vmlDrawing" Target="../drawings/vmlDrawing11.vml"/><Relationship Id="rId6" Type="http://schemas.openxmlformats.org/officeDocument/2006/relationships/image" Target="../media/image61.emf"/><Relationship Id="rId5" Type="http://schemas.openxmlformats.org/officeDocument/2006/relationships/oleObject" Target="../embeddings/oleObject30.bin"/><Relationship Id="rId4" Type="http://schemas.openxmlformats.org/officeDocument/2006/relationships/image" Target="../media/image60.emf"/></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33.bin"/><Relationship Id="rId3" Type="http://schemas.openxmlformats.org/officeDocument/2006/relationships/image" Target="../media/image65.png"/><Relationship Id="rId7" Type="http://schemas.openxmlformats.org/officeDocument/2006/relationships/image" Target="../media/image63.wmf"/><Relationship Id="rId2" Type="http://schemas.openxmlformats.org/officeDocument/2006/relationships/slideLayout" Target="../slideLayouts/slideLayout29.xml"/><Relationship Id="rId1" Type="http://schemas.openxmlformats.org/officeDocument/2006/relationships/vmlDrawing" Target="../drawings/vmlDrawing12.vml"/><Relationship Id="rId6" Type="http://schemas.openxmlformats.org/officeDocument/2006/relationships/oleObject" Target="../embeddings/oleObject32.bin"/><Relationship Id="rId5" Type="http://schemas.openxmlformats.org/officeDocument/2006/relationships/image" Target="../media/image62.wmf"/><Relationship Id="rId4" Type="http://schemas.openxmlformats.org/officeDocument/2006/relationships/oleObject" Target="../embeddings/oleObject31.bin"/><Relationship Id="rId9" Type="http://schemas.openxmlformats.org/officeDocument/2006/relationships/image" Target="../media/image64.wmf"/></Relationships>
</file>

<file path=ppt/slides/_rels/slide34.xml.rels><?xml version="1.0" encoding="UTF-8" standalone="yes"?>
<Relationships xmlns="http://schemas.openxmlformats.org/package/2006/relationships"><Relationship Id="rId8" Type="http://schemas.openxmlformats.org/officeDocument/2006/relationships/image" Target="../media/image66.emf"/><Relationship Id="rId3" Type="http://schemas.openxmlformats.org/officeDocument/2006/relationships/oleObject" Target="../embeddings/oleObject34.bin"/><Relationship Id="rId7" Type="http://schemas.openxmlformats.org/officeDocument/2006/relationships/oleObject" Target="../embeddings/oleObject35.bin"/><Relationship Id="rId2" Type="http://schemas.openxmlformats.org/officeDocument/2006/relationships/slideLayout" Target="../slideLayouts/slideLayout29.xml"/><Relationship Id="rId1" Type="http://schemas.openxmlformats.org/officeDocument/2006/relationships/vmlDrawing" Target="../drawings/vmlDrawing13.vml"/><Relationship Id="rId6" Type="http://schemas.openxmlformats.org/officeDocument/2006/relationships/image" Target="../media/image58.png"/><Relationship Id="rId5" Type="http://schemas.openxmlformats.org/officeDocument/2006/relationships/image" Target="../media/image67.png"/><Relationship Id="rId4" Type="http://schemas.openxmlformats.org/officeDocument/2006/relationships/image" Target="../media/image53.wmf"/></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37.bin"/><Relationship Id="rId3" Type="http://schemas.openxmlformats.org/officeDocument/2006/relationships/notesSlide" Target="../notesSlides/notesSlide1.xml"/><Relationship Id="rId7" Type="http://schemas.openxmlformats.org/officeDocument/2006/relationships/image" Target="../media/image58.png"/><Relationship Id="rId2" Type="http://schemas.openxmlformats.org/officeDocument/2006/relationships/slideLayout" Target="../slideLayouts/slideLayout29.xml"/><Relationship Id="rId1" Type="http://schemas.openxmlformats.org/officeDocument/2006/relationships/vmlDrawing" Target="../drawings/vmlDrawing14.vml"/><Relationship Id="rId6" Type="http://schemas.openxmlformats.org/officeDocument/2006/relationships/image" Target="../media/image53.wmf"/><Relationship Id="rId5" Type="http://schemas.openxmlformats.org/officeDocument/2006/relationships/oleObject" Target="../embeddings/oleObject36.bin"/><Relationship Id="rId4" Type="http://schemas.openxmlformats.org/officeDocument/2006/relationships/image" Target="../media/image69.png"/><Relationship Id="rId9" Type="http://schemas.openxmlformats.org/officeDocument/2006/relationships/image" Target="../media/image68.emf"/></Relationships>
</file>

<file path=ppt/slides/_rels/slide3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4.xml"/><Relationship Id="rId4" Type="http://schemas.openxmlformats.org/officeDocument/2006/relationships/image" Target="../media/image5.jpeg"/></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24.xml"/><Relationship Id="rId1" Type="http://schemas.openxmlformats.org/officeDocument/2006/relationships/vmlDrawing" Target="../drawings/vmlDrawing15.vml"/><Relationship Id="rId4" Type="http://schemas.openxmlformats.org/officeDocument/2006/relationships/image" Target="../media/image72.wmf"/></Relationships>
</file>

<file path=ppt/slides/_rels/slide38.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9.xml"/></Relationships>
</file>

<file path=ppt/slides/_rels/slide39.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9.xml"/></Relationships>
</file>

<file path=ppt/slides/_rels/slide40.xml.rels><?xml version="1.0" encoding="UTF-8" standalone="yes"?>
<Relationships xmlns="http://schemas.openxmlformats.org/package/2006/relationships"><Relationship Id="rId8" Type="http://schemas.openxmlformats.org/officeDocument/2006/relationships/image" Target="../media/image77.wmf"/><Relationship Id="rId13" Type="http://schemas.openxmlformats.org/officeDocument/2006/relationships/oleObject" Target="../embeddings/oleObject44.bin"/><Relationship Id="rId18" Type="http://schemas.openxmlformats.org/officeDocument/2006/relationships/image" Target="../media/image82.wmf"/><Relationship Id="rId3" Type="http://schemas.openxmlformats.org/officeDocument/2006/relationships/oleObject" Target="../embeddings/oleObject39.bin"/><Relationship Id="rId7" Type="http://schemas.openxmlformats.org/officeDocument/2006/relationships/oleObject" Target="../embeddings/oleObject41.bin"/><Relationship Id="rId12" Type="http://schemas.openxmlformats.org/officeDocument/2006/relationships/image" Target="../media/image79.wmf"/><Relationship Id="rId17" Type="http://schemas.openxmlformats.org/officeDocument/2006/relationships/oleObject" Target="../embeddings/oleObject46.bin"/><Relationship Id="rId2" Type="http://schemas.openxmlformats.org/officeDocument/2006/relationships/slideLayout" Target="../slideLayouts/slideLayout29.xml"/><Relationship Id="rId16" Type="http://schemas.openxmlformats.org/officeDocument/2006/relationships/image" Target="../media/image81.wmf"/><Relationship Id="rId20" Type="http://schemas.openxmlformats.org/officeDocument/2006/relationships/image" Target="../media/image83.wmf"/><Relationship Id="rId1" Type="http://schemas.openxmlformats.org/officeDocument/2006/relationships/vmlDrawing" Target="../drawings/vmlDrawing16.vml"/><Relationship Id="rId6" Type="http://schemas.openxmlformats.org/officeDocument/2006/relationships/image" Target="../media/image76.wmf"/><Relationship Id="rId11" Type="http://schemas.openxmlformats.org/officeDocument/2006/relationships/oleObject" Target="../embeddings/oleObject43.bin"/><Relationship Id="rId5" Type="http://schemas.openxmlformats.org/officeDocument/2006/relationships/oleObject" Target="../embeddings/oleObject40.bin"/><Relationship Id="rId15" Type="http://schemas.openxmlformats.org/officeDocument/2006/relationships/oleObject" Target="../embeddings/oleObject45.bin"/><Relationship Id="rId10" Type="http://schemas.openxmlformats.org/officeDocument/2006/relationships/image" Target="../media/image78.wmf"/><Relationship Id="rId19" Type="http://schemas.openxmlformats.org/officeDocument/2006/relationships/oleObject" Target="../embeddings/oleObject47.bin"/><Relationship Id="rId4" Type="http://schemas.openxmlformats.org/officeDocument/2006/relationships/image" Target="../media/image75.emf"/><Relationship Id="rId9" Type="http://schemas.openxmlformats.org/officeDocument/2006/relationships/oleObject" Target="../embeddings/oleObject42.bin"/><Relationship Id="rId14" Type="http://schemas.openxmlformats.org/officeDocument/2006/relationships/image" Target="../media/image80.wmf"/></Relationships>
</file>

<file path=ppt/slides/_rels/slide41.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9.xml"/></Relationships>
</file>

<file path=ppt/slides/_rels/slide42.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9.xml"/></Relationships>
</file>

<file path=ppt/slides/_rels/slide43.xml.rels><?xml version="1.0" encoding="UTF-8" standalone="yes"?>
<Relationships xmlns="http://schemas.openxmlformats.org/package/2006/relationships"><Relationship Id="rId8" Type="http://schemas.openxmlformats.org/officeDocument/2006/relationships/image" Target="../media/image89.wmf"/><Relationship Id="rId3" Type="http://schemas.openxmlformats.org/officeDocument/2006/relationships/oleObject" Target="../embeddings/oleObject48.bin"/><Relationship Id="rId7" Type="http://schemas.openxmlformats.org/officeDocument/2006/relationships/oleObject" Target="../embeddings/oleObject50.bin"/><Relationship Id="rId12" Type="http://schemas.openxmlformats.org/officeDocument/2006/relationships/image" Target="../media/image91.wmf"/><Relationship Id="rId2" Type="http://schemas.openxmlformats.org/officeDocument/2006/relationships/slideLayout" Target="../slideLayouts/slideLayout29.xml"/><Relationship Id="rId1" Type="http://schemas.openxmlformats.org/officeDocument/2006/relationships/vmlDrawing" Target="../drawings/vmlDrawing17.vml"/><Relationship Id="rId6" Type="http://schemas.openxmlformats.org/officeDocument/2006/relationships/image" Target="../media/image88.wmf"/><Relationship Id="rId11" Type="http://schemas.openxmlformats.org/officeDocument/2006/relationships/oleObject" Target="../embeddings/oleObject52.bin"/><Relationship Id="rId5" Type="http://schemas.openxmlformats.org/officeDocument/2006/relationships/oleObject" Target="../embeddings/oleObject49.bin"/><Relationship Id="rId10" Type="http://schemas.openxmlformats.org/officeDocument/2006/relationships/image" Target="../media/image90.wmf"/><Relationship Id="rId4" Type="http://schemas.openxmlformats.org/officeDocument/2006/relationships/image" Target="../media/image87.wmf"/><Relationship Id="rId9" Type="http://schemas.openxmlformats.org/officeDocument/2006/relationships/oleObject" Target="../embeddings/oleObject51.bin"/></Relationships>
</file>

<file path=ppt/slides/_rels/slide44.xml.rels><?xml version="1.0" encoding="UTF-8" standalone="yes"?>
<Relationships xmlns="http://schemas.openxmlformats.org/package/2006/relationships"><Relationship Id="rId2" Type="http://schemas.openxmlformats.org/officeDocument/2006/relationships/image" Target="../media/image92.emf"/><Relationship Id="rId1" Type="http://schemas.openxmlformats.org/officeDocument/2006/relationships/slideLayout" Target="../slideLayouts/slideLayout2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Layout" Target="../slideLayouts/slideLayout29.xml"/><Relationship Id="rId1" Type="http://schemas.openxmlformats.org/officeDocument/2006/relationships/vmlDrawing" Target="../drawings/vmlDrawing18.vml"/><Relationship Id="rId6" Type="http://schemas.openxmlformats.org/officeDocument/2006/relationships/image" Target="../media/image94.wmf"/><Relationship Id="rId5" Type="http://schemas.openxmlformats.org/officeDocument/2006/relationships/oleObject" Target="../embeddings/oleObject54.bin"/><Relationship Id="rId4" Type="http://schemas.openxmlformats.org/officeDocument/2006/relationships/image" Target="../media/image93.wmf"/></Relationships>
</file>

<file path=ppt/slides/_rels/slide47.xml.rels><?xml version="1.0" encoding="UTF-8" standalone="yes"?>
<Relationships xmlns="http://schemas.openxmlformats.org/package/2006/relationships"><Relationship Id="rId8" Type="http://schemas.openxmlformats.org/officeDocument/2006/relationships/image" Target="../media/image97.wmf"/><Relationship Id="rId3" Type="http://schemas.openxmlformats.org/officeDocument/2006/relationships/oleObject" Target="../embeddings/oleObject55.bin"/><Relationship Id="rId7" Type="http://schemas.openxmlformats.org/officeDocument/2006/relationships/oleObject" Target="../embeddings/oleObject57.bin"/><Relationship Id="rId2" Type="http://schemas.openxmlformats.org/officeDocument/2006/relationships/slideLayout" Target="../slideLayouts/slideLayout29.xml"/><Relationship Id="rId1" Type="http://schemas.openxmlformats.org/officeDocument/2006/relationships/vmlDrawing" Target="../drawings/vmlDrawing19.vml"/><Relationship Id="rId6" Type="http://schemas.openxmlformats.org/officeDocument/2006/relationships/image" Target="../media/image96.wmf"/><Relationship Id="rId5" Type="http://schemas.openxmlformats.org/officeDocument/2006/relationships/oleObject" Target="../embeddings/oleObject56.bin"/><Relationship Id="rId10" Type="http://schemas.openxmlformats.org/officeDocument/2006/relationships/image" Target="../media/image98.wmf"/><Relationship Id="rId4" Type="http://schemas.openxmlformats.org/officeDocument/2006/relationships/image" Target="../media/image95.wmf"/><Relationship Id="rId9" Type="http://schemas.openxmlformats.org/officeDocument/2006/relationships/oleObject" Target="../embeddings/oleObject58.bin"/></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61.bin"/><Relationship Id="rId3" Type="http://schemas.openxmlformats.org/officeDocument/2006/relationships/oleObject" Target="../embeddings/oleObject59.bin"/><Relationship Id="rId7" Type="http://schemas.openxmlformats.org/officeDocument/2006/relationships/image" Target="../media/image102.png"/><Relationship Id="rId2" Type="http://schemas.openxmlformats.org/officeDocument/2006/relationships/slideLayout" Target="../slideLayouts/slideLayout29.xml"/><Relationship Id="rId1" Type="http://schemas.openxmlformats.org/officeDocument/2006/relationships/vmlDrawing" Target="../drawings/vmlDrawing20.vml"/><Relationship Id="rId6" Type="http://schemas.openxmlformats.org/officeDocument/2006/relationships/image" Target="../media/image100.wmf"/><Relationship Id="rId5" Type="http://schemas.openxmlformats.org/officeDocument/2006/relationships/oleObject" Target="../embeddings/oleObject60.bin"/><Relationship Id="rId10" Type="http://schemas.openxmlformats.org/officeDocument/2006/relationships/image" Target="../media/image101.wmf"/><Relationship Id="rId4" Type="http://schemas.openxmlformats.org/officeDocument/2006/relationships/image" Target="../media/image99.wmf"/><Relationship Id="rId9" Type="http://schemas.openxmlformats.org/officeDocument/2006/relationships/oleObject" Target="../embeddings/oleObject62.bin"/></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65.bin"/><Relationship Id="rId3" Type="http://schemas.openxmlformats.org/officeDocument/2006/relationships/oleObject" Target="../embeddings/oleObject63.bin"/><Relationship Id="rId7" Type="http://schemas.openxmlformats.org/officeDocument/2006/relationships/image" Target="../media/image100.wmf"/><Relationship Id="rId2" Type="http://schemas.openxmlformats.org/officeDocument/2006/relationships/slideLayout" Target="../slideLayouts/slideLayout29.xml"/><Relationship Id="rId1" Type="http://schemas.openxmlformats.org/officeDocument/2006/relationships/vmlDrawing" Target="../drawings/vmlDrawing21.vml"/><Relationship Id="rId6" Type="http://schemas.openxmlformats.org/officeDocument/2006/relationships/oleObject" Target="../embeddings/oleObject64.bin"/><Relationship Id="rId11" Type="http://schemas.openxmlformats.org/officeDocument/2006/relationships/image" Target="../media/image104.wmf"/><Relationship Id="rId5" Type="http://schemas.openxmlformats.org/officeDocument/2006/relationships/image" Target="../media/image105.png"/><Relationship Id="rId10" Type="http://schemas.openxmlformats.org/officeDocument/2006/relationships/oleObject" Target="../embeddings/oleObject66.bin"/><Relationship Id="rId4" Type="http://schemas.openxmlformats.org/officeDocument/2006/relationships/image" Target="../media/image103.wmf"/><Relationship Id="rId9" Type="http://schemas.openxmlformats.org/officeDocument/2006/relationships/image" Target="../media/image101.wmf"/></Relationships>
</file>

<file path=ppt/slides/_rels/slide50.xml.rels><?xml version="1.0" encoding="UTF-8" standalone="yes"?>
<Relationships xmlns="http://schemas.openxmlformats.org/package/2006/relationships"><Relationship Id="rId8" Type="http://schemas.openxmlformats.org/officeDocument/2006/relationships/oleObject" Target="../embeddings/oleObject69.bin"/><Relationship Id="rId13" Type="http://schemas.openxmlformats.org/officeDocument/2006/relationships/image" Target="../media/image98.wmf"/><Relationship Id="rId3" Type="http://schemas.openxmlformats.org/officeDocument/2006/relationships/image" Target="../media/image107.png"/><Relationship Id="rId7" Type="http://schemas.openxmlformats.org/officeDocument/2006/relationships/image" Target="../media/image101.wmf"/><Relationship Id="rId12" Type="http://schemas.openxmlformats.org/officeDocument/2006/relationships/oleObject" Target="../embeddings/oleObject71.bin"/><Relationship Id="rId2" Type="http://schemas.openxmlformats.org/officeDocument/2006/relationships/slideLayout" Target="../slideLayouts/slideLayout29.xml"/><Relationship Id="rId1" Type="http://schemas.openxmlformats.org/officeDocument/2006/relationships/vmlDrawing" Target="../drawings/vmlDrawing22.vml"/><Relationship Id="rId6" Type="http://schemas.openxmlformats.org/officeDocument/2006/relationships/oleObject" Target="../embeddings/oleObject68.bin"/><Relationship Id="rId11" Type="http://schemas.openxmlformats.org/officeDocument/2006/relationships/image" Target="../media/image106.wmf"/><Relationship Id="rId5" Type="http://schemas.openxmlformats.org/officeDocument/2006/relationships/image" Target="../media/image100.wmf"/><Relationship Id="rId10" Type="http://schemas.openxmlformats.org/officeDocument/2006/relationships/oleObject" Target="../embeddings/oleObject70.bin"/><Relationship Id="rId4" Type="http://schemas.openxmlformats.org/officeDocument/2006/relationships/oleObject" Target="../embeddings/oleObject67.bin"/><Relationship Id="rId9" Type="http://schemas.openxmlformats.org/officeDocument/2006/relationships/image" Target="../media/image104.wmf"/></Relationships>
</file>

<file path=ppt/slides/_rels/slide51.xml.rels><?xml version="1.0" encoding="UTF-8" standalone="yes"?>
<Relationships xmlns="http://schemas.openxmlformats.org/package/2006/relationships"><Relationship Id="rId8" Type="http://schemas.openxmlformats.org/officeDocument/2006/relationships/oleObject" Target="../embeddings/oleObject74.bin"/><Relationship Id="rId13" Type="http://schemas.openxmlformats.org/officeDocument/2006/relationships/image" Target="../media/image108.wmf"/><Relationship Id="rId3" Type="http://schemas.openxmlformats.org/officeDocument/2006/relationships/image" Target="../media/image109.png"/><Relationship Id="rId7" Type="http://schemas.openxmlformats.org/officeDocument/2006/relationships/image" Target="../media/image100.wmf"/><Relationship Id="rId12" Type="http://schemas.openxmlformats.org/officeDocument/2006/relationships/oleObject" Target="../embeddings/oleObject76.bin"/><Relationship Id="rId2" Type="http://schemas.openxmlformats.org/officeDocument/2006/relationships/slideLayout" Target="../slideLayouts/slideLayout29.xml"/><Relationship Id="rId1" Type="http://schemas.openxmlformats.org/officeDocument/2006/relationships/vmlDrawing" Target="../drawings/vmlDrawing23.vml"/><Relationship Id="rId6" Type="http://schemas.openxmlformats.org/officeDocument/2006/relationships/oleObject" Target="../embeddings/oleObject73.bin"/><Relationship Id="rId11" Type="http://schemas.openxmlformats.org/officeDocument/2006/relationships/image" Target="../media/image106.wmf"/><Relationship Id="rId5" Type="http://schemas.openxmlformats.org/officeDocument/2006/relationships/image" Target="../media/image101.wmf"/><Relationship Id="rId10" Type="http://schemas.openxmlformats.org/officeDocument/2006/relationships/oleObject" Target="../embeddings/oleObject75.bin"/><Relationship Id="rId4" Type="http://schemas.openxmlformats.org/officeDocument/2006/relationships/oleObject" Target="../embeddings/oleObject72.bin"/><Relationship Id="rId9" Type="http://schemas.openxmlformats.org/officeDocument/2006/relationships/image" Target="../media/image104.wmf"/></Relationships>
</file>

<file path=ppt/slides/_rels/slide52.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9.xml"/></Relationships>
</file>

<file path=ppt/slides/_rels/slide53.xml.rels><?xml version="1.0" encoding="UTF-8" standalone="yes"?>
<Relationships xmlns="http://schemas.openxmlformats.org/package/2006/relationships"><Relationship Id="rId3" Type="http://schemas.openxmlformats.org/officeDocument/2006/relationships/image" Target="../media/image112.wmf"/><Relationship Id="rId2" Type="http://schemas.openxmlformats.org/officeDocument/2006/relationships/slideLayout" Target="../slideLayouts/slideLayout29.xml"/><Relationship Id="rId1" Type="http://schemas.openxmlformats.org/officeDocument/2006/relationships/vmlDrawing" Target="../drawings/vmlDrawing24.vml"/><Relationship Id="rId5" Type="http://schemas.openxmlformats.org/officeDocument/2006/relationships/image" Target="../media/image111.wmf"/><Relationship Id="rId4" Type="http://schemas.openxmlformats.org/officeDocument/2006/relationships/oleObject" Target="../embeddings/oleObject77.bin"/></Relationships>
</file>

<file path=ppt/slides/_rels/slide54.xml.rels><?xml version="1.0" encoding="UTF-8" standalone="yes"?>
<Relationships xmlns="http://schemas.openxmlformats.org/package/2006/relationships"><Relationship Id="rId8" Type="http://schemas.openxmlformats.org/officeDocument/2006/relationships/image" Target="../media/image115.wmf"/><Relationship Id="rId13" Type="http://schemas.openxmlformats.org/officeDocument/2006/relationships/oleObject" Target="../embeddings/oleObject83.bin"/><Relationship Id="rId18" Type="http://schemas.openxmlformats.org/officeDocument/2006/relationships/image" Target="../media/image120.wmf"/><Relationship Id="rId26" Type="http://schemas.openxmlformats.org/officeDocument/2006/relationships/image" Target="../media/image124.wmf"/><Relationship Id="rId3" Type="http://schemas.openxmlformats.org/officeDocument/2006/relationships/oleObject" Target="../embeddings/oleObject78.bin"/><Relationship Id="rId21" Type="http://schemas.openxmlformats.org/officeDocument/2006/relationships/oleObject" Target="../embeddings/oleObject87.bin"/><Relationship Id="rId7" Type="http://schemas.openxmlformats.org/officeDocument/2006/relationships/oleObject" Target="../embeddings/oleObject80.bin"/><Relationship Id="rId12" Type="http://schemas.openxmlformats.org/officeDocument/2006/relationships/image" Target="../media/image117.wmf"/><Relationship Id="rId17" Type="http://schemas.openxmlformats.org/officeDocument/2006/relationships/oleObject" Target="../embeddings/oleObject85.bin"/><Relationship Id="rId25" Type="http://schemas.openxmlformats.org/officeDocument/2006/relationships/oleObject" Target="../embeddings/oleObject89.bin"/><Relationship Id="rId2" Type="http://schemas.openxmlformats.org/officeDocument/2006/relationships/slideLayout" Target="../slideLayouts/slideLayout29.xml"/><Relationship Id="rId16" Type="http://schemas.openxmlformats.org/officeDocument/2006/relationships/image" Target="../media/image119.wmf"/><Relationship Id="rId20" Type="http://schemas.openxmlformats.org/officeDocument/2006/relationships/image" Target="../media/image121.wmf"/><Relationship Id="rId1" Type="http://schemas.openxmlformats.org/officeDocument/2006/relationships/vmlDrawing" Target="../drawings/vmlDrawing25.vml"/><Relationship Id="rId6" Type="http://schemas.openxmlformats.org/officeDocument/2006/relationships/image" Target="../media/image114.wmf"/><Relationship Id="rId11" Type="http://schemas.openxmlformats.org/officeDocument/2006/relationships/oleObject" Target="../embeddings/oleObject82.bin"/><Relationship Id="rId24" Type="http://schemas.openxmlformats.org/officeDocument/2006/relationships/image" Target="../media/image123.wmf"/><Relationship Id="rId5" Type="http://schemas.openxmlformats.org/officeDocument/2006/relationships/oleObject" Target="../embeddings/oleObject79.bin"/><Relationship Id="rId15" Type="http://schemas.openxmlformats.org/officeDocument/2006/relationships/oleObject" Target="../embeddings/oleObject84.bin"/><Relationship Id="rId23" Type="http://schemas.openxmlformats.org/officeDocument/2006/relationships/oleObject" Target="../embeddings/oleObject88.bin"/><Relationship Id="rId10" Type="http://schemas.openxmlformats.org/officeDocument/2006/relationships/image" Target="../media/image116.wmf"/><Relationship Id="rId19" Type="http://schemas.openxmlformats.org/officeDocument/2006/relationships/oleObject" Target="../embeddings/oleObject86.bin"/><Relationship Id="rId4" Type="http://schemas.openxmlformats.org/officeDocument/2006/relationships/image" Target="../media/image113.wmf"/><Relationship Id="rId9" Type="http://schemas.openxmlformats.org/officeDocument/2006/relationships/oleObject" Target="../embeddings/oleObject81.bin"/><Relationship Id="rId14" Type="http://schemas.openxmlformats.org/officeDocument/2006/relationships/image" Target="../media/image118.wmf"/><Relationship Id="rId22" Type="http://schemas.openxmlformats.org/officeDocument/2006/relationships/image" Target="../media/image122.wmf"/></Relationships>
</file>

<file path=ppt/slides/_rels/slide55.xml.rels><?xml version="1.0" encoding="UTF-8" standalone="yes"?>
<Relationships xmlns="http://schemas.openxmlformats.org/package/2006/relationships"><Relationship Id="rId8" Type="http://schemas.openxmlformats.org/officeDocument/2006/relationships/image" Target="../media/image115.wmf"/><Relationship Id="rId13" Type="http://schemas.openxmlformats.org/officeDocument/2006/relationships/oleObject" Target="../embeddings/oleObject95.bin"/><Relationship Id="rId18" Type="http://schemas.openxmlformats.org/officeDocument/2006/relationships/image" Target="../media/image121.wmf"/><Relationship Id="rId26" Type="http://schemas.openxmlformats.org/officeDocument/2006/relationships/image" Target="../media/image120.wmf"/><Relationship Id="rId3" Type="http://schemas.openxmlformats.org/officeDocument/2006/relationships/oleObject" Target="../embeddings/oleObject90.bin"/><Relationship Id="rId21" Type="http://schemas.openxmlformats.org/officeDocument/2006/relationships/oleObject" Target="../embeddings/oleObject99.bin"/><Relationship Id="rId7" Type="http://schemas.openxmlformats.org/officeDocument/2006/relationships/oleObject" Target="../embeddings/oleObject92.bin"/><Relationship Id="rId12" Type="http://schemas.openxmlformats.org/officeDocument/2006/relationships/image" Target="../media/image117.wmf"/><Relationship Id="rId17" Type="http://schemas.openxmlformats.org/officeDocument/2006/relationships/oleObject" Target="../embeddings/oleObject97.bin"/><Relationship Id="rId25" Type="http://schemas.openxmlformats.org/officeDocument/2006/relationships/oleObject" Target="../embeddings/oleObject101.bin"/><Relationship Id="rId2" Type="http://schemas.openxmlformats.org/officeDocument/2006/relationships/slideLayout" Target="../slideLayouts/slideLayout29.xml"/><Relationship Id="rId16" Type="http://schemas.openxmlformats.org/officeDocument/2006/relationships/image" Target="../media/image119.wmf"/><Relationship Id="rId20" Type="http://schemas.openxmlformats.org/officeDocument/2006/relationships/image" Target="../media/image122.wmf"/><Relationship Id="rId1" Type="http://schemas.openxmlformats.org/officeDocument/2006/relationships/vmlDrawing" Target="../drawings/vmlDrawing26.vml"/><Relationship Id="rId6" Type="http://schemas.openxmlformats.org/officeDocument/2006/relationships/image" Target="../media/image114.wmf"/><Relationship Id="rId11" Type="http://schemas.openxmlformats.org/officeDocument/2006/relationships/oleObject" Target="../embeddings/oleObject94.bin"/><Relationship Id="rId24" Type="http://schemas.openxmlformats.org/officeDocument/2006/relationships/image" Target="../media/image124.wmf"/><Relationship Id="rId5" Type="http://schemas.openxmlformats.org/officeDocument/2006/relationships/oleObject" Target="../embeddings/oleObject91.bin"/><Relationship Id="rId15" Type="http://schemas.openxmlformats.org/officeDocument/2006/relationships/oleObject" Target="../embeddings/oleObject96.bin"/><Relationship Id="rId23" Type="http://schemas.openxmlformats.org/officeDocument/2006/relationships/oleObject" Target="../embeddings/oleObject100.bin"/><Relationship Id="rId10" Type="http://schemas.openxmlformats.org/officeDocument/2006/relationships/image" Target="../media/image116.wmf"/><Relationship Id="rId19" Type="http://schemas.openxmlformats.org/officeDocument/2006/relationships/oleObject" Target="../embeddings/oleObject98.bin"/><Relationship Id="rId4" Type="http://schemas.openxmlformats.org/officeDocument/2006/relationships/image" Target="../media/image113.wmf"/><Relationship Id="rId9" Type="http://schemas.openxmlformats.org/officeDocument/2006/relationships/oleObject" Target="../embeddings/oleObject93.bin"/><Relationship Id="rId14" Type="http://schemas.openxmlformats.org/officeDocument/2006/relationships/image" Target="../media/image118.wmf"/><Relationship Id="rId22" Type="http://schemas.openxmlformats.org/officeDocument/2006/relationships/image" Target="../media/image123.wmf"/></Relationships>
</file>

<file path=ppt/slides/_rels/slide56.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image" Target="../media/image125.png"/><Relationship Id="rId1" Type="http://schemas.openxmlformats.org/officeDocument/2006/relationships/slideLayout" Target="../slideLayouts/slideLayout29.xml"/><Relationship Id="rId5" Type="http://schemas.openxmlformats.org/officeDocument/2006/relationships/image" Target="../media/image128.png"/><Relationship Id="rId4" Type="http://schemas.openxmlformats.org/officeDocument/2006/relationships/image" Target="../media/image127.png"/></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102.bin"/><Relationship Id="rId2" Type="http://schemas.openxmlformats.org/officeDocument/2006/relationships/slideLayout" Target="../slideLayouts/slideLayout29.xml"/><Relationship Id="rId1" Type="http://schemas.openxmlformats.org/officeDocument/2006/relationships/vmlDrawing" Target="../drawings/vmlDrawing27.vml"/><Relationship Id="rId4" Type="http://schemas.openxmlformats.org/officeDocument/2006/relationships/image" Target="../media/image129.emf"/></Relationships>
</file>

<file path=ppt/slides/_rels/slide58.xml.rels><?xml version="1.0" encoding="UTF-8" standalone="yes"?>
<Relationships xmlns="http://schemas.openxmlformats.org/package/2006/relationships"><Relationship Id="rId8" Type="http://schemas.openxmlformats.org/officeDocument/2006/relationships/oleObject" Target="../embeddings/oleObject106.bin"/><Relationship Id="rId13" Type="http://schemas.openxmlformats.org/officeDocument/2006/relationships/oleObject" Target="../embeddings/oleObject109.bin"/><Relationship Id="rId18" Type="http://schemas.openxmlformats.org/officeDocument/2006/relationships/image" Target="../media/image136.wmf"/><Relationship Id="rId3" Type="http://schemas.openxmlformats.org/officeDocument/2006/relationships/oleObject" Target="../embeddings/oleObject103.bin"/><Relationship Id="rId21" Type="http://schemas.openxmlformats.org/officeDocument/2006/relationships/oleObject" Target="../embeddings/oleObject113.bin"/><Relationship Id="rId7" Type="http://schemas.openxmlformats.org/officeDocument/2006/relationships/oleObject" Target="../embeddings/oleObject105.bin"/><Relationship Id="rId12" Type="http://schemas.openxmlformats.org/officeDocument/2006/relationships/image" Target="../media/image133.wmf"/><Relationship Id="rId17" Type="http://schemas.openxmlformats.org/officeDocument/2006/relationships/oleObject" Target="../embeddings/oleObject111.bin"/><Relationship Id="rId2" Type="http://schemas.openxmlformats.org/officeDocument/2006/relationships/slideLayout" Target="../slideLayouts/slideLayout29.xml"/><Relationship Id="rId16" Type="http://schemas.openxmlformats.org/officeDocument/2006/relationships/image" Target="../media/image135.emf"/><Relationship Id="rId20" Type="http://schemas.openxmlformats.org/officeDocument/2006/relationships/image" Target="../media/image137.wmf"/><Relationship Id="rId1" Type="http://schemas.openxmlformats.org/officeDocument/2006/relationships/vmlDrawing" Target="../drawings/vmlDrawing28.vml"/><Relationship Id="rId6" Type="http://schemas.openxmlformats.org/officeDocument/2006/relationships/image" Target="../media/image131.wmf"/><Relationship Id="rId11" Type="http://schemas.openxmlformats.org/officeDocument/2006/relationships/oleObject" Target="../embeddings/oleObject108.bin"/><Relationship Id="rId5" Type="http://schemas.openxmlformats.org/officeDocument/2006/relationships/oleObject" Target="../embeddings/oleObject104.bin"/><Relationship Id="rId15" Type="http://schemas.openxmlformats.org/officeDocument/2006/relationships/oleObject" Target="../embeddings/oleObject110.bin"/><Relationship Id="rId10" Type="http://schemas.openxmlformats.org/officeDocument/2006/relationships/image" Target="../media/image132.wmf"/><Relationship Id="rId19" Type="http://schemas.openxmlformats.org/officeDocument/2006/relationships/oleObject" Target="../embeddings/oleObject112.bin"/><Relationship Id="rId4" Type="http://schemas.openxmlformats.org/officeDocument/2006/relationships/image" Target="../media/image130.wmf"/><Relationship Id="rId9" Type="http://schemas.openxmlformats.org/officeDocument/2006/relationships/oleObject" Target="../embeddings/oleObject107.bin"/><Relationship Id="rId14" Type="http://schemas.openxmlformats.org/officeDocument/2006/relationships/image" Target="../media/image134.wmf"/><Relationship Id="rId22" Type="http://schemas.openxmlformats.org/officeDocument/2006/relationships/image" Target="../media/image138.wmf"/></Relationships>
</file>

<file path=ppt/slides/_rels/slide59.xml.rels><?xml version="1.0" encoding="UTF-8" standalone="yes"?>
<Relationships xmlns="http://schemas.openxmlformats.org/package/2006/relationships"><Relationship Id="rId8" Type="http://schemas.openxmlformats.org/officeDocument/2006/relationships/image" Target="../media/image141.emf"/><Relationship Id="rId3" Type="http://schemas.openxmlformats.org/officeDocument/2006/relationships/oleObject" Target="../embeddings/oleObject114.bin"/><Relationship Id="rId7" Type="http://schemas.openxmlformats.org/officeDocument/2006/relationships/oleObject" Target="../embeddings/oleObject116.bin"/><Relationship Id="rId2" Type="http://schemas.openxmlformats.org/officeDocument/2006/relationships/slideLayout" Target="../slideLayouts/slideLayout29.xml"/><Relationship Id="rId1" Type="http://schemas.openxmlformats.org/officeDocument/2006/relationships/vmlDrawing" Target="../drawings/vmlDrawing29.vml"/><Relationship Id="rId6" Type="http://schemas.openxmlformats.org/officeDocument/2006/relationships/image" Target="../media/image140.emf"/><Relationship Id="rId5" Type="http://schemas.openxmlformats.org/officeDocument/2006/relationships/oleObject" Target="../embeddings/oleObject115.bin"/><Relationship Id="rId10" Type="http://schemas.openxmlformats.org/officeDocument/2006/relationships/image" Target="../media/image142.emf"/><Relationship Id="rId4" Type="http://schemas.openxmlformats.org/officeDocument/2006/relationships/image" Target="../media/image139.emf"/><Relationship Id="rId9" Type="http://schemas.openxmlformats.org/officeDocument/2006/relationships/oleObject" Target="../embeddings/oleObject117.bin"/></Relationships>
</file>

<file path=ppt/slides/_rels/slide60.xml.rels><?xml version="1.0" encoding="UTF-8" standalone="yes"?>
<Relationships xmlns="http://schemas.openxmlformats.org/package/2006/relationships"><Relationship Id="rId8" Type="http://schemas.openxmlformats.org/officeDocument/2006/relationships/image" Target="../media/image145.wmf"/><Relationship Id="rId3" Type="http://schemas.openxmlformats.org/officeDocument/2006/relationships/oleObject" Target="../embeddings/oleObject118.bin"/><Relationship Id="rId7" Type="http://schemas.openxmlformats.org/officeDocument/2006/relationships/oleObject" Target="../embeddings/oleObject120.bin"/><Relationship Id="rId2" Type="http://schemas.openxmlformats.org/officeDocument/2006/relationships/slideLayout" Target="../slideLayouts/slideLayout29.xml"/><Relationship Id="rId1" Type="http://schemas.openxmlformats.org/officeDocument/2006/relationships/vmlDrawing" Target="../drawings/vmlDrawing30.vml"/><Relationship Id="rId6" Type="http://schemas.openxmlformats.org/officeDocument/2006/relationships/image" Target="../media/image144.wmf"/><Relationship Id="rId5" Type="http://schemas.openxmlformats.org/officeDocument/2006/relationships/oleObject" Target="../embeddings/oleObject119.bin"/><Relationship Id="rId4" Type="http://schemas.openxmlformats.org/officeDocument/2006/relationships/image" Target="../media/image143.wmf"/></Relationships>
</file>

<file path=ppt/slides/_rels/slide61.xml.rels><?xml version="1.0" encoding="UTF-8" standalone="yes"?>
<Relationships xmlns="http://schemas.openxmlformats.org/package/2006/relationships"><Relationship Id="rId8" Type="http://schemas.openxmlformats.org/officeDocument/2006/relationships/oleObject" Target="../embeddings/oleObject123.bin"/><Relationship Id="rId13" Type="http://schemas.openxmlformats.org/officeDocument/2006/relationships/image" Target="../media/image104.wmf"/><Relationship Id="rId3" Type="http://schemas.openxmlformats.org/officeDocument/2006/relationships/oleObject" Target="../embeddings/oleObject121.bin"/><Relationship Id="rId7" Type="http://schemas.openxmlformats.org/officeDocument/2006/relationships/image" Target="../media/image109.png"/><Relationship Id="rId12" Type="http://schemas.openxmlformats.org/officeDocument/2006/relationships/oleObject" Target="../embeddings/oleObject125.bin"/><Relationship Id="rId17" Type="http://schemas.openxmlformats.org/officeDocument/2006/relationships/image" Target="../media/image108.wmf"/><Relationship Id="rId2" Type="http://schemas.openxmlformats.org/officeDocument/2006/relationships/slideLayout" Target="../slideLayouts/slideLayout29.xml"/><Relationship Id="rId16" Type="http://schemas.openxmlformats.org/officeDocument/2006/relationships/oleObject" Target="../embeddings/oleObject127.bin"/><Relationship Id="rId1" Type="http://schemas.openxmlformats.org/officeDocument/2006/relationships/vmlDrawing" Target="../drawings/vmlDrawing31.vml"/><Relationship Id="rId6" Type="http://schemas.openxmlformats.org/officeDocument/2006/relationships/image" Target="../media/image147.wmf"/><Relationship Id="rId11" Type="http://schemas.openxmlformats.org/officeDocument/2006/relationships/image" Target="../media/image100.wmf"/><Relationship Id="rId5" Type="http://schemas.openxmlformats.org/officeDocument/2006/relationships/oleObject" Target="../embeddings/oleObject122.bin"/><Relationship Id="rId15" Type="http://schemas.openxmlformats.org/officeDocument/2006/relationships/image" Target="../media/image106.wmf"/><Relationship Id="rId10" Type="http://schemas.openxmlformats.org/officeDocument/2006/relationships/oleObject" Target="../embeddings/oleObject124.bin"/><Relationship Id="rId4" Type="http://schemas.openxmlformats.org/officeDocument/2006/relationships/image" Target="../media/image146.wmf"/><Relationship Id="rId9" Type="http://schemas.openxmlformats.org/officeDocument/2006/relationships/image" Target="../media/image101.wmf"/><Relationship Id="rId14" Type="http://schemas.openxmlformats.org/officeDocument/2006/relationships/oleObject" Target="../embeddings/oleObject126.bin"/></Relationships>
</file>

<file path=ppt/slides/_rels/slide62.xml.rels><?xml version="1.0" encoding="UTF-8" standalone="yes"?>
<Relationships xmlns="http://schemas.openxmlformats.org/package/2006/relationships"><Relationship Id="rId8" Type="http://schemas.openxmlformats.org/officeDocument/2006/relationships/image" Target="../media/image149.wmf"/><Relationship Id="rId13" Type="http://schemas.openxmlformats.org/officeDocument/2006/relationships/oleObject" Target="../embeddings/oleObject132.bin"/><Relationship Id="rId18" Type="http://schemas.openxmlformats.org/officeDocument/2006/relationships/image" Target="../media/image154.emf"/><Relationship Id="rId3" Type="http://schemas.openxmlformats.org/officeDocument/2006/relationships/image" Target="../media/image155.png"/><Relationship Id="rId7" Type="http://schemas.openxmlformats.org/officeDocument/2006/relationships/oleObject" Target="../embeddings/oleObject129.bin"/><Relationship Id="rId12" Type="http://schemas.openxmlformats.org/officeDocument/2006/relationships/image" Target="../media/image151.wmf"/><Relationship Id="rId17" Type="http://schemas.openxmlformats.org/officeDocument/2006/relationships/oleObject" Target="../embeddings/oleObject134.bin"/><Relationship Id="rId2" Type="http://schemas.openxmlformats.org/officeDocument/2006/relationships/slideLayout" Target="../slideLayouts/slideLayout29.xml"/><Relationship Id="rId16" Type="http://schemas.openxmlformats.org/officeDocument/2006/relationships/image" Target="../media/image153.wmf"/><Relationship Id="rId1" Type="http://schemas.openxmlformats.org/officeDocument/2006/relationships/vmlDrawing" Target="../drawings/vmlDrawing32.vml"/><Relationship Id="rId6" Type="http://schemas.openxmlformats.org/officeDocument/2006/relationships/image" Target="../media/image156.png"/><Relationship Id="rId11" Type="http://schemas.openxmlformats.org/officeDocument/2006/relationships/oleObject" Target="../embeddings/oleObject131.bin"/><Relationship Id="rId5" Type="http://schemas.openxmlformats.org/officeDocument/2006/relationships/image" Target="../media/image148.wmf"/><Relationship Id="rId15" Type="http://schemas.openxmlformats.org/officeDocument/2006/relationships/oleObject" Target="../embeddings/oleObject133.bin"/><Relationship Id="rId10" Type="http://schemas.openxmlformats.org/officeDocument/2006/relationships/image" Target="../media/image150.wmf"/><Relationship Id="rId4" Type="http://schemas.openxmlformats.org/officeDocument/2006/relationships/oleObject" Target="../embeddings/oleObject128.bin"/><Relationship Id="rId9" Type="http://schemas.openxmlformats.org/officeDocument/2006/relationships/oleObject" Target="../embeddings/oleObject130.bin"/><Relationship Id="rId14" Type="http://schemas.openxmlformats.org/officeDocument/2006/relationships/image" Target="../media/image152.wmf"/></Relationships>
</file>

<file path=ppt/slides/_rels/slide63.xml.rels><?xml version="1.0" encoding="UTF-8" standalone="yes"?>
<Relationships xmlns="http://schemas.openxmlformats.org/package/2006/relationships"><Relationship Id="rId8" Type="http://schemas.openxmlformats.org/officeDocument/2006/relationships/image" Target="../media/image159.wmf"/><Relationship Id="rId3" Type="http://schemas.openxmlformats.org/officeDocument/2006/relationships/oleObject" Target="../embeddings/oleObject135.bin"/><Relationship Id="rId7" Type="http://schemas.openxmlformats.org/officeDocument/2006/relationships/oleObject" Target="../embeddings/oleObject137.bin"/><Relationship Id="rId2" Type="http://schemas.openxmlformats.org/officeDocument/2006/relationships/slideLayout" Target="../slideLayouts/slideLayout29.xml"/><Relationship Id="rId1" Type="http://schemas.openxmlformats.org/officeDocument/2006/relationships/vmlDrawing" Target="../drawings/vmlDrawing33.vml"/><Relationship Id="rId6" Type="http://schemas.openxmlformats.org/officeDocument/2006/relationships/image" Target="../media/image158.wmf"/><Relationship Id="rId5" Type="http://schemas.openxmlformats.org/officeDocument/2006/relationships/oleObject" Target="../embeddings/oleObject136.bin"/><Relationship Id="rId10" Type="http://schemas.openxmlformats.org/officeDocument/2006/relationships/image" Target="../media/image160.wmf"/><Relationship Id="rId4" Type="http://schemas.openxmlformats.org/officeDocument/2006/relationships/image" Target="../media/image157.wmf"/><Relationship Id="rId9" Type="http://schemas.openxmlformats.org/officeDocument/2006/relationships/oleObject" Target="../embeddings/oleObject138.bin"/></Relationships>
</file>

<file path=ppt/slides/_rels/slide64.xml.rels><?xml version="1.0" encoding="UTF-8" standalone="yes"?>
<Relationships xmlns="http://schemas.openxmlformats.org/package/2006/relationships"><Relationship Id="rId8" Type="http://schemas.openxmlformats.org/officeDocument/2006/relationships/oleObject" Target="../embeddings/oleObject141.bin"/><Relationship Id="rId13" Type="http://schemas.openxmlformats.org/officeDocument/2006/relationships/oleObject" Target="../embeddings/oleObject143.bin"/><Relationship Id="rId3" Type="http://schemas.openxmlformats.org/officeDocument/2006/relationships/image" Target="../media/image166.png"/><Relationship Id="rId7" Type="http://schemas.openxmlformats.org/officeDocument/2006/relationships/image" Target="../media/image162.wmf"/><Relationship Id="rId12" Type="http://schemas.openxmlformats.org/officeDocument/2006/relationships/image" Target="../media/image164.wmf"/><Relationship Id="rId2" Type="http://schemas.openxmlformats.org/officeDocument/2006/relationships/slideLayout" Target="../slideLayouts/slideLayout7.xml"/><Relationship Id="rId1" Type="http://schemas.openxmlformats.org/officeDocument/2006/relationships/vmlDrawing" Target="../drawings/vmlDrawing34.vml"/><Relationship Id="rId6" Type="http://schemas.openxmlformats.org/officeDocument/2006/relationships/oleObject" Target="../embeddings/oleObject140.bin"/><Relationship Id="rId11" Type="http://schemas.openxmlformats.org/officeDocument/2006/relationships/oleObject" Target="../embeddings/oleObject142.bin"/><Relationship Id="rId5" Type="http://schemas.openxmlformats.org/officeDocument/2006/relationships/image" Target="../media/image161.wmf"/><Relationship Id="rId10" Type="http://schemas.openxmlformats.org/officeDocument/2006/relationships/image" Target="../media/image167.png"/><Relationship Id="rId4" Type="http://schemas.openxmlformats.org/officeDocument/2006/relationships/oleObject" Target="../embeddings/oleObject139.bin"/><Relationship Id="rId9" Type="http://schemas.openxmlformats.org/officeDocument/2006/relationships/image" Target="../media/image163.wmf"/><Relationship Id="rId14" Type="http://schemas.openxmlformats.org/officeDocument/2006/relationships/image" Target="../media/image165.wmf"/></Relationships>
</file>

<file path=ppt/slides/_rels/slide65.xml.rels><?xml version="1.0" encoding="UTF-8" standalone="yes"?>
<Relationships xmlns="http://schemas.openxmlformats.org/package/2006/relationships"><Relationship Id="rId2" Type="http://schemas.openxmlformats.org/officeDocument/2006/relationships/image" Target="../media/image168.png"/><Relationship Id="rId1" Type="http://schemas.openxmlformats.org/officeDocument/2006/relationships/slideLayout" Target="../slideLayouts/slideLayout29.xml"/></Relationships>
</file>

<file path=ppt/slides/_rels/slide66.xml.rels><?xml version="1.0" encoding="UTF-8" standalone="yes"?>
<Relationships xmlns="http://schemas.openxmlformats.org/package/2006/relationships"><Relationship Id="rId8" Type="http://schemas.openxmlformats.org/officeDocument/2006/relationships/image" Target="../media/image171.wmf"/><Relationship Id="rId3" Type="http://schemas.openxmlformats.org/officeDocument/2006/relationships/oleObject" Target="../embeddings/oleObject144.bin"/><Relationship Id="rId7" Type="http://schemas.openxmlformats.org/officeDocument/2006/relationships/oleObject" Target="../embeddings/oleObject146.bin"/><Relationship Id="rId2" Type="http://schemas.openxmlformats.org/officeDocument/2006/relationships/slideLayout" Target="../slideLayouts/slideLayout29.xml"/><Relationship Id="rId1" Type="http://schemas.openxmlformats.org/officeDocument/2006/relationships/vmlDrawing" Target="../drawings/vmlDrawing35.vml"/><Relationship Id="rId6" Type="http://schemas.openxmlformats.org/officeDocument/2006/relationships/image" Target="../media/image170.wmf"/><Relationship Id="rId5" Type="http://schemas.openxmlformats.org/officeDocument/2006/relationships/oleObject" Target="../embeddings/oleObject145.bin"/><Relationship Id="rId10" Type="http://schemas.openxmlformats.org/officeDocument/2006/relationships/image" Target="../media/image172.wmf"/><Relationship Id="rId4" Type="http://schemas.openxmlformats.org/officeDocument/2006/relationships/image" Target="../media/image169.wmf"/><Relationship Id="rId9" Type="http://schemas.openxmlformats.org/officeDocument/2006/relationships/oleObject" Target="../embeddings/oleObject147.bin"/></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148.bin"/><Relationship Id="rId2" Type="http://schemas.openxmlformats.org/officeDocument/2006/relationships/slideLayout" Target="../slideLayouts/slideLayout29.xml"/><Relationship Id="rId1" Type="http://schemas.openxmlformats.org/officeDocument/2006/relationships/vmlDrawing" Target="../drawings/vmlDrawing36.vml"/><Relationship Id="rId6" Type="http://schemas.openxmlformats.org/officeDocument/2006/relationships/image" Target="../media/image174.wmf"/><Relationship Id="rId5" Type="http://schemas.openxmlformats.org/officeDocument/2006/relationships/oleObject" Target="../embeddings/oleObject149.bin"/><Relationship Id="rId4" Type="http://schemas.openxmlformats.org/officeDocument/2006/relationships/image" Target="../media/image173.wmf"/></Relationships>
</file>

<file path=ppt/slides/_rels/slide68.xml.rels><?xml version="1.0" encoding="UTF-8" standalone="yes"?>
<Relationships xmlns="http://schemas.openxmlformats.org/package/2006/relationships"><Relationship Id="rId8" Type="http://schemas.openxmlformats.org/officeDocument/2006/relationships/image" Target="../media/image177.wmf"/><Relationship Id="rId13" Type="http://schemas.openxmlformats.org/officeDocument/2006/relationships/oleObject" Target="../embeddings/oleObject155.bin"/><Relationship Id="rId3" Type="http://schemas.openxmlformats.org/officeDocument/2006/relationships/oleObject" Target="../embeddings/oleObject150.bin"/><Relationship Id="rId7" Type="http://schemas.openxmlformats.org/officeDocument/2006/relationships/oleObject" Target="../embeddings/oleObject152.bin"/><Relationship Id="rId12" Type="http://schemas.openxmlformats.org/officeDocument/2006/relationships/image" Target="../media/image179.emf"/><Relationship Id="rId2" Type="http://schemas.openxmlformats.org/officeDocument/2006/relationships/slideLayout" Target="../slideLayouts/slideLayout29.xml"/><Relationship Id="rId1" Type="http://schemas.openxmlformats.org/officeDocument/2006/relationships/vmlDrawing" Target="../drawings/vmlDrawing37.vml"/><Relationship Id="rId6" Type="http://schemas.openxmlformats.org/officeDocument/2006/relationships/image" Target="../media/image176.wmf"/><Relationship Id="rId11" Type="http://schemas.openxmlformats.org/officeDocument/2006/relationships/oleObject" Target="../embeddings/oleObject154.bin"/><Relationship Id="rId5" Type="http://schemas.openxmlformats.org/officeDocument/2006/relationships/oleObject" Target="../embeddings/oleObject151.bin"/><Relationship Id="rId10" Type="http://schemas.openxmlformats.org/officeDocument/2006/relationships/image" Target="../media/image178.wmf"/><Relationship Id="rId4" Type="http://schemas.openxmlformats.org/officeDocument/2006/relationships/image" Target="../media/image175.wmf"/><Relationship Id="rId9" Type="http://schemas.openxmlformats.org/officeDocument/2006/relationships/oleObject" Target="../embeddings/oleObject153.bin"/><Relationship Id="rId14" Type="http://schemas.openxmlformats.org/officeDocument/2006/relationships/image" Target="../media/image180.png"/></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156.bin"/><Relationship Id="rId2" Type="http://schemas.openxmlformats.org/officeDocument/2006/relationships/slideLayout" Target="../slideLayouts/slideLayout29.xml"/><Relationship Id="rId1" Type="http://schemas.openxmlformats.org/officeDocument/2006/relationships/vmlDrawing" Target="../drawings/vmlDrawing38.vml"/><Relationship Id="rId6" Type="http://schemas.openxmlformats.org/officeDocument/2006/relationships/image" Target="../media/image182.wmf"/><Relationship Id="rId5" Type="http://schemas.openxmlformats.org/officeDocument/2006/relationships/oleObject" Target="../embeddings/oleObject157.bin"/><Relationship Id="rId4" Type="http://schemas.openxmlformats.org/officeDocument/2006/relationships/image" Target="../media/image181.wmf"/></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1.xml.rels><?xml version="1.0" encoding="UTF-8" standalone="yes"?>
<Relationships xmlns="http://schemas.openxmlformats.org/package/2006/relationships"><Relationship Id="rId3" Type="http://schemas.openxmlformats.org/officeDocument/2006/relationships/image" Target="../media/image184.png"/><Relationship Id="rId2" Type="http://schemas.openxmlformats.org/officeDocument/2006/relationships/image" Target="../media/image183.png"/><Relationship Id="rId1" Type="http://schemas.openxmlformats.org/officeDocument/2006/relationships/slideLayout" Target="../slideLayouts/slideLayout24.xml"/></Relationships>
</file>

<file path=ppt/slides/_rels/slide72.xml.rels><?xml version="1.0" encoding="UTF-8" standalone="yes"?>
<Relationships xmlns="http://schemas.openxmlformats.org/package/2006/relationships"><Relationship Id="rId3" Type="http://schemas.openxmlformats.org/officeDocument/2006/relationships/image" Target="../media/image186.jpeg"/><Relationship Id="rId2" Type="http://schemas.openxmlformats.org/officeDocument/2006/relationships/image" Target="../media/image185.png"/><Relationship Id="rId1" Type="http://schemas.openxmlformats.org/officeDocument/2006/relationships/slideLayout" Target="../slideLayouts/slideLayout2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158.bin"/><Relationship Id="rId2" Type="http://schemas.openxmlformats.org/officeDocument/2006/relationships/slideLayout" Target="../slideLayouts/slideLayout24.xml"/><Relationship Id="rId1" Type="http://schemas.openxmlformats.org/officeDocument/2006/relationships/vmlDrawing" Target="../drawings/vmlDrawing39.vml"/><Relationship Id="rId4" Type="http://schemas.openxmlformats.org/officeDocument/2006/relationships/image" Target="../media/image187.wmf"/></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159.bin"/><Relationship Id="rId2" Type="http://schemas.openxmlformats.org/officeDocument/2006/relationships/slideLayout" Target="../slideLayouts/slideLayout24.xml"/><Relationship Id="rId1" Type="http://schemas.openxmlformats.org/officeDocument/2006/relationships/vmlDrawing" Target="../drawings/vmlDrawing40.vml"/><Relationship Id="rId4" Type="http://schemas.openxmlformats.org/officeDocument/2006/relationships/image" Target="../media/image188.png"/></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160.bin"/><Relationship Id="rId2" Type="http://schemas.openxmlformats.org/officeDocument/2006/relationships/slideLayout" Target="../slideLayouts/slideLayout24.xml"/><Relationship Id="rId1" Type="http://schemas.openxmlformats.org/officeDocument/2006/relationships/vmlDrawing" Target="../drawings/vmlDrawing41.vml"/><Relationship Id="rId4" Type="http://schemas.openxmlformats.org/officeDocument/2006/relationships/image" Target="../media/image188.png"/></Relationships>
</file>

<file path=ppt/slides/_rels/slide79.xml.rels><?xml version="1.0" encoding="UTF-8" standalone="yes"?>
<Relationships xmlns="http://schemas.openxmlformats.org/package/2006/relationships"><Relationship Id="rId3" Type="http://schemas.openxmlformats.org/officeDocument/2006/relationships/oleObject" Target="../embeddings/oleObject161.bin"/><Relationship Id="rId2" Type="http://schemas.openxmlformats.org/officeDocument/2006/relationships/slideLayout" Target="../slideLayouts/slideLayout29.xml"/><Relationship Id="rId1" Type="http://schemas.openxmlformats.org/officeDocument/2006/relationships/vmlDrawing" Target="../drawings/vmlDrawing42.vml"/><Relationship Id="rId6" Type="http://schemas.openxmlformats.org/officeDocument/2006/relationships/image" Target="../media/image190.wmf"/><Relationship Id="rId5" Type="http://schemas.openxmlformats.org/officeDocument/2006/relationships/oleObject" Target="../embeddings/oleObject162.bin"/><Relationship Id="rId4" Type="http://schemas.openxmlformats.org/officeDocument/2006/relationships/image" Target="../media/image189.wmf"/></Relationships>
</file>

<file path=ppt/slides/_rels/slide80.xml.rels><?xml version="1.0" encoding="UTF-8" standalone="yes"?>
<Relationships xmlns="http://schemas.openxmlformats.org/package/2006/relationships"><Relationship Id="rId2" Type="http://schemas.openxmlformats.org/officeDocument/2006/relationships/image" Target="../media/image191.wmf"/><Relationship Id="rId1" Type="http://schemas.openxmlformats.org/officeDocument/2006/relationships/slideLayout" Target="../slideLayouts/slideLayout29.xml"/></Relationships>
</file>

<file path=ppt/slides/_rels/slide81.xml.rels><?xml version="1.0" encoding="UTF-8" standalone="yes"?>
<Relationships xmlns="http://schemas.openxmlformats.org/package/2006/relationships"><Relationship Id="rId3" Type="http://schemas.openxmlformats.org/officeDocument/2006/relationships/image" Target="../media/image193.wmf"/><Relationship Id="rId2" Type="http://schemas.openxmlformats.org/officeDocument/2006/relationships/slideLayout" Target="../slideLayouts/slideLayout29.xml"/><Relationship Id="rId1" Type="http://schemas.openxmlformats.org/officeDocument/2006/relationships/vmlDrawing" Target="../drawings/vmlDrawing43.vml"/><Relationship Id="rId5" Type="http://schemas.openxmlformats.org/officeDocument/2006/relationships/image" Target="../media/image192.wmf"/><Relationship Id="rId4" Type="http://schemas.openxmlformats.org/officeDocument/2006/relationships/oleObject" Target="../embeddings/oleObject163.bin"/></Relationships>
</file>

<file path=ppt/slides/_rels/slide8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3.xml.rels><?xml version="1.0" encoding="UTF-8" standalone="yes"?>
<Relationships xmlns="http://schemas.openxmlformats.org/package/2006/relationships"><Relationship Id="rId3" Type="http://schemas.openxmlformats.org/officeDocument/2006/relationships/image" Target="../media/image195.png"/><Relationship Id="rId2" Type="http://schemas.openxmlformats.org/officeDocument/2006/relationships/slideLayout" Target="../slideLayouts/slideLayout24.xml"/><Relationship Id="rId1" Type="http://schemas.openxmlformats.org/officeDocument/2006/relationships/vmlDrawing" Target="../drawings/vmlDrawing44.vml"/><Relationship Id="rId6" Type="http://schemas.openxmlformats.org/officeDocument/2006/relationships/image" Target="../media/image194.wmf"/><Relationship Id="rId5" Type="http://schemas.openxmlformats.org/officeDocument/2006/relationships/oleObject" Target="../embeddings/oleObject164.bin"/><Relationship Id="rId4" Type="http://schemas.openxmlformats.org/officeDocument/2006/relationships/image" Target="../media/image196.png"/></Relationships>
</file>

<file path=ppt/slides/_rels/slide84.xml.rels><?xml version="1.0" encoding="UTF-8" standalone="yes"?>
<Relationships xmlns="http://schemas.openxmlformats.org/package/2006/relationships"><Relationship Id="rId8" Type="http://schemas.openxmlformats.org/officeDocument/2006/relationships/image" Target="../media/image198.wmf"/><Relationship Id="rId3" Type="http://schemas.openxmlformats.org/officeDocument/2006/relationships/image" Target="../media/image199.png"/><Relationship Id="rId7" Type="http://schemas.openxmlformats.org/officeDocument/2006/relationships/oleObject" Target="../embeddings/oleObject166.bin"/><Relationship Id="rId2" Type="http://schemas.openxmlformats.org/officeDocument/2006/relationships/slideLayout" Target="../slideLayouts/slideLayout29.xml"/><Relationship Id="rId1" Type="http://schemas.openxmlformats.org/officeDocument/2006/relationships/vmlDrawing" Target="../drawings/vmlDrawing45.vml"/><Relationship Id="rId6" Type="http://schemas.openxmlformats.org/officeDocument/2006/relationships/image" Target="../media/image197.wmf"/><Relationship Id="rId5" Type="http://schemas.openxmlformats.org/officeDocument/2006/relationships/oleObject" Target="../embeddings/oleObject165.bin"/><Relationship Id="rId4" Type="http://schemas.openxmlformats.org/officeDocument/2006/relationships/image" Target="../media/image200.png"/></Relationships>
</file>

<file path=ppt/slides/_rels/slide85.xml.rels><?xml version="1.0" encoding="UTF-8" standalone="yes"?>
<Relationships xmlns="http://schemas.openxmlformats.org/package/2006/relationships"><Relationship Id="rId3" Type="http://schemas.openxmlformats.org/officeDocument/2006/relationships/oleObject" Target="../embeddings/oleObject167.bin"/><Relationship Id="rId2" Type="http://schemas.openxmlformats.org/officeDocument/2006/relationships/slideLayout" Target="../slideLayouts/slideLayout29.xml"/><Relationship Id="rId1" Type="http://schemas.openxmlformats.org/officeDocument/2006/relationships/vmlDrawing" Target="../drawings/vmlDrawing46.vml"/><Relationship Id="rId6" Type="http://schemas.openxmlformats.org/officeDocument/2006/relationships/image" Target="../media/image202.wmf"/><Relationship Id="rId5" Type="http://schemas.openxmlformats.org/officeDocument/2006/relationships/oleObject" Target="../embeddings/oleObject168.bin"/><Relationship Id="rId4" Type="http://schemas.openxmlformats.org/officeDocument/2006/relationships/image" Target="../media/image201.wmf"/></Relationships>
</file>

<file path=ppt/slides/_rels/slide86.xml.rels><?xml version="1.0" encoding="UTF-8" standalone="yes"?>
<Relationships xmlns="http://schemas.openxmlformats.org/package/2006/relationships"><Relationship Id="rId8" Type="http://schemas.openxmlformats.org/officeDocument/2006/relationships/image" Target="../media/image205.wmf"/><Relationship Id="rId3" Type="http://schemas.openxmlformats.org/officeDocument/2006/relationships/oleObject" Target="../embeddings/oleObject169.bin"/><Relationship Id="rId7" Type="http://schemas.openxmlformats.org/officeDocument/2006/relationships/oleObject" Target="../embeddings/oleObject171.bin"/><Relationship Id="rId2" Type="http://schemas.openxmlformats.org/officeDocument/2006/relationships/slideLayout" Target="../slideLayouts/slideLayout24.xml"/><Relationship Id="rId1" Type="http://schemas.openxmlformats.org/officeDocument/2006/relationships/vmlDrawing" Target="../drawings/vmlDrawing47.vml"/><Relationship Id="rId6" Type="http://schemas.openxmlformats.org/officeDocument/2006/relationships/image" Target="../media/image204.wmf"/><Relationship Id="rId5" Type="http://schemas.openxmlformats.org/officeDocument/2006/relationships/oleObject" Target="../embeddings/oleObject170.bin"/><Relationship Id="rId4" Type="http://schemas.openxmlformats.org/officeDocument/2006/relationships/image" Target="../media/image203.wmf"/></Relationships>
</file>

<file path=ppt/slides/_rels/slide87.xml.rels><?xml version="1.0" encoding="UTF-8" standalone="yes"?>
<Relationships xmlns="http://schemas.openxmlformats.org/package/2006/relationships"><Relationship Id="rId8" Type="http://schemas.openxmlformats.org/officeDocument/2006/relationships/image" Target="../media/image203.wmf"/><Relationship Id="rId3" Type="http://schemas.openxmlformats.org/officeDocument/2006/relationships/oleObject" Target="../embeddings/oleObject172.bin"/><Relationship Id="rId7" Type="http://schemas.openxmlformats.org/officeDocument/2006/relationships/oleObject" Target="../embeddings/oleObject174.bin"/><Relationship Id="rId2" Type="http://schemas.openxmlformats.org/officeDocument/2006/relationships/slideLayout" Target="../slideLayouts/slideLayout24.xml"/><Relationship Id="rId1" Type="http://schemas.openxmlformats.org/officeDocument/2006/relationships/vmlDrawing" Target="../drawings/vmlDrawing48.vml"/><Relationship Id="rId6" Type="http://schemas.openxmlformats.org/officeDocument/2006/relationships/image" Target="../media/image205.wmf"/><Relationship Id="rId5" Type="http://schemas.openxmlformats.org/officeDocument/2006/relationships/oleObject" Target="../embeddings/oleObject173.bin"/><Relationship Id="rId4" Type="http://schemas.openxmlformats.org/officeDocument/2006/relationships/image" Target="../media/image204.wmf"/></Relationships>
</file>

<file path=ppt/slides/_rels/slide88.xml.rels><?xml version="1.0" encoding="UTF-8" standalone="yes"?>
<Relationships xmlns="http://schemas.openxmlformats.org/package/2006/relationships"><Relationship Id="rId8" Type="http://schemas.openxmlformats.org/officeDocument/2006/relationships/image" Target="../media/image204.wmf"/><Relationship Id="rId3" Type="http://schemas.openxmlformats.org/officeDocument/2006/relationships/oleObject" Target="../embeddings/oleObject175.bin"/><Relationship Id="rId7" Type="http://schemas.openxmlformats.org/officeDocument/2006/relationships/oleObject" Target="../embeddings/oleObject177.bin"/><Relationship Id="rId2" Type="http://schemas.openxmlformats.org/officeDocument/2006/relationships/slideLayout" Target="../slideLayouts/slideLayout24.xml"/><Relationship Id="rId1" Type="http://schemas.openxmlformats.org/officeDocument/2006/relationships/vmlDrawing" Target="../drawings/vmlDrawing49.vml"/><Relationship Id="rId6" Type="http://schemas.openxmlformats.org/officeDocument/2006/relationships/image" Target="../media/image205.wmf"/><Relationship Id="rId5" Type="http://schemas.openxmlformats.org/officeDocument/2006/relationships/oleObject" Target="../embeddings/oleObject176.bin"/><Relationship Id="rId4" Type="http://schemas.openxmlformats.org/officeDocument/2006/relationships/image" Target="../media/image203.wmf"/></Relationships>
</file>

<file path=ppt/slides/_rels/slide89.xml.rels><?xml version="1.0" encoding="UTF-8" standalone="yes"?>
<Relationships xmlns="http://schemas.openxmlformats.org/package/2006/relationships"><Relationship Id="rId8" Type="http://schemas.openxmlformats.org/officeDocument/2006/relationships/image" Target="../media/image208.wmf"/><Relationship Id="rId3" Type="http://schemas.openxmlformats.org/officeDocument/2006/relationships/oleObject" Target="../embeddings/oleObject178.bin"/><Relationship Id="rId7" Type="http://schemas.openxmlformats.org/officeDocument/2006/relationships/oleObject" Target="../embeddings/oleObject180.bin"/><Relationship Id="rId2" Type="http://schemas.openxmlformats.org/officeDocument/2006/relationships/slideLayout" Target="../slideLayouts/slideLayout24.xml"/><Relationship Id="rId1" Type="http://schemas.openxmlformats.org/officeDocument/2006/relationships/vmlDrawing" Target="../drawings/vmlDrawing50.vml"/><Relationship Id="rId6" Type="http://schemas.openxmlformats.org/officeDocument/2006/relationships/image" Target="../media/image207.wmf"/><Relationship Id="rId5" Type="http://schemas.openxmlformats.org/officeDocument/2006/relationships/oleObject" Target="../embeddings/oleObject179.bin"/><Relationship Id="rId10" Type="http://schemas.openxmlformats.org/officeDocument/2006/relationships/image" Target="../media/image209.wmf"/><Relationship Id="rId4" Type="http://schemas.openxmlformats.org/officeDocument/2006/relationships/image" Target="../media/image206.wmf"/><Relationship Id="rId9" Type="http://schemas.openxmlformats.org/officeDocument/2006/relationships/oleObject" Target="../embeddings/oleObject181.bin"/></Relationships>
</file>

<file path=ppt/slides/_rels/slide90.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image" Target="../media/image210.png"/><Relationship Id="rId1" Type="http://schemas.openxmlformats.org/officeDocument/2006/relationships/slideLayout" Target="../slideLayouts/slideLayout24.xml"/></Relationships>
</file>

<file path=ppt/slides/_rels/slide9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3.xml.rels><?xml version="1.0" encoding="UTF-8" standalone="yes"?>
<Relationships xmlns="http://schemas.openxmlformats.org/package/2006/relationships"><Relationship Id="rId3" Type="http://schemas.openxmlformats.org/officeDocument/2006/relationships/hyperlink" Target="https://zh.wikipedia.org/w/index.php?title=%E4%BD%8D%E5%85%83%E5%82%B3%E8%BC%B8&amp;action=edit&amp;redlink=1" TargetMode="External"/><Relationship Id="rId2" Type="http://schemas.openxmlformats.org/officeDocument/2006/relationships/hyperlink" Target="https://zh.wikipedia.org/wiki/%E9%A1%9E%E6%AF%94%E6%95%B8%E4%BD%8D%E8%BD%89%E6%8F%9B%E5%99%A8" TargetMode="External"/><Relationship Id="rId1" Type="http://schemas.openxmlformats.org/officeDocument/2006/relationships/slideLayout" Target="../slideLayouts/slideLayout24.xml"/></Relationships>
</file>

<file path=ppt/slides/_rels/slide94.xml.rels><?xml version="1.0" encoding="UTF-8" standalone="yes"?>
<Relationships xmlns="http://schemas.openxmlformats.org/package/2006/relationships"><Relationship Id="rId2" Type="http://schemas.openxmlformats.org/officeDocument/2006/relationships/image" Target="../media/image212.jpeg"/><Relationship Id="rId1" Type="http://schemas.openxmlformats.org/officeDocument/2006/relationships/slideLayout" Target="../slideLayouts/slideLayout24.xml"/></Relationships>
</file>

<file path=ppt/slides/_rels/slide95.xml.rels><?xml version="1.0" encoding="UTF-8" standalone="yes"?>
<Relationships xmlns="http://schemas.openxmlformats.org/package/2006/relationships"><Relationship Id="rId2" Type="http://schemas.openxmlformats.org/officeDocument/2006/relationships/image" Target="../media/image213.png"/><Relationship Id="rId1" Type="http://schemas.openxmlformats.org/officeDocument/2006/relationships/slideLayout" Target="../slideLayouts/slideLayout24.xml"/></Relationships>
</file>

<file path=ppt/slides/_rels/slide96.xml.rels><?xml version="1.0" encoding="UTF-8" standalone="yes"?>
<Relationships xmlns="http://schemas.openxmlformats.org/package/2006/relationships"><Relationship Id="rId2" Type="http://schemas.openxmlformats.org/officeDocument/2006/relationships/image" Target="../media/image214.png"/><Relationship Id="rId1" Type="http://schemas.openxmlformats.org/officeDocument/2006/relationships/slideLayout" Target="../slideLayouts/slideLayout29.xml"/></Relationships>
</file>

<file path=ppt/slides/_rels/slide9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98.xml.rels><?xml version="1.0" encoding="UTF-8" standalone="yes"?>
<Relationships xmlns="http://schemas.openxmlformats.org/package/2006/relationships"><Relationship Id="rId3" Type="http://schemas.openxmlformats.org/officeDocument/2006/relationships/image" Target="../media/image195.png"/><Relationship Id="rId2" Type="http://schemas.openxmlformats.org/officeDocument/2006/relationships/image" Target="../media/image215.png"/><Relationship Id="rId1" Type="http://schemas.openxmlformats.org/officeDocument/2006/relationships/slideLayout" Target="../slideLayouts/slideLayout24.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0.xml.rels><?xml version="1.0" encoding="UTF-8" standalone="yes"?>
<Relationships xmlns="http://schemas.openxmlformats.org/package/2006/relationships"><Relationship Id="rId8" Type="http://schemas.openxmlformats.org/officeDocument/2006/relationships/image" Target="../media/image218.wmf"/><Relationship Id="rId3" Type="http://schemas.openxmlformats.org/officeDocument/2006/relationships/oleObject" Target="../embeddings/oleObject182.bin"/><Relationship Id="rId7" Type="http://schemas.openxmlformats.org/officeDocument/2006/relationships/oleObject" Target="../embeddings/oleObject184.bin"/><Relationship Id="rId2" Type="http://schemas.openxmlformats.org/officeDocument/2006/relationships/slideLayout" Target="../slideLayouts/slideLayout24.xml"/><Relationship Id="rId1" Type="http://schemas.openxmlformats.org/officeDocument/2006/relationships/vmlDrawing" Target="../drawings/vmlDrawing51.vml"/><Relationship Id="rId6" Type="http://schemas.openxmlformats.org/officeDocument/2006/relationships/image" Target="../media/image217.emf"/><Relationship Id="rId5" Type="http://schemas.openxmlformats.org/officeDocument/2006/relationships/oleObject" Target="../embeddings/oleObject183.bin"/><Relationship Id="rId4" Type="http://schemas.openxmlformats.org/officeDocument/2006/relationships/image" Target="../media/image216.emf"/></Relationships>
</file>

<file path=ppt/slides/_rels/slide101.xml.rels><?xml version="1.0" encoding="UTF-8" standalone="yes"?>
<Relationships xmlns="http://schemas.openxmlformats.org/package/2006/relationships"><Relationship Id="rId2" Type="http://schemas.openxmlformats.org/officeDocument/2006/relationships/image" Target="../media/image219.png"/><Relationship Id="rId1" Type="http://schemas.openxmlformats.org/officeDocument/2006/relationships/slideLayout" Target="../slideLayouts/slideLayout24.xml"/></Relationships>
</file>

<file path=ppt/slides/_rels/slide102.xml.rels><?xml version="1.0" encoding="UTF-8" standalone="yes"?>
<Relationships xmlns="http://schemas.openxmlformats.org/package/2006/relationships"><Relationship Id="rId3" Type="http://schemas.openxmlformats.org/officeDocument/2006/relationships/oleObject" Target="../embeddings/oleObject185.bin"/><Relationship Id="rId2" Type="http://schemas.openxmlformats.org/officeDocument/2006/relationships/slideLayout" Target="../slideLayouts/slideLayout24.xml"/><Relationship Id="rId1" Type="http://schemas.openxmlformats.org/officeDocument/2006/relationships/vmlDrawing" Target="../drawings/vmlDrawing52.vml"/><Relationship Id="rId4" Type="http://schemas.openxmlformats.org/officeDocument/2006/relationships/image" Target="../media/image220.wmf"/></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4.xml.rels><?xml version="1.0" encoding="UTF-8" standalone="yes"?>
<Relationships xmlns="http://schemas.openxmlformats.org/package/2006/relationships"><Relationship Id="rId8" Type="http://schemas.openxmlformats.org/officeDocument/2006/relationships/image" Target="../media/image223.wmf"/><Relationship Id="rId3" Type="http://schemas.openxmlformats.org/officeDocument/2006/relationships/oleObject" Target="../embeddings/oleObject186.bin"/><Relationship Id="rId7" Type="http://schemas.openxmlformats.org/officeDocument/2006/relationships/oleObject" Target="../embeddings/oleObject188.bin"/><Relationship Id="rId2" Type="http://schemas.openxmlformats.org/officeDocument/2006/relationships/slideLayout" Target="../slideLayouts/slideLayout13.xml"/><Relationship Id="rId1" Type="http://schemas.openxmlformats.org/officeDocument/2006/relationships/vmlDrawing" Target="../drawings/vmlDrawing53.vml"/><Relationship Id="rId6" Type="http://schemas.openxmlformats.org/officeDocument/2006/relationships/image" Target="../media/image222.wmf"/><Relationship Id="rId5" Type="http://schemas.openxmlformats.org/officeDocument/2006/relationships/oleObject" Target="../embeddings/oleObject187.bin"/><Relationship Id="rId10" Type="http://schemas.openxmlformats.org/officeDocument/2006/relationships/image" Target="../media/image224.emf"/><Relationship Id="rId4" Type="http://schemas.openxmlformats.org/officeDocument/2006/relationships/image" Target="../media/image221.wmf"/><Relationship Id="rId9" Type="http://schemas.openxmlformats.org/officeDocument/2006/relationships/oleObject" Target="../embeddings/oleObject189.bin"/></Relationships>
</file>

<file path=ppt/slides/_rels/slide105.xml.rels><?xml version="1.0" encoding="UTF-8" standalone="yes"?>
<Relationships xmlns="http://schemas.openxmlformats.org/package/2006/relationships"><Relationship Id="rId3" Type="http://schemas.openxmlformats.org/officeDocument/2006/relationships/image" Target="../media/image226.png"/><Relationship Id="rId7" Type="http://schemas.openxmlformats.org/officeDocument/2006/relationships/image" Target="../media/image225.emf"/><Relationship Id="rId2" Type="http://schemas.openxmlformats.org/officeDocument/2006/relationships/slideLayout" Target="../slideLayouts/slideLayout13.xml"/><Relationship Id="rId1" Type="http://schemas.openxmlformats.org/officeDocument/2006/relationships/vmlDrawing" Target="../drawings/vmlDrawing54.vml"/><Relationship Id="rId6" Type="http://schemas.openxmlformats.org/officeDocument/2006/relationships/oleObject" Target="../embeddings/oleObject190.bin"/><Relationship Id="rId5" Type="http://schemas.openxmlformats.org/officeDocument/2006/relationships/image" Target="../media/image228.png"/><Relationship Id="rId4" Type="http://schemas.openxmlformats.org/officeDocument/2006/relationships/image" Target="../media/image227.png"/></Relationships>
</file>

<file path=ppt/slides/_rels/slide106.xml.rels><?xml version="1.0" encoding="UTF-8" standalone="yes"?>
<Relationships xmlns="http://schemas.openxmlformats.org/package/2006/relationships"><Relationship Id="rId8" Type="http://schemas.openxmlformats.org/officeDocument/2006/relationships/image" Target="../media/image232.jpeg"/><Relationship Id="rId3" Type="http://schemas.openxmlformats.org/officeDocument/2006/relationships/image" Target="../media/image185.png"/><Relationship Id="rId7" Type="http://schemas.openxmlformats.org/officeDocument/2006/relationships/image" Target="../media/image231.jpe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230.jpeg"/><Relationship Id="rId5" Type="http://schemas.openxmlformats.org/officeDocument/2006/relationships/image" Target="../media/image229.jpeg"/><Relationship Id="rId4" Type="http://schemas.openxmlformats.org/officeDocument/2006/relationships/image" Target="../media/image186.jpeg"/></Relationships>
</file>

<file path=ppt/slides/_rels/slide107.xml.rels><?xml version="1.0" encoding="UTF-8" standalone="yes"?>
<Relationships xmlns="http://schemas.openxmlformats.org/package/2006/relationships"><Relationship Id="rId3" Type="http://schemas.openxmlformats.org/officeDocument/2006/relationships/oleObject" Target="../embeddings/oleObject191.bin"/><Relationship Id="rId2" Type="http://schemas.openxmlformats.org/officeDocument/2006/relationships/slideLayout" Target="../slideLayouts/slideLayout29.xml"/><Relationship Id="rId1" Type="http://schemas.openxmlformats.org/officeDocument/2006/relationships/vmlDrawing" Target="../drawings/vmlDrawing55.vml"/><Relationship Id="rId4" Type="http://schemas.openxmlformats.org/officeDocument/2006/relationships/image" Target="../media/image233.wmf"/></Relationships>
</file>

<file path=ppt/slides/_rels/slide108.xml.rels><?xml version="1.0" encoding="UTF-8" standalone="yes"?>
<Relationships xmlns="http://schemas.openxmlformats.org/package/2006/relationships"><Relationship Id="rId3" Type="http://schemas.openxmlformats.org/officeDocument/2006/relationships/oleObject" Target="../embeddings/oleObject192.bin"/><Relationship Id="rId2" Type="http://schemas.openxmlformats.org/officeDocument/2006/relationships/slideLayout" Target="../slideLayouts/slideLayout18.xml"/><Relationship Id="rId1" Type="http://schemas.openxmlformats.org/officeDocument/2006/relationships/vmlDrawing" Target="../drawings/vmlDrawing56.vml"/><Relationship Id="rId5" Type="http://schemas.openxmlformats.org/officeDocument/2006/relationships/image" Target="../media/image235.png"/><Relationship Id="rId4" Type="http://schemas.openxmlformats.org/officeDocument/2006/relationships/image" Target="../media/image234.wmf"/></Relationships>
</file>

<file path=ppt/slides/_rels/slide109.xml.rels><?xml version="1.0" encoding="UTF-8" standalone="yes"?>
<Relationships xmlns="http://schemas.openxmlformats.org/package/2006/relationships"><Relationship Id="rId2" Type="http://schemas.openxmlformats.org/officeDocument/2006/relationships/image" Target="../media/image236.png"/><Relationship Id="rId1" Type="http://schemas.openxmlformats.org/officeDocument/2006/relationships/slideLayout" Target="../slideLayouts/slideLayout29.xml"/></Relationships>
</file>

<file path=ppt/slides/_rels/slide110.xml.rels><?xml version="1.0" encoding="UTF-8" standalone="yes"?>
<Relationships xmlns="http://schemas.openxmlformats.org/package/2006/relationships"><Relationship Id="rId8" Type="http://schemas.openxmlformats.org/officeDocument/2006/relationships/image" Target="../media/image239.wmf"/><Relationship Id="rId3" Type="http://schemas.openxmlformats.org/officeDocument/2006/relationships/oleObject" Target="../embeddings/oleObject193.bin"/><Relationship Id="rId7" Type="http://schemas.openxmlformats.org/officeDocument/2006/relationships/oleObject" Target="../embeddings/oleObject195.bin"/><Relationship Id="rId2" Type="http://schemas.openxmlformats.org/officeDocument/2006/relationships/slideLayout" Target="../slideLayouts/slideLayout29.xml"/><Relationship Id="rId1" Type="http://schemas.openxmlformats.org/officeDocument/2006/relationships/vmlDrawing" Target="../drawings/vmlDrawing57.vml"/><Relationship Id="rId6" Type="http://schemas.openxmlformats.org/officeDocument/2006/relationships/image" Target="../media/image238.wmf"/><Relationship Id="rId5" Type="http://schemas.openxmlformats.org/officeDocument/2006/relationships/oleObject" Target="../embeddings/oleObject194.bin"/><Relationship Id="rId4" Type="http://schemas.openxmlformats.org/officeDocument/2006/relationships/image" Target="../media/image237.wmf"/></Relationships>
</file>

<file path=ppt/slides/_rels/slide111.xml.rels><?xml version="1.0" encoding="UTF-8" standalone="yes"?>
<Relationships xmlns="http://schemas.openxmlformats.org/package/2006/relationships"><Relationship Id="rId3" Type="http://schemas.openxmlformats.org/officeDocument/2006/relationships/image" Target="../media/image241.png"/><Relationship Id="rId2" Type="http://schemas.openxmlformats.org/officeDocument/2006/relationships/slideLayout" Target="../slideLayouts/slideLayout29.xml"/><Relationship Id="rId1" Type="http://schemas.openxmlformats.org/officeDocument/2006/relationships/vmlDrawing" Target="../drawings/vmlDrawing58.vml"/><Relationship Id="rId5" Type="http://schemas.openxmlformats.org/officeDocument/2006/relationships/image" Target="../media/image240.wmf"/><Relationship Id="rId4" Type="http://schemas.openxmlformats.org/officeDocument/2006/relationships/oleObject" Target="../embeddings/oleObject196.bin"/></Relationships>
</file>

<file path=ppt/slides/_rels/slide112.xml.rels><?xml version="1.0" encoding="UTF-8" standalone="yes"?>
<Relationships xmlns="http://schemas.openxmlformats.org/package/2006/relationships"><Relationship Id="rId3" Type="http://schemas.openxmlformats.org/officeDocument/2006/relationships/oleObject" Target="../embeddings/oleObject197.bin"/><Relationship Id="rId2" Type="http://schemas.openxmlformats.org/officeDocument/2006/relationships/slideLayout" Target="../slideLayouts/slideLayout29.xml"/><Relationship Id="rId1" Type="http://schemas.openxmlformats.org/officeDocument/2006/relationships/vmlDrawing" Target="../drawings/vmlDrawing59.vml"/><Relationship Id="rId4" Type="http://schemas.openxmlformats.org/officeDocument/2006/relationships/image" Target="../media/image242.wmf"/></Relationships>
</file>

<file path=ppt/slides/_rels/slide113.xml.rels><?xml version="1.0" encoding="UTF-8" standalone="yes"?>
<Relationships xmlns="http://schemas.openxmlformats.org/package/2006/relationships"><Relationship Id="rId3" Type="http://schemas.openxmlformats.org/officeDocument/2006/relationships/image" Target="../media/image244.png"/><Relationship Id="rId2" Type="http://schemas.openxmlformats.org/officeDocument/2006/relationships/slideLayout" Target="../slideLayouts/slideLayout29.xml"/><Relationship Id="rId1" Type="http://schemas.openxmlformats.org/officeDocument/2006/relationships/vmlDrawing" Target="../drawings/vmlDrawing60.vml"/><Relationship Id="rId5" Type="http://schemas.openxmlformats.org/officeDocument/2006/relationships/image" Target="../media/image243.emf"/><Relationship Id="rId4" Type="http://schemas.openxmlformats.org/officeDocument/2006/relationships/oleObject" Target="../embeddings/oleObject198.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タイトル 1">
            <a:extLst>
              <a:ext uri="{FF2B5EF4-FFF2-40B4-BE49-F238E27FC236}">
                <a16:creationId xmlns:a16="http://schemas.microsoft.com/office/drawing/2014/main" id="{3E87C9AB-3558-446E-B0B6-A079A5B9C16B}"/>
              </a:ext>
            </a:extLst>
          </p:cNvPr>
          <p:cNvSpPr>
            <a:spLocks noGrp="1"/>
          </p:cNvSpPr>
          <p:nvPr>
            <p:ph type="ctrTitle"/>
          </p:nvPr>
        </p:nvSpPr>
        <p:spPr>
          <a:xfrm>
            <a:off x="467544" y="1772816"/>
            <a:ext cx="8316416" cy="2239317"/>
          </a:xfrm>
          <a:ln>
            <a:miter lim="800000"/>
            <a:headEnd/>
            <a:tailEnd/>
          </a:ln>
          <a:extLst/>
        </p:spPr>
        <p:txBody>
          <a:bodyPr anchor="ctr"/>
          <a:lstStyle/>
          <a:p>
            <a:pPr algn="just" eaLnBrk="1" fontAlgn="auto" hangingPunct="1">
              <a:spcAft>
                <a:spcPts val="0"/>
              </a:spcAft>
              <a:defRPr/>
            </a:pPr>
            <a:r>
              <a:rPr lang="zh-CN" altLang="en-US" sz="5400" dirty="0">
                <a:solidFill>
                  <a:schemeClr val="tx1"/>
                </a:solidFill>
                <a:latin typeface="楷体_GB2312" pitchFamily="49" charset="-122"/>
                <a:ea typeface="楷体_GB2312" pitchFamily="49" charset="-122"/>
              </a:rPr>
              <a:t>第</a:t>
            </a:r>
            <a:r>
              <a:rPr lang="en-US" altLang="zh-CN" sz="5400" dirty="0">
                <a:solidFill>
                  <a:schemeClr val="tx1"/>
                </a:solidFill>
                <a:latin typeface="楷体_GB2312" pitchFamily="49" charset="-122"/>
                <a:ea typeface="楷体_GB2312" pitchFamily="49" charset="-122"/>
              </a:rPr>
              <a:t>3</a:t>
            </a:r>
            <a:r>
              <a:rPr lang="zh-CN" altLang="en-US" sz="5400" dirty="0">
                <a:solidFill>
                  <a:schemeClr val="tx1"/>
                </a:solidFill>
                <a:latin typeface="楷体_GB2312" pitchFamily="49" charset="-122"/>
                <a:ea typeface="楷体_GB2312" pitchFamily="49" charset="-122"/>
              </a:rPr>
              <a:t>章灰度变换与空间滤波</a:t>
            </a:r>
            <a:br>
              <a:rPr lang="zh-CN" altLang="en-US" sz="5400" dirty="0">
                <a:solidFill>
                  <a:schemeClr val="tx1"/>
                </a:solidFill>
                <a:latin typeface="楷体_GB2312" pitchFamily="49" charset="-122"/>
                <a:ea typeface="楷体_GB2312" pitchFamily="49" charset="-122"/>
              </a:rPr>
            </a:br>
            <a:endParaRPr lang="zh-CN" altLang="en-US" sz="5400" dirty="0">
              <a:solidFill>
                <a:schemeClr val="tx1"/>
              </a:solidFill>
              <a:latin typeface="楷体_GB2312" pitchFamily="49" charset="-122"/>
              <a:ea typeface="楷体_GB2312" pitchFamily="49"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Rectangle: Click to edit Master text styles&#10;Second level&#10;Third level&#10;Fourth level&#10;Fifth level">
            <a:extLst>
              <a:ext uri="{FF2B5EF4-FFF2-40B4-BE49-F238E27FC236}">
                <a16:creationId xmlns:a16="http://schemas.microsoft.com/office/drawing/2014/main" id="{01C50CF7-4A05-4865-8A8B-7FBD1DC07EDD}"/>
              </a:ext>
            </a:extLst>
          </p:cNvPr>
          <p:cNvSpPr>
            <a:spLocks noChangeArrowheads="1"/>
          </p:cNvSpPr>
          <p:nvPr/>
        </p:nvSpPr>
        <p:spPr bwMode="auto">
          <a:xfrm>
            <a:off x="468313" y="1196975"/>
            <a:ext cx="7991475" cy="504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just" eaLnBrk="1" hangingPunct="1">
              <a:buClr>
                <a:schemeClr val="accent2"/>
              </a:buClr>
              <a:buSzTx/>
              <a:buFont typeface="Wingdings" panose="05000000000000000000" pitchFamily="2" charset="2"/>
              <a:buChar char="Ø"/>
            </a:pPr>
            <a:r>
              <a:rPr lang="en-US" altLang="zh-CN" sz="3300" b="1">
                <a:solidFill>
                  <a:srgbClr val="000000"/>
                </a:solidFill>
                <a:latin typeface="Times New Roman" panose="02020603050405020304" pitchFamily="18" charset="0"/>
                <a:ea typeface="楷体_GB2312" pitchFamily="1" charset="-122"/>
              </a:rPr>
              <a:t>   3.1	</a:t>
            </a:r>
            <a:r>
              <a:rPr lang="zh-CN" altLang="en-US" sz="3300" b="1">
                <a:solidFill>
                  <a:srgbClr val="000000"/>
                </a:solidFill>
                <a:latin typeface="Times New Roman" panose="02020603050405020304" pitchFamily="18" charset="0"/>
                <a:ea typeface="楷体_GB2312" pitchFamily="1" charset="-122"/>
              </a:rPr>
              <a:t>背景知识</a:t>
            </a:r>
          </a:p>
          <a:p>
            <a:pPr algn="just" eaLnBrk="1" hangingPunct="1">
              <a:buClr>
                <a:schemeClr val="accent2"/>
              </a:buClr>
              <a:buSzTx/>
              <a:buFont typeface="Wingdings" panose="05000000000000000000" pitchFamily="2" charset="2"/>
              <a:buChar char="Ø"/>
            </a:pPr>
            <a:r>
              <a:rPr lang="zh-CN" altLang="en-US" sz="3300" b="1">
                <a:solidFill>
                  <a:srgbClr val="000000"/>
                </a:solidFill>
                <a:latin typeface="Times New Roman" panose="02020603050405020304" pitchFamily="18" charset="0"/>
                <a:ea typeface="楷体_GB2312" pitchFamily="1" charset="-122"/>
              </a:rPr>
              <a:t>    </a:t>
            </a:r>
            <a:r>
              <a:rPr lang="en-US" altLang="zh-CN" sz="3300" b="1">
                <a:solidFill>
                  <a:srgbClr val="000000"/>
                </a:solidFill>
                <a:latin typeface="Times New Roman" panose="02020603050405020304" pitchFamily="18" charset="0"/>
                <a:ea typeface="楷体_GB2312" pitchFamily="1" charset="-122"/>
              </a:rPr>
              <a:t>3.2	</a:t>
            </a:r>
            <a:r>
              <a:rPr lang="zh-CN" altLang="en-US" sz="3300" b="1">
                <a:solidFill>
                  <a:srgbClr val="000000"/>
                </a:solidFill>
                <a:latin typeface="Times New Roman" panose="02020603050405020304" pitchFamily="18" charset="0"/>
                <a:ea typeface="楷体_GB2312" pitchFamily="1" charset="-122"/>
              </a:rPr>
              <a:t>基本灰度变换</a:t>
            </a:r>
          </a:p>
          <a:p>
            <a:pPr algn="just" eaLnBrk="1" hangingPunct="1">
              <a:buClr>
                <a:schemeClr val="accent2"/>
              </a:buClr>
              <a:buSzTx/>
              <a:buFont typeface="Wingdings" panose="05000000000000000000" pitchFamily="2" charset="2"/>
              <a:buChar char="Ø"/>
            </a:pPr>
            <a:r>
              <a:rPr lang="zh-CN" altLang="en-US" sz="3300" b="1">
                <a:solidFill>
                  <a:srgbClr val="000000"/>
                </a:solidFill>
                <a:latin typeface="Times New Roman" panose="02020603050405020304" pitchFamily="18" charset="0"/>
                <a:ea typeface="楷体_GB2312" pitchFamily="1" charset="-122"/>
              </a:rPr>
              <a:t>    </a:t>
            </a:r>
            <a:r>
              <a:rPr lang="en-US" altLang="zh-CN" sz="3300" b="1">
                <a:solidFill>
                  <a:srgbClr val="000000"/>
                </a:solidFill>
                <a:latin typeface="Times New Roman" panose="02020603050405020304" pitchFamily="18" charset="0"/>
                <a:ea typeface="楷体_GB2312" pitchFamily="1" charset="-122"/>
              </a:rPr>
              <a:t>3.3	</a:t>
            </a:r>
            <a:r>
              <a:rPr lang="zh-CN" altLang="en-US" sz="3300" b="1">
                <a:solidFill>
                  <a:srgbClr val="000000"/>
                </a:solidFill>
                <a:latin typeface="Times New Roman" panose="02020603050405020304" pitchFamily="18" charset="0"/>
                <a:ea typeface="楷体_GB2312" pitchFamily="1" charset="-122"/>
              </a:rPr>
              <a:t>直方图处理</a:t>
            </a:r>
          </a:p>
          <a:p>
            <a:pPr algn="just" eaLnBrk="1" hangingPunct="1">
              <a:buClr>
                <a:schemeClr val="accent2"/>
              </a:buClr>
              <a:buSzTx/>
              <a:buFont typeface="Wingdings" panose="05000000000000000000" pitchFamily="2" charset="2"/>
              <a:buChar char="Ø"/>
            </a:pPr>
            <a:r>
              <a:rPr lang="zh-CN" altLang="en-US" sz="3300" b="1">
                <a:solidFill>
                  <a:srgbClr val="000000"/>
                </a:solidFill>
                <a:latin typeface="Times New Roman" panose="02020603050405020304" pitchFamily="18" charset="0"/>
                <a:ea typeface="楷体_GB2312" pitchFamily="1" charset="-122"/>
              </a:rPr>
              <a:t>    </a:t>
            </a:r>
            <a:r>
              <a:rPr lang="en-US" altLang="zh-CN" sz="3300" b="1">
                <a:solidFill>
                  <a:srgbClr val="000000"/>
                </a:solidFill>
                <a:latin typeface="Times New Roman" panose="02020603050405020304" pitchFamily="18" charset="0"/>
                <a:ea typeface="楷体_GB2312" pitchFamily="1" charset="-122"/>
              </a:rPr>
              <a:t>3.4	</a:t>
            </a:r>
            <a:r>
              <a:rPr lang="zh-CN" altLang="en-US" sz="3300" b="1">
                <a:solidFill>
                  <a:srgbClr val="000000"/>
                </a:solidFill>
                <a:latin typeface="Times New Roman" panose="02020603050405020304" pitchFamily="18" charset="0"/>
                <a:ea typeface="楷体_GB2312" pitchFamily="1" charset="-122"/>
              </a:rPr>
              <a:t>空间滤波基础</a:t>
            </a:r>
          </a:p>
          <a:p>
            <a:pPr algn="just" eaLnBrk="1" hangingPunct="1">
              <a:buClr>
                <a:schemeClr val="accent2"/>
              </a:buClr>
              <a:buSzTx/>
              <a:buFont typeface="Wingdings" panose="05000000000000000000" pitchFamily="2" charset="2"/>
              <a:buChar char="Ø"/>
            </a:pPr>
            <a:r>
              <a:rPr lang="zh-CN" altLang="en-US" sz="3300" b="1">
                <a:solidFill>
                  <a:srgbClr val="000000"/>
                </a:solidFill>
                <a:latin typeface="Times New Roman" panose="02020603050405020304" pitchFamily="18" charset="0"/>
                <a:ea typeface="楷体_GB2312" pitchFamily="1" charset="-122"/>
              </a:rPr>
              <a:t>   </a:t>
            </a:r>
            <a:r>
              <a:rPr lang="en-US" altLang="zh-CN" sz="3300" b="1">
                <a:solidFill>
                  <a:srgbClr val="000000"/>
                </a:solidFill>
                <a:latin typeface="Times New Roman" panose="02020603050405020304" pitchFamily="18" charset="0"/>
                <a:ea typeface="楷体_GB2312" pitchFamily="1" charset="-122"/>
              </a:rPr>
              <a:t>3.5	</a:t>
            </a:r>
            <a:r>
              <a:rPr lang="zh-CN" altLang="en-US" sz="3300" b="1">
                <a:solidFill>
                  <a:srgbClr val="000000"/>
                </a:solidFill>
                <a:latin typeface="Times New Roman" panose="02020603050405020304" pitchFamily="18" charset="0"/>
                <a:ea typeface="楷体_GB2312" pitchFamily="1" charset="-122"/>
              </a:rPr>
              <a:t>平滑空间滤波器</a:t>
            </a:r>
          </a:p>
          <a:p>
            <a:pPr algn="just" eaLnBrk="1" hangingPunct="1">
              <a:buClr>
                <a:schemeClr val="accent2"/>
              </a:buClr>
              <a:buSzTx/>
              <a:buFont typeface="Wingdings" panose="05000000000000000000" pitchFamily="2" charset="2"/>
              <a:buChar char="Ø"/>
            </a:pPr>
            <a:r>
              <a:rPr lang="zh-CN" altLang="en-US" sz="3300" b="1">
                <a:solidFill>
                  <a:srgbClr val="000000"/>
                </a:solidFill>
                <a:latin typeface="Times New Roman" panose="02020603050405020304" pitchFamily="18" charset="0"/>
                <a:ea typeface="楷体_GB2312" pitchFamily="1" charset="-122"/>
              </a:rPr>
              <a:t>    </a:t>
            </a:r>
            <a:r>
              <a:rPr lang="en-US" altLang="zh-CN" sz="3300" b="1">
                <a:solidFill>
                  <a:srgbClr val="000000"/>
                </a:solidFill>
                <a:latin typeface="Times New Roman" panose="02020603050405020304" pitchFamily="18" charset="0"/>
                <a:ea typeface="楷体_GB2312" pitchFamily="1" charset="-122"/>
              </a:rPr>
              <a:t>3.6	</a:t>
            </a:r>
            <a:r>
              <a:rPr lang="zh-CN" altLang="en-US" sz="3300" b="1">
                <a:solidFill>
                  <a:srgbClr val="000000"/>
                </a:solidFill>
                <a:latin typeface="Times New Roman" panose="02020603050405020304" pitchFamily="18" charset="0"/>
                <a:ea typeface="楷体_GB2312" pitchFamily="1" charset="-122"/>
              </a:rPr>
              <a:t>锐化空间滤波器</a:t>
            </a:r>
          </a:p>
          <a:p>
            <a:pPr algn="just" eaLnBrk="1" hangingPunct="1">
              <a:buClr>
                <a:schemeClr val="accent2"/>
              </a:buClr>
              <a:buSzTx/>
              <a:buFont typeface="Wingdings" panose="05000000000000000000" pitchFamily="2" charset="2"/>
              <a:buChar char="Ø"/>
            </a:pPr>
            <a:r>
              <a:rPr lang="zh-CN" altLang="en-US" sz="3300" b="1">
                <a:solidFill>
                  <a:srgbClr val="000000"/>
                </a:solidFill>
                <a:latin typeface="Times New Roman" panose="02020603050405020304" pitchFamily="18" charset="0"/>
                <a:ea typeface="楷体_GB2312" pitchFamily="1" charset="-122"/>
              </a:rPr>
              <a:t>    </a:t>
            </a:r>
            <a:r>
              <a:rPr lang="en-US" altLang="zh-CN" sz="3300" b="1">
                <a:solidFill>
                  <a:srgbClr val="000000"/>
                </a:solidFill>
                <a:latin typeface="Times New Roman" panose="02020603050405020304" pitchFamily="18" charset="0"/>
                <a:ea typeface="楷体_GB2312" pitchFamily="1" charset="-122"/>
              </a:rPr>
              <a:t>3.7	</a:t>
            </a:r>
            <a:r>
              <a:rPr lang="zh-CN" altLang="en-US" sz="3300" b="1">
                <a:solidFill>
                  <a:srgbClr val="000000"/>
                </a:solidFill>
                <a:latin typeface="Times New Roman" panose="02020603050405020304" pitchFamily="18" charset="0"/>
                <a:ea typeface="楷体_GB2312" pitchFamily="1" charset="-122"/>
              </a:rPr>
              <a:t>混合空间增强法</a:t>
            </a:r>
            <a:endParaRPr lang="zh-CN" altLang="en-US" sz="3700" b="1">
              <a:solidFill>
                <a:srgbClr val="000000"/>
              </a:solidFill>
              <a:latin typeface="楷体_GB2312" pitchFamily="1" charset="-122"/>
              <a:ea typeface="楷体_GB2312" pitchFamily="1" charset="-122"/>
            </a:endParaRPr>
          </a:p>
        </p:txBody>
      </p:sp>
      <p:sp>
        <p:nvSpPr>
          <p:cNvPr id="9219" name="Text Box 5">
            <a:extLst>
              <a:ext uri="{FF2B5EF4-FFF2-40B4-BE49-F238E27FC236}">
                <a16:creationId xmlns:a16="http://schemas.microsoft.com/office/drawing/2014/main" id="{FEF3CD5C-7158-41AD-8E98-7FF95EFE21E0}"/>
              </a:ext>
            </a:extLst>
          </p:cNvPr>
          <p:cNvSpPr txBox="1">
            <a:spLocks noChangeArrowheads="1"/>
          </p:cNvSpPr>
          <p:nvPr/>
        </p:nvSpPr>
        <p:spPr bwMode="auto">
          <a:xfrm>
            <a:off x="755650" y="333375"/>
            <a:ext cx="3240088"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4500" b="1">
                <a:solidFill>
                  <a:srgbClr val="000000"/>
                </a:solidFill>
                <a:latin typeface="Times New Roman" panose="02020603050405020304" pitchFamily="18" charset="0"/>
                <a:ea typeface="楷体_GB2312" pitchFamily="1" charset="-122"/>
              </a:rPr>
              <a:t>本章内容</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3">
            <a:extLst>
              <a:ext uri="{FF2B5EF4-FFF2-40B4-BE49-F238E27FC236}">
                <a16:creationId xmlns:a16="http://schemas.microsoft.com/office/drawing/2014/main" id="{D73D753C-A5A8-4CF7-A044-2C0D2AD01A94}"/>
              </a:ext>
            </a:extLst>
          </p:cNvPr>
          <p:cNvSpPr>
            <a:spLocks noGrp="1" noChangeArrowheads="1"/>
          </p:cNvSpPr>
          <p:nvPr>
            <p:ph type="title" idx="4294967295"/>
          </p:nvPr>
        </p:nvSpPr>
        <p:spPr>
          <a:xfrm>
            <a:off x="0" y="115888"/>
            <a:ext cx="8229600" cy="1081087"/>
          </a:xfrm>
        </p:spPr>
        <p:txBody>
          <a:bodyPr>
            <a:normAutofit/>
          </a:bodyPr>
          <a:lstStyle/>
          <a:p>
            <a:pPr eaLnBrk="1" fontAlgn="auto" hangingPunct="1">
              <a:spcAft>
                <a:spcPts val="0"/>
              </a:spcAft>
              <a:defRPr/>
            </a:pPr>
            <a:r>
              <a:rPr lang="zh-CN" altLang="en-US" b="1" dirty="0">
                <a:effectLst>
                  <a:outerShdw blurRad="38100" dist="38100" dir="2700000" algn="tl">
                    <a:srgbClr val="C0C0C0"/>
                  </a:outerShdw>
                </a:effectLst>
              </a:rPr>
              <a:t>背景知识</a:t>
            </a:r>
          </a:p>
        </p:txBody>
      </p:sp>
      <p:sp>
        <p:nvSpPr>
          <p:cNvPr id="11267" name="Rectangle 2">
            <a:extLst>
              <a:ext uri="{FF2B5EF4-FFF2-40B4-BE49-F238E27FC236}">
                <a16:creationId xmlns:a16="http://schemas.microsoft.com/office/drawing/2014/main" id="{E9F2A0F9-0F73-4BF2-839D-5E9991EF5A89}"/>
              </a:ext>
            </a:extLst>
          </p:cNvPr>
          <p:cNvSpPr>
            <a:spLocks noGrp="1" noChangeArrowheads="1"/>
          </p:cNvSpPr>
          <p:nvPr>
            <p:ph idx="4294967295"/>
          </p:nvPr>
        </p:nvSpPr>
        <p:spPr>
          <a:xfrm>
            <a:off x="571500" y="2997200"/>
            <a:ext cx="8001000" cy="571500"/>
          </a:xfrm>
        </p:spPr>
        <p:txBody>
          <a:bodyPr>
            <a:noAutofit/>
          </a:bodyPr>
          <a:lstStyle/>
          <a:p>
            <a:pPr marL="0" indent="0" algn="ctr" eaLnBrk="1" fontAlgn="auto" hangingPunct="1">
              <a:lnSpc>
                <a:spcPct val="80000"/>
              </a:lnSpc>
              <a:spcAft>
                <a:spcPts val="0"/>
              </a:spcAft>
              <a:buClr>
                <a:srgbClr val="0033CC"/>
              </a:buClr>
              <a:buFont typeface="Wingdings 2" panose="05020102010507070707" pitchFamily="18" charset="2"/>
              <a:buNone/>
              <a:defRPr/>
            </a:pPr>
            <a:r>
              <a:rPr lang="zh-CN" altLang="en-US" sz="4000" b="1" dirty="0">
                <a:solidFill>
                  <a:srgbClr val="0033CC"/>
                </a:solidFill>
                <a:effectLst>
                  <a:outerShdw blurRad="38100" dist="38100" dir="2700000" algn="tl">
                    <a:srgbClr val="C0C0C0"/>
                  </a:outerShdw>
                </a:effectLst>
                <a:latin typeface="楷体_GB2312" pitchFamily="1" charset="-122"/>
                <a:ea typeface="楷体_GB2312" pitchFamily="1" charset="-122"/>
              </a:rPr>
              <a:t>数字图像</a:t>
            </a:r>
            <a:r>
              <a:rPr lang="zh-CN" sz="4000" b="1" dirty="0">
                <a:solidFill>
                  <a:srgbClr val="0033CC"/>
                </a:solidFill>
                <a:effectLst>
                  <a:outerShdw blurRad="38100" dist="38100" dir="2700000" algn="tl">
                    <a:srgbClr val="C0C0C0"/>
                  </a:outerShdw>
                </a:effectLst>
                <a:latin typeface="楷体_GB2312" pitchFamily="1" charset="-122"/>
                <a:ea typeface="楷体_GB2312" pitchFamily="1" charset="-122"/>
              </a:rPr>
              <a:t>增强</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Effect transition="in" filter="blinds(horizontal)">
                                      <p:cBhvr>
                                        <p:cTn id="7" dur="500"/>
                                        <p:tgtEl>
                                          <p:spTgt spid="1126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内容占位符 2">
            <a:extLst>
              <a:ext uri="{FF2B5EF4-FFF2-40B4-BE49-F238E27FC236}">
                <a16:creationId xmlns:a16="http://schemas.microsoft.com/office/drawing/2014/main" id="{032B7452-703E-4858-A6F1-D803778E09EF}"/>
              </a:ext>
            </a:extLst>
          </p:cNvPr>
          <p:cNvSpPr>
            <a:spLocks noGrp="1"/>
          </p:cNvSpPr>
          <p:nvPr>
            <p:ph idx="1"/>
          </p:nvPr>
        </p:nvSpPr>
        <p:spPr>
          <a:xfrm>
            <a:off x="684213" y="1517650"/>
            <a:ext cx="8304212" cy="974725"/>
          </a:xfrm>
        </p:spPr>
        <p:txBody>
          <a:bodyPr>
            <a:noAutofit/>
          </a:bodyPr>
          <a:lstStyle/>
          <a:p>
            <a:pPr algn="just">
              <a:lnSpc>
                <a:spcPct val="120000"/>
              </a:lnSpc>
              <a:defRPr/>
            </a:pPr>
            <a:r>
              <a:rPr lang="en-US" altLang="zh-CN" sz="3600" b="1" dirty="0">
                <a:latin typeface="华文新魏" panose="02010800040101010101" pitchFamily="2" charset="-122"/>
                <a:ea typeface="华文新魏" panose="02010800040101010101" pitchFamily="2" charset="-122"/>
              </a:rPr>
              <a:t> What</a:t>
            </a:r>
            <a:r>
              <a:rPr lang="zh-CN" altLang="en-US" sz="3600" b="1" dirty="0">
                <a:latin typeface="华文新魏" panose="02010800040101010101" pitchFamily="2" charset="-122"/>
                <a:ea typeface="华文新魏" panose="02010800040101010101" pitchFamily="2" charset="-122"/>
              </a:rPr>
              <a:t>？什么是数字图像增强技术</a:t>
            </a:r>
            <a:endParaRPr lang="en-US" altLang="zh-CN" sz="3600" b="1" dirty="0">
              <a:latin typeface="华文新魏" panose="02010800040101010101" pitchFamily="2" charset="-122"/>
              <a:ea typeface="华文新魏" panose="02010800040101010101" pitchFamily="2" charset="-122"/>
            </a:endParaRPr>
          </a:p>
          <a:p>
            <a:pPr marL="0" indent="0" algn="just">
              <a:lnSpc>
                <a:spcPct val="120000"/>
              </a:lnSpc>
              <a:buFont typeface="Wingdings 2" panose="05020102010507070707" pitchFamily="18" charset="2"/>
              <a:buNone/>
              <a:defRPr/>
            </a:pPr>
            <a:endParaRPr lang="en-US" altLang="zh-CN" sz="3600" b="1" dirty="0">
              <a:latin typeface="华文新魏" panose="02010800040101010101" pitchFamily="2" charset="-122"/>
              <a:ea typeface="华文新魏" panose="02010800040101010101" pitchFamily="2" charset="-122"/>
            </a:endParaRPr>
          </a:p>
        </p:txBody>
      </p:sp>
      <p:sp>
        <p:nvSpPr>
          <p:cNvPr id="5" name="矩形 4">
            <a:extLst>
              <a:ext uri="{FF2B5EF4-FFF2-40B4-BE49-F238E27FC236}">
                <a16:creationId xmlns:a16="http://schemas.microsoft.com/office/drawing/2014/main" id="{F078293E-77CF-47D8-8353-4D1C41778A47}"/>
              </a:ext>
            </a:extLst>
          </p:cNvPr>
          <p:cNvSpPr/>
          <p:nvPr/>
        </p:nvSpPr>
        <p:spPr>
          <a:xfrm>
            <a:off x="684213" y="4221163"/>
            <a:ext cx="7416800" cy="1347787"/>
          </a:xfrm>
          <a:prstGeom prst="rect">
            <a:avLst/>
          </a:prstGeom>
        </p:spPr>
        <p:txBody>
          <a:bodyPr>
            <a:spAutoFit/>
          </a:bodyPr>
          <a:lstStyle/>
          <a:p>
            <a:pPr algn="just" eaLnBrk="1" hangingPunct="1">
              <a:lnSpc>
                <a:spcPct val="120000"/>
              </a:lnSpc>
              <a:buFont typeface="Arial" panose="020B0604020202020204" pitchFamily="34" charset="0"/>
              <a:buNone/>
              <a:defRPr/>
            </a:pPr>
            <a:endParaRPr lang="en-US" altLang="zh-CN" b="1" dirty="0">
              <a:latin typeface="华文新魏" panose="02010800040101010101" pitchFamily="2" charset="-122"/>
              <a:ea typeface="华文新魏" panose="02010800040101010101" pitchFamily="2" charset="-122"/>
            </a:endParaRPr>
          </a:p>
          <a:p>
            <a:pPr marL="571500" indent="-571500" algn="just" eaLnBrk="1" hangingPunct="1">
              <a:lnSpc>
                <a:spcPct val="120000"/>
              </a:lnSpc>
              <a:buFont typeface="Arial" panose="020B0604020202020204" pitchFamily="34" charset="0"/>
              <a:buChar char="•"/>
              <a:defRPr/>
            </a:pPr>
            <a:r>
              <a:rPr lang="en-US" altLang="zh-CN" sz="3600" b="1" dirty="0">
                <a:latin typeface="华文新魏" panose="02010800040101010101" pitchFamily="2" charset="-122"/>
                <a:ea typeface="华文新魏" panose="02010800040101010101" pitchFamily="2" charset="-122"/>
              </a:rPr>
              <a:t>How?  </a:t>
            </a:r>
            <a:r>
              <a:rPr lang="zh-CN" altLang="en-US" sz="3600" b="1" dirty="0">
                <a:latin typeface="华文新魏" panose="02010800040101010101" pitchFamily="2" charset="-122"/>
                <a:ea typeface="华文新魏" panose="02010800040101010101" pitchFamily="2" charset="-122"/>
              </a:rPr>
              <a:t>如何进行数字图像增强</a:t>
            </a:r>
            <a:endParaRPr lang="en-US" altLang="zh-CN" sz="3600" b="1" dirty="0">
              <a:latin typeface="华文新魏" panose="02010800040101010101" pitchFamily="2" charset="-122"/>
              <a:ea typeface="华文新魏" panose="02010800040101010101" pitchFamily="2" charset="-122"/>
            </a:endParaRPr>
          </a:p>
        </p:txBody>
      </p:sp>
      <p:sp>
        <p:nvSpPr>
          <p:cNvPr id="6" name="矩形 5">
            <a:extLst>
              <a:ext uri="{FF2B5EF4-FFF2-40B4-BE49-F238E27FC236}">
                <a16:creationId xmlns:a16="http://schemas.microsoft.com/office/drawing/2014/main" id="{75469EE9-90B9-4582-85C2-91A2F02DF7FD}"/>
              </a:ext>
            </a:extLst>
          </p:cNvPr>
          <p:cNvSpPr>
            <a:spLocks noChangeArrowheads="1"/>
          </p:cNvSpPr>
          <p:nvPr/>
        </p:nvSpPr>
        <p:spPr bwMode="auto">
          <a:xfrm>
            <a:off x="684213" y="2997200"/>
            <a:ext cx="7675562" cy="75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571500" indent="-571500">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just" eaLnBrk="1" hangingPunct="1">
              <a:lnSpc>
                <a:spcPct val="120000"/>
              </a:lnSpc>
              <a:buFont typeface="Arial" panose="020B0604020202020204" pitchFamily="34" charset="0"/>
              <a:buChar char="•"/>
            </a:pPr>
            <a:r>
              <a:rPr lang="en-US" altLang="zh-CN" sz="3600" b="1">
                <a:latin typeface="华文新魏" panose="02010800040101010101" pitchFamily="2" charset="-122"/>
                <a:ea typeface="华文新魏" panose="02010800040101010101" pitchFamily="2" charset="-122"/>
              </a:rPr>
              <a:t>Why?  </a:t>
            </a:r>
            <a:r>
              <a:rPr lang="zh-CN" altLang="en-US" sz="3600" b="1">
                <a:latin typeface="华文新魏" panose="02010800040101010101" pitchFamily="2" charset="-122"/>
                <a:ea typeface="华文新魏" panose="02010800040101010101" pitchFamily="2" charset="-122"/>
              </a:rPr>
              <a:t>为什么用数字图像增强技术</a:t>
            </a:r>
            <a:endParaRPr lang="en-US" altLang="zh-CN" sz="3600" b="1">
              <a:latin typeface="华文新魏" panose="02010800040101010101" pitchFamily="2" charset="-122"/>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wipe(left)">
                                      <p:cBhvr>
                                        <p:cTn id="7" dur="1000"/>
                                        <p:tgtEl>
                                          <p:spTgt spid="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10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P spid="5"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内容占位符 2">
            <a:extLst>
              <a:ext uri="{FF2B5EF4-FFF2-40B4-BE49-F238E27FC236}">
                <a16:creationId xmlns:a16="http://schemas.microsoft.com/office/drawing/2014/main" id="{E1587925-1140-4911-BE03-1CC0D6CBCBA7}"/>
              </a:ext>
            </a:extLst>
          </p:cNvPr>
          <p:cNvSpPr>
            <a:spLocks noGrp="1"/>
          </p:cNvSpPr>
          <p:nvPr>
            <p:ph idx="1"/>
          </p:nvPr>
        </p:nvSpPr>
        <p:spPr>
          <a:xfrm>
            <a:off x="3625850" y="2852738"/>
            <a:ext cx="3394075" cy="974725"/>
          </a:xfrm>
        </p:spPr>
        <p:txBody>
          <a:bodyPr/>
          <a:lstStyle/>
          <a:p>
            <a:pPr marL="0" indent="0" algn="just">
              <a:lnSpc>
                <a:spcPct val="120000"/>
              </a:lnSpc>
              <a:buFont typeface="Wingdings 2" panose="05020102010507070707" pitchFamily="18" charset="2"/>
              <a:buNone/>
            </a:pPr>
            <a:r>
              <a:rPr lang="en-US" altLang="zh-CN" sz="6600" b="1">
                <a:latin typeface="华文新魏" panose="02010800040101010101" pitchFamily="2" charset="-122"/>
                <a:ea typeface="华文新魏" panose="02010800040101010101" pitchFamily="2" charset="-122"/>
              </a:rPr>
              <a:t>What</a:t>
            </a:r>
            <a:r>
              <a:rPr lang="zh-CN" altLang="en-US" sz="6600" b="1">
                <a:latin typeface="华文新魏" panose="02010800040101010101" pitchFamily="2" charset="-122"/>
                <a:ea typeface="华文新魏" panose="02010800040101010101" pitchFamily="2" charset="-122"/>
              </a:rPr>
              <a:t>？</a:t>
            </a:r>
            <a:endParaRPr lang="en-US" altLang="zh-CN" sz="6600" b="1">
              <a:latin typeface="华文新魏" panose="02010800040101010101" pitchFamily="2" charset="-122"/>
              <a:ea typeface="华文新魏" panose="02010800040101010101" pitchFamily="2" charset="-122"/>
            </a:endParaRPr>
          </a:p>
        </p:txBody>
      </p:sp>
      <p:pic>
        <p:nvPicPr>
          <p:cNvPr id="12291" name="图片 6">
            <a:extLst>
              <a:ext uri="{FF2B5EF4-FFF2-40B4-BE49-F238E27FC236}">
                <a16:creationId xmlns:a16="http://schemas.microsoft.com/office/drawing/2014/main" id="{79922D7F-0A02-4985-AC03-C3A543C987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4315" b="7602"/>
          <a:stretch>
            <a:fillRect/>
          </a:stretch>
        </p:blipFill>
        <p:spPr bwMode="auto">
          <a:xfrm>
            <a:off x="539750" y="2133600"/>
            <a:ext cx="3086100" cy="282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3">
            <a:extLst>
              <a:ext uri="{FF2B5EF4-FFF2-40B4-BE49-F238E27FC236}">
                <a16:creationId xmlns:a16="http://schemas.microsoft.com/office/drawing/2014/main" id="{D73D753C-A5A8-4CF7-A044-2C0D2AD01A94}"/>
              </a:ext>
            </a:extLst>
          </p:cNvPr>
          <p:cNvSpPr>
            <a:spLocks noGrp="1" noChangeArrowheads="1"/>
          </p:cNvSpPr>
          <p:nvPr>
            <p:ph type="title" idx="4294967295"/>
          </p:nvPr>
        </p:nvSpPr>
        <p:spPr>
          <a:xfrm>
            <a:off x="0" y="115888"/>
            <a:ext cx="8229600" cy="1081087"/>
          </a:xfrm>
        </p:spPr>
        <p:txBody>
          <a:bodyPr>
            <a:normAutofit/>
          </a:bodyPr>
          <a:lstStyle/>
          <a:p>
            <a:pPr eaLnBrk="1" fontAlgn="auto" hangingPunct="1">
              <a:spcAft>
                <a:spcPts val="0"/>
              </a:spcAft>
              <a:defRPr/>
            </a:pPr>
            <a:r>
              <a:rPr lang="zh-CN" altLang="en-US" b="1" dirty="0">
                <a:effectLst>
                  <a:outerShdw blurRad="38100" dist="38100" dir="2700000" algn="tl">
                    <a:srgbClr val="C0C0C0"/>
                  </a:outerShdw>
                </a:effectLst>
              </a:rPr>
              <a:t>图像增强的含义和目的</a:t>
            </a:r>
          </a:p>
        </p:txBody>
      </p:sp>
      <p:sp>
        <p:nvSpPr>
          <p:cNvPr id="11268" name="Text Box 4">
            <a:extLst>
              <a:ext uri="{FF2B5EF4-FFF2-40B4-BE49-F238E27FC236}">
                <a16:creationId xmlns:a16="http://schemas.microsoft.com/office/drawing/2014/main" id="{4A59E22E-9474-44F7-B460-A8837FFAB4DF}"/>
              </a:ext>
            </a:extLst>
          </p:cNvPr>
          <p:cNvSpPr txBox="1">
            <a:spLocks noChangeArrowheads="1"/>
          </p:cNvSpPr>
          <p:nvPr/>
        </p:nvSpPr>
        <p:spPr bwMode="auto">
          <a:xfrm>
            <a:off x="698500" y="1195388"/>
            <a:ext cx="7747000" cy="142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zh-CN" altLang="en-US" sz="2400" b="1">
                <a:latin typeface="楷体_GB2312" pitchFamily="1" charset="-122"/>
                <a:ea typeface="楷体_GB2312" pitchFamily="1" charset="-122"/>
              </a:rPr>
              <a:t>图像增强是要突出图像中的某些信息，同时削弱或去除某些不需要信息的一种处理方法，以得到对</a:t>
            </a:r>
            <a:r>
              <a:rPr lang="zh-CN" altLang="en-US" sz="2400" b="1" i="1" u="sng">
                <a:solidFill>
                  <a:schemeClr val="accent2"/>
                </a:solidFill>
                <a:latin typeface="楷体_GB2312" pitchFamily="1" charset="-122"/>
                <a:ea typeface="楷体_GB2312" pitchFamily="1" charset="-122"/>
              </a:rPr>
              <a:t>具体应用 </a:t>
            </a:r>
            <a:r>
              <a:rPr lang="zh-CN" altLang="en-US" sz="2400" b="1">
                <a:latin typeface="楷体_GB2312" pitchFamily="1" charset="-122"/>
                <a:ea typeface="楷体_GB2312" pitchFamily="1" charset="-122"/>
              </a:rPr>
              <a:t>来说</a:t>
            </a:r>
            <a:r>
              <a:rPr lang="zh-CN" altLang="en-US" sz="2400" b="1" i="1" u="sng">
                <a:solidFill>
                  <a:schemeClr val="accent2"/>
                </a:solidFill>
                <a:latin typeface="楷体_GB2312" pitchFamily="1" charset="-122"/>
                <a:ea typeface="楷体_GB2312" pitchFamily="1" charset="-122"/>
              </a:rPr>
              <a:t>视觉效果 </a:t>
            </a:r>
            <a:r>
              <a:rPr lang="zh-CN" altLang="en-US" sz="2400" b="1">
                <a:latin typeface="楷体_GB2312" pitchFamily="1" charset="-122"/>
                <a:ea typeface="楷体_GB2312" pitchFamily="1" charset="-122"/>
              </a:rPr>
              <a:t>更</a:t>
            </a:r>
            <a:r>
              <a:rPr lang="zh-CN" altLang="en-US" sz="2400" b="1">
                <a:latin typeface="Arial" panose="020B0604020202020204" pitchFamily="34" charset="0"/>
                <a:ea typeface="楷体_GB2312" pitchFamily="1" charset="-122"/>
              </a:rPr>
              <a:t>“</a:t>
            </a:r>
            <a:r>
              <a:rPr lang="zh-CN" altLang="en-US" sz="2400" b="1">
                <a:latin typeface="楷体_GB2312" pitchFamily="1" charset="-122"/>
                <a:ea typeface="楷体_GB2312" pitchFamily="1" charset="-122"/>
              </a:rPr>
              <a:t>好</a:t>
            </a:r>
            <a:r>
              <a:rPr lang="zh-CN" altLang="en-US" sz="2400" b="1">
                <a:latin typeface="Arial" panose="020B0604020202020204" pitchFamily="34" charset="0"/>
                <a:ea typeface="楷体_GB2312" pitchFamily="1" charset="-122"/>
              </a:rPr>
              <a:t>”</a:t>
            </a:r>
            <a:r>
              <a:rPr lang="zh-CN" altLang="en-US" sz="2400" b="1">
                <a:latin typeface="楷体_GB2312" pitchFamily="1" charset="-122"/>
                <a:ea typeface="楷体_GB2312" pitchFamily="1" charset="-122"/>
              </a:rPr>
              <a:t>，或更</a:t>
            </a:r>
            <a:r>
              <a:rPr lang="zh-CN" altLang="en-US" sz="2400" b="1">
                <a:latin typeface="Arial" panose="020B0604020202020204" pitchFamily="34" charset="0"/>
                <a:ea typeface="楷体_GB2312" pitchFamily="1" charset="-122"/>
              </a:rPr>
              <a:t>“</a:t>
            </a:r>
            <a:r>
              <a:rPr lang="zh-CN" altLang="en-US" sz="2400" b="1">
                <a:latin typeface="楷体_GB2312" pitchFamily="1" charset="-122"/>
                <a:ea typeface="楷体_GB2312" pitchFamily="1" charset="-122"/>
              </a:rPr>
              <a:t>有用</a:t>
            </a:r>
            <a:r>
              <a:rPr lang="zh-CN" altLang="en-US" sz="2400" b="1">
                <a:latin typeface="Arial" panose="020B0604020202020204" pitchFamily="34" charset="0"/>
                <a:ea typeface="楷体_GB2312" pitchFamily="1" charset="-122"/>
              </a:rPr>
              <a:t>”</a:t>
            </a:r>
            <a:r>
              <a:rPr lang="zh-CN" altLang="en-US" sz="2400" b="1">
                <a:latin typeface="楷体_GB2312" pitchFamily="1" charset="-122"/>
                <a:ea typeface="楷体_GB2312" pitchFamily="1" charset="-122"/>
              </a:rPr>
              <a:t>的图像的技术</a:t>
            </a:r>
            <a:r>
              <a:rPr lang="en-US" altLang="zh-CN" sz="2400" b="1">
                <a:latin typeface="楷体_GB2312" pitchFamily="1" charset="-122"/>
                <a:ea typeface="楷体_GB2312" pitchFamily="1" charset="-122"/>
              </a:rPr>
              <a:t>.</a:t>
            </a:r>
          </a:p>
        </p:txBody>
      </p:sp>
      <p:pic>
        <p:nvPicPr>
          <p:cNvPr id="13316" name="Picture 2" descr="C:\Users\LENOVO\Desktop\95b1OOOPIC7d.jpg">
            <a:extLst>
              <a:ext uri="{FF2B5EF4-FFF2-40B4-BE49-F238E27FC236}">
                <a16:creationId xmlns:a16="http://schemas.microsoft.com/office/drawing/2014/main" id="{D7CAACD2-236A-400F-A2B7-6E0A0E0FDA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2738" y="2617788"/>
            <a:ext cx="5978525" cy="398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268"/>
                                        </p:tgtEl>
                                        <p:attrNameLst>
                                          <p:attrName>style.visibility</p:attrName>
                                        </p:attrNameLst>
                                      </p:cBhvr>
                                      <p:to>
                                        <p:strVal val="visible"/>
                                      </p:to>
                                    </p:set>
                                    <p:animEffect transition="in" filter="blinds(horizontal)">
                                      <p:cBhvr>
                                        <p:cTn id="7" dur="500"/>
                                        <p:tgtEl>
                                          <p:spTgt spid="112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内容占位符 2">
            <a:extLst>
              <a:ext uri="{FF2B5EF4-FFF2-40B4-BE49-F238E27FC236}">
                <a16:creationId xmlns:a16="http://schemas.microsoft.com/office/drawing/2014/main" id="{003A47BD-3990-4D5B-A8DE-822ECD3A7A40}"/>
              </a:ext>
            </a:extLst>
          </p:cNvPr>
          <p:cNvSpPr>
            <a:spLocks noGrp="1"/>
          </p:cNvSpPr>
          <p:nvPr>
            <p:ph idx="1"/>
          </p:nvPr>
        </p:nvSpPr>
        <p:spPr>
          <a:xfrm>
            <a:off x="3625850" y="2852738"/>
            <a:ext cx="2894013" cy="974725"/>
          </a:xfrm>
        </p:spPr>
        <p:txBody>
          <a:bodyPr/>
          <a:lstStyle/>
          <a:p>
            <a:pPr marL="0" indent="0" algn="just">
              <a:lnSpc>
                <a:spcPct val="120000"/>
              </a:lnSpc>
              <a:buFont typeface="Wingdings 2" panose="05020102010507070707" pitchFamily="18" charset="2"/>
              <a:buNone/>
            </a:pPr>
            <a:r>
              <a:rPr lang="en-US" altLang="zh-CN" sz="6600" b="1">
                <a:latin typeface="华文新魏" panose="02010800040101010101" pitchFamily="2" charset="-122"/>
                <a:ea typeface="华文新魏" panose="02010800040101010101" pitchFamily="2" charset="-122"/>
              </a:rPr>
              <a:t>Why</a:t>
            </a:r>
            <a:r>
              <a:rPr lang="zh-CN" altLang="en-US" sz="6600" b="1">
                <a:latin typeface="华文新魏" panose="02010800040101010101" pitchFamily="2" charset="-122"/>
                <a:ea typeface="华文新魏" panose="02010800040101010101" pitchFamily="2" charset="-122"/>
              </a:rPr>
              <a:t>？</a:t>
            </a:r>
            <a:endParaRPr lang="en-US" altLang="zh-CN" sz="6600" b="1">
              <a:latin typeface="华文新魏" panose="02010800040101010101" pitchFamily="2" charset="-122"/>
              <a:ea typeface="华文新魏" panose="02010800040101010101" pitchFamily="2" charset="-122"/>
            </a:endParaRPr>
          </a:p>
        </p:txBody>
      </p:sp>
      <p:pic>
        <p:nvPicPr>
          <p:cNvPr id="14339" name="图片 6">
            <a:extLst>
              <a:ext uri="{FF2B5EF4-FFF2-40B4-BE49-F238E27FC236}">
                <a16:creationId xmlns:a16="http://schemas.microsoft.com/office/drawing/2014/main" id="{F6E488AA-312C-41DB-ABCC-D952689CC4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4315" b="7602"/>
          <a:stretch>
            <a:fillRect/>
          </a:stretch>
        </p:blipFill>
        <p:spPr bwMode="auto">
          <a:xfrm>
            <a:off x="539750" y="2133600"/>
            <a:ext cx="3086100" cy="282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a:extLst>
              <a:ext uri="{FF2B5EF4-FFF2-40B4-BE49-F238E27FC236}">
                <a16:creationId xmlns:a16="http://schemas.microsoft.com/office/drawing/2014/main" id="{806B481B-D0E8-4BE0-8145-86C06AA81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6263" y="2133600"/>
            <a:ext cx="7991475" cy="38560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363" name="TextBox 11">
            <a:extLst>
              <a:ext uri="{FF2B5EF4-FFF2-40B4-BE49-F238E27FC236}">
                <a16:creationId xmlns:a16="http://schemas.microsoft.com/office/drawing/2014/main" id="{C69E7709-7B41-46F7-8C89-53A0D96EF06A}"/>
              </a:ext>
            </a:extLst>
          </p:cNvPr>
          <p:cNvSpPr txBox="1">
            <a:spLocks noChangeArrowheads="1"/>
          </p:cNvSpPr>
          <p:nvPr/>
        </p:nvSpPr>
        <p:spPr bwMode="auto">
          <a:xfrm>
            <a:off x="381000" y="1036638"/>
            <a:ext cx="83931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Wingdings" panose="05000000000000000000" pitchFamily="2" charset="2"/>
              <a:buChar char="Ø"/>
            </a:pPr>
            <a:r>
              <a:rPr lang="zh-CN" altLang="en-US" sz="2800" b="1">
                <a:solidFill>
                  <a:srgbClr val="C00000"/>
                </a:solidFill>
                <a:latin typeface="华文楷体" panose="02010600040101010101" pitchFamily="2" charset="-122"/>
                <a:ea typeface="华文楷体" panose="02010600040101010101" pitchFamily="2" charset="-122"/>
              </a:rPr>
              <a:t>数字图像增强</a:t>
            </a:r>
            <a:r>
              <a:rPr lang="zh-CN" altLang="en-US" sz="2800" b="1">
                <a:latin typeface="华文楷体" panose="02010600040101010101" pitchFamily="2" charset="-122"/>
                <a:ea typeface="华文楷体" panose="02010600040101010101" pitchFamily="2" charset="-122"/>
              </a:rPr>
              <a:t>技术在近景相片质量改善中的应用</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386" name="对象 2">
            <a:extLst>
              <a:ext uri="{FF2B5EF4-FFF2-40B4-BE49-F238E27FC236}">
                <a16:creationId xmlns:a16="http://schemas.microsoft.com/office/drawing/2014/main" id="{984FB79F-B7C9-4A5A-8909-05D7816782C7}"/>
              </a:ext>
            </a:extLst>
          </p:cNvPr>
          <p:cNvGraphicFramePr>
            <a:graphicFrameLocks noChangeAspect="1"/>
          </p:cNvGraphicFramePr>
          <p:nvPr/>
        </p:nvGraphicFramePr>
        <p:xfrm>
          <a:off x="493713" y="2565400"/>
          <a:ext cx="4038600" cy="3028950"/>
        </p:xfrm>
        <a:graphic>
          <a:graphicData uri="http://schemas.openxmlformats.org/presentationml/2006/ole">
            <mc:AlternateContent xmlns:mc="http://schemas.openxmlformats.org/markup-compatibility/2006">
              <mc:Choice xmlns:v="urn:schemas-microsoft-com:vml" Requires="v">
                <p:oleObj spid="_x0000_s16391" name="Image" r:id="rId3" imgW="4063492" imgH="3047619" progId="Photoshop.Image.8">
                  <p:embed/>
                </p:oleObj>
              </mc:Choice>
              <mc:Fallback>
                <p:oleObj name="Image" r:id="rId3" imgW="4063492" imgH="3047619" progId="Photoshop.Image.8">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3713" y="2565400"/>
                        <a:ext cx="4038600" cy="302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387" name="对象 4">
            <a:extLst>
              <a:ext uri="{FF2B5EF4-FFF2-40B4-BE49-F238E27FC236}">
                <a16:creationId xmlns:a16="http://schemas.microsoft.com/office/drawing/2014/main" id="{066E1B28-9EB7-41F3-AA6C-F7BBFC3069A8}"/>
              </a:ext>
            </a:extLst>
          </p:cNvPr>
          <p:cNvGraphicFramePr>
            <a:graphicFrameLocks noChangeAspect="1"/>
          </p:cNvGraphicFramePr>
          <p:nvPr/>
        </p:nvGraphicFramePr>
        <p:xfrm>
          <a:off x="4684713" y="2565400"/>
          <a:ext cx="4038600" cy="3028950"/>
        </p:xfrm>
        <a:graphic>
          <a:graphicData uri="http://schemas.openxmlformats.org/presentationml/2006/ole">
            <mc:AlternateContent xmlns:mc="http://schemas.openxmlformats.org/markup-compatibility/2006">
              <mc:Choice xmlns:v="urn:schemas-microsoft-com:vml" Requires="v">
                <p:oleObj spid="_x0000_s16392" name="Image" r:id="rId5" imgW="4063492" imgH="3047619" progId="Photoshop.Image.8">
                  <p:embed/>
                </p:oleObj>
              </mc:Choice>
              <mc:Fallback>
                <p:oleObj name="Image" r:id="rId5" imgW="4063492" imgH="3047619" progId="Photoshop.Image.8">
                  <p:embed/>
                  <p:pic>
                    <p:nvPicPr>
                      <p:cNvPr id="0" name="对象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84713" y="2565400"/>
                        <a:ext cx="4038600" cy="302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388" name="TextBox 9">
            <a:extLst>
              <a:ext uri="{FF2B5EF4-FFF2-40B4-BE49-F238E27FC236}">
                <a16:creationId xmlns:a16="http://schemas.microsoft.com/office/drawing/2014/main" id="{A79360DB-4C48-47A8-8C13-03CBC167FE12}"/>
              </a:ext>
            </a:extLst>
          </p:cNvPr>
          <p:cNvSpPr txBox="1">
            <a:spLocks noChangeArrowheads="1"/>
          </p:cNvSpPr>
          <p:nvPr/>
        </p:nvSpPr>
        <p:spPr bwMode="auto">
          <a:xfrm>
            <a:off x="381000" y="1125538"/>
            <a:ext cx="567372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Wingdings" panose="05000000000000000000" pitchFamily="2" charset="2"/>
              <a:buChar char="Ø"/>
            </a:pPr>
            <a:r>
              <a:rPr lang="zh-CN" altLang="en-US" sz="2800" b="1">
                <a:latin typeface="华文楷体" panose="02010600040101010101" pitchFamily="2" charset="-122"/>
                <a:ea typeface="华文楷体" panose="02010600040101010101" pitchFamily="2" charset="-122"/>
              </a:rPr>
              <a:t>改善相机曝光过度或曝光不足等</a:t>
            </a:r>
          </a:p>
        </p:txBody>
      </p:sp>
      <p:sp>
        <p:nvSpPr>
          <p:cNvPr id="16389" name="TextBox 11">
            <a:extLst>
              <a:ext uri="{FF2B5EF4-FFF2-40B4-BE49-F238E27FC236}">
                <a16:creationId xmlns:a16="http://schemas.microsoft.com/office/drawing/2014/main" id="{5FC001AB-EE9B-4A29-9383-11110CEC3814}"/>
              </a:ext>
            </a:extLst>
          </p:cNvPr>
          <p:cNvSpPr txBox="1">
            <a:spLocks noChangeArrowheads="1"/>
          </p:cNvSpPr>
          <p:nvPr/>
        </p:nvSpPr>
        <p:spPr bwMode="auto">
          <a:xfrm>
            <a:off x="1403350" y="5599113"/>
            <a:ext cx="2032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400">
                <a:latin typeface="华文楷体" panose="02010600040101010101" pitchFamily="2" charset="-122"/>
                <a:ea typeface="华文楷体" panose="02010600040101010101" pitchFamily="2" charset="-122"/>
              </a:rPr>
              <a:t>曝光过度相片</a:t>
            </a:r>
          </a:p>
        </p:txBody>
      </p:sp>
      <p:sp>
        <p:nvSpPr>
          <p:cNvPr id="16390" name="TextBox 11">
            <a:extLst>
              <a:ext uri="{FF2B5EF4-FFF2-40B4-BE49-F238E27FC236}">
                <a16:creationId xmlns:a16="http://schemas.microsoft.com/office/drawing/2014/main" id="{2BF1BBB7-B335-4C2B-8CF2-4BA9EC3368D2}"/>
              </a:ext>
            </a:extLst>
          </p:cNvPr>
          <p:cNvSpPr txBox="1">
            <a:spLocks noChangeArrowheads="1"/>
          </p:cNvSpPr>
          <p:nvPr/>
        </p:nvSpPr>
        <p:spPr bwMode="auto">
          <a:xfrm>
            <a:off x="5580063" y="5599113"/>
            <a:ext cx="2032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400">
                <a:latin typeface="华文楷体" panose="02010600040101010101" pitchFamily="2" charset="-122"/>
                <a:ea typeface="华文楷体" panose="02010600040101010101" pitchFamily="2" charset="-122"/>
              </a:rPr>
              <a:t>图像增强处理</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图片 3">
            <a:extLst>
              <a:ext uri="{FF2B5EF4-FFF2-40B4-BE49-F238E27FC236}">
                <a16:creationId xmlns:a16="http://schemas.microsoft.com/office/drawing/2014/main" id="{9CC88EBF-BF4E-45FF-BC40-95F97A9B1F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1125538"/>
            <a:ext cx="6102350" cy="532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1" name="TextBox 11">
            <a:extLst>
              <a:ext uri="{FF2B5EF4-FFF2-40B4-BE49-F238E27FC236}">
                <a16:creationId xmlns:a16="http://schemas.microsoft.com/office/drawing/2014/main" id="{C1636D2A-665C-4FC8-BBE3-AD4126466DE3}"/>
              </a:ext>
            </a:extLst>
          </p:cNvPr>
          <p:cNvSpPr txBox="1">
            <a:spLocks noChangeArrowheads="1"/>
          </p:cNvSpPr>
          <p:nvPr/>
        </p:nvSpPr>
        <p:spPr bwMode="auto">
          <a:xfrm>
            <a:off x="755650" y="3344863"/>
            <a:ext cx="10048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3200">
                <a:latin typeface="华文楷体" panose="02010600040101010101" pitchFamily="2" charset="-122"/>
                <a:ea typeface="华文楷体" panose="02010600040101010101" pitchFamily="2" charset="-122"/>
              </a:rPr>
              <a:t>雾霾</a:t>
            </a:r>
          </a:p>
        </p:txBody>
      </p:sp>
      <p:pic>
        <p:nvPicPr>
          <p:cNvPr id="2" name="图片 1">
            <a:extLst>
              <a:ext uri="{FF2B5EF4-FFF2-40B4-BE49-F238E27FC236}">
                <a16:creationId xmlns:a16="http://schemas.microsoft.com/office/drawing/2014/main" id="{5D629EE9-1E13-4ED4-A3EC-FFE5BB70BD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2938" y="1125538"/>
            <a:ext cx="6102350" cy="532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3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D:\小组\其他\极地遥感\新图片\演示文稿1.jpg">
            <a:extLst>
              <a:ext uri="{FF2B5EF4-FFF2-40B4-BE49-F238E27FC236}">
                <a16:creationId xmlns:a16="http://schemas.microsoft.com/office/drawing/2014/main" id="{ED09F2F6-9149-4685-A911-00C49F5E87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1300" y="1717675"/>
            <a:ext cx="6121400" cy="459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5" name="TextBox 12">
            <a:extLst>
              <a:ext uri="{FF2B5EF4-FFF2-40B4-BE49-F238E27FC236}">
                <a16:creationId xmlns:a16="http://schemas.microsoft.com/office/drawing/2014/main" id="{F931C9A4-DC64-4625-9E1C-99C191526E8A}"/>
              </a:ext>
            </a:extLst>
          </p:cNvPr>
          <p:cNvSpPr txBox="1">
            <a:spLocks noChangeArrowheads="1"/>
          </p:cNvSpPr>
          <p:nvPr/>
        </p:nvSpPr>
        <p:spPr bwMode="auto">
          <a:xfrm>
            <a:off x="350838" y="908050"/>
            <a:ext cx="81867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Wingdings" panose="05000000000000000000" pitchFamily="2" charset="2"/>
              <a:buChar char="Ø"/>
            </a:pPr>
            <a:r>
              <a:rPr lang="zh-CN" altLang="en-US" sz="2800" b="1">
                <a:solidFill>
                  <a:srgbClr val="C00000"/>
                </a:solidFill>
                <a:latin typeface="华文楷体" panose="02010600040101010101" pitchFamily="2" charset="-122"/>
                <a:ea typeface="华文楷体" panose="02010600040101010101" pitchFamily="2" charset="-122"/>
              </a:rPr>
              <a:t>数字图像增强</a:t>
            </a:r>
            <a:r>
              <a:rPr lang="zh-CN" altLang="en-US" sz="2800" b="1">
                <a:latin typeface="华文楷体" panose="02010600040101010101" pitchFamily="2" charset="-122"/>
                <a:ea typeface="华文楷体" panose="02010600040101010101" pitchFamily="2" charset="-122"/>
              </a:rPr>
              <a:t>技术对遥感影像质量改善中的应用</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图片 5">
            <a:extLst>
              <a:ext uri="{FF2B5EF4-FFF2-40B4-BE49-F238E27FC236}">
                <a16:creationId xmlns:a16="http://schemas.microsoft.com/office/drawing/2014/main" id="{F87EE567-92E4-453C-B650-442E49A1BA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1847850"/>
            <a:ext cx="3825875" cy="3827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59" name="TextBox 11">
            <a:extLst>
              <a:ext uri="{FF2B5EF4-FFF2-40B4-BE49-F238E27FC236}">
                <a16:creationId xmlns:a16="http://schemas.microsoft.com/office/drawing/2014/main" id="{E2D40604-F6D3-426D-9C7D-4207BEC1E0E9}"/>
              </a:ext>
            </a:extLst>
          </p:cNvPr>
          <p:cNvSpPr txBox="1">
            <a:spLocks noChangeArrowheads="1"/>
          </p:cNvSpPr>
          <p:nvPr/>
        </p:nvSpPr>
        <p:spPr bwMode="auto">
          <a:xfrm>
            <a:off x="1622425" y="5707063"/>
            <a:ext cx="17240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400">
                <a:latin typeface="华文楷体" panose="02010600040101010101" pitchFamily="2" charset="-122"/>
                <a:ea typeface="华文楷体" panose="02010600040101010101" pitchFamily="2" charset="-122"/>
              </a:rPr>
              <a:t>？质量问题</a:t>
            </a:r>
          </a:p>
        </p:txBody>
      </p:sp>
      <p:pic>
        <p:nvPicPr>
          <p:cNvPr id="8" name="图片 7">
            <a:extLst>
              <a:ext uri="{FF2B5EF4-FFF2-40B4-BE49-F238E27FC236}">
                <a16:creationId xmlns:a16="http://schemas.microsoft.com/office/drawing/2014/main" id="{C524BD4D-3353-4A9B-A4E0-69B1EE688A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847850"/>
            <a:ext cx="3825875" cy="3827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1" name="图片 9" descr="sub4-dark-1">
            <a:extLst>
              <a:ext uri="{FF2B5EF4-FFF2-40B4-BE49-F238E27FC236}">
                <a16:creationId xmlns:a16="http://schemas.microsoft.com/office/drawing/2014/main" id="{D4D34EE8-96DD-480D-A459-4BB1583A8F8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1847850"/>
            <a:ext cx="4248150" cy="3827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图片 11" descr="sub4-1">
            <a:extLst>
              <a:ext uri="{FF2B5EF4-FFF2-40B4-BE49-F238E27FC236}">
                <a16:creationId xmlns:a16="http://schemas.microsoft.com/office/drawing/2014/main" id="{8DDE35CC-4198-44E1-9498-7DE72758A4F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1844675"/>
            <a:ext cx="4248150" cy="383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3" name="TextBox 11">
            <a:extLst>
              <a:ext uri="{FF2B5EF4-FFF2-40B4-BE49-F238E27FC236}">
                <a16:creationId xmlns:a16="http://schemas.microsoft.com/office/drawing/2014/main" id="{9A9A6720-7409-483D-B855-D4500E0B42DA}"/>
              </a:ext>
            </a:extLst>
          </p:cNvPr>
          <p:cNvSpPr txBox="1">
            <a:spLocks noChangeArrowheads="1"/>
          </p:cNvSpPr>
          <p:nvPr/>
        </p:nvSpPr>
        <p:spPr bwMode="auto">
          <a:xfrm>
            <a:off x="6084888" y="5686425"/>
            <a:ext cx="1724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400">
                <a:latin typeface="华文楷体" panose="02010600040101010101" pitchFamily="2" charset="-122"/>
                <a:ea typeface="华文楷体" panose="02010600040101010101" pitchFamily="2" charset="-122"/>
              </a:rPr>
              <a:t>质量问题？</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2000"/>
                                        <p:tgtEl>
                                          <p:spTgt spid="8"/>
                                        </p:tgtEl>
                                      </p:cBhvr>
                                    </p:animEffect>
                                  </p:childTnLst>
                                </p:cTn>
                              </p:par>
                            </p:childTnLst>
                          </p:cTn>
                        </p:par>
                        <p:par>
                          <p:cTn id="8" fill="hold" nodeType="afterGroup">
                            <p:stCondLst>
                              <p:cond delay="2000"/>
                            </p:stCondLst>
                            <p:childTnLst>
                              <p:par>
                                <p:cTn id="9" presetID="22" presetClass="entr" presetSubtype="8"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left)">
                                      <p:cBhvr>
                                        <p:cTn id="11"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矩形 1">
            <a:extLst>
              <a:ext uri="{FF2B5EF4-FFF2-40B4-BE49-F238E27FC236}">
                <a16:creationId xmlns:a16="http://schemas.microsoft.com/office/drawing/2014/main" id="{3F0BBB02-B7C1-4084-9309-A21CABFB9B58}"/>
              </a:ext>
            </a:extLst>
          </p:cNvPr>
          <p:cNvSpPr>
            <a:spLocks noChangeArrowheads="1"/>
          </p:cNvSpPr>
          <p:nvPr/>
        </p:nvSpPr>
        <p:spPr bwMode="auto">
          <a:xfrm>
            <a:off x="1476375" y="6010275"/>
            <a:ext cx="29543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eaLnBrk="1" hangingPunct="1">
              <a:buFont typeface="Arial" panose="020B0604020202020204" pitchFamily="34" charset="0"/>
              <a:buNone/>
            </a:pPr>
            <a:r>
              <a:rPr lang="zh-CN" altLang="zh-CN" sz="2400"/>
              <a:t>某核电站安全壳外壁</a:t>
            </a:r>
            <a:endParaRPr lang="zh-CN" altLang="en-US" sz="2400"/>
          </a:p>
        </p:txBody>
      </p:sp>
      <p:sp>
        <p:nvSpPr>
          <p:cNvPr id="20483" name="矩形 3">
            <a:extLst>
              <a:ext uri="{FF2B5EF4-FFF2-40B4-BE49-F238E27FC236}">
                <a16:creationId xmlns:a16="http://schemas.microsoft.com/office/drawing/2014/main" id="{D272BC65-D186-42EF-A5CD-107CDB0C1F2C}"/>
              </a:ext>
            </a:extLst>
          </p:cNvPr>
          <p:cNvSpPr>
            <a:spLocks noChangeArrowheads="1"/>
          </p:cNvSpPr>
          <p:nvPr/>
        </p:nvSpPr>
        <p:spPr bwMode="auto">
          <a:xfrm>
            <a:off x="5111750" y="2532063"/>
            <a:ext cx="42195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eaLnBrk="1" hangingPunct="1">
              <a:buFont typeface="Arial" panose="020B0604020202020204" pitchFamily="34" charset="0"/>
              <a:buNone/>
            </a:pPr>
            <a:r>
              <a:rPr lang="zh-CN" altLang="zh-CN" sz="2000"/>
              <a:t>影像的分辨率</a:t>
            </a:r>
            <a:r>
              <a:rPr lang="zh-CN" altLang="en-US" sz="2000"/>
              <a:t>：</a:t>
            </a:r>
            <a:r>
              <a:rPr lang="en-US" altLang="zh-CN" sz="2000"/>
              <a:t>7360*4912</a:t>
            </a:r>
            <a:r>
              <a:rPr lang="zh-CN" altLang="zh-CN" sz="2000"/>
              <a:t>像素，</a:t>
            </a:r>
            <a:endParaRPr lang="zh-CN" altLang="en-US" sz="2000"/>
          </a:p>
        </p:txBody>
      </p:sp>
      <p:sp>
        <p:nvSpPr>
          <p:cNvPr id="20484" name="矩形 4">
            <a:extLst>
              <a:ext uri="{FF2B5EF4-FFF2-40B4-BE49-F238E27FC236}">
                <a16:creationId xmlns:a16="http://schemas.microsoft.com/office/drawing/2014/main" id="{AD5EEC52-6F60-4F33-B2D4-BAF85D0AD4FF}"/>
              </a:ext>
            </a:extLst>
          </p:cNvPr>
          <p:cNvSpPr>
            <a:spLocks noChangeArrowheads="1"/>
          </p:cNvSpPr>
          <p:nvPr/>
        </p:nvSpPr>
        <p:spPr bwMode="auto">
          <a:xfrm>
            <a:off x="5111750" y="3063875"/>
            <a:ext cx="34829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eaLnBrk="1" hangingPunct="1">
              <a:buFont typeface="Arial" panose="020B0604020202020204" pitchFamily="34" charset="0"/>
              <a:buNone/>
            </a:pPr>
            <a:r>
              <a:rPr lang="zh-CN" altLang="zh-CN" sz="2000"/>
              <a:t>实际拍摄范围</a:t>
            </a:r>
            <a:r>
              <a:rPr lang="zh-CN" altLang="en-US" sz="2000"/>
              <a:t>：</a:t>
            </a:r>
            <a:r>
              <a:rPr lang="en-US" altLang="zh-CN" sz="2000"/>
              <a:t>1.2m*0.8m</a:t>
            </a:r>
            <a:endParaRPr lang="zh-CN" altLang="en-US" sz="2000"/>
          </a:p>
        </p:txBody>
      </p:sp>
      <p:sp>
        <p:nvSpPr>
          <p:cNvPr id="20485" name="矩形 5">
            <a:extLst>
              <a:ext uri="{FF2B5EF4-FFF2-40B4-BE49-F238E27FC236}">
                <a16:creationId xmlns:a16="http://schemas.microsoft.com/office/drawing/2014/main" id="{93F7F80A-AC6C-493E-B38D-BAA64D794270}"/>
              </a:ext>
            </a:extLst>
          </p:cNvPr>
          <p:cNvSpPr>
            <a:spLocks noChangeArrowheads="1"/>
          </p:cNvSpPr>
          <p:nvPr/>
        </p:nvSpPr>
        <p:spPr bwMode="auto">
          <a:xfrm>
            <a:off x="5111750" y="2054225"/>
            <a:ext cx="2667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eaLnBrk="1" hangingPunct="1">
              <a:buFont typeface="Arial" panose="020B0604020202020204" pitchFamily="34" charset="0"/>
              <a:buNone/>
            </a:pPr>
            <a:r>
              <a:rPr lang="zh-CN" altLang="zh-CN" sz="2000"/>
              <a:t>相机型号</a:t>
            </a:r>
            <a:r>
              <a:rPr lang="zh-CN" altLang="en-US" sz="2000"/>
              <a:t>：</a:t>
            </a:r>
            <a:r>
              <a:rPr lang="zh-CN" altLang="zh-CN" sz="2000"/>
              <a:t>尼康</a:t>
            </a:r>
            <a:r>
              <a:rPr lang="en-US" altLang="zh-CN" sz="2000"/>
              <a:t>D800</a:t>
            </a:r>
            <a:endParaRPr lang="zh-CN" altLang="en-US" sz="2000"/>
          </a:p>
        </p:txBody>
      </p:sp>
      <p:pic>
        <p:nvPicPr>
          <p:cNvPr id="20486" name="图片 9">
            <a:extLst>
              <a:ext uri="{FF2B5EF4-FFF2-40B4-BE49-F238E27FC236}">
                <a16:creationId xmlns:a16="http://schemas.microsoft.com/office/drawing/2014/main" id="{66DB19C3-8314-455E-BD1C-18F241F335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7375" y="2049463"/>
            <a:ext cx="4237038" cy="393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2">
            <a:extLst>
              <a:ext uri="{FF2B5EF4-FFF2-40B4-BE49-F238E27FC236}">
                <a16:creationId xmlns:a16="http://schemas.microsoft.com/office/drawing/2014/main" id="{50934C4A-31E7-47ED-ABCE-C9A3D89949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9700" y="1565275"/>
            <a:ext cx="3036888" cy="4902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矩形 6">
            <a:extLst>
              <a:ext uri="{FF2B5EF4-FFF2-40B4-BE49-F238E27FC236}">
                <a16:creationId xmlns:a16="http://schemas.microsoft.com/office/drawing/2014/main" id="{775465AA-B377-40AA-B685-E91A1D9FAC42}"/>
              </a:ext>
            </a:extLst>
          </p:cNvPr>
          <p:cNvSpPr/>
          <p:nvPr/>
        </p:nvSpPr>
        <p:spPr>
          <a:xfrm>
            <a:off x="1258888" y="2901950"/>
            <a:ext cx="433387" cy="958850"/>
          </a:xfrm>
          <a:prstGeom prst="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cxnSp>
        <p:nvCxnSpPr>
          <p:cNvPr id="9" name="直接箭头连接符 8">
            <a:extLst>
              <a:ext uri="{FF2B5EF4-FFF2-40B4-BE49-F238E27FC236}">
                <a16:creationId xmlns:a16="http://schemas.microsoft.com/office/drawing/2014/main" id="{1990CEF6-E1A9-446B-95F5-8DC817815B99}"/>
              </a:ext>
            </a:extLst>
          </p:cNvPr>
          <p:cNvCxnSpPr/>
          <p:nvPr/>
        </p:nvCxnSpPr>
        <p:spPr>
          <a:xfrm flipV="1">
            <a:off x="1692275" y="1565275"/>
            <a:ext cx="3419475" cy="1336675"/>
          </a:xfrm>
          <a:prstGeom prst="straightConnector1">
            <a:avLst/>
          </a:prstGeom>
          <a:ln w="19050">
            <a:solidFill>
              <a:srgbClr val="FFFF00"/>
            </a:solidFill>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F55C5D7B-64B4-4CC0-AA5C-7E0EF687DCD8}"/>
              </a:ext>
            </a:extLst>
          </p:cNvPr>
          <p:cNvCxnSpPr/>
          <p:nvPr/>
        </p:nvCxnSpPr>
        <p:spPr>
          <a:xfrm>
            <a:off x="1692275" y="3870325"/>
            <a:ext cx="3419475" cy="2527300"/>
          </a:xfrm>
          <a:prstGeom prst="straightConnector1">
            <a:avLst/>
          </a:prstGeom>
          <a:ln w="19050">
            <a:solidFill>
              <a:srgbClr val="FFFF00"/>
            </a:solidFill>
            <a:tailEnd type="arrow"/>
          </a:ln>
        </p:spPr>
        <p:style>
          <a:lnRef idx="1">
            <a:schemeClr val="accent1"/>
          </a:lnRef>
          <a:fillRef idx="0">
            <a:schemeClr val="accent1"/>
          </a:fillRef>
          <a:effectRef idx="0">
            <a:schemeClr val="accent1"/>
          </a:effectRef>
          <a:fontRef idx="minor">
            <a:schemeClr val="tx1"/>
          </a:fontRef>
        </p:style>
      </p:cxnSp>
      <p:sp>
        <p:nvSpPr>
          <p:cNvPr id="20491" name="TextBox 13">
            <a:extLst>
              <a:ext uri="{FF2B5EF4-FFF2-40B4-BE49-F238E27FC236}">
                <a16:creationId xmlns:a16="http://schemas.microsoft.com/office/drawing/2014/main" id="{525F398F-CACA-4D63-8B22-F6A34AE1C213}"/>
              </a:ext>
            </a:extLst>
          </p:cNvPr>
          <p:cNvSpPr txBox="1">
            <a:spLocks noChangeArrowheads="1"/>
          </p:cNvSpPr>
          <p:nvPr/>
        </p:nvSpPr>
        <p:spPr bwMode="auto">
          <a:xfrm>
            <a:off x="350838" y="908050"/>
            <a:ext cx="844232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Wingdings" panose="05000000000000000000" pitchFamily="2" charset="2"/>
              <a:buChar char="Ø"/>
            </a:pPr>
            <a:r>
              <a:rPr lang="zh-CN" altLang="en-US" sz="3200" b="1">
                <a:solidFill>
                  <a:srgbClr val="C00000"/>
                </a:solidFill>
                <a:latin typeface="华文楷体" panose="02010600040101010101" pitchFamily="2" charset="-122"/>
                <a:ea typeface="华文楷体" panose="02010600040101010101" pitchFamily="2" charset="-122"/>
              </a:rPr>
              <a:t>数字图像增强</a:t>
            </a:r>
            <a:r>
              <a:rPr lang="zh-CN" altLang="en-US" sz="3200" b="1">
                <a:latin typeface="华文楷体" panose="02010600040101010101" pitchFamily="2" charset="-122"/>
                <a:ea typeface="华文楷体" panose="02010600040101010101" pitchFamily="2" charset="-122"/>
              </a:rPr>
              <a:t>技术在测绘工程领域中的应用</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nodeType="afterGroup">
                            <p:stCondLst>
                              <p:cond delay="500"/>
                            </p:stCondLst>
                            <p:childTnLst>
                              <p:par>
                                <p:cTn id="9" presetID="22" presetClass="entr" presetSubtype="4"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down)">
                                      <p:cBhvr>
                                        <p:cTn id="11" dur="500"/>
                                        <p:tgtEl>
                                          <p:spTgt spid="9"/>
                                        </p:tgtEl>
                                      </p:cBhvr>
                                    </p:animEffect>
                                  </p:childTnLst>
                                </p:cTn>
                              </p:par>
                              <p:par>
                                <p:cTn id="12" presetID="22" presetClass="entr" presetSubtype="8" fill="hold" nodeType="with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wipe(left)">
                                      <p:cBhvr>
                                        <p:cTn id="14" dur="500"/>
                                        <p:tgtEl>
                                          <p:spTgt spid="15"/>
                                        </p:tgtEl>
                                      </p:cBhvr>
                                    </p:animEffect>
                                  </p:childTnLst>
                                </p:cTn>
                              </p:par>
                            </p:childTnLst>
                          </p:cTn>
                        </p:par>
                        <p:par>
                          <p:cTn id="15" fill="hold" nodeType="afterGroup">
                            <p:stCondLst>
                              <p:cond delay="1000"/>
                            </p:stCondLst>
                            <p:childTnLst>
                              <p:par>
                                <p:cTn id="16" presetID="22" presetClass="entr" presetSubtype="8" fill="hold" nodeType="after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wipe(left)">
                                      <p:cBhvr>
                                        <p:cTn id="1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图片 9">
            <a:extLst>
              <a:ext uri="{FF2B5EF4-FFF2-40B4-BE49-F238E27FC236}">
                <a16:creationId xmlns:a16="http://schemas.microsoft.com/office/drawing/2014/main" id="{071FC90D-F2F1-4B46-8EE1-17BBA59EC9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9425" y="1992313"/>
            <a:ext cx="3732213" cy="370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7" name="图片 10">
            <a:extLst>
              <a:ext uri="{FF2B5EF4-FFF2-40B4-BE49-F238E27FC236}">
                <a16:creationId xmlns:a16="http://schemas.microsoft.com/office/drawing/2014/main" id="{98CC3E7F-4017-423C-8EE2-8BFBF807B1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9338" y="1992313"/>
            <a:ext cx="3744912" cy="370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8" name="矩形 12">
            <a:extLst>
              <a:ext uri="{FF2B5EF4-FFF2-40B4-BE49-F238E27FC236}">
                <a16:creationId xmlns:a16="http://schemas.microsoft.com/office/drawing/2014/main" id="{576C88F6-01BC-4BEF-9C40-28C99552AFC0}"/>
              </a:ext>
            </a:extLst>
          </p:cNvPr>
          <p:cNvSpPr>
            <a:spLocks noChangeArrowheads="1"/>
          </p:cNvSpPr>
          <p:nvPr/>
        </p:nvSpPr>
        <p:spPr bwMode="auto">
          <a:xfrm>
            <a:off x="1792288" y="5718175"/>
            <a:ext cx="11080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eaLnBrk="1" hangingPunct="1">
              <a:buFont typeface="Arial" panose="020B0604020202020204" pitchFamily="34" charset="0"/>
              <a:buNone/>
            </a:pPr>
            <a:r>
              <a:rPr lang="zh-CN" altLang="en-US" sz="1800"/>
              <a:t>原始图像</a:t>
            </a:r>
          </a:p>
        </p:txBody>
      </p:sp>
      <p:sp>
        <p:nvSpPr>
          <p:cNvPr id="21509" name="矩形 13">
            <a:extLst>
              <a:ext uri="{FF2B5EF4-FFF2-40B4-BE49-F238E27FC236}">
                <a16:creationId xmlns:a16="http://schemas.microsoft.com/office/drawing/2014/main" id="{5A858A86-22B2-49D2-B3E8-E941959661A0}"/>
              </a:ext>
            </a:extLst>
          </p:cNvPr>
          <p:cNvSpPr>
            <a:spLocks noChangeArrowheads="1"/>
          </p:cNvSpPr>
          <p:nvPr/>
        </p:nvSpPr>
        <p:spPr bwMode="auto">
          <a:xfrm>
            <a:off x="4957763" y="5740400"/>
            <a:ext cx="36464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eaLnBrk="1" hangingPunct="1">
              <a:buFont typeface="Arial" panose="020B0604020202020204" pitchFamily="34" charset="0"/>
              <a:buNone/>
            </a:pPr>
            <a:r>
              <a:rPr lang="zh-CN" altLang="en-US" sz="1800"/>
              <a:t>基于图像增强技术的裂缝检测结果</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ext Box 4">
            <a:extLst>
              <a:ext uri="{FF2B5EF4-FFF2-40B4-BE49-F238E27FC236}">
                <a16:creationId xmlns:a16="http://schemas.microsoft.com/office/drawing/2014/main" id="{92AA6CF9-0E9A-4E2A-B497-8E25B503CBE6}"/>
              </a:ext>
            </a:extLst>
          </p:cNvPr>
          <p:cNvSpPr txBox="1">
            <a:spLocks noChangeArrowheads="1"/>
          </p:cNvSpPr>
          <p:nvPr/>
        </p:nvSpPr>
        <p:spPr bwMode="auto">
          <a:xfrm>
            <a:off x="179388" y="1412875"/>
            <a:ext cx="7861300" cy="473075"/>
          </a:xfrm>
          <a:prstGeom prst="rect">
            <a:avLst/>
          </a:prstGeom>
          <a:noFill/>
          <a:ln>
            <a:noFill/>
          </a:ln>
          <a:effectLst/>
          <a:extLst/>
        </p:spPr>
        <p:txBody>
          <a:bodyPr/>
          <a:lstStyle>
            <a:lvl1pPr marL="469900" indent="-469900" eaLnBrk="0" hangingPunct="0">
              <a:defRPr sz="3200">
                <a:solidFill>
                  <a:schemeClr val="tx1"/>
                </a:solidFill>
                <a:latin typeface="Verdana" pitchFamily="34" charset="0"/>
                <a:ea typeface="楷体_GB2312" pitchFamily="1" charset="-122"/>
              </a:defRPr>
            </a:lvl1pPr>
            <a:lvl2pPr marL="742950" indent="-285750" eaLnBrk="0" hangingPunct="0">
              <a:defRPr sz="3200">
                <a:solidFill>
                  <a:schemeClr val="tx1"/>
                </a:solidFill>
                <a:latin typeface="Verdana" pitchFamily="34" charset="0"/>
                <a:ea typeface="楷体_GB2312" pitchFamily="1" charset="-122"/>
              </a:defRPr>
            </a:lvl2pPr>
            <a:lvl3pPr marL="1143000" indent="-228600" eaLnBrk="0" hangingPunct="0">
              <a:defRPr sz="3200">
                <a:solidFill>
                  <a:schemeClr val="tx1"/>
                </a:solidFill>
                <a:latin typeface="Verdana" pitchFamily="34" charset="0"/>
                <a:ea typeface="楷体_GB2312" pitchFamily="1" charset="-122"/>
              </a:defRPr>
            </a:lvl3pPr>
            <a:lvl4pPr marL="1600200" indent="-228600" eaLnBrk="0" hangingPunct="0">
              <a:defRPr sz="3200">
                <a:solidFill>
                  <a:schemeClr val="tx1"/>
                </a:solidFill>
                <a:latin typeface="Verdana" pitchFamily="34" charset="0"/>
                <a:ea typeface="楷体_GB2312" pitchFamily="1" charset="-122"/>
              </a:defRPr>
            </a:lvl4pPr>
            <a:lvl5pPr marL="2057400" indent="-228600" eaLnBrk="0" hangingPunct="0">
              <a:defRPr sz="3200">
                <a:solidFill>
                  <a:schemeClr val="tx1"/>
                </a:solidFill>
                <a:latin typeface="Verdana" pitchFamily="34" charset="0"/>
                <a:ea typeface="楷体_GB2312" pitchFamily="1" charset="-122"/>
              </a:defRPr>
            </a:lvl5pPr>
            <a:lvl6pPr marL="25146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6pPr>
            <a:lvl7pPr marL="29718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7pPr>
            <a:lvl8pPr marL="34290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8pPr>
            <a:lvl9pPr marL="38862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9pPr>
          </a:lstStyle>
          <a:p>
            <a:pPr eaLnBrk="1" hangingPunct="1">
              <a:lnSpc>
                <a:spcPct val="80000"/>
              </a:lnSpc>
              <a:spcBef>
                <a:spcPct val="20000"/>
              </a:spcBef>
              <a:buClr>
                <a:srgbClr val="0033CC"/>
              </a:buClr>
              <a:buFont typeface="Wingdings" pitchFamily="2" charset="2"/>
              <a:buChar char="Ø"/>
              <a:defRPr/>
            </a:pPr>
            <a:r>
              <a:rPr lang="zh-CN" altLang="en-US" b="1" dirty="0">
                <a:solidFill>
                  <a:srgbClr val="0033CC"/>
                </a:solidFill>
                <a:effectLst>
                  <a:outerShdw blurRad="38100" dist="38100" dir="2700000" algn="tl">
                    <a:srgbClr val="C0C0C0"/>
                  </a:outerShdw>
                </a:effectLst>
                <a:latin typeface="楷体_GB2312" pitchFamily="1" charset="-122"/>
              </a:rPr>
              <a:t>数字图像增强目的</a:t>
            </a:r>
          </a:p>
          <a:p>
            <a:pPr marL="0" indent="0" eaLnBrk="1" hangingPunct="1">
              <a:lnSpc>
                <a:spcPct val="80000"/>
              </a:lnSpc>
              <a:spcBef>
                <a:spcPct val="20000"/>
              </a:spcBef>
              <a:buClr>
                <a:srgbClr val="0033CC"/>
              </a:buClr>
              <a:buFont typeface="Arial" panose="020B0604020202020204" pitchFamily="34" charset="0"/>
              <a:buNone/>
              <a:defRPr/>
            </a:pPr>
            <a:endParaRPr lang="zh-CN" altLang="en-US" sz="2900" b="1" dirty="0">
              <a:solidFill>
                <a:srgbClr val="0033CC"/>
              </a:solidFill>
              <a:effectLst>
                <a:outerShdw blurRad="38100" dist="38100" dir="2700000" algn="tl">
                  <a:srgbClr val="C0C0C0"/>
                </a:outerShdw>
              </a:effectLst>
              <a:latin typeface="楷体_GB2312" pitchFamily="1" charset="-122"/>
            </a:endParaRPr>
          </a:p>
        </p:txBody>
      </p:sp>
      <p:sp>
        <p:nvSpPr>
          <p:cNvPr id="13316" name="Rectangle 5">
            <a:extLst>
              <a:ext uri="{FF2B5EF4-FFF2-40B4-BE49-F238E27FC236}">
                <a16:creationId xmlns:a16="http://schemas.microsoft.com/office/drawing/2014/main" id="{866C30B8-E31B-459D-A252-C2E6E3F203A2}"/>
              </a:ext>
            </a:extLst>
          </p:cNvPr>
          <p:cNvSpPr>
            <a:spLocks noChangeArrowheads="1"/>
          </p:cNvSpPr>
          <p:nvPr/>
        </p:nvSpPr>
        <p:spPr bwMode="auto">
          <a:xfrm>
            <a:off x="323850" y="2565400"/>
            <a:ext cx="8347075" cy="216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zh-CN" altLang="en-US" sz="2800" b="1">
                <a:latin typeface="楷体_GB2312" pitchFamily="1" charset="-122"/>
                <a:ea typeface="楷体_GB2312" pitchFamily="1" charset="-122"/>
              </a:rPr>
              <a:t>（</a:t>
            </a:r>
            <a:r>
              <a:rPr lang="en-US" altLang="zh-CN" sz="2800" b="1">
                <a:latin typeface="楷体_GB2312" pitchFamily="1" charset="-122"/>
                <a:ea typeface="楷体_GB2312" pitchFamily="1" charset="-122"/>
              </a:rPr>
              <a:t>1</a:t>
            </a:r>
            <a:r>
              <a:rPr lang="zh-CN" altLang="en-US" sz="2800" b="1">
                <a:latin typeface="楷体_GB2312" pitchFamily="1" charset="-122"/>
                <a:ea typeface="楷体_GB2312" pitchFamily="1" charset="-122"/>
              </a:rPr>
              <a:t>）改善图象的视觉效果，提高图像的清晰度；</a:t>
            </a:r>
            <a:endParaRPr lang="en-US" altLang="zh-CN" sz="2800" b="1">
              <a:latin typeface="楷体_GB2312" pitchFamily="1" charset="-122"/>
              <a:ea typeface="楷体_GB2312" pitchFamily="1" charset="-122"/>
            </a:endParaRPr>
          </a:p>
          <a:p>
            <a:pPr eaLnBrk="1" hangingPunct="1">
              <a:lnSpc>
                <a:spcPct val="120000"/>
              </a:lnSpc>
              <a:spcBef>
                <a:spcPct val="0"/>
              </a:spcBef>
              <a:buClrTx/>
              <a:buSzTx/>
              <a:buFont typeface="Arial" panose="020B0604020202020204" pitchFamily="34" charset="0"/>
              <a:buNone/>
            </a:pPr>
            <a:endParaRPr lang="zh-CN" altLang="en-US" sz="2800" b="1">
              <a:latin typeface="楷体_GB2312" pitchFamily="1" charset="-122"/>
              <a:ea typeface="楷体_GB2312" pitchFamily="1" charset="-122"/>
            </a:endParaRPr>
          </a:p>
          <a:p>
            <a:pPr eaLnBrk="1" hangingPunct="1">
              <a:lnSpc>
                <a:spcPct val="120000"/>
              </a:lnSpc>
              <a:spcBef>
                <a:spcPct val="0"/>
              </a:spcBef>
              <a:buClrTx/>
              <a:buSzTx/>
              <a:buFont typeface="Arial" panose="020B0604020202020204" pitchFamily="34" charset="0"/>
              <a:buNone/>
            </a:pPr>
            <a:r>
              <a:rPr lang="zh-CN" altLang="en-US" sz="2800" b="1">
                <a:latin typeface="楷体_GB2312" pitchFamily="1" charset="-122"/>
                <a:ea typeface="楷体_GB2312" pitchFamily="1" charset="-122"/>
              </a:rPr>
              <a:t>（</a:t>
            </a:r>
            <a:r>
              <a:rPr lang="en-US" altLang="zh-CN" sz="2800" b="1">
                <a:latin typeface="楷体_GB2312" pitchFamily="1" charset="-122"/>
                <a:ea typeface="楷体_GB2312" pitchFamily="1" charset="-122"/>
              </a:rPr>
              <a:t>2</a:t>
            </a:r>
            <a:r>
              <a:rPr lang="zh-CN" altLang="en-US" sz="2800" b="1">
                <a:latin typeface="楷体_GB2312" pitchFamily="1" charset="-122"/>
                <a:ea typeface="楷体_GB2312" pitchFamily="1" charset="-122"/>
              </a:rPr>
              <a:t>）将图象转换成更适合于</a:t>
            </a:r>
            <a:r>
              <a:rPr lang="zh-CN" altLang="en-US" sz="2800" b="1" u="sng">
                <a:latin typeface="楷体_GB2312" pitchFamily="1" charset="-122"/>
                <a:ea typeface="楷体_GB2312" pitchFamily="1" charset="-122"/>
              </a:rPr>
              <a:t>人眼观察</a:t>
            </a:r>
            <a:r>
              <a:rPr lang="zh-CN" altLang="en-US" sz="2800" b="1">
                <a:latin typeface="楷体_GB2312" pitchFamily="1" charset="-122"/>
                <a:ea typeface="楷体_GB2312" pitchFamily="1" charset="-122"/>
              </a:rPr>
              <a:t>和</a:t>
            </a:r>
            <a:r>
              <a:rPr lang="zh-CN" altLang="en-US" sz="2800" b="1" u="sng">
                <a:latin typeface="楷体_GB2312" pitchFamily="1" charset="-122"/>
                <a:ea typeface="楷体_GB2312" pitchFamily="1" charset="-122"/>
              </a:rPr>
              <a:t>机器分析识别</a:t>
            </a:r>
            <a:r>
              <a:rPr lang="zh-CN" altLang="en-US" sz="2800" b="1">
                <a:latin typeface="楷体_GB2312" pitchFamily="1" charset="-122"/>
                <a:ea typeface="楷体_GB2312" pitchFamily="1" charset="-122"/>
              </a:rPr>
              <a:t>的形式，以便从图象中获取更有用的信息。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315"/>
                                        </p:tgtEl>
                                        <p:attrNameLst>
                                          <p:attrName>style.visibility</p:attrName>
                                        </p:attrNameLst>
                                      </p:cBhvr>
                                      <p:to>
                                        <p:strVal val="visible"/>
                                      </p:to>
                                    </p:set>
                                    <p:animEffect transition="in" filter="blinds(horizontal)">
                                      <p:cBhvr>
                                        <p:cTn id="7" dur="500"/>
                                        <p:tgtEl>
                                          <p:spTgt spid="133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316"/>
                                        </p:tgtEl>
                                        <p:attrNameLst>
                                          <p:attrName>style.visibility</p:attrName>
                                        </p:attrNameLst>
                                      </p:cBhvr>
                                      <p:to>
                                        <p:strVal val="visible"/>
                                      </p:to>
                                    </p:set>
                                    <p:animEffect transition="in" filter="blinds(horizontal)">
                                      <p:cBhvr>
                                        <p:cTn id="12" dur="500"/>
                                        <p:tgtEl>
                                          <p:spTgt spid="133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autoUpdateAnimBg="0"/>
      <p:bldP spid="13316"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圆角矩形 27">
            <a:extLst>
              <a:ext uri="{FF2B5EF4-FFF2-40B4-BE49-F238E27FC236}">
                <a16:creationId xmlns:a16="http://schemas.microsoft.com/office/drawing/2014/main" id="{DD63EDB6-D32C-4AD1-9E45-CF59846DA089}"/>
              </a:ext>
            </a:extLst>
          </p:cNvPr>
          <p:cNvSpPr/>
          <p:nvPr/>
        </p:nvSpPr>
        <p:spPr>
          <a:xfrm>
            <a:off x="1352818" y="1159515"/>
            <a:ext cx="6438364" cy="5555633"/>
          </a:xfrm>
          <a:prstGeom prst="roundRect">
            <a:avLst>
              <a:gd name="adj" fmla="val 3651"/>
            </a:avLst>
          </a:prstGeom>
          <a:solidFill>
            <a:schemeClr val="bg1"/>
          </a:solidFill>
          <a:ln>
            <a:solidFill>
              <a:schemeClr val="tx1"/>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grpSp>
        <p:nvGrpSpPr>
          <p:cNvPr id="23557" name="组合 36">
            <a:extLst>
              <a:ext uri="{FF2B5EF4-FFF2-40B4-BE49-F238E27FC236}">
                <a16:creationId xmlns:a16="http://schemas.microsoft.com/office/drawing/2014/main" id="{F505A18F-C13C-4A95-AF52-0205DCDE0778}"/>
              </a:ext>
            </a:extLst>
          </p:cNvPr>
          <p:cNvGrpSpPr>
            <a:grpSpLocks/>
          </p:cNvGrpSpPr>
          <p:nvPr/>
        </p:nvGrpSpPr>
        <p:grpSpPr bwMode="auto">
          <a:xfrm>
            <a:off x="1460500" y="1158875"/>
            <a:ext cx="6135688" cy="5391150"/>
            <a:chOff x="1459975" y="1159515"/>
            <a:chExt cx="6136361" cy="5390887"/>
          </a:xfrm>
        </p:grpSpPr>
        <p:sp>
          <p:nvSpPr>
            <p:cNvPr id="23559" name="左大括号 1">
              <a:extLst>
                <a:ext uri="{FF2B5EF4-FFF2-40B4-BE49-F238E27FC236}">
                  <a16:creationId xmlns:a16="http://schemas.microsoft.com/office/drawing/2014/main" id="{05874A51-E8A6-41F1-9E62-7CBEDB35165E}"/>
                </a:ext>
              </a:extLst>
            </p:cNvPr>
            <p:cNvSpPr>
              <a:spLocks/>
            </p:cNvSpPr>
            <p:nvPr/>
          </p:nvSpPr>
          <p:spPr bwMode="auto">
            <a:xfrm>
              <a:off x="3222998" y="1764056"/>
              <a:ext cx="720725" cy="4610434"/>
            </a:xfrm>
            <a:custGeom>
              <a:avLst/>
              <a:gdLst>
                <a:gd name="T0" fmla="*/ 737039 w 720080"/>
                <a:gd name="T1" fmla="*/ 2147483646 h 1656184"/>
                <a:gd name="T2" fmla="*/ 368521 w 720080"/>
                <a:gd name="T3" fmla="*/ 2147483646 h 1656184"/>
                <a:gd name="T4" fmla="*/ 368521 w 720080"/>
                <a:gd name="T5" fmla="*/ 2147483646 h 1656184"/>
                <a:gd name="T6" fmla="*/ 133705 w 720080"/>
                <a:gd name="T7" fmla="*/ 2147483646 h 1656184"/>
                <a:gd name="T8" fmla="*/ 368521 w 720080"/>
                <a:gd name="T9" fmla="*/ 2147483646 h 1656184"/>
                <a:gd name="T10" fmla="*/ 368521 w 720080"/>
                <a:gd name="T11" fmla="*/ 226466235 h 1656184"/>
                <a:gd name="T12" fmla="*/ 737039 w 720080"/>
                <a:gd name="T13" fmla="*/ 0 h 165618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20080" h="1656184" stroke="0">
                  <a:moveTo>
                    <a:pt x="720080" y="1656184"/>
                  </a:moveTo>
                  <a:cubicBezTo>
                    <a:pt x="521235" y="1656184"/>
                    <a:pt x="360040" y="1629319"/>
                    <a:pt x="360040" y="1596180"/>
                  </a:cubicBezTo>
                  <a:lnTo>
                    <a:pt x="360040" y="888096"/>
                  </a:lnTo>
                  <a:cubicBezTo>
                    <a:pt x="360040" y="854957"/>
                    <a:pt x="198845" y="828092"/>
                    <a:pt x="0" y="828092"/>
                  </a:cubicBezTo>
                  <a:cubicBezTo>
                    <a:pt x="198845" y="828092"/>
                    <a:pt x="360040" y="801227"/>
                    <a:pt x="360040" y="768088"/>
                  </a:cubicBezTo>
                  <a:lnTo>
                    <a:pt x="360040" y="60004"/>
                  </a:lnTo>
                  <a:cubicBezTo>
                    <a:pt x="360040" y="26865"/>
                    <a:pt x="521235" y="0"/>
                    <a:pt x="720080" y="0"/>
                  </a:cubicBezTo>
                  <a:lnTo>
                    <a:pt x="720080" y="1656184"/>
                  </a:lnTo>
                  <a:close/>
                </a:path>
                <a:path w="720080" h="1656184" fill="none">
                  <a:moveTo>
                    <a:pt x="720080" y="1656184"/>
                  </a:moveTo>
                  <a:cubicBezTo>
                    <a:pt x="521235" y="1656184"/>
                    <a:pt x="360040" y="1629319"/>
                    <a:pt x="360040" y="1596180"/>
                  </a:cubicBezTo>
                  <a:lnTo>
                    <a:pt x="360040" y="888096"/>
                  </a:lnTo>
                  <a:cubicBezTo>
                    <a:pt x="360040" y="854957"/>
                    <a:pt x="329474" y="828092"/>
                    <a:pt x="130629" y="828092"/>
                  </a:cubicBezTo>
                  <a:cubicBezTo>
                    <a:pt x="329474" y="828092"/>
                    <a:pt x="360040" y="801227"/>
                    <a:pt x="360040" y="768088"/>
                  </a:cubicBezTo>
                  <a:lnTo>
                    <a:pt x="360040" y="60004"/>
                  </a:lnTo>
                  <a:cubicBezTo>
                    <a:pt x="360040" y="26865"/>
                    <a:pt x="521235" y="0"/>
                    <a:pt x="720080" y="0"/>
                  </a:cubicBezTo>
                </a:path>
              </a:pathLst>
            </a:custGeom>
            <a:noFill/>
            <a:ln w="19050" cap="flat" cmpd="sng" algn="ctr">
              <a:solidFill>
                <a:schemeClr val="tx1"/>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lIns="91896" tIns="45950" rIns="91896" bIns="45950"/>
            <a:lstStyle/>
            <a:p>
              <a:endParaRPr lang="zh-CN" altLang="en-US"/>
            </a:p>
          </p:txBody>
        </p:sp>
        <p:sp>
          <p:nvSpPr>
            <p:cNvPr id="23560" name="TextBox 13">
              <a:extLst>
                <a:ext uri="{FF2B5EF4-FFF2-40B4-BE49-F238E27FC236}">
                  <a16:creationId xmlns:a16="http://schemas.microsoft.com/office/drawing/2014/main" id="{7D2B33EA-332A-4E11-B042-9E6C8CEF85B5}"/>
                </a:ext>
              </a:extLst>
            </p:cNvPr>
            <p:cNvSpPr txBox="1">
              <a:spLocks noChangeArrowheads="1"/>
            </p:cNvSpPr>
            <p:nvPr/>
          </p:nvSpPr>
          <p:spPr bwMode="auto">
            <a:xfrm>
              <a:off x="1459975" y="3751049"/>
              <a:ext cx="182614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marL="457200" indent="-45720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3200" b="1">
                  <a:latin typeface="华文楷体" panose="02010600040101010101" pitchFamily="2" charset="-122"/>
                  <a:ea typeface="华文楷体" panose="02010600040101010101" pitchFamily="2" charset="-122"/>
                </a:rPr>
                <a:t>图像增强</a:t>
              </a:r>
            </a:p>
          </p:txBody>
        </p:sp>
        <p:sp>
          <p:nvSpPr>
            <p:cNvPr id="23561" name="TextBox 2">
              <a:extLst>
                <a:ext uri="{FF2B5EF4-FFF2-40B4-BE49-F238E27FC236}">
                  <a16:creationId xmlns:a16="http://schemas.microsoft.com/office/drawing/2014/main" id="{50AEF580-5945-4429-9EE6-F3B9286648C0}"/>
                </a:ext>
              </a:extLst>
            </p:cNvPr>
            <p:cNvSpPr txBox="1">
              <a:spLocks noChangeArrowheads="1"/>
            </p:cNvSpPr>
            <p:nvPr/>
          </p:nvSpPr>
          <p:spPr bwMode="auto">
            <a:xfrm>
              <a:off x="3875171" y="1659581"/>
              <a:ext cx="1107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400" b="1">
                  <a:latin typeface="华文楷体" panose="02010600040101010101" pitchFamily="2" charset="-122"/>
                  <a:ea typeface="华文楷体" panose="02010600040101010101" pitchFamily="2" charset="-122"/>
                </a:rPr>
                <a:t>空间域</a:t>
              </a:r>
            </a:p>
          </p:txBody>
        </p:sp>
        <p:sp>
          <p:nvSpPr>
            <p:cNvPr id="23562" name="TextBox 2">
              <a:extLst>
                <a:ext uri="{FF2B5EF4-FFF2-40B4-BE49-F238E27FC236}">
                  <a16:creationId xmlns:a16="http://schemas.microsoft.com/office/drawing/2014/main" id="{27FD579A-4576-40CA-8439-A31A6E8B4542}"/>
                </a:ext>
              </a:extLst>
            </p:cNvPr>
            <p:cNvSpPr txBox="1">
              <a:spLocks noChangeArrowheads="1"/>
            </p:cNvSpPr>
            <p:nvPr/>
          </p:nvSpPr>
          <p:spPr bwMode="auto">
            <a:xfrm>
              <a:off x="3875171" y="3516969"/>
              <a:ext cx="1107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400" b="1">
                  <a:latin typeface="华文楷体" panose="02010600040101010101" pitchFamily="2" charset="-122"/>
                  <a:ea typeface="华文楷体" panose="02010600040101010101" pitchFamily="2" charset="-122"/>
                </a:rPr>
                <a:t>频率域</a:t>
              </a:r>
            </a:p>
          </p:txBody>
        </p:sp>
        <p:sp>
          <p:nvSpPr>
            <p:cNvPr id="23563" name="TextBox 2">
              <a:extLst>
                <a:ext uri="{FF2B5EF4-FFF2-40B4-BE49-F238E27FC236}">
                  <a16:creationId xmlns:a16="http://schemas.microsoft.com/office/drawing/2014/main" id="{DBF3D160-61C3-4226-9345-4C233FCF9BF5}"/>
                </a:ext>
              </a:extLst>
            </p:cNvPr>
            <p:cNvSpPr txBox="1">
              <a:spLocks noChangeArrowheads="1"/>
            </p:cNvSpPr>
            <p:nvPr/>
          </p:nvSpPr>
          <p:spPr bwMode="auto">
            <a:xfrm>
              <a:off x="5303721" y="1159515"/>
              <a:ext cx="16001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Char char="•"/>
              </a:pPr>
              <a:r>
                <a:rPr lang="zh-CN" altLang="en-US" sz="2400">
                  <a:latin typeface="华文楷体" panose="02010600040101010101" pitchFamily="2" charset="-122"/>
                  <a:ea typeface="华文楷体" panose="02010600040101010101" pitchFamily="2" charset="-122"/>
                </a:rPr>
                <a:t> 灰度变换</a:t>
              </a:r>
            </a:p>
          </p:txBody>
        </p:sp>
        <p:sp>
          <p:nvSpPr>
            <p:cNvPr id="23564" name="TextBox 2">
              <a:extLst>
                <a:ext uri="{FF2B5EF4-FFF2-40B4-BE49-F238E27FC236}">
                  <a16:creationId xmlns:a16="http://schemas.microsoft.com/office/drawing/2014/main" id="{E39A61FE-3517-42BD-B827-C135F3D7835E}"/>
                </a:ext>
              </a:extLst>
            </p:cNvPr>
            <p:cNvSpPr txBox="1">
              <a:spLocks noChangeArrowheads="1"/>
            </p:cNvSpPr>
            <p:nvPr/>
          </p:nvSpPr>
          <p:spPr bwMode="auto">
            <a:xfrm>
              <a:off x="5303721" y="1588143"/>
              <a:ext cx="16001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Char char="•"/>
              </a:pPr>
              <a:r>
                <a:rPr lang="zh-CN" altLang="en-US" sz="2400">
                  <a:latin typeface="华文楷体" panose="02010600040101010101" pitchFamily="2" charset="-122"/>
                  <a:ea typeface="华文楷体" panose="02010600040101010101" pitchFamily="2" charset="-122"/>
                </a:rPr>
                <a:t> 空间滤波</a:t>
              </a:r>
            </a:p>
          </p:txBody>
        </p:sp>
        <p:sp>
          <p:nvSpPr>
            <p:cNvPr id="23565" name="TextBox 2">
              <a:extLst>
                <a:ext uri="{FF2B5EF4-FFF2-40B4-BE49-F238E27FC236}">
                  <a16:creationId xmlns:a16="http://schemas.microsoft.com/office/drawing/2014/main" id="{CAE20A2A-B873-410C-A18D-C26EF23C0C0A}"/>
                </a:ext>
              </a:extLst>
            </p:cNvPr>
            <p:cNvSpPr txBox="1">
              <a:spLocks noChangeArrowheads="1"/>
            </p:cNvSpPr>
            <p:nvPr/>
          </p:nvSpPr>
          <p:spPr bwMode="auto">
            <a:xfrm>
              <a:off x="5303721" y="2016771"/>
              <a:ext cx="229261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Char char="•"/>
              </a:pPr>
              <a:r>
                <a:rPr lang="zh-CN" altLang="en-US" sz="2400">
                  <a:latin typeface="华文楷体" panose="02010600040101010101" pitchFamily="2" charset="-122"/>
                  <a:ea typeface="华文楷体" panose="02010600040101010101" pitchFamily="2" charset="-122"/>
                </a:rPr>
                <a:t> 直方图修正法</a:t>
              </a:r>
            </a:p>
          </p:txBody>
        </p:sp>
        <p:sp>
          <p:nvSpPr>
            <p:cNvPr id="23566" name="左大括号 1">
              <a:extLst>
                <a:ext uri="{FF2B5EF4-FFF2-40B4-BE49-F238E27FC236}">
                  <a16:creationId xmlns:a16="http://schemas.microsoft.com/office/drawing/2014/main" id="{634152DE-8CDB-414A-81CE-0002E11D86AF}"/>
                </a:ext>
              </a:extLst>
            </p:cNvPr>
            <p:cNvSpPr>
              <a:spLocks/>
            </p:cNvSpPr>
            <p:nvPr/>
          </p:nvSpPr>
          <p:spPr bwMode="auto">
            <a:xfrm>
              <a:off x="5076056" y="1342290"/>
              <a:ext cx="283820" cy="1317424"/>
            </a:xfrm>
            <a:custGeom>
              <a:avLst/>
              <a:gdLst>
                <a:gd name="T0" fmla="*/ 426 w 720080"/>
                <a:gd name="T1" fmla="*/ 277848 h 1656184"/>
                <a:gd name="T2" fmla="*/ 213 w 720080"/>
                <a:gd name="T3" fmla="*/ 267781 h 1656184"/>
                <a:gd name="T4" fmla="*/ 213 w 720080"/>
                <a:gd name="T5" fmla="*/ 148990 h 1656184"/>
                <a:gd name="T6" fmla="*/ 77 w 720080"/>
                <a:gd name="T7" fmla="*/ 138924 h 1656184"/>
                <a:gd name="T8" fmla="*/ 213 w 720080"/>
                <a:gd name="T9" fmla="*/ 128858 h 1656184"/>
                <a:gd name="T10" fmla="*/ 213 w 720080"/>
                <a:gd name="T11" fmla="*/ 10067 h 1656184"/>
                <a:gd name="T12" fmla="*/ 426 w 720080"/>
                <a:gd name="T13" fmla="*/ 0 h 165618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20080" h="1656184" stroke="0">
                  <a:moveTo>
                    <a:pt x="720080" y="1656184"/>
                  </a:moveTo>
                  <a:cubicBezTo>
                    <a:pt x="521235" y="1656184"/>
                    <a:pt x="360040" y="1629319"/>
                    <a:pt x="360040" y="1596180"/>
                  </a:cubicBezTo>
                  <a:lnTo>
                    <a:pt x="360040" y="888096"/>
                  </a:lnTo>
                  <a:cubicBezTo>
                    <a:pt x="360040" y="854957"/>
                    <a:pt x="198845" y="828092"/>
                    <a:pt x="0" y="828092"/>
                  </a:cubicBezTo>
                  <a:cubicBezTo>
                    <a:pt x="198845" y="828092"/>
                    <a:pt x="360040" y="801227"/>
                    <a:pt x="360040" y="768088"/>
                  </a:cubicBezTo>
                  <a:lnTo>
                    <a:pt x="360040" y="60004"/>
                  </a:lnTo>
                  <a:cubicBezTo>
                    <a:pt x="360040" y="26865"/>
                    <a:pt x="521235" y="0"/>
                    <a:pt x="720080" y="0"/>
                  </a:cubicBezTo>
                  <a:lnTo>
                    <a:pt x="720080" y="1656184"/>
                  </a:lnTo>
                  <a:close/>
                </a:path>
                <a:path w="720080" h="1656184" fill="none">
                  <a:moveTo>
                    <a:pt x="720080" y="1656184"/>
                  </a:moveTo>
                  <a:cubicBezTo>
                    <a:pt x="521235" y="1656184"/>
                    <a:pt x="360040" y="1629319"/>
                    <a:pt x="360040" y="1596180"/>
                  </a:cubicBezTo>
                  <a:lnTo>
                    <a:pt x="360040" y="888096"/>
                  </a:lnTo>
                  <a:cubicBezTo>
                    <a:pt x="360040" y="854957"/>
                    <a:pt x="329474" y="828092"/>
                    <a:pt x="130629" y="828092"/>
                  </a:cubicBezTo>
                  <a:cubicBezTo>
                    <a:pt x="329474" y="828092"/>
                    <a:pt x="360040" y="801227"/>
                    <a:pt x="360040" y="768088"/>
                  </a:cubicBezTo>
                  <a:lnTo>
                    <a:pt x="360040" y="60004"/>
                  </a:lnTo>
                  <a:cubicBezTo>
                    <a:pt x="360040" y="26865"/>
                    <a:pt x="521235" y="0"/>
                    <a:pt x="720080" y="0"/>
                  </a:cubicBezTo>
                </a:path>
              </a:pathLst>
            </a:custGeom>
            <a:noFill/>
            <a:ln w="19050" cap="flat" cmpd="sng" algn="ctr">
              <a:solidFill>
                <a:schemeClr val="tx1"/>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lIns="91896" tIns="45950" rIns="91896" bIns="45950"/>
            <a:lstStyle/>
            <a:p>
              <a:endParaRPr lang="zh-CN" altLang="en-US"/>
            </a:p>
          </p:txBody>
        </p:sp>
        <p:sp>
          <p:nvSpPr>
            <p:cNvPr id="23567" name="TextBox 2">
              <a:extLst>
                <a:ext uri="{FF2B5EF4-FFF2-40B4-BE49-F238E27FC236}">
                  <a16:creationId xmlns:a16="http://schemas.microsoft.com/office/drawing/2014/main" id="{8B52B4C0-4374-4B1D-AD36-4F42880132C1}"/>
                </a:ext>
              </a:extLst>
            </p:cNvPr>
            <p:cNvSpPr txBox="1">
              <a:spLocks noChangeArrowheads="1"/>
            </p:cNvSpPr>
            <p:nvPr/>
          </p:nvSpPr>
          <p:spPr bwMode="auto">
            <a:xfrm>
              <a:off x="5303721" y="2445399"/>
              <a:ext cx="19848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Char char="•"/>
              </a:pPr>
              <a:r>
                <a:rPr lang="zh-CN" altLang="en-US" sz="2400">
                  <a:latin typeface="华文楷体" panose="02010600040101010101" pitchFamily="2" charset="-122"/>
                  <a:ea typeface="华文楷体" panose="02010600040101010101" pitchFamily="2" charset="-122"/>
                </a:rPr>
                <a:t> 局部统计法</a:t>
              </a:r>
            </a:p>
          </p:txBody>
        </p:sp>
        <p:sp>
          <p:nvSpPr>
            <p:cNvPr id="23568" name="TextBox 2">
              <a:extLst>
                <a:ext uri="{FF2B5EF4-FFF2-40B4-BE49-F238E27FC236}">
                  <a16:creationId xmlns:a16="http://schemas.microsoft.com/office/drawing/2014/main" id="{68891D5D-DCD5-47B5-8700-1F34112DF4A8}"/>
                </a:ext>
              </a:extLst>
            </p:cNvPr>
            <p:cNvSpPr txBox="1">
              <a:spLocks noChangeArrowheads="1"/>
            </p:cNvSpPr>
            <p:nvPr/>
          </p:nvSpPr>
          <p:spPr bwMode="auto">
            <a:xfrm>
              <a:off x="5303721" y="3088341"/>
              <a:ext cx="16770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Char char="•"/>
              </a:pPr>
              <a:r>
                <a:rPr lang="zh-CN" altLang="en-US" sz="2400">
                  <a:latin typeface="华文楷体" panose="02010600040101010101" pitchFamily="2" charset="-122"/>
                  <a:ea typeface="华文楷体" panose="02010600040101010101" pitchFamily="2" charset="-122"/>
                </a:rPr>
                <a:t> 高通滤波</a:t>
              </a:r>
            </a:p>
          </p:txBody>
        </p:sp>
        <p:sp>
          <p:nvSpPr>
            <p:cNvPr id="23569" name="TextBox 2">
              <a:extLst>
                <a:ext uri="{FF2B5EF4-FFF2-40B4-BE49-F238E27FC236}">
                  <a16:creationId xmlns:a16="http://schemas.microsoft.com/office/drawing/2014/main" id="{A37622F1-8B5C-4D93-9150-478E643C8FB1}"/>
                </a:ext>
              </a:extLst>
            </p:cNvPr>
            <p:cNvSpPr txBox="1">
              <a:spLocks noChangeArrowheads="1"/>
            </p:cNvSpPr>
            <p:nvPr/>
          </p:nvSpPr>
          <p:spPr bwMode="auto">
            <a:xfrm>
              <a:off x="5303721" y="3494750"/>
              <a:ext cx="16770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Char char="•"/>
              </a:pPr>
              <a:r>
                <a:rPr lang="zh-CN" altLang="en-US" sz="2400">
                  <a:latin typeface="华文楷体" panose="02010600040101010101" pitchFamily="2" charset="-122"/>
                  <a:ea typeface="华文楷体" panose="02010600040101010101" pitchFamily="2" charset="-122"/>
                </a:rPr>
                <a:t> 低通滤波</a:t>
              </a:r>
            </a:p>
          </p:txBody>
        </p:sp>
        <p:sp>
          <p:nvSpPr>
            <p:cNvPr id="23570" name="TextBox 2">
              <a:extLst>
                <a:ext uri="{FF2B5EF4-FFF2-40B4-BE49-F238E27FC236}">
                  <a16:creationId xmlns:a16="http://schemas.microsoft.com/office/drawing/2014/main" id="{8C742579-052D-4E4D-8912-5D4D1DD41D05}"/>
                </a:ext>
              </a:extLst>
            </p:cNvPr>
            <p:cNvSpPr txBox="1">
              <a:spLocks noChangeArrowheads="1"/>
            </p:cNvSpPr>
            <p:nvPr/>
          </p:nvSpPr>
          <p:spPr bwMode="auto">
            <a:xfrm>
              <a:off x="5303721" y="3945597"/>
              <a:ext cx="16770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Char char="•"/>
              </a:pPr>
              <a:r>
                <a:rPr lang="zh-CN" altLang="en-US" sz="2400">
                  <a:latin typeface="华文楷体" panose="02010600040101010101" pitchFamily="2" charset="-122"/>
                  <a:ea typeface="华文楷体" panose="02010600040101010101" pitchFamily="2" charset="-122"/>
                </a:rPr>
                <a:t> 同态滤波</a:t>
              </a:r>
            </a:p>
          </p:txBody>
        </p:sp>
        <p:sp>
          <p:nvSpPr>
            <p:cNvPr id="23571" name="左大括号 1">
              <a:extLst>
                <a:ext uri="{FF2B5EF4-FFF2-40B4-BE49-F238E27FC236}">
                  <a16:creationId xmlns:a16="http://schemas.microsoft.com/office/drawing/2014/main" id="{9DABA83B-0569-4FE7-93A8-0937BD4CB22F}"/>
                </a:ext>
              </a:extLst>
            </p:cNvPr>
            <p:cNvSpPr>
              <a:spLocks/>
            </p:cNvSpPr>
            <p:nvPr/>
          </p:nvSpPr>
          <p:spPr bwMode="auto">
            <a:xfrm>
              <a:off x="5076056" y="3192816"/>
              <a:ext cx="270888" cy="1071570"/>
            </a:xfrm>
            <a:custGeom>
              <a:avLst/>
              <a:gdLst>
                <a:gd name="T0" fmla="*/ 293 w 720080"/>
                <a:gd name="T1" fmla="*/ 53232 h 1656184"/>
                <a:gd name="T2" fmla="*/ 147 w 720080"/>
                <a:gd name="T3" fmla="*/ 51303 h 1656184"/>
                <a:gd name="T4" fmla="*/ 147 w 720080"/>
                <a:gd name="T5" fmla="*/ 28544 h 1656184"/>
                <a:gd name="T6" fmla="*/ 53 w 720080"/>
                <a:gd name="T7" fmla="*/ 26615 h 1656184"/>
                <a:gd name="T8" fmla="*/ 147 w 720080"/>
                <a:gd name="T9" fmla="*/ 24687 h 1656184"/>
                <a:gd name="T10" fmla="*/ 147 w 720080"/>
                <a:gd name="T11" fmla="*/ 1929 h 1656184"/>
                <a:gd name="T12" fmla="*/ 293 w 720080"/>
                <a:gd name="T13" fmla="*/ 0 h 165618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20080" h="1656184" stroke="0">
                  <a:moveTo>
                    <a:pt x="720080" y="1656184"/>
                  </a:moveTo>
                  <a:cubicBezTo>
                    <a:pt x="521235" y="1656184"/>
                    <a:pt x="360040" y="1629319"/>
                    <a:pt x="360040" y="1596180"/>
                  </a:cubicBezTo>
                  <a:lnTo>
                    <a:pt x="360040" y="888096"/>
                  </a:lnTo>
                  <a:cubicBezTo>
                    <a:pt x="360040" y="854957"/>
                    <a:pt x="198845" y="828092"/>
                    <a:pt x="0" y="828092"/>
                  </a:cubicBezTo>
                  <a:cubicBezTo>
                    <a:pt x="198845" y="828092"/>
                    <a:pt x="360040" y="801227"/>
                    <a:pt x="360040" y="768088"/>
                  </a:cubicBezTo>
                  <a:lnTo>
                    <a:pt x="360040" y="60004"/>
                  </a:lnTo>
                  <a:cubicBezTo>
                    <a:pt x="360040" y="26865"/>
                    <a:pt x="521235" y="0"/>
                    <a:pt x="720080" y="0"/>
                  </a:cubicBezTo>
                  <a:lnTo>
                    <a:pt x="720080" y="1656184"/>
                  </a:lnTo>
                  <a:close/>
                </a:path>
                <a:path w="720080" h="1656184" fill="none">
                  <a:moveTo>
                    <a:pt x="720080" y="1656184"/>
                  </a:moveTo>
                  <a:cubicBezTo>
                    <a:pt x="521235" y="1656184"/>
                    <a:pt x="360040" y="1629319"/>
                    <a:pt x="360040" y="1596180"/>
                  </a:cubicBezTo>
                  <a:lnTo>
                    <a:pt x="360040" y="888096"/>
                  </a:lnTo>
                  <a:cubicBezTo>
                    <a:pt x="360040" y="854957"/>
                    <a:pt x="329474" y="828092"/>
                    <a:pt x="130629" y="828092"/>
                  </a:cubicBezTo>
                  <a:cubicBezTo>
                    <a:pt x="329474" y="828092"/>
                    <a:pt x="360040" y="801227"/>
                    <a:pt x="360040" y="768088"/>
                  </a:cubicBezTo>
                  <a:lnTo>
                    <a:pt x="360040" y="60004"/>
                  </a:lnTo>
                  <a:cubicBezTo>
                    <a:pt x="360040" y="26865"/>
                    <a:pt x="521235" y="0"/>
                    <a:pt x="720080" y="0"/>
                  </a:cubicBezTo>
                </a:path>
              </a:pathLst>
            </a:custGeom>
            <a:noFill/>
            <a:ln w="19050" cap="flat" cmpd="sng" algn="ctr">
              <a:solidFill>
                <a:schemeClr val="tx1"/>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lIns="91896" tIns="45950" rIns="91896" bIns="45950"/>
            <a:lstStyle/>
            <a:p>
              <a:endParaRPr lang="zh-CN" altLang="en-US"/>
            </a:p>
          </p:txBody>
        </p:sp>
        <p:sp>
          <p:nvSpPr>
            <p:cNvPr id="23572" name="TextBox 2">
              <a:extLst>
                <a:ext uri="{FF2B5EF4-FFF2-40B4-BE49-F238E27FC236}">
                  <a16:creationId xmlns:a16="http://schemas.microsoft.com/office/drawing/2014/main" id="{7C0874C1-8EA8-4C27-9B7A-348760FF4919}"/>
                </a:ext>
              </a:extLst>
            </p:cNvPr>
            <p:cNvSpPr txBox="1">
              <a:spLocks noChangeArrowheads="1"/>
            </p:cNvSpPr>
            <p:nvPr/>
          </p:nvSpPr>
          <p:spPr bwMode="auto">
            <a:xfrm>
              <a:off x="3779912" y="5017167"/>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400" b="1">
                  <a:latin typeface="华文楷体" panose="02010600040101010101" pitchFamily="2" charset="-122"/>
                  <a:ea typeface="华文楷体" panose="02010600040101010101" pitchFamily="2" charset="-122"/>
                </a:rPr>
                <a:t>彩色增强</a:t>
              </a:r>
            </a:p>
          </p:txBody>
        </p:sp>
        <p:sp>
          <p:nvSpPr>
            <p:cNvPr id="23573" name="TextBox 2">
              <a:extLst>
                <a:ext uri="{FF2B5EF4-FFF2-40B4-BE49-F238E27FC236}">
                  <a16:creationId xmlns:a16="http://schemas.microsoft.com/office/drawing/2014/main" id="{0710618F-A52A-40A1-BB19-F641024141D6}"/>
                </a:ext>
              </a:extLst>
            </p:cNvPr>
            <p:cNvSpPr txBox="1">
              <a:spLocks noChangeArrowheads="1"/>
            </p:cNvSpPr>
            <p:nvPr/>
          </p:nvSpPr>
          <p:spPr bwMode="auto">
            <a:xfrm>
              <a:off x="5303721" y="4659977"/>
              <a:ext cx="19848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Char char="•"/>
              </a:pPr>
              <a:r>
                <a:rPr lang="zh-CN" altLang="en-US" sz="2400">
                  <a:latin typeface="华文楷体" panose="02010600040101010101" pitchFamily="2" charset="-122"/>
                  <a:ea typeface="华文楷体" panose="02010600040101010101" pitchFamily="2" charset="-122"/>
                </a:rPr>
                <a:t> 伪彩色增强</a:t>
              </a:r>
            </a:p>
          </p:txBody>
        </p:sp>
        <p:sp>
          <p:nvSpPr>
            <p:cNvPr id="23574" name="TextBox 2">
              <a:extLst>
                <a:ext uri="{FF2B5EF4-FFF2-40B4-BE49-F238E27FC236}">
                  <a16:creationId xmlns:a16="http://schemas.microsoft.com/office/drawing/2014/main" id="{D234624B-B877-443B-93D5-A6944E894C2E}"/>
                </a:ext>
              </a:extLst>
            </p:cNvPr>
            <p:cNvSpPr txBox="1">
              <a:spLocks noChangeArrowheads="1"/>
            </p:cNvSpPr>
            <p:nvPr/>
          </p:nvSpPr>
          <p:spPr bwMode="auto">
            <a:xfrm>
              <a:off x="5303721" y="5017167"/>
              <a:ext cx="19848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Char char="•"/>
              </a:pPr>
              <a:r>
                <a:rPr lang="zh-CN" altLang="en-US" sz="2400">
                  <a:latin typeface="华文楷体" panose="02010600040101010101" pitchFamily="2" charset="-122"/>
                  <a:ea typeface="华文楷体" panose="02010600040101010101" pitchFamily="2" charset="-122"/>
                </a:rPr>
                <a:t> 假彩色增强</a:t>
              </a:r>
            </a:p>
          </p:txBody>
        </p:sp>
        <p:sp>
          <p:nvSpPr>
            <p:cNvPr id="23575" name="TextBox 2">
              <a:extLst>
                <a:ext uri="{FF2B5EF4-FFF2-40B4-BE49-F238E27FC236}">
                  <a16:creationId xmlns:a16="http://schemas.microsoft.com/office/drawing/2014/main" id="{E5C59393-185C-464C-9E7D-34C6E8FDA467}"/>
                </a:ext>
              </a:extLst>
            </p:cNvPr>
            <p:cNvSpPr txBox="1">
              <a:spLocks noChangeArrowheads="1"/>
            </p:cNvSpPr>
            <p:nvPr/>
          </p:nvSpPr>
          <p:spPr bwMode="auto">
            <a:xfrm>
              <a:off x="5303721" y="5445795"/>
              <a:ext cx="229261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Char char="•"/>
              </a:pPr>
              <a:r>
                <a:rPr lang="zh-CN" altLang="en-US" sz="2400">
                  <a:latin typeface="华文楷体" panose="02010600040101010101" pitchFamily="2" charset="-122"/>
                  <a:ea typeface="华文楷体" panose="02010600040101010101" pitchFamily="2" charset="-122"/>
                </a:rPr>
                <a:t> 彩色变换增强</a:t>
              </a:r>
            </a:p>
          </p:txBody>
        </p:sp>
        <p:sp>
          <p:nvSpPr>
            <p:cNvPr id="23576" name="左大括号 1">
              <a:extLst>
                <a:ext uri="{FF2B5EF4-FFF2-40B4-BE49-F238E27FC236}">
                  <a16:creationId xmlns:a16="http://schemas.microsoft.com/office/drawing/2014/main" id="{E3A8B815-D143-430D-9E90-1CAC9BA6AF01}"/>
                </a:ext>
              </a:extLst>
            </p:cNvPr>
            <p:cNvSpPr>
              <a:spLocks/>
            </p:cNvSpPr>
            <p:nvPr/>
          </p:nvSpPr>
          <p:spPr bwMode="auto">
            <a:xfrm>
              <a:off x="5076056" y="4835890"/>
              <a:ext cx="279153" cy="857256"/>
            </a:xfrm>
            <a:custGeom>
              <a:avLst/>
              <a:gdLst>
                <a:gd name="T0" fmla="*/ 373 w 720080"/>
                <a:gd name="T1" fmla="*/ 8931 h 1656184"/>
                <a:gd name="T2" fmla="*/ 186 w 720080"/>
                <a:gd name="T3" fmla="*/ 8607 h 1656184"/>
                <a:gd name="T4" fmla="*/ 186 w 720080"/>
                <a:gd name="T5" fmla="*/ 4789 h 1656184"/>
                <a:gd name="T6" fmla="*/ 67 w 720080"/>
                <a:gd name="T7" fmla="*/ 4465 h 1656184"/>
                <a:gd name="T8" fmla="*/ 186 w 720080"/>
                <a:gd name="T9" fmla="*/ 4142 h 1656184"/>
                <a:gd name="T10" fmla="*/ 186 w 720080"/>
                <a:gd name="T11" fmla="*/ 324 h 1656184"/>
                <a:gd name="T12" fmla="*/ 373 w 720080"/>
                <a:gd name="T13" fmla="*/ 0 h 165618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20080" h="1656184" stroke="0">
                  <a:moveTo>
                    <a:pt x="720080" y="1656184"/>
                  </a:moveTo>
                  <a:cubicBezTo>
                    <a:pt x="521235" y="1656184"/>
                    <a:pt x="360040" y="1629319"/>
                    <a:pt x="360040" y="1596180"/>
                  </a:cubicBezTo>
                  <a:lnTo>
                    <a:pt x="360040" y="888096"/>
                  </a:lnTo>
                  <a:cubicBezTo>
                    <a:pt x="360040" y="854957"/>
                    <a:pt x="198845" y="828092"/>
                    <a:pt x="0" y="828092"/>
                  </a:cubicBezTo>
                  <a:cubicBezTo>
                    <a:pt x="198845" y="828092"/>
                    <a:pt x="360040" y="801227"/>
                    <a:pt x="360040" y="768088"/>
                  </a:cubicBezTo>
                  <a:lnTo>
                    <a:pt x="360040" y="60004"/>
                  </a:lnTo>
                  <a:cubicBezTo>
                    <a:pt x="360040" y="26865"/>
                    <a:pt x="521235" y="0"/>
                    <a:pt x="720080" y="0"/>
                  </a:cubicBezTo>
                  <a:lnTo>
                    <a:pt x="720080" y="1656184"/>
                  </a:lnTo>
                  <a:close/>
                </a:path>
                <a:path w="720080" h="1656184" fill="none">
                  <a:moveTo>
                    <a:pt x="720080" y="1656184"/>
                  </a:moveTo>
                  <a:cubicBezTo>
                    <a:pt x="521235" y="1656184"/>
                    <a:pt x="360040" y="1629319"/>
                    <a:pt x="360040" y="1596180"/>
                  </a:cubicBezTo>
                  <a:lnTo>
                    <a:pt x="360040" y="888096"/>
                  </a:lnTo>
                  <a:cubicBezTo>
                    <a:pt x="360040" y="854957"/>
                    <a:pt x="329474" y="828092"/>
                    <a:pt x="130629" y="828092"/>
                  </a:cubicBezTo>
                  <a:cubicBezTo>
                    <a:pt x="329474" y="828092"/>
                    <a:pt x="360040" y="801227"/>
                    <a:pt x="360040" y="768088"/>
                  </a:cubicBezTo>
                  <a:lnTo>
                    <a:pt x="360040" y="60004"/>
                  </a:lnTo>
                  <a:cubicBezTo>
                    <a:pt x="360040" y="26865"/>
                    <a:pt x="521235" y="0"/>
                    <a:pt x="720080" y="0"/>
                  </a:cubicBezTo>
                </a:path>
              </a:pathLst>
            </a:custGeom>
            <a:noFill/>
            <a:ln w="19050" cap="flat" cmpd="sng" algn="ctr">
              <a:solidFill>
                <a:schemeClr val="tx1"/>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lIns="91896" tIns="45950" rIns="91896" bIns="45950"/>
            <a:lstStyle/>
            <a:p>
              <a:endParaRPr lang="zh-CN" altLang="en-US"/>
            </a:p>
          </p:txBody>
        </p:sp>
        <p:sp>
          <p:nvSpPr>
            <p:cNvPr id="23577" name="TextBox 2">
              <a:extLst>
                <a:ext uri="{FF2B5EF4-FFF2-40B4-BE49-F238E27FC236}">
                  <a16:creationId xmlns:a16="http://schemas.microsoft.com/office/drawing/2014/main" id="{8FC13CDE-9F25-4B4F-BB20-FBFB850485D5}"/>
                </a:ext>
              </a:extLst>
            </p:cNvPr>
            <p:cNvSpPr txBox="1">
              <a:spLocks noChangeArrowheads="1"/>
            </p:cNvSpPr>
            <p:nvPr/>
          </p:nvSpPr>
          <p:spPr bwMode="auto">
            <a:xfrm>
              <a:off x="3876308" y="6088737"/>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400" b="1">
                  <a:latin typeface="华文楷体" panose="02010600040101010101" pitchFamily="2" charset="-122"/>
                  <a:ea typeface="华文楷体" panose="02010600040101010101" pitchFamily="2" charset="-122"/>
                </a:rPr>
                <a:t>代数运算</a:t>
              </a:r>
            </a:p>
          </p:txBody>
        </p:sp>
      </p:grpSp>
      <p:sp>
        <p:nvSpPr>
          <p:cNvPr id="25" name="Rectangle 3">
            <a:extLst>
              <a:ext uri="{FF2B5EF4-FFF2-40B4-BE49-F238E27FC236}">
                <a16:creationId xmlns:a16="http://schemas.microsoft.com/office/drawing/2014/main" id="{6EBF7DD9-C62C-45D1-9DC5-CF7F00C839FE}"/>
              </a:ext>
            </a:extLst>
          </p:cNvPr>
          <p:cNvSpPr txBox="1">
            <a:spLocks noChangeArrowheads="1"/>
          </p:cNvSpPr>
          <p:nvPr/>
        </p:nvSpPr>
        <p:spPr bwMode="auto">
          <a:xfrm>
            <a:off x="469900" y="333375"/>
            <a:ext cx="75311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bIns="0" anchor="b">
            <a:normAutofit/>
          </a:bodyPr>
          <a:lst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Calibri" pitchFamily="34" charset="0"/>
                <a:ea typeface="隶书" pitchFamily="49" charset="-122"/>
              </a:defRPr>
            </a:lvl2pPr>
            <a:lvl3pPr algn="l" rtl="0" eaLnBrk="0" fontAlgn="base" hangingPunct="0">
              <a:spcBef>
                <a:spcPct val="0"/>
              </a:spcBef>
              <a:spcAft>
                <a:spcPct val="0"/>
              </a:spcAft>
              <a:defRPr sz="5000">
                <a:solidFill>
                  <a:schemeClr val="tx2"/>
                </a:solidFill>
                <a:latin typeface="Calibri" pitchFamily="34" charset="0"/>
                <a:ea typeface="隶书" pitchFamily="49" charset="-122"/>
              </a:defRPr>
            </a:lvl3pPr>
            <a:lvl4pPr algn="l" rtl="0" eaLnBrk="0" fontAlgn="base" hangingPunct="0">
              <a:spcBef>
                <a:spcPct val="0"/>
              </a:spcBef>
              <a:spcAft>
                <a:spcPct val="0"/>
              </a:spcAft>
              <a:defRPr sz="5000">
                <a:solidFill>
                  <a:schemeClr val="tx2"/>
                </a:solidFill>
                <a:latin typeface="Calibri" pitchFamily="34" charset="0"/>
                <a:ea typeface="隶书" pitchFamily="49" charset="-122"/>
              </a:defRPr>
            </a:lvl4pPr>
            <a:lvl5pPr algn="l" rtl="0" eaLnBrk="0" fontAlgn="base" hangingPunct="0">
              <a:spcBef>
                <a:spcPct val="0"/>
              </a:spcBef>
              <a:spcAft>
                <a:spcPct val="0"/>
              </a:spcAft>
              <a:defRPr sz="5000">
                <a:solidFill>
                  <a:schemeClr val="tx2"/>
                </a:solidFill>
                <a:latin typeface="Calibri" pitchFamily="34" charset="0"/>
                <a:ea typeface="隶书" pitchFamily="49" charset="-122"/>
              </a:defRPr>
            </a:lvl5pPr>
            <a:lvl6pPr marL="457200" algn="l" rtl="0" fontAlgn="base">
              <a:spcBef>
                <a:spcPct val="0"/>
              </a:spcBef>
              <a:spcAft>
                <a:spcPct val="0"/>
              </a:spcAft>
              <a:defRPr sz="5000">
                <a:solidFill>
                  <a:schemeClr val="tx2"/>
                </a:solidFill>
                <a:latin typeface="Calibri" pitchFamily="34" charset="0"/>
                <a:ea typeface="隶书" pitchFamily="49" charset="-122"/>
              </a:defRPr>
            </a:lvl6pPr>
            <a:lvl7pPr marL="914400" algn="l" rtl="0" fontAlgn="base">
              <a:spcBef>
                <a:spcPct val="0"/>
              </a:spcBef>
              <a:spcAft>
                <a:spcPct val="0"/>
              </a:spcAft>
              <a:defRPr sz="5000">
                <a:solidFill>
                  <a:schemeClr val="tx2"/>
                </a:solidFill>
                <a:latin typeface="Calibri" pitchFamily="34" charset="0"/>
                <a:ea typeface="隶书" pitchFamily="49" charset="-122"/>
              </a:defRPr>
            </a:lvl7pPr>
            <a:lvl8pPr marL="1371600" algn="l" rtl="0" fontAlgn="base">
              <a:spcBef>
                <a:spcPct val="0"/>
              </a:spcBef>
              <a:spcAft>
                <a:spcPct val="0"/>
              </a:spcAft>
              <a:defRPr sz="5000">
                <a:solidFill>
                  <a:schemeClr val="tx2"/>
                </a:solidFill>
                <a:latin typeface="Calibri" pitchFamily="34" charset="0"/>
                <a:ea typeface="隶书" pitchFamily="49" charset="-122"/>
              </a:defRPr>
            </a:lvl8pPr>
            <a:lvl9pPr marL="1828800" algn="l" rtl="0" fontAlgn="base">
              <a:spcBef>
                <a:spcPct val="0"/>
              </a:spcBef>
              <a:spcAft>
                <a:spcPct val="0"/>
              </a:spcAft>
              <a:defRPr sz="5000">
                <a:solidFill>
                  <a:schemeClr val="tx2"/>
                </a:solidFill>
                <a:latin typeface="Calibri" pitchFamily="34" charset="0"/>
                <a:ea typeface="隶书" pitchFamily="49" charset="-122"/>
              </a:defRPr>
            </a:lvl9pPr>
          </a:lstStyle>
          <a:p>
            <a:pPr marL="469900" indent="-469900" eaLnBrk="1" hangingPunct="1">
              <a:lnSpc>
                <a:spcPct val="80000"/>
              </a:lnSpc>
              <a:spcBef>
                <a:spcPct val="20000"/>
              </a:spcBef>
              <a:buClr>
                <a:srgbClr val="0033CC"/>
              </a:buClr>
              <a:buFont typeface="Wingdings" pitchFamily="2" charset="2"/>
              <a:buChar char="Ø"/>
              <a:defRPr/>
            </a:pPr>
            <a:r>
              <a:rPr lang="zh-CN" altLang="en-US" sz="3200" b="1" dirty="0">
                <a:solidFill>
                  <a:srgbClr val="0033CC"/>
                </a:solidFill>
                <a:effectLst>
                  <a:outerShdw blurRad="38100" dist="38100" dir="2700000" algn="tl">
                    <a:srgbClr val="C0C0C0"/>
                  </a:outerShdw>
                </a:effectLst>
                <a:ea typeface="楷体_GB2312" pitchFamily="1" charset="-122"/>
                <a:cs typeface="+mn-cs"/>
              </a:rPr>
              <a:t>数字图像增强基本方法</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圆角矩形 27">
            <a:extLst>
              <a:ext uri="{FF2B5EF4-FFF2-40B4-BE49-F238E27FC236}">
                <a16:creationId xmlns:a16="http://schemas.microsoft.com/office/drawing/2014/main" id="{C60ACF02-3D22-4813-A47A-88C15400EA90}"/>
              </a:ext>
            </a:extLst>
          </p:cNvPr>
          <p:cNvSpPr/>
          <p:nvPr/>
        </p:nvSpPr>
        <p:spPr>
          <a:xfrm>
            <a:off x="1352818" y="1159515"/>
            <a:ext cx="6438364" cy="5555633"/>
          </a:xfrm>
          <a:prstGeom prst="roundRect">
            <a:avLst>
              <a:gd name="adj" fmla="val 3651"/>
            </a:avLst>
          </a:prstGeom>
          <a:solidFill>
            <a:schemeClr val="bg1"/>
          </a:solidFill>
          <a:ln>
            <a:solidFill>
              <a:schemeClr val="tx1"/>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grpSp>
        <p:nvGrpSpPr>
          <p:cNvPr id="24581" name="组合 36">
            <a:extLst>
              <a:ext uri="{FF2B5EF4-FFF2-40B4-BE49-F238E27FC236}">
                <a16:creationId xmlns:a16="http://schemas.microsoft.com/office/drawing/2014/main" id="{095F3548-86A6-49F3-A8A6-A9E99164792A}"/>
              </a:ext>
            </a:extLst>
          </p:cNvPr>
          <p:cNvGrpSpPr>
            <a:grpSpLocks/>
          </p:cNvGrpSpPr>
          <p:nvPr/>
        </p:nvGrpSpPr>
        <p:grpSpPr bwMode="auto">
          <a:xfrm>
            <a:off x="1460500" y="1158875"/>
            <a:ext cx="6135688" cy="5391150"/>
            <a:chOff x="1459975" y="1159515"/>
            <a:chExt cx="6136361" cy="5390887"/>
          </a:xfrm>
        </p:grpSpPr>
        <p:sp>
          <p:nvSpPr>
            <p:cNvPr id="24583" name="左大括号 1">
              <a:extLst>
                <a:ext uri="{FF2B5EF4-FFF2-40B4-BE49-F238E27FC236}">
                  <a16:creationId xmlns:a16="http://schemas.microsoft.com/office/drawing/2014/main" id="{EED4D6F5-1687-485C-A1EB-F51E6AF2E1BD}"/>
                </a:ext>
              </a:extLst>
            </p:cNvPr>
            <p:cNvSpPr>
              <a:spLocks/>
            </p:cNvSpPr>
            <p:nvPr/>
          </p:nvSpPr>
          <p:spPr bwMode="auto">
            <a:xfrm>
              <a:off x="3222998" y="1764056"/>
              <a:ext cx="720725" cy="4610434"/>
            </a:xfrm>
            <a:custGeom>
              <a:avLst/>
              <a:gdLst>
                <a:gd name="T0" fmla="*/ 737039 w 720080"/>
                <a:gd name="T1" fmla="*/ 2147483646 h 1656184"/>
                <a:gd name="T2" fmla="*/ 368521 w 720080"/>
                <a:gd name="T3" fmla="*/ 2147483646 h 1656184"/>
                <a:gd name="T4" fmla="*/ 368521 w 720080"/>
                <a:gd name="T5" fmla="*/ 2147483646 h 1656184"/>
                <a:gd name="T6" fmla="*/ 133705 w 720080"/>
                <a:gd name="T7" fmla="*/ 2147483646 h 1656184"/>
                <a:gd name="T8" fmla="*/ 368521 w 720080"/>
                <a:gd name="T9" fmla="*/ 2147483646 h 1656184"/>
                <a:gd name="T10" fmla="*/ 368521 w 720080"/>
                <a:gd name="T11" fmla="*/ 226466235 h 1656184"/>
                <a:gd name="T12" fmla="*/ 737039 w 720080"/>
                <a:gd name="T13" fmla="*/ 0 h 165618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20080" h="1656184" stroke="0">
                  <a:moveTo>
                    <a:pt x="720080" y="1656184"/>
                  </a:moveTo>
                  <a:cubicBezTo>
                    <a:pt x="521235" y="1656184"/>
                    <a:pt x="360040" y="1629319"/>
                    <a:pt x="360040" y="1596180"/>
                  </a:cubicBezTo>
                  <a:lnTo>
                    <a:pt x="360040" y="888096"/>
                  </a:lnTo>
                  <a:cubicBezTo>
                    <a:pt x="360040" y="854957"/>
                    <a:pt x="198845" y="828092"/>
                    <a:pt x="0" y="828092"/>
                  </a:cubicBezTo>
                  <a:cubicBezTo>
                    <a:pt x="198845" y="828092"/>
                    <a:pt x="360040" y="801227"/>
                    <a:pt x="360040" y="768088"/>
                  </a:cubicBezTo>
                  <a:lnTo>
                    <a:pt x="360040" y="60004"/>
                  </a:lnTo>
                  <a:cubicBezTo>
                    <a:pt x="360040" y="26865"/>
                    <a:pt x="521235" y="0"/>
                    <a:pt x="720080" y="0"/>
                  </a:cubicBezTo>
                  <a:lnTo>
                    <a:pt x="720080" y="1656184"/>
                  </a:lnTo>
                  <a:close/>
                </a:path>
                <a:path w="720080" h="1656184" fill="none">
                  <a:moveTo>
                    <a:pt x="720080" y="1656184"/>
                  </a:moveTo>
                  <a:cubicBezTo>
                    <a:pt x="521235" y="1656184"/>
                    <a:pt x="360040" y="1629319"/>
                    <a:pt x="360040" y="1596180"/>
                  </a:cubicBezTo>
                  <a:lnTo>
                    <a:pt x="360040" y="888096"/>
                  </a:lnTo>
                  <a:cubicBezTo>
                    <a:pt x="360040" y="854957"/>
                    <a:pt x="329474" y="828092"/>
                    <a:pt x="130629" y="828092"/>
                  </a:cubicBezTo>
                  <a:cubicBezTo>
                    <a:pt x="329474" y="828092"/>
                    <a:pt x="360040" y="801227"/>
                    <a:pt x="360040" y="768088"/>
                  </a:cubicBezTo>
                  <a:lnTo>
                    <a:pt x="360040" y="60004"/>
                  </a:lnTo>
                  <a:cubicBezTo>
                    <a:pt x="360040" y="26865"/>
                    <a:pt x="521235" y="0"/>
                    <a:pt x="720080" y="0"/>
                  </a:cubicBezTo>
                </a:path>
              </a:pathLst>
            </a:custGeom>
            <a:noFill/>
            <a:ln w="19050" cap="flat" cmpd="sng" algn="ctr">
              <a:solidFill>
                <a:schemeClr val="tx1"/>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lIns="91896" tIns="45950" rIns="91896" bIns="45950"/>
            <a:lstStyle/>
            <a:p>
              <a:endParaRPr lang="zh-CN" altLang="en-US"/>
            </a:p>
          </p:txBody>
        </p:sp>
        <p:sp>
          <p:nvSpPr>
            <p:cNvPr id="24584" name="TextBox 13">
              <a:extLst>
                <a:ext uri="{FF2B5EF4-FFF2-40B4-BE49-F238E27FC236}">
                  <a16:creationId xmlns:a16="http://schemas.microsoft.com/office/drawing/2014/main" id="{54975FBE-684F-4C10-B74B-106B44BCE32C}"/>
                </a:ext>
              </a:extLst>
            </p:cNvPr>
            <p:cNvSpPr txBox="1">
              <a:spLocks noChangeArrowheads="1"/>
            </p:cNvSpPr>
            <p:nvPr/>
          </p:nvSpPr>
          <p:spPr bwMode="auto">
            <a:xfrm>
              <a:off x="1459975" y="3751049"/>
              <a:ext cx="182614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marL="457200" indent="-45720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3200" b="1">
                  <a:latin typeface="华文楷体" panose="02010600040101010101" pitchFamily="2" charset="-122"/>
                  <a:ea typeface="华文楷体" panose="02010600040101010101" pitchFamily="2" charset="-122"/>
                </a:rPr>
                <a:t>图像增强</a:t>
              </a:r>
            </a:p>
          </p:txBody>
        </p:sp>
        <p:sp>
          <p:nvSpPr>
            <p:cNvPr id="24585" name="TextBox 2">
              <a:extLst>
                <a:ext uri="{FF2B5EF4-FFF2-40B4-BE49-F238E27FC236}">
                  <a16:creationId xmlns:a16="http://schemas.microsoft.com/office/drawing/2014/main" id="{122E05EE-6FA3-4229-9AC9-8250CCBE1C2C}"/>
                </a:ext>
              </a:extLst>
            </p:cNvPr>
            <p:cNvSpPr txBox="1">
              <a:spLocks noChangeArrowheads="1"/>
            </p:cNvSpPr>
            <p:nvPr/>
          </p:nvSpPr>
          <p:spPr bwMode="auto">
            <a:xfrm>
              <a:off x="3875171" y="1659581"/>
              <a:ext cx="1107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400" b="1">
                  <a:latin typeface="华文楷体" panose="02010600040101010101" pitchFamily="2" charset="-122"/>
                  <a:ea typeface="华文楷体" panose="02010600040101010101" pitchFamily="2" charset="-122"/>
                </a:rPr>
                <a:t>空间域</a:t>
              </a:r>
            </a:p>
          </p:txBody>
        </p:sp>
        <p:sp>
          <p:nvSpPr>
            <p:cNvPr id="24586" name="TextBox 2">
              <a:extLst>
                <a:ext uri="{FF2B5EF4-FFF2-40B4-BE49-F238E27FC236}">
                  <a16:creationId xmlns:a16="http://schemas.microsoft.com/office/drawing/2014/main" id="{3517476D-C15E-4D20-AE47-97BE31495248}"/>
                </a:ext>
              </a:extLst>
            </p:cNvPr>
            <p:cNvSpPr txBox="1">
              <a:spLocks noChangeArrowheads="1"/>
            </p:cNvSpPr>
            <p:nvPr/>
          </p:nvSpPr>
          <p:spPr bwMode="auto">
            <a:xfrm>
              <a:off x="3875171" y="3516969"/>
              <a:ext cx="1107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400" b="1">
                  <a:latin typeface="华文楷体" panose="02010600040101010101" pitchFamily="2" charset="-122"/>
                  <a:ea typeface="华文楷体" panose="02010600040101010101" pitchFamily="2" charset="-122"/>
                </a:rPr>
                <a:t>频率域</a:t>
              </a:r>
            </a:p>
          </p:txBody>
        </p:sp>
        <p:sp>
          <p:nvSpPr>
            <p:cNvPr id="24587" name="TextBox 2">
              <a:extLst>
                <a:ext uri="{FF2B5EF4-FFF2-40B4-BE49-F238E27FC236}">
                  <a16:creationId xmlns:a16="http://schemas.microsoft.com/office/drawing/2014/main" id="{77C1F2B2-B069-4641-998D-A1299C0E0C28}"/>
                </a:ext>
              </a:extLst>
            </p:cNvPr>
            <p:cNvSpPr txBox="1">
              <a:spLocks noChangeArrowheads="1"/>
            </p:cNvSpPr>
            <p:nvPr/>
          </p:nvSpPr>
          <p:spPr bwMode="auto">
            <a:xfrm>
              <a:off x="5303721" y="1159515"/>
              <a:ext cx="16001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Char char="•"/>
              </a:pPr>
              <a:r>
                <a:rPr lang="zh-CN" altLang="en-US" sz="2400">
                  <a:latin typeface="华文楷体" panose="02010600040101010101" pitchFamily="2" charset="-122"/>
                  <a:ea typeface="华文楷体" panose="02010600040101010101" pitchFamily="2" charset="-122"/>
                </a:rPr>
                <a:t> </a:t>
              </a:r>
              <a:r>
                <a:rPr lang="zh-CN" altLang="en-US" sz="2400">
                  <a:solidFill>
                    <a:srgbClr val="C00000"/>
                  </a:solidFill>
                  <a:latin typeface="华文楷体" panose="02010600040101010101" pitchFamily="2" charset="-122"/>
                  <a:ea typeface="华文楷体" panose="02010600040101010101" pitchFamily="2" charset="-122"/>
                </a:rPr>
                <a:t>灰度变换</a:t>
              </a:r>
            </a:p>
          </p:txBody>
        </p:sp>
        <p:sp>
          <p:nvSpPr>
            <p:cNvPr id="24588" name="TextBox 2">
              <a:extLst>
                <a:ext uri="{FF2B5EF4-FFF2-40B4-BE49-F238E27FC236}">
                  <a16:creationId xmlns:a16="http://schemas.microsoft.com/office/drawing/2014/main" id="{12B8B658-D27A-4EF0-AADB-C7E71E2A552F}"/>
                </a:ext>
              </a:extLst>
            </p:cNvPr>
            <p:cNvSpPr txBox="1">
              <a:spLocks noChangeArrowheads="1"/>
            </p:cNvSpPr>
            <p:nvPr/>
          </p:nvSpPr>
          <p:spPr bwMode="auto">
            <a:xfrm>
              <a:off x="5303721" y="1588143"/>
              <a:ext cx="16001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Char char="•"/>
              </a:pPr>
              <a:r>
                <a:rPr lang="zh-CN" altLang="en-US" sz="2400">
                  <a:latin typeface="华文楷体" panose="02010600040101010101" pitchFamily="2" charset="-122"/>
                  <a:ea typeface="华文楷体" panose="02010600040101010101" pitchFamily="2" charset="-122"/>
                </a:rPr>
                <a:t> </a:t>
              </a:r>
              <a:r>
                <a:rPr lang="zh-CN" altLang="en-US" sz="2400">
                  <a:solidFill>
                    <a:srgbClr val="C00000"/>
                  </a:solidFill>
                  <a:latin typeface="华文楷体" panose="02010600040101010101" pitchFamily="2" charset="-122"/>
                  <a:ea typeface="华文楷体" panose="02010600040101010101" pitchFamily="2" charset="-122"/>
                </a:rPr>
                <a:t>空间滤波</a:t>
              </a:r>
            </a:p>
          </p:txBody>
        </p:sp>
        <p:sp>
          <p:nvSpPr>
            <p:cNvPr id="24589" name="TextBox 2">
              <a:extLst>
                <a:ext uri="{FF2B5EF4-FFF2-40B4-BE49-F238E27FC236}">
                  <a16:creationId xmlns:a16="http://schemas.microsoft.com/office/drawing/2014/main" id="{24E2E6AC-6D86-497C-8816-9EE0B4FFD83F}"/>
                </a:ext>
              </a:extLst>
            </p:cNvPr>
            <p:cNvSpPr txBox="1">
              <a:spLocks noChangeArrowheads="1"/>
            </p:cNvSpPr>
            <p:nvPr/>
          </p:nvSpPr>
          <p:spPr bwMode="auto">
            <a:xfrm>
              <a:off x="5303721" y="2016771"/>
              <a:ext cx="229261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Char char="•"/>
              </a:pPr>
              <a:r>
                <a:rPr lang="zh-CN" altLang="en-US" sz="2400">
                  <a:latin typeface="华文楷体" panose="02010600040101010101" pitchFamily="2" charset="-122"/>
                  <a:ea typeface="华文楷体" panose="02010600040101010101" pitchFamily="2" charset="-122"/>
                </a:rPr>
                <a:t> 直方图修正法</a:t>
              </a:r>
            </a:p>
          </p:txBody>
        </p:sp>
        <p:sp>
          <p:nvSpPr>
            <p:cNvPr id="24590" name="左大括号 1">
              <a:extLst>
                <a:ext uri="{FF2B5EF4-FFF2-40B4-BE49-F238E27FC236}">
                  <a16:creationId xmlns:a16="http://schemas.microsoft.com/office/drawing/2014/main" id="{E1764288-2C25-4BF4-9593-392CF9E3ABE5}"/>
                </a:ext>
              </a:extLst>
            </p:cNvPr>
            <p:cNvSpPr>
              <a:spLocks/>
            </p:cNvSpPr>
            <p:nvPr/>
          </p:nvSpPr>
          <p:spPr bwMode="auto">
            <a:xfrm>
              <a:off x="5076056" y="1342290"/>
              <a:ext cx="283820" cy="1317424"/>
            </a:xfrm>
            <a:custGeom>
              <a:avLst/>
              <a:gdLst>
                <a:gd name="T0" fmla="*/ 426 w 720080"/>
                <a:gd name="T1" fmla="*/ 277848 h 1656184"/>
                <a:gd name="T2" fmla="*/ 213 w 720080"/>
                <a:gd name="T3" fmla="*/ 267781 h 1656184"/>
                <a:gd name="T4" fmla="*/ 213 w 720080"/>
                <a:gd name="T5" fmla="*/ 148990 h 1656184"/>
                <a:gd name="T6" fmla="*/ 77 w 720080"/>
                <a:gd name="T7" fmla="*/ 138924 h 1656184"/>
                <a:gd name="T8" fmla="*/ 213 w 720080"/>
                <a:gd name="T9" fmla="*/ 128858 h 1656184"/>
                <a:gd name="T10" fmla="*/ 213 w 720080"/>
                <a:gd name="T11" fmla="*/ 10067 h 1656184"/>
                <a:gd name="T12" fmla="*/ 426 w 720080"/>
                <a:gd name="T13" fmla="*/ 0 h 165618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20080" h="1656184" stroke="0">
                  <a:moveTo>
                    <a:pt x="720080" y="1656184"/>
                  </a:moveTo>
                  <a:cubicBezTo>
                    <a:pt x="521235" y="1656184"/>
                    <a:pt x="360040" y="1629319"/>
                    <a:pt x="360040" y="1596180"/>
                  </a:cubicBezTo>
                  <a:lnTo>
                    <a:pt x="360040" y="888096"/>
                  </a:lnTo>
                  <a:cubicBezTo>
                    <a:pt x="360040" y="854957"/>
                    <a:pt x="198845" y="828092"/>
                    <a:pt x="0" y="828092"/>
                  </a:cubicBezTo>
                  <a:cubicBezTo>
                    <a:pt x="198845" y="828092"/>
                    <a:pt x="360040" y="801227"/>
                    <a:pt x="360040" y="768088"/>
                  </a:cubicBezTo>
                  <a:lnTo>
                    <a:pt x="360040" y="60004"/>
                  </a:lnTo>
                  <a:cubicBezTo>
                    <a:pt x="360040" y="26865"/>
                    <a:pt x="521235" y="0"/>
                    <a:pt x="720080" y="0"/>
                  </a:cubicBezTo>
                  <a:lnTo>
                    <a:pt x="720080" y="1656184"/>
                  </a:lnTo>
                  <a:close/>
                </a:path>
                <a:path w="720080" h="1656184" fill="none">
                  <a:moveTo>
                    <a:pt x="720080" y="1656184"/>
                  </a:moveTo>
                  <a:cubicBezTo>
                    <a:pt x="521235" y="1656184"/>
                    <a:pt x="360040" y="1629319"/>
                    <a:pt x="360040" y="1596180"/>
                  </a:cubicBezTo>
                  <a:lnTo>
                    <a:pt x="360040" y="888096"/>
                  </a:lnTo>
                  <a:cubicBezTo>
                    <a:pt x="360040" y="854957"/>
                    <a:pt x="329474" y="828092"/>
                    <a:pt x="130629" y="828092"/>
                  </a:cubicBezTo>
                  <a:cubicBezTo>
                    <a:pt x="329474" y="828092"/>
                    <a:pt x="360040" y="801227"/>
                    <a:pt x="360040" y="768088"/>
                  </a:cubicBezTo>
                  <a:lnTo>
                    <a:pt x="360040" y="60004"/>
                  </a:lnTo>
                  <a:cubicBezTo>
                    <a:pt x="360040" y="26865"/>
                    <a:pt x="521235" y="0"/>
                    <a:pt x="720080" y="0"/>
                  </a:cubicBezTo>
                </a:path>
              </a:pathLst>
            </a:custGeom>
            <a:noFill/>
            <a:ln w="19050" cap="flat" cmpd="sng" algn="ctr">
              <a:solidFill>
                <a:schemeClr val="tx1"/>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lIns="91896" tIns="45950" rIns="91896" bIns="45950"/>
            <a:lstStyle/>
            <a:p>
              <a:endParaRPr lang="zh-CN" altLang="en-US"/>
            </a:p>
          </p:txBody>
        </p:sp>
        <p:sp>
          <p:nvSpPr>
            <p:cNvPr id="24591" name="TextBox 2">
              <a:extLst>
                <a:ext uri="{FF2B5EF4-FFF2-40B4-BE49-F238E27FC236}">
                  <a16:creationId xmlns:a16="http://schemas.microsoft.com/office/drawing/2014/main" id="{582CBC8C-EDE6-4B51-8E38-43F74F207470}"/>
                </a:ext>
              </a:extLst>
            </p:cNvPr>
            <p:cNvSpPr txBox="1">
              <a:spLocks noChangeArrowheads="1"/>
            </p:cNvSpPr>
            <p:nvPr/>
          </p:nvSpPr>
          <p:spPr bwMode="auto">
            <a:xfrm>
              <a:off x="5303721" y="2445399"/>
              <a:ext cx="19848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Char char="•"/>
              </a:pPr>
              <a:r>
                <a:rPr lang="zh-CN" altLang="en-US" sz="2400">
                  <a:latin typeface="华文楷体" panose="02010600040101010101" pitchFamily="2" charset="-122"/>
                  <a:ea typeface="华文楷体" panose="02010600040101010101" pitchFamily="2" charset="-122"/>
                </a:rPr>
                <a:t> 局部统计法</a:t>
              </a:r>
            </a:p>
          </p:txBody>
        </p:sp>
        <p:sp>
          <p:nvSpPr>
            <p:cNvPr id="24592" name="TextBox 2">
              <a:extLst>
                <a:ext uri="{FF2B5EF4-FFF2-40B4-BE49-F238E27FC236}">
                  <a16:creationId xmlns:a16="http://schemas.microsoft.com/office/drawing/2014/main" id="{86F6CA3B-0B96-4171-8B9F-5E711460D2D6}"/>
                </a:ext>
              </a:extLst>
            </p:cNvPr>
            <p:cNvSpPr txBox="1">
              <a:spLocks noChangeArrowheads="1"/>
            </p:cNvSpPr>
            <p:nvPr/>
          </p:nvSpPr>
          <p:spPr bwMode="auto">
            <a:xfrm>
              <a:off x="5303721" y="3088341"/>
              <a:ext cx="16770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Char char="•"/>
              </a:pPr>
              <a:r>
                <a:rPr lang="zh-CN" altLang="en-US" sz="2400">
                  <a:latin typeface="华文楷体" panose="02010600040101010101" pitchFamily="2" charset="-122"/>
                  <a:ea typeface="华文楷体" panose="02010600040101010101" pitchFamily="2" charset="-122"/>
                </a:rPr>
                <a:t> 高通滤波</a:t>
              </a:r>
            </a:p>
          </p:txBody>
        </p:sp>
        <p:sp>
          <p:nvSpPr>
            <p:cNvPr id="24593" name="TextBox 2">
              <a:extLst>
                <a:ext uri="{FF2B5EF4-FFF2-40B4-BE49-F238E27FC236}">
                  <a16:creationId xmlns:a16="http://schemas.microsoft.com/office/drawing/2014/main" id="{C8C6C23A-37C9-44DE-9149-E985A91BB2D5}"/>
                </a:ext>
              </a:extLst>
            </p:cNvPr>
            <p:cNvSpPr txBox="1">
              <a:spLocks noChangeArrowheads="1"/>
            </p:cNvSpPr>
            <p:nvPr/>
          </p:nvSpPr>
          <p:spPr bwMode="auto">
            <a:xfrm>
              <a:off x="5303721" y="3494750"/>
              <a:ext cx="16770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Char char="•"/>
              </a:pPr>
              <a:r>
                <a:rPr lang="zh-CN" altLang="en-US" sz="2400">
                  <a:latin typeface="华文楷体" panose="02010600040101010101" pitchFamily="2" charset="-122"/>
                  <a:ea typeface="华文楷体" panose="02010600040101010101" pitchFamily="2" charset="-122"/>
                </a:rPr>
                <a:t> 低通滤波</a:t>
              </a:r>
            </a:p>
          </p:txBody>
        </p:sp>
        <p:sp>
          <p:nvSpPr>
            <p:cNvPr id="24594" name="TextBox 2">
              <a:extLst>
                <a:ext uri="{FF2B5EF4-FFF2-40B4-BE49-F238E27FC236}">
                  <a16:creationId xmlns:a16="http://schemas.microsoft.com/office/drawing/2014/main" id="{A379FB66-EBD5-48D2-B452-BA57633D52AD}"/>
                </a:ext>
              </a:extLst>
            </p:cNvPr>
            <p:cNvSpPr txBox="1">
              <a:spLocks noChangeArrowheads="1"/>
            </p:cNvSpPr>
            <p:nvPr/>
          </p:nvSpPr>
          <p:spPr bwMode="auto">
            <a:xfrm>
              <a:off x="5303721" y="3945597"/>
              <a:ext cx="16770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Char char="•"/>
              </a:pPr>
              <a:r>
                <a:rPr lang="zh-CN" altLang="en-US" sz="2400">
                  <a:latin typeface="华文楷体" panose="02010600040101010101" pitchFamily="2" charset="-122"/>
                  <a:ea typeface="华文楷体" panose="02010600040101010101" pitchFamily="2" charset="-122"/>
                </a:rPr>
                <a:t> 同态滤波</a:t>
              </a:r>
            </a:p>
          </p:txBody>
        </p:sp>
        <p:sp>
          <p:nvSpPr>
            <p:cNvPr id="24595" name="左大括号 1">
              <a:extLst>
                <a:ext uri="{FF2B5EF4-FFF2-40B4-BE49-F238E27FC236}">
                  <a16:creationId xmlns:a16="http://schemas.microsoft.com/office/drawing/2014/main" id="{D49C9153-1813-4478-B7BD-F2FE99EADBC9}"/>
                </a:ext>
              </a:extLst>
            </p:cNvPr>
            <p:cNvSpPr>
              <a:spLocks/>
            </p:cNvSpPr>
            <p:nvPr/>
          </p:nvSpPr>
          <p:spPr bwMode="auto">
            <a:xfrm>
              <a:off x="5076056" y="3192816"/>
              <a:ext cx="270888" cy="1071570"/>
            </a:xfrm>
            <a:custGeom>
              <a:avLst/>
              <a:gdLst>
                <a:gd name="T0" fmla="*/ 293 w 720080"/>
                <a:gd name="T1" fmla="*/ 53232 h 1656184"/>
                <a:gd name="T2" fmla="*/ 147 w 720080"/>
                <a:gd name="T3" fmla="*/ 51303 h 1656184"/>
                <a:gd name="T4" fmla="*/ 147 w 720080"/>
                <a:gd name="T5" fmla="*/ 28544 h 1656184"/>
                <a:gd name="T6" fmla="*/ 53 w 720080"/>
                <a:gd name="T7" fmla="*/ 26615 h 1656184"/>
                <a:gd name="T8" fmla="*/ 147 w 720080"/>
                <a:gd name="T9" fmla="*/ 24687 h 1656184"/>
                <a:gd name="T10" fmla="*/ 147 w 720080"/>
                <a:gd name="T11" fmla="*/ 1929 h 1656184"/>
                <a:gd name="T12" fmla="*/ 293 w 720080"/>
                <a:gd name="T13" fmla="*/ 0 h 165618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20080" h="1656184" stroke="0">
                  <a:moveTo>
                    <a:pt x="720080" y="1656184"/>
                  </a:moveTo>
                  <a:cubicBezTo>
                    <a:pt x="521235" y="1656184"/>
                    <a:pt x="360040" y="1629319"/>
                    <a:pt x="360040" y="1596180"/>
                  </a:cubicBezTo>
                  <a:lnTo>
                    <a:pt x="360040" y="888096"/>
                  </a:lnTo>
                  <a:cubicBezTo>
                    <a:pt x="360040" y="854957"/>
                    <a:pt x="198845" y="828092"/>
                    <a:pt x="0" y="828092"/>
                  </a:cubicBezTo>
                  <a:cubicBezTo>
                    <a:pt x="198845" y="828092"/>
                    <a:pt x="360040" y="801227"/>
                    <a:pt x="360040" y="768088"/>
                  </a:cubicBezTo>
                  <a:lnTo>
                    <a:pt x="360040" y="60004"/>
                  </a:lnTo>
                  <a:cubicBezTo>
                    <a:pt x="360040" y="26865"/>
                    <a:pt x="521235" y="0"/>
                    <a:pt x="720080" y="0"/>
                  </a:cubicBezTo>
                  <a:lnTo>
                    <a:pt x="720080" y="1656184"/>
                  </a:lnTo>
                  <a:close/>
                </a:path>
                <a:path w="720080" h="1656184" fill="none">
                  <a:moveTo>
                    <a:pt x="720080" y="1656184"/>
                  </a:moveTo>
                  <a:cubicBezTo>
                    <a:pt x="521235" y="1656184"/>
                    <a:pt x="360040" y="1629319"/>
                    <a:pt x="360040" y="1596180"/>
                  </a:cubicBezTo>
                  <a:lnTo>
                    <a:pt x="360040" y="888096"/>
                  </a:lnTo>
                  <a:cubicBezTo>
                    <a:pt x="360040" y="854957"/>
                    <a:pt x="329474" y="828092"/>
                    <a:pt x="130629" y="828092"/>
                  </a:cubicBezTo>
                  <a:cubicBezTo>
                    <a:pt x="329474" y="828092"/>
                    <a:pt x="360040" y="801227"/>
                    <a:pt x="360040" y="768088"/>
                  </a:cubicBezTo>
                  <a:lnTo>
                    <a:pt x="360040" y="60004"/>
                  </a:lnTo>
                  <a:cubicBezTo>
                    <a:pt x="360040" y="26865"/>
                    <a:pt x="521235" y="0"/>
                    <a:pt x="720080" y="0"/>
                  </a:cubicBezTo>
                </a:path>
              </a:pathLst>
            </a:custGeom>
            <a:noFill/>
            <a:ln w="19050" cap="flat" cmpd="sng" algn="ctr">
              <a:solidFill>
                <a:schemeClr val="tx1"/>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lIns="91896" tIns="45950" rIns="91896" bIns="45950"/>
            <a:lstStyle/>
            <a:p>
              <a:endParaRPr lang="zh-CN" altLang="en-US"/>
            </a:p>
          </p:txBody>
        </p:sp>
        <p:sp>
          <p:nvSpPr>
            <p:cNvPr id="24596" name="TextBox 2">
              <a:extLst>
                <a:ext uri="{FF2B5EF4-FFF2-40B4-BE49-F238E27FC236}">
                  <a16:creationId xmlns:a16="http://schemas.microsoft.com/office/drawing/2014/main" id="{EDEE0707-17DD-4E7E-A2C3-8F98B5D1B311}"/>
                </a:ext>
              </a:extLst>
            </p:cNvPr>
            <p:cNvSpPr txBox="1">
              <a:spLocks noChangeArrowheads="1"/>
            </p:cNvSpPr>
            <p:nvPr/>
          </p:nvSpPr>
          <p:spPr bwMode="auto">
            <a:xfrm>
              <a:off x="3779912" y="5017167"/>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400" b="1">
                  <a:latin typeface="华文楷体" panose="02010600040101010101" pitchFamily="2" charset="-122"/>
                  <a:ea typeface="华文楷体" panose="02010600040101010101" pitchFamily="2" charset="-122"/>
                </a:rPr>
                <a:t>彩色增强</a:t>
              </a:r>
            </a:p>
          </p:txBody>
        </p:sp>
        <p:sp>
          <p:nvSpPr>
            <p:cNvPr id="24597" name="TextBox 2">
              <a:extLst>
                <a:ext uri="{FF2B5EF4-FFF2-40B4-BE49-F238E27FC236}">
                  <a16:creationId xmlns:a16="http://schemas.microsoft.com/office/drawing/2014/main" id="{3ADD1975-4EA9-4C06-98AF-BFEBB56DD794}"/>
                </a:ext>
              </a:extLst>
            </p:cNvPr>
            <p:cNvSpPr txBox="1">
              <a:spLocks noChangeArrowheads="1"/>
            </p:cNvSpPr>
            <p:nvPr/>
          </p:nvSpPr>
          <p:spPr bwMode="auto">
            <a:xfrm>
              <a:off x="5303721" y="4659977"/>
              <a:ext cx="19848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Char char="•"/>
              </a:pPr>
              <a:r>
                <a:rPr lang="zh-CN" altLang="en-US" sz="2400">
                  <a:latin typeface="华文楷体" panose="02010600040101010101" pitchFamily="2" charset="-122"/>
                  <a:ea typeface="华文楷体" panose="02010600040101010101" pitchFamily="2" charset="-122"/>
                </a:rPr>
                <a:t> 伪彩色增强</a:t>
              </a:r>
            </a:p>
          </p:txBody>
        </p:sp>
        <p:sp>
          <p:nvSpPr>
            <p:cNvPr id="24598" name="TextBox 2">
              <a:extLst>
                <a:ext uri="{FF2B5EF4-FFF2-40B4-BE49-F238E27FC236}">
                  <a16:creationId xmlns:a16="http://schemas.microsoft.com/office/drawing/2014/main" id="{BB99FC20-4CE3-482E-B2E2-762437C04EDA}"/>
                </a:ext>
              </a:extLst>
            </p:cNvPr>
            <p:cNvSpPr txBox="1">
              <a:spLocks noChangeArrowheads="1"/>
            </p:cNvSpPr>
            <p:nvPr/>
          </p:nvSpPr>
          <p:spPr bwMode="auto">
            <a:xfrm>
              <a:off x="5303721" y="5017167"/>
              <a:ext cx="19848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Char char="•"/>
              </a:pPr>
              <a:r>
                <a:rPr lang="zh-CN" altLang="en-US" sz="2400">
                  <a:latin typeface="华文楷体" panose="02010600040101010101" pitchFamily="2" charset="-122"/>
                  <a:ea typeface="华文楷体" panose="02010600040101010101" pitchFamily="2" charset="-122"/>
                </a:rPr>
                <a:t> 假彩色增强</a:t>
              </a:r>
            </a:p>
          </p:txBody>
        </p:sp>
        <p:sp>
          <p:nvSpPr>
            <p:cNvPr id="24599" name="TextBox 2">
              <a:extLst>
                <a:ext uri="{FF2B5EF4-FFF2-40B4-BE49-F238E27FC236}">
                  <a16:creationId xmlns:a16="http://schemas.microsoft.com/office/drawing/2014/main" id="{71D5C14A-3D14-4B56-B0D7-7D7B7D572727}"/>
                </a:ext>
              </a:extLst>
            </p:cNvPr>
            <p:cNvSpPr txBox="1">
              <a:spLocks noChangeArrowheads="1"/>
            </p:cNvSpPr>
            <p:nvPr/>
          </p:nvSpPr>
          <p:spPr bwMode="auto">
            <a:xfrm>
              <a:off x="5303721" y="5445795"/>
              <a:ext cx="229261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Char char="•"/>
              </a:pPr>
              <a:r>
                <a:rPr lang="zh-CN" altLang="en-US" sz="2400">
                  <a:latin typeface="华文楷体" panose="02010600040101010101" pitchFamily="2" charset="-122"/>
                  <a:ea typeface="华文楷体" panose="02010600040101010101" pitchFamily="2" charset="-122"/>
                </a:rPr>
                <a:t> 彩色变换增强</a:t>
              </a:r>
            </a:p>
          </p:txBody>
        </p:sp>
        <p:sp>
          <p:nvSpPr>
            <p:cNvPr id="24600" name="左大括号 1">
              <a:extLst>
                <a:ext uri="{FF2B5EF4-FFF2-40B4-BE49-F238E27FC236}">
                  <a16:creationId xmlns:a16="http://schemas.microsoft.com/office/drawing/2014/main" id="{90687399-42F5-4759-8F7D-3283B8F95AD1}"/>
                </a:ext>
              </a:extLst>
            </p:cNvPr>
            <p:cNvSpPr>
              <a:spLocks/>
            </p:cNvSpPr>
            <p:nvPr/>
          </p:nvSpPr>
          <p:spPr bwMode="auto">
            <a:xfrm>
              <a:off x="5076056" y="4835890"/>
              <a:ext cx="279153" cy="857256"/>
            </a:xfrm>
            <a:custGeom>
              <a:avLst/>
              <a:gdLst>
                <a:gd name="T0" fmla="*/ 373 w 720080"/>
                <a:gd name="T1" fmla="*/ 8931 h 1656184"/>
                <a:gd name="T2" fmla="*/ 186 w 720080"/>
                <a:gd name="T3" fmla="*/ 8607 h 1656184"/>
                <a:gd name="T4" fmla="*/ 186 w 720080"/>
                <a:gd name="T5" fmla="*/ 4789 h 1656184"/>
                <a:gd name="T6" fmla="*/ 67 w 720080"/>
                <a:gd name="T7" fmla="*/ 4465 h 1656184"/>
                <a:gd name="T8" fmla="*/ 186 w 720080"/>
                <a:gd name="T9" fmla="*/ 4142 h 1656184"/>
                <a:gd name="T10" fmla="*/ 186 w 720080"/>
                <a:gd name="T11" fmla="*/ 324 h 1656184"/>
                <a:gd name="T12" fmla="*/ 373 w 720080"/>
                <a:gd name="T13" fmla="*/ 0 h 165618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20080" h="1656184" stroke="0">
                  <a:moveTo>
                    <a:pt x="720080" y="1656184"/>
                  </a:moveTo>
                  <a:cubicBezTo>
                    <a:pt x="521235" y="1656184"/>
                    <a:pt x="360040" y="1629319"/>
                    <a:pt x="360040" y="1596180"/>
                  </a:cubicBezTo>
                  <a:lnTo>
                    <a:pt x="360040" y="888096"/>
                  </a:lnTo>
                  <a:cubicBezTo>
                    <a:pt x="360040" y="854957"/>
                    <a:pt x="198845" y="828092"/>
                    <a:pt x="0" y="828092"/>
                  </a:cubicBezTo>
                  <a:cubicBezTo>
                    <a:pt x="198845" y="828092"/>
                    <a:pt x="360040" y="801227"/>
                    <a:pt x="360040" y="768088"/>
                  </a:cubicBezTo>
                  <a:lnTo>
                    <a:pt x="360040" y="60004"/>
                  </a:lnTo>
                  <a:cubicBezTo>
                    <a:pt x="360040" y="26865"/>
                    <a:pt x="521235" y="0"/>
                    <a:pt x="720080" y="0"/>
                  </a:cubicBezTo>
                  <a:lnTo>
                    <a:pt x="720080" y="1656184"/>
                  </a:lnTo>
                  <a:close/>
                </a:path>
                <a:path w="720080" h="1656184" fill="none">
                  <a:moveTo>
                    <a:pt x="720080" y="1656184"/>
                  </a:moveTo>
                  <a:cubicBezTo>
                    <a:pt x="521235" y="1656184"/>
                    <a:pt x="360040" y="1629319"/>
                    <a:pt x="360040" y="1596180"/>
                  </a:cubicBezTo>
                  <a:lnTo>
                    <a:pt x="360040" y="888096"/>
                  </a:lnTo>
                  <a:cubicBezTo>
                    <a:pt x="360040" y="854957"/>
                    <a:pt x="329474" y="828092"/>
                    <a:pt x="130629" y="828092"/>
                  </a:cubicBezTo>
                  <a:cubicBezTo>
                    <a:pt x="329474" y="828092"/>
                    <a:pt x="360040" y="801227"/>
                    <a:pt x="360040" y="768088"/>
                  </a:cubicBezTo>
                  <a:lnTo>
                    <a:pt x="360040" y="60004"/>
                  </a:lnTo>
                  <a:cubicBezTo>
                    <a:pt x="360040" y="26865"/>
                    <a:pt x="521235" y="0"/>
                    <a:pt x="720080" y="0"/>
                  </a:cubicBezTo>
                </a:path>
              </a:pathLst>
            </a:custGeom>
            <a:noFill/>
            <a:ln w="19050" cap="flat" cmpd="sng" algn="ctr">
              <a:solidFill>
                <a:schemeClr val="tx1"/>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lIns="91896" tIns="45950" rIns="91896" bIns="45950"/>
            <a:lstStyle/>
            <a:p>
              <a:endParaRPr lang="zh-CN" altLang="en-US"/>
            </a:p>
          </p:txBody>
        </p:sp>
        <p:sp>
          <p:nvSpPr>
            <p:cNvPr id="24601" name="TextBox 2">
              <a:extLst>
                <a:ext uri="{FF2B5EF4-FFF2-40B4-BE49-F238E27FC236}">
                  <a16:creationId xmlns:a16="http://schemas.microsoft.com/office/drawing/2014/main" id="{090233CB-E063-4E88-B29A-037B9C0F1DD5}"/>
                </a:ext>
              </a:extLst>
            </p:cNvPr>
            <p:cNvSpPr txBox="1">
              <a:spLocks noChangeArrowheads="1"/>
            </p:cNvSpPr>
            <p:nvPr/>
          </p:nvSpPr>
          <p:spPr bwMode="auto">
            <a:xfrm>
              <a:off x="3876308" y="6088737"/>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400" b="1">
                  <a:latin typeface="华文楷体" panose="02010600040101010101" pitchFamily="2" charset="-122"/>
                  <a:ea typeface="华文楷体" panose="02010600040101010101" pitchFamily="2" charset="-122"/>
                </a:rPr>
                <a:t>代数运算</a:t>
              </a:r>
            </a:p>
          </p:txBody>
        </p:sp>
      </p:grpSp>
      <p:sp>
        <p:nvSpPr>
          <p:cNvPr id="25" name="Rectangle 3">
            <a:extLst>
              <a:ext uri="{FF2B5EF4-FFF2-40B4-BE49-F238E27FC236}">
                <a16:creationId xmlns:a16="http://schemas.microsoft.com/office/drawing/2014/main" id="{6EBF7DD9-C62C-45D1-9DC5-CF7F00C839FE}"/>
              </a:ext>
            </a:extLst>
          </p:cNvPr>
          <p:cNvSpPr txBox="1">
            <a:spLocks noChangeArrowheads="1"/>
          </p:cNvSpPr>
          <p:nvPr/>
        </p:nvSpPr>
        <p:spPr bwMode="auto">
          <a:xfrm>
            <a:off x="469900" y="333375"/>
            <a:ext cx="75311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bIns="0" anchor="b">
            <a:normAutofit/>
          </a:bodyPr>
          <a:lst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Calibri" pitchFamily="34" charset="0"/>
                <a:ea typeface="隶书" pitchFamily="49" charset="-122"/>
              </a:defRPr>
            </a:lvl2pPr>
            <a:lvl3pPr algn="l" rtl="0" eaLnBrk="0" fontAlgn="base" hangingPunct="0">
              <a:spcBef>
                <a:spcPct val="0"/>
              </a:spcBef>
              <a:spcAft>
                <a:spcPct val="0"/>
              </a:spcAft>
              <a:defRPr sz="5000">
                <a:solidFill>
                  <a:schemeClr val="tx2"/>
                </a:solidFill>
                <a:latin typeface="Calibri" pitchFamily="34" charset="0"/>
                <a:ea typeface="隶书" pitchFamily="49" charset="-122"/>
              </a:defRPr>
            </a:lvl3pPr>
            <a:lvl4pPr algn="l" rtl="0" eaLnBrk="0" fontAlgn="base" hangingPunct="0">
              <a:spcBef>
                <a:spcPct val="0"/>
              </a:spcBef>
              <a:spcAft>
                <a:spcPct val="0"/>
              </a:spcAft>
              <a:defRPr sz="5000">
                <a:solidFill>
                  <a:schemeClr val="tx2"/>
                </a:solidFill>
                <a:latin typeface="Calibri" pitchFamily="34" charset="0"/>
                <a:ea typeface="隶书" pitchFamily="49" charset="-122"/>
              </a:defRPr>
            </a:lvl4pPr>
            <a:lvl5pPr algn="l" rtl="0" eaLnBrk="0" fontAlgn="base" hangingPunct="0">
              <a:spcBef>
                <a:spcPct val="0"/>
              </a:spcBef>
              <a:spcAft>
                <a:spcPct val="0"/>
              </a:spcAft>
              <a:defRPr sz="5000">
                <a:solidFill>
                  <a:schemeClr val="tx2"/>
                </a:solidFill>
                <a:latin typeface="Calibri" pitchFamily="34" charset="0"/>
                <a:ea typeface="隶书" pitchFamily="49" charset="-122"/>
              </a:defRPr>
            </a:lvl5pPr>
            <a:lvl6pPr marL="457200" algn="l" rtl="0" fontAlgn="base">
              <a:spcBef>
                <a:spcPct val="0"/>
              </a:spcBef>
              <a:spcAft>
                <a:spcPct val="0"/>
              </a:spcAft>
              <a:defRPr sz="5000">
                <a:solidFill>
                  <a:schemeClr val="tx2"/>
                </a:solidFill>
                <a:latin typeface="Calibri" pitchFamily="34" charset="0"/>
                <a:ea typeface="隶书" pitchFamily="49" charset="-122"/>
              </a:defRPr>
            </a:lvl6pPr>
            <a:lvl7pPr marL="914400" algn="l" rtl="0" fontAlgn="base">
              <a:spcBef>
                <a:spcPct val="0"/>
              </a:spcBef>
              <a:spcAft>
                <a:spcPct val="0"/>
              </a:spcAft>
              <a:defRPr sz="5000">
                <a:solidFill>
                  <a:schemeClr val="tx2"/>
                </a:solidFill>
                <a:latin typeface="Calibri" pitchFamily="34" charset="0"/>
                <a:ea typeface="隶书" pitchFamily="49" charset="-122"/>
              </a:defRPr>
            </a:lvl7pPr>
            <a:lvl8pPr marL="1371600" algn="l" rtl="0" fontAlgn="base">
              <a:spcBef>
                <a:spcPct val="0"/>
              </a:spcBef>
              <a:spcAft>
                <a:spcPct val="0"/>
              </a:spcAft>
              <a:defRPr sz="5000">
                <a:solidFill>
                  <a:schemeClr val="tx2"/>
                </a:solidFill>
                <a:latin typeface="Calibri" pitchFamily="34" charset="0"/>
                <a:ea typeface="隶书" pitchFamily="49" charset="-122"/>
              </a:defRPr>
            </a:lvl8pPr>
            <a:lvl9pPr marL="1828800" algn="l" rtl="0" fontAlgn="base">
              <a:spcBef>
                <a:spcPct val="0"/>
              </a:spcBef>
              <a:spcAft>
                <a:spcPct val="0"/>
              </a:spcAft>
              <a:defRPr sz="5000">
                <a:solidFill>
                  <a:schemeClr val="tx2"/>
                </a:solidFill>
                <a:latin typeface="Calibri" pitchFamily="34" charset="0"/>
                <a:ea typeface="隶书" pitchFamily="49" charset="-122"/>
              </a:defRPr>
            </a:lvl9pPr>
          </a:lstStyle>
          <a:p>
            <a:pPr marL="469900" indent="-469900" eaLnBrk="1" hangingPunct="1">
              <a:lnSpc>
                <a:spcPct val="80000"/>
              </a:lnSpc>
              <a:spcBef>
                <a:spcPct val="20000"/>
              </a:spcBef>
              <a:buClr>
                <a:srgbClr val="0033CC"/>
              </a:buClr>
              <a:buFont typeface="Wingdings" pitchFamily="2" charset="2"/>
              <a:buChar char="Ø"/>
              <a:defRPr/>
            </a:pPr>
            <a:r>
              <a:rPr lang="zh-CN" altLang="en-US" sz="3200" b="1" dirty="0">
                <a:solidFill>
                  <a:srgbClr val="0033CC"/>
                </a:solidFill>
                <a:effectLst>
                  <a:outerShdw blurRad="38100" dist="38100" dir="2700000" algn="tl">
                    <a:srgbClr val="C0C0C0"/>
                  </a:outerShdw>
                </a:effectLst>
                <a:ea typeface="楷体_GB2312" pitchFamily="1" charset="-122"/>
                <a:cs typeface="+mn-cs"/>
              </a:rPr>
              <a:t>数字图像增强基本方法</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a:extLst>
              <a:ext uri="{FF2B5EF4-FFF2-40B4-BE49-F238E27FC236}">
                <a16:creationId xmlns:a16="http://schemas.microsoft.com/office/drawing/2014/main" id="{C62F609F-DFC7-48C5-8B5C-1A7D453AE039}"/>
              </a:ext>
            </a:extLst>
          </p:cNvPr>
          <p:cNvSpPr>
            <a:spLocks noGrp="1" noChangeArrowheads="1"/>
          </p:cNvSpPr>
          <p:nvPr>
            <p:ph idx="4294967295"/>
          </p:nvPr>
        </p:nvSpPr>
        <p:spPr>
          <a:xfrm>
            <a:off x="0" y="1412875"/>
            <a:ext cx="7772400" cy="4968875"/>
          </a:xfrm>
        </p:spPr>
        <p:txBody>
          <a:bodyPr>
            <a:normAutofit fontScale="92500"/>
          </a:bodyPr>
          <a:lstStyle/>
          <a:p>
            <a:pPr marL="274320" indent="-274320" algn="just" eaLnBrk="1" fontAlgn="auto" hangingPunct="1">
              <a:lnSpc>
                <a:spcPct val="140000"/>
              </a:lnSpc>
              <a:spcAft>
                <a:spcPts val="0"/>
              </a:spcAft>
              <a:buClr>
                <a:schemeClr val="accent3"/>
              </a:buClr>
              <a:buFont typeface="Wingdings" pitchFamily="2" charset="2"/>
              <a:buNone/>
              <a:defRPr/>
            </a:pPr>
            <a:r>
              <a:rPr lang="zh-CN" altLang="en-US" b="1" dirty="0">
                <a:solidFill>
                  <a:srgbClr val="000000"/>
                </a:solidFill>
                <a:latin typeface="楷体_GB2312" pitchFamily="1" charset="-122"/>
                <a:ea typeface="楷体_GB2312" pitchFamily="1" charset="-122"/>
              </a:rPr>
              <a:t>空间域增强是指增强构成图像的像素，可由下式定义：</a:t>
            </a:r>
          </a:p>
          <a:p>
            <a:pPr marL="274320" indent="-274320" algn="just" eaLnBrk="1" fontAlgn="auto" hangingPunct="1">
              <a:lnSpc>
                <a:spcPct val="140000"/>
              </a:lnSpc>
              <a:spcAft>
                <a:spcPts val="0"/>
              </a:spcAft>
              <a:buClr>
                <a:schemeClr val="accent3"/>
              </a:buClr>
              <a:buFont typeface="Wingdings" pitchFamily="2" charset="2"/>
              <a:buNone/>
              <a:defRPr/>
            </a:pPr>
            <a:r>
              <a:rPr lang="zh-CN" altLang="en-US" b="1" dirty="0">
                <a:solidFill>
                  <a:srgbClr val="000000"/>
                </a:solidFill>
                <a:latin typeface="楷体_GB2312" pitchFamily="1" charset="-122"/>
                <a:ea typeface="楷体_GB2312" pitchFamily="1" charset="-122"/>
              </a:rPr>
              <a:t>      </a:t>
            </a:r>
            <a:r>
              <a:rPr lang="zh-CN" altLang="en-US" b="1" dirty="0">
                <a:solidFill>
                  <a:srgbClr val="FF0000"/>
                </a:solidFill>
                <a:latin typeface="楷体_GB2312" pitchFamily="1" charset="-122"/>
                <a:ea typeface="楷体_GB2312" pitchFamily="1" charset="-122"/>
              </a:rPr>
              <a:t>        </a:t>
            </a:r>
            <a:r>
              <a:rPr lang="en-US" altLang="zh-CN" b="1" i="1" dirty="0">
                <a:solidFill>
                  <a:srgbClr val="FF0000"/>
                </a:solidFill>
                <a:latin typeface="Times New Roman" pitchFamily="18" charset="0"/>
                <a:ea typeface="楷体_GB2312" pitchFamily="1" charset="-122"/>
              </a:rPr>
              <a:t>g</a:t>
            </a:r>
            <a:r>
              <a:rPr lang="en-US" altLang="zh-CN" b="1" dirty="0">
                <a:solidFill>
                  <a:srgbClr val="FF0000"/>
                </a:solidFill>
                <a:latin typeface="楷体_GB2312" pitchFamily="1" charset="-122"/>
                <a:ea typeface="楷体_GB2312" pitchFamily="1" charset="-122"/>
              </a:rPr>
              <a:t>(</a:t>
            </a:r>
            <a:r>
              <a:rPr lang="en-US" altLang="zh-CN" b="1" i="1" dirty="0" err="1">
                <a:solidFill>
                  <a:srgbClr val="FF0000"/>
                </a:solidFill>
                <a:latin typeface="Times New Roman" pitchFamily="18" charset="0"/>
                <a:ea typeface="楷体_GB2312" pitchFamily="1" charset="-122"/>
              </a:rPr>
              <a:t>x</a:t>
            </a:r>
            <a:r>
              <a:rPr lang="en-US" altLang="zh-CN" b="1" dirty="0" err="1">
                <a:solidFill>
                  <a:srgbClr val="FF0000"/>
                </a:solidFill>
                <a:latin typeface="楷体_GB2312" pitchFamily="1" charset="-122"/>
                <a:ea typeface="楷体_GB2312" pitchFamily="1" charset="-122"/>
              </a:rPr>
              <a:t>,</a:t>
            </a:r>
            <a:r>
              <a:rPr lang="en-US" altLang="zh-CN" b="1" i="1" dirty="0" err="1">
                <a:solidFill>
                  <a:srgbClr val="FF0000"/>
                </a:solidFill>
                <a:latin typeface="Times New Roman" pitchFamily="18" charset="0"/>
                <a:ea typeface="楷体_GB2312" pitchFamily="1" charset="-122"/>
              </a:rPr>
              <a:t>y</a:t>
            </a:r>
            <a:r>
              <a:rPr lang="en-US" altLang="zh-CN" b="1" dirty="0">
                <a:solidFill>
                  <a:srgbClr val="FF0000"/>
                </a:solidFill>
                <a:latin typeface="楷体_GB2312" pitchFamily="1" charset="-122"/>
                <a:ea typeface="楷体_GB2312" pitchFamily="1" charset="-122"/>
              </a:rPr>
              <a:t>)=</a:t>
            </a:r>
            <a:r>
              <a:rPr lang="en-US" altLang="zh-CN" b="1" i="1" dirty="0">
                <a:solidFill>
                  <a:srgbClr val="FF0000"/>
                </a:solidFill>
                <a:latin typeface="Times New Roman" pitchFamily="18" charset="0"/>
                <a:ea typeface="楷体_GB2312" pitchFamily="1" charset="-122"/>
              </a:rPr>
              <a:t>T</a:t>
            </a:r>
            <a:r>
              <a:rPr lang="en-US" altLang="zh-CN" b="1" dirty="0">
                <a:solidFill>
                  <a:srgbClr val="FF0000"/>
                </a:solidFill>
                <a:latin typeface="楷体_GB2312" pitchFamily="1" charset="-122"/>
                <a:ea typeface="楷体_GB2312" pitchFamily="1" charset="-122"/>
              </a:rPr>
              <a:t>[</a:t>
            </a:r>
            <a:r>
              <a:rPr lang="en-US" altLang="zh-CN" b="1" i="1" dirty="0">
                <a:solidFill>
                  <a:srgbClr val="FF0000"/>
                </a:solidFill>
                <a:latin typeface="Times New Roman" pitchFamily="18" charset="0"/>
                <a:ea typeface="楷体_GB2312" pitchFamily="1" charset="-122"/>
              </a:rPr>
              <a:t>f</a:t>
            </a:r>
            <a:r>
              <a:rPr lang="en-US" altLang="zh-CN" b="1" dirty="0">
                <a:solidFill>
                  <a:srgbClr val="FF0000"/>
                </a:solidFill>
                <a:latin typeface="楷体_GB2312" pitchFamily="1" charset="-122"/>
                <a:ea typeface="楷体_GB2312" pitchFamily="1" charset="-122"/>
              </a:rPr>
              <a:t>(</a:t>
            </a:r>
            <a:r>
              <a:rPr lang="en-US" altLang="zh-CN" b="1" i="1" dirty="0" err="1">
                <a:solidFill>
                  <a:srgbClr val="FF0000"/>
                </a:solidFill>
                <a:latin typeface="Times New Roman" pitchFamily="18" charset="0"/>
                <a:ea typeface="楷体_GB2312" pitchFamily="1" charset="-122"/>
              </a:rPr>
              <a:t>x</a:t>
            </a:r>
            <a:r>
              <a:rPr lang="en-US" altLang="zh-CN" b="1" dirty="0" err="1">
                <a:solidFill>
                  <a:srgbClr val="FF0000"/>
                </a:solidFill>
                <a:latin typeface="楷体_GB2312" pitchFamily="1" charset="-122"/>
                <a:ea typeface="楷体_GB2312" pitchFamily="1" charset="-122"/>
              </a:rPr>
              <a:t>,</a:t>
            </a:r>
            <a:r>
              <a:rPr lang="en-US" altLang="zh-CN" b="1" i="1" dirty="0" err="1">
                <a:solidFill>
                  <a:srgbClr val="FF0000"/>
                </a:solidFill>
                <a:latin typeface="Times New Roman" pitchFamily="18" charset="0"/>
                <a:ea typeface="楷体_GB2312" pitchFamily="1" charset="-122"/>
              </a:rPr>
              <a:t>y</a:t>
            </a:r>
            <a:r>
              <a:rPr lang="en-US" altLang="zh-CN" b="1" dirty="0">
                <a:solidFill>
                  <a:srgbClr val="FF0000"/>
                </a:solidFill>
                <a:latin typeface="楷体_GB2312" pitchFamily="1" charset="-122"/>
                <a:ea typeface="楷体_GB2312" pitchFamily="1" charset="-122"/>
              </a:rPr>
              <a:t>)] (3.1-1)</a:t>
            </a:r>
          </a:p>
          <a:p>
            <a:pPr marL="274320" indent="-274320" algn="just" eaLnBrk="1" fontAlgn="auto" hangingPunct="1">
              <a:lnSpc>
                <a:spcPct val="140000"/>
              </a:lnSpc>
              <a:spcAft>
                <a:spcPts val="0"/>
              </a:spcAft>
              <a:buClr>
                <a:schemeClr val="accent3"/>
              </a:buClr>
              <a:buFont typeface="Wingdings" pitchFamily="2" charset="2"/>
              <a:buNone/>
              <a:defRPr/>
            </a:pPr>
            <a:endParaRPr lang="en-US" altLang="zh-CN" b="1" dirty="0">
              <a:solidFill>
                <a:srgbClr val="FF0000"/>
              </a:solidFill>
              <a:latin typeface="楷体_GB2312" pitchFamily="1" charset="-122"/>
              <a:ea typeface="楷体_GB2312" pitchFamily="1" charset="-122"/>
            </a:endParaRPr>
          </a:p>
          <a:p>
            <a:pPr marL="274320" indent="-274320" algn="just" eaLnBrk="1" fontAlgn="auto" hangingPunct="1">
              <a:lnSpc>
                <a:spcPct val="140000"/>
              </a:lnSpc>
              <a:spcAft>
                <a:spcPts val="0"/>
              </a:spcAft>
              <a:buClr>
                <a:schemeClr val="accent3"/>
              </a:buClr>
              <a:buFont typeface="Wingdings" pitchFamily="2" charset="2"/>
              <a:buNone/>
              <a:defRPr/>
            </a:pPr>
            <a:endParaRPr lang="en-US" altLang="zh-CN" b="1" dirty="0">
              <a:solidFill>
                <a:srgbClr val="000000"/>
              </a:solidFill>
              <a:latin typeface="楷体_GB2312" pitchFamily="1" charset="-122"/>
              <a:ea typeface="楷体_GB2312" pitchFamily="1" charset="-122"/>
            </a:endParaRPr>
          </a:p>
          <a:p>
            <a:pPr marL="274320" indent="-274320" algn="just" eaLnBrk="1" fontAlgn="auto" hangingPunct="1">
              <a:lnSpc>
                <a:spcPct val="140000"/>
              </a:lnSpc>
              <a:spcAft>
                <a:spcPts val="0"/>
              </a:spcAft>
              <a:buClr>
                <a:schemeClr val="accent3"/>
              </a:buClr>
              <a:buFont typeface="Wingdings" pitchFamily="2" charset="2"/>
              <a:buNone/>
              <a:defRPr/>
            </a:pPr>
            <a:r>
              <a:rPr lang="zh-CN" altLang="en-US" b="1" dirty="0">
                <a:solidFill>
                  <a:srgbClr val="000000"/>
                </a:solidFill>
                <a:latin typeface="楷体_GB2312" pitchFamily="1" charset="-122"/>
                <a:ea typeface="楷体_GB2312" pitchFamily="1" charset="-122"/>
              </a:rPr>
              <a:t>其中</a:t>
            </a:r>
          </a:p>
          <a:p>
            <a:pPr marL="274320" indent="-274320" algn="just" eaLnBrk="1" fontAlgn="auto" hangingPunct="1">
              <a:lnSpc>
                <a:spcPct val="140000"/>
              </a:lnSpc>
              <a:spcAft>
                <a:spcPts val="0"/>
              </a:spcAft>
              <a:buClr>
                <a:schemeClr val="accent3"/>
              </a:buClr>
              <a:buFont typeface="Wingdings" pitchFamily="2" charset="2"/>
              <a:buNone/>
              <a:defRPr/>
            </a:pPr>
            <a:r>
              <a:rPr lang="zh-CN" altLang="en-US" b="1" dirty="0">
                <a:solidFill>
                  <a:srgbClr val="000000"/>
                </a:solidFill>
                <a:latin typeface="楷体_GB2312" pitchFamily="1" charset="-122"/>
                <a:ea typeface="楷体_GB2312" pitchFamily="1" charset="-122"/>
              </a:rPr>
              <a:t>   </a:t>
            </a:r>
            <a:r>
              <a:rPr lang="en-US" altLang="zh-CN" b="1" dirty="0">
                <a:solidFill>
                  <a:srgbClr val="000000"/>
                </a:solidFill>
                <a:latin typeface="楷体_GB2312" pitchFamily="1" charset="-122"/>
                <a:ea typeface="楷体_GB2312" pitchFamily="1" charset="-122"/>
              </a:rPr>
              <a:t>f(</a:t>
            </a:r>
            <a:r>
              <a:rPr lang="en-US" altLang="zh-CN" b="1" dirty="0" err="1">
                <a:solidFill>
                  <a:srgbClr val="000000"/>
                </a:solidFill>
                <a:latin typeface="楷体_GB2312" pitchFamily="1" charset="-122"/>
                <a:ea typeface="楷体_GB2312" pitchFamily="1" charset="-122"/>
              </a:rPr>
              <a:t>x,y</a:t>
            </a:r>
            <a:r>
              <a:rPr lang="en-US" altLang="zh-CN" b="1" dirty="0">
                <a:solidFill>
                  <a:srgbClr val="000000"/>
                </a:solidFill>
                <a:latin typeface="楷体_GB2312" pitchFamily="1" charset="-122"/>
                <a:ea typeface="楷体_GB2312" pitchFamily="1" charset="-122"/>
              </a:rPr>
              <a:t>)</a:t>
            </a:r>
            <a:r>
              <a:rPr lang="zh-CN" altLang="en-US" b="1" dirty="0">
                <a:solidFill>
                  <a:srgbClr val="000000"/>
                </a:solidFill>
                <a:latin typeface="楷体_GB2312" pitchFamily="1" charset="-122"/>
                <a:ea typeface="楷体_GB2312" pitchFamily="1" charset="-122"/>
              </a:rPr>
              <a:t>是输入图像</a:t>
            </a:r>
          </a:p>
          <a:p>
            <a:pPr marL="274320" indent="-274320" algn="just" eaLnBrk="1" fontAlgn="auto" hangingPunct="1">
              <a:lnSpc>
                <a:spcPct val="140000"/>
              </a:lnSpc>
              <a:spcAft>
                <a:spcPts val="0"/>
              </a:spcAft>
              <a:buClr>
                <a:schemeClr val="accent3"/>
              </a:buClr>
              <a:buFont typeface="Wingdings" pitchFamily="2" charset="2"/>
              <a:buNone/>
              <a:defRPr/>
            </a:pPr>
            <a:r>
              <a:rPr lang="zh-CN" altLang="en-US" b="1" dirty="0">
                <a:solidFill>
                  <a:srgbClr val="000000"/>
                </a:solidFill>
                <a:latin typeface="楷体_GB2312" pitchFamily="1" charset="-122"/>
                <a:ea typeface="楷体_GB2312" pitchFamily="1" charset="-122"/>
              </a:rPr>
              <a:t>   </a:t>
            </a:r>
            <a:r>
              <a:rPr lang="en-US" altLang="zh-CN" b="1" dirty="0">
                <a:solidFill>
                  <a:srgbClr val="000000"/>
                </a:solidFill>
                <a:latin typeface="楷体_GB2312" pitchFamily="1" charset="-122"/>
                <a:ea typeface="楷体_GB2312" pitchFamily="1" charset="-122"/>
              </a:rPr>
              <a:t>g(</a:t>
            </a:r>
            <a:r>
              <a:rPr lang="en-US" altLang="zh-CN" b="1" dirty="0" err="1">
                <a:solidFill>
                  <a:srgbClr val="000000"/>
                </a:solidFill>
                <a:latin typeface="楷体_GB2312" pitchFamily="1" charset="-122"/>
                <a:ea typeface="楷体_GB2312" pitchFamily="1" charset="-122"/>
              </a:rPr>
              <a:t>x,y</a:t>
            </a:r>
            <a:r>
              <a:rPr lang="en-US" altLang="zh-CN" b="1" dirty="0">
                <a:solidFill>
                  <a:srgbClr val="000000"/>
                </a:solidFill>
                <a:latin typeface="楷体_GB2312" pitchFamily="1" charset="-122"/>
                <a:ea typeface="楷体_GB2312" pitchFamily="1" charset="-122"/>
              </a:rPr>
              <a:t>)</a:t>
            </a:r>
            <a:r>
              <a:rPr lang="zh-CN" altLang="en-US" b="1" dirty="0">
                <a:solidFill>
                  <a:srgbClr val="000000"/>
                </a:solidFill>
                <a:latin typeface="楷体_GB2312" pitchFamily="1" charset="-122"/>
                <a:ea typeface="楷体_GB2312" pitchFamily="1" charset="-122"/>
              </a:rPr>
              <a:t>是输出图像</a:t>
            </a:r>
          </a:p>
          <a:p>
            <a:pPr marL="274320" indent="-274320" algn="just" eaLnBrk="1" fontAlgn="auto" hangingPunct="1">
              <a:lnSpc>
                <a:spcPct val="140000"/>
              </a:lnSpc>
              <a:spcAft>
                <a:spcPts val="0"/>
              </a:spcAft>
              <a:buClr>
                <a:schemeClr val="accent3"/>
              </a:buClr>
              <a:buFont typeface="Wingdings" pitchFamily="2" charset="2"/>
              <a:buNone/>
              <a:defRPr/>
            </a:pPr>
            <a:r>
              <a:rPr lang="zh-CN" altLang="en-US" b="1" dirty="0">
                <a:solidFill>
                  <a:srgbClr val="000000"/>
                </a:solidFill>
                <a:latin typeface="楷体_GB2312" pitchFamily="1" charset="-122"/>
                <a:ea typeface="楷体_GB2312" pitchFamily="1" charset="-122"/>
              </a:rPr>
              <a:t>   </a:t>
            </a:r>
            <a:r>
              <a:rPr lang="en-US" altLang="zh-CN" b="1" dirty="0">
                <a:solidFill>
                  <a:srgbClr val="000000"/>
                </a:solidFill>
                <a:latin typeface="楷体_GB2312" pitchFamily="1" charset="-122"/>
                <a:ea typeface="楷体_GB2312" pitchFamily="1" charset="-122"/>
              </a:rPr>
              <a:t>T</a:t>
            </a:r>
            <a:r>
              <a:rPr lang="zh-CN" altLang="en-US" b="1" dirty="0">
                <a:solidFill>
                  <a:srgbClr val="000000"/>
                </a:solidFill>
                <a:latin typeface="楷体_GB2312" pitchFamily="1" charset="-122"/>
                <a:ea typeface="楷体_GB2312" pitchFamily="1" charset="-122"/>
              </a:rPr>
              <a:t>是在点的（</a:t>
            </a:r>
            <a:r>
              <a:rPr lang="en-US" altLang="zh-CN" b="1" dirty="0" err="1">
                <a:solidFill>
                  <a:srgbClr val="000000"/>
                </a:solidFill>
                <a:latin typeface="楷体_GB2312" pitchFamily="1" charset="-122"/>
                <a:ea typeface="楷体_GB2312" pitchFamily="1" charset="-122"/>
              </a:rPr>
              <a:t>x,y</a:t>
            </a:r>
            <a:r>
              <a:rPr lang="zh-CN" altLang="en-US" b="1" dirty="0">
                <a:solidFill>
                  <a:srgbClr val="000000"/>
                </a:solidFill>
                <a:latin typeface="楷体_GB2312" pitchFamily="1" charset="-122"/>
                <a:ea typeface="楷体_GB2312" pitchFamily="1" charset="-122"/>
              </a:rPr>
              <a:t>）的邻域上定义的关于</a:t>
            </a:r>
            <a:r>
              <a:rPr lang="en-US" altLang="zh-CN" b="1" dirty="0">
                <a:solidFill>
                  <a:srgbClr val="000000"/>
                </a:solidFill>
                <a:latin typeface="楷体_GB2312" pitchFamily="1" charset="-122"/>
                <a:ea typeface="楷体_GB2312" pitchFamily="1" charset="-122"/>
              </a:rPr>
              <a:t>f</a:t>
            </a:r>
            <a:r>
              <a:rPr lang="zh-CN" altLang="en-US" b="1" dirty="0">
                <a:solidFill>
                  <a:srgbClr val="000000"/>
                </a:solidFill>
                <a:latin typeface="楷体_GB2312" pitchFamily="1" charset="-122"/>
                <a:ea typeface="楷体_GB2312" pitchFamily="1" charset="-122"/>
              </a:rPr>
              <a:t>的一种算子</a:t>
            </a:r>
            <a:endParaRPr lang="en-US" altLang="zh-CN" b="1" dirty="0">
              <a:solidFill>
                <a:srgbClr val="000000"/>
              </a:solidFill>
              <a:latin typeface="楷体_GB2312" pitchFamily="1" charset="-122"/>
              <a:ea typeface="楷体_GB2312" pitchFamily="1" charset="-122"/>
            </a:endParaRPr>
          </a:p>
        </p:txBody>
      </p:sp>
      <p:pic>
        <p:nvPicPr>
          <p:cNvPr id="25603" name="Picture 7">
            <a:extLst>
              <a:ext uri="{FF2B5EF4-FFF2-40B4-BE49-F238E27FC236}">
                <a16:creationId xmlns:a16="http://schemas.microsoft.com/office/drawing/2014/main" id="{37A65384-DFC8-4DC2-B40B-5EB74EE3CE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0063" y="2708275"/>
            <a:ext cx="3155950" cy="277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1" name="Text Box 8">
            <a:extLst>
              <a:ext uri="{FF2B5EF4-FFF2-40B4-BE49-F238E27FC236}">
                <a16:creationId xmlns:a16="http://schemas.microsoft.com/office/drawing/2014/main" id="{44024B8C-C29C-4E16-AAE5-7C6D25CA8A6B}"/>
              </a:ext>
            </a:extLst>
          </p:cNvPr>
          <p:cNvSpPr txBox="1">
            <a:spLocks noChangeArrowheads="1"/>
          </p:cNvSpPr>
          <p:nvPr/>
        </p:nvSpPr>
        <p:spPr bwMode="auto">
          <a:xfrm>
            <a:off x="755650" y="2693988"/>
            <a:ext cx="4824413" cy="1592262"/>
          </a:xfrm>
          <a:prstGeom prst="rect">
            <a:avLst/>
          </a:prstGeom>
          <a:solidFill>
            <a:srgbClr val="0033CC"/>
          </a:solidFill>
          <a:ln w="38100" cmpd="dbl">
            <a:solidFill>
              <a:srgbClr val="9900FF"/>
            </a:solidFill>
            <a:miter lim="800000"/>
            <a:headEnd/>
            <a:tailEnd/>
          </a:ln>
          <a:effectLst/>
          <a:extLst/>
        </p:spPr>
        <p:txBody>
          <a:bodyPr>
            <a:spAutoFit/>
          </a:bodyPr>
          <a:lstStyle>
            <a:lvl1pPr eaLnBrk="0" hangingPunct="0">
              <a:defRPr sz="3200">
                <a:solidFill>
                  <a:schemeClr val="tx1"/>
                </a:solidFill>
                <a:latin typeface="Verdana" pitchFamily="34" charset="0"/>
                <a:ea typeface="楷体_GB2312" pitchFamily="1" charset="-122"/>
              </a:defRPr>
            </a:lvl1pPr>
            <a:lvl2pPr marL="742950" indent="-285750" eaLnBrk="0" hangingPunct="0">
              <a:defRPr sz="3200">
                <a:solidFill>
                  <a:schemeClr val="tx1"/>
                </a:solidFill>
                <a:latin typeface="Verdana" pitchFamily="34" charset="0"/>
                <a:ea typeface="楷体_GB2312" pitchFamily="1" charset="-122"/>
              </a:defRPr>
            </a:lvl2pPr>
            <a:lvl3pPr marL="1143000" indent="-228600" eaLnBrk="0" hangingPunct="0">
              <a:defRPr sz="3200">
                <a:solidFill>
                  <a:schemeClr val="tx1"/>
                </a:solidFill>
                <a:latin typeface="Verdana" pitchFamily="34" charset="0"/>
                <a:ea typeface="楷体_GB2312" pitchFamily="1" charset="-122"/>
              </a:defRPr>
            </a:lvl3pPr>
            <a:lvl4pPr marL="1600200" indent="-228600" eaLnBrk="0" hangingPunct="0">
              <a:defRPr sz="3200">
                <a:solidFill>
                  <a:schemeClr val="tx1"/>
                </a:solidFill>
                <a:latin typeface="Verdana" pitchFamily="34" charset="0"/>
                <a:ea typeface="楷体_GB2312" pitchFamily="1" charset="-122"/>
              </a:defRPr>
            </a:lvl4pPr>
            <a:lvl5pPr marL="2057400" indent="-228600" eaLnBrk="0" hangingPunct="0">
              <a:defRPr sz="3200">
                <a:solidFill>
                  <a:schemeClr val="tx1"/>
                </a:solidFill>
                <a:latin typeface="Verdana" pitchFamily="34" charset="0"/>
                <a:ea typeface="楷体_GB2312" pitchFamily="1" charset="-122"/>
              </a:defRPr>
            </a:lvl5pPr>
            <a:lvl6pPr marL="25146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6pPr>
            <a:lvl7pPr marL="29718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7pPr>
            <a:lvl8pPr marL="34290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8pPr>
            <a:lvl9pPr marL="38862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9pPr>
          </a:lstStyle>
          <a:p>
            <a:pPr eaLnBrk="1" hangingPunct="1">
              <a:spcBef>
                <a:spcPct val="50000"/>
              </a:spcBef>
              <a:buFont typeface="Arial" panose="020B0604020202020204" pitchFamily="34" charset="0"/>
              <a:buNone/>
              <a:defRPr/>
            </a:pPr>
            <a:r>
              <a:rPr lang="zh-CN" altLang="en-US" b="1" dirty="0">
                <a:solidFill>
                  <a:srgbClr val="FFFF00"/>
                </a:solidFill>
              </a:rPr>
              <a:t>邻域和预定义的操作一起称为</a:t>
            </a:r>
            <a:r>
              <a:rPr lang="zh-CN" altLang="en-US" b="1" i="1" u="sng" dirty="0">
                <a:solidFill>
                  <a:srgbClr val="FFFF00"/>
                </a:solidFill>
                <a:effectLst>
                  <a:outerShdw blurRad="38100" dist="38100" dir="2700000" algn="tl">
                    <a:srgbClr val="000000"/>
                  </a:outerShdw>
                </a:effectLst>
              </a:rPr>
              <a:t>空间滤波器</a:t>
            </a:r>
            <a:r>
              <a:rPr lang="zh-CN" altLang="en-US" b="1" dirty="0">
                <a:solidFill>
                  <a:srgbClr val="FFFF00"/>
                </a:solidFill>
              </a:rPr>
              <a:t>（掩模、核、模板）</a:t>
            </a:r>
          </a:p>
        </p:txBody>
      </p:sp>
      <p:sp>
        <p:nvSpPr>
          <p:cNvPr id="6" name="矩形 5">
            <a:extLst>
              <a:ext uri="{FF2B5EF4-FFF2-40B4-BE49-F238E27FC236}">
                <a16:creationId xmlns:a16="http://schemas.microsoft.com/office/drawing/2014/main" id="{EC219B9A-9C1E-4178-928B-20194FE58013}"/>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dirty="0"/>
          </a:p>
        </p:txBody>
      </p:sp>
      <p:sp>
        <p:nvSpPr>
          <p:cNvPr id="25606" name="TextBox 23">
            <a:extLst>
              <a:ext uri="{FF2B5EF4-FFF2-40B4-BE49-F238E27FC236}">
                <a16:creationId xmlns:a16="http://schemas.microsoft.com/office/drawing/2014/main" id="{411053CF-0D03-4441-ABDC-380F80409FCB}"/>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zh-CN" altLang="en-US" b="1">
                <a:solidFill>
                  <a:schemeClr val="bg1"/>
                </a:solidFill>
                <a:latin typeface="微软雅黑" panose="020B0503020204020204" pitchFamily="34" charset="-122"/>
                <a:ea typeface="微软雅黑" panose="020B0503020204020204" pitchFamily="34" charset="-122"/>
              </a:rPr>
              <a:t>背景知识</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341"/>
                                        </p:tgtEl>
                                        <p:attrNameLst>
                                          <p:attrName>style.visibility</p:attrName>
                                        </p:attrNameLst>
                                      </p:cBhvr>
                                      <p:to>
                                        <p:strVal val="visible"/>
                                      </p:to>
                                    </p:set>
                                    <p:animEffect transition="in" filter="dissolve">
                                      <p:cBhvr>
                                        <p:cTn id="7" dur="500"/>
                                        <p:tgtEl>
                                          <p:spTgt spid="143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1" grpId="0" animBg="1"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a:extLst>
              <a:ext uri="{FF2B5EF4-FFF2-40B4-BE49-F238E27FC236}">
                <a16:creationId xmlns:a16="http://schemas.microsoft.com/office/drawing/2014/main" id="{F3957895-DA9D-4053-9F42-23D647B04064}"/>
              </a:ext>
            </a:extLst>
          </p:cNvPr>
          <p:cNvSpPr>
            <a:spLocks noGrp="1" noChangeArrowheads="1"/>
          </p:cNvSpPr>
          <p:nvPr>
            <p:ph idx="4294967295"/>
          </p:nvPr>
        </p:nvSpPr>
        <p:spPr>
          <a:xfrm>
            <a:off x="200025" y="1576388"/>
            <a:ext cx="8640763" cy="1341437"/>
          </a:xfrm>
          <a:solidFill>
            <a:srgbClr val="FFFFCC"/>
          </a:solidFill>
        </p:spPr>
        <p:txBody>
          <a:bodyPr>
            <a:normAutofit/>
          </a:bodyPr>
          <a:lstStyle/>
          <a:p>
            <a:pPr marL="274320" indent="-274320" algn="just" eaLnBrk="1" fontAlgn="auto" hangingPunct="1">
              <a:lnSpc>
                <a:spcPct val="90000"/>
              </a:lnSpc>
              <a:spcAft>
                <a:spcPts val="0"/>
              </a:spcAft>
              <a:buClr>
                <a:schemeClr val="accent3"/>
              </a:buClr>
              <a:buFont typeface="Wingdings" pitchFamily="2" charset="2"/>
              <a:buNone/>
              <a:defRPr/>
            </a:pPr>
            <a:r>
              <a:rPr lang="zh-CN" altLang="en-US" sz="2400" b="1" dirty="0">
                <a:latin typeface="楷体_GB2312" pitchFamily="1" charset="-122"/>
                <a:ea typeface="楷体_GB2312" pitchFamily="1" charset="-122"/>
              </a:rPr>
              <a:t>①邻域：中心在</a:t>
            </a:r>
            <a:r>
              <a:rPr lang="en-US" sz="2400" b="1" dirty="0">
                <a:latin typeface="楷体_GB2312" pitchFamily="1" charset="-122"/>
                <a:ea typeface="楷体_GB2312" pitchFamily="1" charset="-122"/>
              </a:rPr>
              <a:t>(</a:t>
            </a:r>
            <a:r>
              <a:rPr lang="en-US" sz="2400" b="1" dirty="0" err="1">
                <a:latin typeface="楷体_GB2312" pitchFamily="1" charset="-122"/>
                <a:ea typeface="楷体_GB2312" pitchFamily="1" charset="-122"/>
              </a:rPr>
              <a:t>x,y</a:t>
            </a:r>
            <a:r>
              <a:rPr lang="en-US" sz="2400" b="1" dirty="0">
                <a:latin typeface="楷体_GB2312" pitchFamily="1" charset="-122"/>
                <a:ea typeface="楷体_GB2312" pitchFamily="1" charset="-122"/>
              </a:rPr>
              <a:t>)</a:t>
            </a:r>
            <a:r>
              <a:rPr lang="zh-CN" altLang="en-US" sz="2400" b="1" dirty="0">
                <a:latin typeface="楷体_GB2312" pitchFamily="1" charset="-122"/>
                <a:ea typeface="楷体_GB2312" pitchFamily="1" charset="-122"/>
              </a:rPr>
              <a:t>点的正方形或矩形</a:t>
            </a:r>
            <a:r>
              <a:rPr lang="zh-CN" altLang="en-US" sz="2400" b="1" i="1" dirty="0">
                <a:solidFill>
                  <a:srgbClr val="0033CC"/>
                </a:solidFill>
                <a:effectLst>
                  <a:outerShdw blurRad="38100" dist="38100" dir="2700000" algn="tl">
                    <a:srgbClr val="000000"/>
                  </a:outerShdw>
                </a:effectLst>
                <a:latin typeface="楷体_GB2312" pitchFamily="1" charset="-122"/>
                <a:ea typeface="楷体_GB2312" pitchFamily="1" charset="-122"/>
              </a:rPr>
              <a:t>子图像</a:t>
            </a:r>
            <a:r>
              <a:rPr lang="en-US" sz="2400" b="1" dirty="0">
                <a:latin typeface="楷体_GB2312" pitchFamily="1" charset="-122"/>
                <a:ea typeface="楷体_GB2312" pitchFamily="1" charset="-122"/>
              </a:rPr>
              <a:t>.</a:t>
            </a:r>
          </a:p>
          <a:p>
            <a:pPr marL="274320" indent="-274320" algn="just" eaLnBrk="1" fontAlgn="auto" hangingPunct="1">
              <a:lnSpc>
                <a:spcPct val="90000"/>
              </a:lnSpc>
              <a:spcAft>
                <a:spcPts val="0"/>
              </a:spcAft>
              <a:buClr>
                <a:schemeClr val="accent3"/>
              </a:buClr>
              <a:buFont typeface="Wingdings" pitchFamily="2" charset="2"/>
              <a:buNone/>
              <a:defRPr/>
            </a:pPr>
            <a:r>
              <a:rPr lang="en-US" sz="2400" b="1" dirty="0">
                <a:latin typeface="楷体_GB2312" pitchFamily="1" charset="-122"/>
                <a:ea typeface="楷体_GB2312" pitchFamily="1" charset="-122"/>
              </a:rPr>
              <a:t>②</a:t>
            </a:r>
            <a:r>
              <a:rPr lang="zh-CN" altLang="en-US" sz="2400" b="1" dirty="0">
                <a:latin typeface="楷体_GB2312" pitchFamily="1" charset="-122"/>
                <a:ea typeface="楷体_GB2312" pitchFamily="1" charset="-122"/>
              </a:rPr>
              <a:t>子图像的中心从一个像素向另一个像素移动</a:t>
            </a:r>
            <a:r>
              <a:rPr lang="en-US" sz="2400" b="1" dirty="0">
                <a:latin typeface="楷体_GB2312" pitchFamily="1" charset="-122"/>
                <a:ea typeface="楷体_GB2312" pitchFamily="1" charset="-122"/>
              </a:rPr>
              <a:t>,</a:t>
            </a:r>
          </a:p>
          <a:p>
            <a:pPr marL="274320" indent="-274320" algn="just" eaLnBrk="1" fontAlgn="auto" hangingPunct="1">
              <a:lnSpc>
                <a:spcPct val="90000"/>
              </a:lnSpc>
              <a:spcAft>
                <a:spcPts val="0"/>
              </a:spcAft>
              <a:buClr>
                <a:schemeClr val="accent3"/>
              </a:buClr>
              <a:buFont typeface="Wingdings" pitchFamily="2" charset="2"/>
              <a:buNone/>
              <a:defRPr/>
            </a:pPr>
            <a:r>
              <a:rPr lang="en-US" sz="2400" b="1" dirty="0">
                <a:latin typeface="楷体_GB2312" pitchFamily="1" charset="-122"/>
                <a:ea typeface="楷体_GB2312" pitchFamily="1" charset="-122"/>
              </a:rPr>
              <a:t>③T</a:t>
            </a:r>
            <a:r>
              <a:rPr lang="zh-CN" altLang="en-US" sz="2400" b="1" dirty="0">
                <a:latin typeface="楷体_GB2312" pitchFamily="1" charset="-122"/>
                <a:ea typeface="楷体_GB2312" pitchFamily="1" charset="-122"/>
              </a:rPr>
              <a:t>操作应用到每一个</a:t>
            </a:r>
            <a:r>
              <a:rPr lang="en-US" sz="2400" b="1" dirty="0">
                <a:latin typeface="楷体_GB2312" pitchFamily="1" charset="-122"/>
                <a:ea typeface="楷体_GB2312" pitchFamily="1" charset="-122"/>
              </a:rPr>
              <a:t>(</a:t>
            </a:r>
            <a:r>
              <a:rPr lang="en-US" sz="2400" b="1" dirty="0" err="1">
                <a:latin typeface="楷体_GB2312" pitchFamily="1" charset="-122"/>
                <a:ea typeface="楷体_GB2312" pitchFamily="1" charset="-122"/>
              </a:rPr>
              <a:t>x,y</a:t>
            </a:r>
            <a:r>
              <a:rPr lang="en-US" sz="2400" b="1" dirty="0">
                <a:latin typeface="楷体_GB2312" pitchFamily="1" charset="-122"/>
                <a:ea typeface="楷体_GB2312" pitchFamily="1" charset="-122"/>
              </a:rPr>
              <a:t>)</a:t>
            </a:r>
            <a:r>
              <a:rPr lang="zh-CN" altLang="en-US" sz="2400" b="1" dirty="0">
                <a:latin typeface="楷体_GB2312" pitchFamily="1" charset="-122"/>
                <a:ea typeface="楷体_GB2312" pitchFamily="1" charset="-122"/>
              </a:rPr>
              <a:t>位置得到该点的输出</a:t>
            </a:r>
            <a:r>
              <a:rPr lang="en-US" sz="2400" b="1" dirty="0">
                <a:latin typeface="楷体_GB2312" pitchFamily="1" charset="-122"/>
                <a:ea typeface="楷体_GB2312" pitchFamily="1" charset="-122"/>
              </a:rPr>
              <a:t>g.</a:t>
            </a:r>
          </a:p>
        </p:txBody>
      </p:sp>
      <p:sp>
        <p:nvSpPr>
          <p:cNvPr id="15364" name="Text Box 6">
            <a:extLst>
              <a:ext uri="{FF2B5EF4-FFF2-40B4-BE49-F238E27FC236}">
                <a16:creationId xmlns:a16="http://schemas.microsoft.com/office/drawing/2014/main" id="{945487B5-FA07-4A20-A62A-EC9C95C64FEB}"/>
              </a:ext>
            </a:extLst>
          </p:cNvPr>
          <p:cNvSpPr txBox="1">
            <a:spLocks noChangeArrowheads="1"/>
          </p:cNvSpPr>
          <p:nvPr/>
        </p:nvSpPr>
        <p:spPr bwMode="auto">
          <a:xfrm>
            <a:off x="889000" y="1020763"/>
            <a:ext cx="6696075" cy="460375"/>
          </a:xfrm>
          <a:prstGeom prst="rect">
            <a:avLst/>
          </a:prstGeom>
          <a:noFill/>
          <a:ln>
            <a:noFill/>
          </a:ln>
          <a:effectLst/>
          <a:extLst/>
        </p:spPr>
        <p:txBody>
          <a:bodyPr>
            <a:spAutoFit/>
          </a:bodyPr>
          <a:lstStyle>
            <a:lvl1pPr eaLnBrk="0" hangingPunct="0">
              <a:defRPr sz="3200">
                <a:solidFill>
                  <a:schemeClr val="tx1"/>
                </a:solidFill>
                <a:latin typeface="Verdana" pitchFamily="34" charset="0"/>
                <a:ea typeface="楷体_GB2312" pitchFamily="1" charset="-122"/>
              </a:defRPr>
            </a:lvl1pPr>
            <a:lvl2pPr marL="742950" indent="-285750" eaLnBrk="0" hangingPunct="0">
              <a:defRPr sz="3200">
                <a:solidFill>
                  <a:schemeClr val="tx1"/>
                </a:solidFill>
                <a:latin typeface="Verdana" pitchFamily="34" charset="0"/>
                <a:ea typeface="楷体_GB2312" pitchFamily="1" charset="-122"/>
              </a:defRPr>
            </a:lvl2pPr>
            <a:lvl3pPr marL="1143000" indent="-228600" eaLnBrk="0" hangingPunct="0">
              <a:defRPr sz="3200">
                <a:solidFill>
                  <a:schemeClr val="tx1"/>
                </a:solidFill>
                <a:latin typeface="Verdana" pitchFamily="34" charset="0"/>
                <a:ea typeface="楷体_GB2312" pitchFamily="1" charset="-122"/>
              </a:defRPr>
            </a:lvl3pPr>
            <a:lvl4pPr marL="1600200" indent="-228600" eaLnBrk="0" hangingPunct="0">
              <a:defRPr sz="3200">
                <a:solidFill>
                  <a:schemeClr val="tx1"/>
                </a:solidFill>
                <a:latin typeface="Verdana" pitchFamily="34" charset="0"/>
                <a:ea typeface="楷体_GB2312" pitchFamily="1" charset="-122"/>
              </a:defRPr>
            </a:lvl4pPr>
            <a:lvl5pPr marL="2057400" indent="-228600" eaLnBrk="0" hangingPunct="0">
              <a:defRPr sz="3200">
                <a:solidFill>
                  <a:schemeClr val="tx1"/>
                </a:solidFill>
                <a:latin typeface="Verdana" pitchFamily="34" charset="0"/>
                <a:ea typeface="楷体_GB2312" pitchFamily="1" charset="-122"/>
              </a:defRPr>
            </a:lvl5pPr>
            <a:lvl6pPr marL="25146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6pPr>
            <a:lvl7pPr marL="29718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7pPr>
            <a:lvl8pPr marL="34290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8pPr>
            <a:lvl9pPr marL="38862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9pPr>
          </a:lstStyle>
          <a:p>
            <a:pPr eaLnBrk="1" hangingPunct="1">
              <a:spcBef>
                <a:spcPct val="50000"/>
              </a:spcBef>
              <a:buFont typeface="Arial" panose="020B0604020202020204" pitchFamily="34" charset="0"/>
              <a:buNone/>
              <a:defRPr/>
            </a:pPr>
            <a:r>
              <a:rPr lang="zh-CN" altLang="en-US" sz="2400" b="1" i="1" dirty="0">
                <a:solidFill>
                  <a:srgbClr val="0033CC"/>
                </a:solidFill>
                <a:effectLst>
                  <a:outerShdw blurRad="38100" dist="38100" dir="2700000" algn="tl">
                    <a:srgbClr val="C0C0C0"/>
                  </a:outerShdw>
                </a:effectLst>
                <a:latin typeface="楷体_GB2312" pitchFamily="1" charset="-122"/>
              </a:rPr>
              <a:t>定义一个点</a:t>
            </a:r>
            <a:r>
              <a:rPr lang="en-US" sz="2400" b="1" i="1" dirty="0">
                <a:solidFill>
                  <a:srgbClr val="0033CC"/>
                </a:solidFill>
                <a:effectLst>
                  <a:outerShdw blurRad="38100" dist="38100" dir="2700000" algn="tl">
                    <a:srgbClr val="C0C0C0"/>
                  </a:outerShdw>
                </a:effectLst>
                <a:latin typeface="楷体_GB2312" pitchFamily="1" charset="-122"/>
              </a:rPr>
              <a:t>(</a:t>
            </a:r>
            <a:r>
              <a:rPr lang="en-US" sz="2400" b="1" i="1" dirty="0" err="1">
                <a:solidFill>
                  <a:srgbClr val="0033CC"/>
                </a:solidFill>
                <a:effectLst>
                  <a:outerShdw blurRad="38100" dist="38100" dir="2700000" algn="tl">
                    <a:srgbClr val="C0C0C0"/>
                  </a:outerShdw>
                </a:effectLst>
                <a:latin typeface="楷体_GB2312" pitchFamily="1" charset="-122"/>
              </a:rPr>
              <a:t>x,y</a:t>
            </a:r>
            <a:r>
              <a:rPr lang="en-US" sz="2400" b="1" i="1" dirty="0">
                <a:solidFill>
                  <a:srgbClr val="0033CC"/>
                </a:solidFill>
                <a:effectLst>
                  <a:outerShdw blurRad="38100" dist="38100" dir="2700000" algn="tl">
                    <a:srgbClr val="C0C0C0"/>
                  </a:outerShdw>
                </a:effectLst>
                <a:latin typeface="楷体_GB2312" pitchFamily="1" charset="-122"/>
              </a:rPr>
              <a:t>)</a:t>
            </a:r>
            <a:r>
              <a:rPr lang="zh-CN" altLang="en-US" sz="2400" b="1" i="1" dirty="0">
                <a:solidFill>
                  <a:srgbClr val="0033CC"/>
                </a:solidFill>
                <a:effectLst>
                  <a:outerShdw blurRad="38100" dist="38100" dir="2700000" algn="tl">
                    <a:srgbClr val="C0C0C0"/>
                  </a:outerShdw>
                </a:effectLst>
                <a:latin typeface="楷体_GB2312" pitchFamily="1" charset="-122"/>
              </a:rPr>
              <a:t>邻域 </a:t>
            </a:r>
            <a:r>
              <a:rPr lang="zh-CN" altLang="en-US" sz="2400" b="1" dirty="0">
                <a:latin typeface="楷体_GB2312" pitchFamily="1" charset="-122"/>
              </a:rPr>
              <a:t>的主要方法</a:t>
            </a:r>
            <a:r>
              <a:rPr lang="zh-CN" altLang="en-US" sz="2400" b="1" i="1" dirty="0">
                <a:solidFill>
                  <a:srgbClr val="0033CC"/>
                </a:solidFill>
                <a:effectLst>
                  <a:outerShdw blurRad="38100" dist="38100" dir="2700000" algn="tl">
                    <a:srgbClr val="C0C0C0"/>
                  </a:outerShdw>
                </a:effectLst>
                <a:latin typeface="楷体_GB2312" pitchFamily="1" charset="-122"/>
              </a:rPr>
              <a:t>是</a:t>
            </a:r>
            <a:r>
              <a:rPr lang="en-US" sz="2400" b="1" i="1" dirty="0">
                <a:solidFill>
                  <a:srgbClr val="0033CC"/>
                </a:solidFill>
                <a:effectLst>
                  <a:outerShdw blurRad="38100" dist="38100" dir="2700000" algn="tl">
                    <a:srgbClr val="C0C0C0"/>
                  </a:outerShdw>
                </a:effectLst>
                <a:latin typeface="楷体_GB2312" pitchFamily="1" charset="-122"/>
              </a:rPr>
              <a:t>:</a:t>
            </a:r>
          </a:p>
        </p:txBody>
      </p:sp>
      <p:grpSp>
        <p:nvGrpSpPr>
          <p:cNvPr id="26628" name="Group 5">
            <a:extLst>
              <a:ext uri="{FF2B5EF4-FFF2-40B4-BE49-F238E27FC236}">
                <a16:creationId xmlns:a16="http://schemas.microsoft.com/office/drawing/2014/main" id="{368441AC-7728-4615-BDA0-F14C09FA4273}"/>
              </a:ext>
            </a:extLst>
          </p:cNvPr>
          <p:cNvGrpSpPr>
            <a:grpSpLocks/>
          </p:cNvGrpSpPr>
          <p:nvPr/>
        </p:nvGrpSpPr>
        <p:grpSpPr bwMode="auto">
          <a:xfrm>
            <a:off x="179388" y="3033713"/>
            <a:ext cx="3857625" cy="3419475"/>
            <a:chOff x="0" y="0"/>
            <a:chExt cx="2430" cy="2154"/>
          </a:xfrm>
        </p:grpSpPr>
        <p:pic>
          <p:nvPicPr>
            <p:cNvPr id="26637" name="Picture 7">
              <a:extLst>
                <a:ext uri="{FF2B5EF4-FFF2-40B4-BE49-F238E27FC236}">
                  <a16:creationId xmlns:a16="http://schemas.microsoft.com/office/drawing/2014/main" id="{46027AF2-C298-4E8F-9493-50B6E613B8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2430" cy="2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8" name="Text Box 5">
              <a:extLst>
                <a:ext uri="{FF2B5EF4-FFF2-40B4-BE49-F238E27FC236}">
                  <a16:creationId xmlns:a16="http://schemas.microsoft.com/office/drawing/2014/main" id="{180A67C5-4AF8-4481-8737-C623468A09E4}"/>
                </a:ext>
              </a:extLst>
            </p:cNvPr>
            <p:cNvSpPr txBox="1">
              <a:spLocks noChangeArrowheads="1"/>
            </p:cNvSpPr>
            <p:nvPr/>
          </p:nvSpPr>
          <p:spPr bwMode="auto">
            <a:xfrm>
              <a:off x="499" y="1860"/>
              <a:ext cx="178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1800" b="1">
                  <a:latin typeface="楷体_GB2312" pitchFamily="1" charset="-122"/>
                  <a:ea typeface="楷体_GB2312" pitchFamily="1" charset="-122"/>
                </a:rPr>
                <a:t>图像中</a:t>
              </a:r>
              <a:r>
                <a:rPr lang="en-US" altLang="zh-CN" sz="1800" b="1">
                  <a:latin typeface="楷体_GB2312" pitchFamily="1" charset="-122"/>
                  <a:ea typeface="楷体_GB2312" pitchFamily="1" charset="-122"/>
                </a:rPr>
                <a:t>(x,y)</a:t>
              </a:r>
              <a:r>
                <a:rPr lang="zh-CN" altLang="en-US" sz="1800" b="1">
                  <a:latin typeface="楷体_GB2312" pitchFamily="1" charset="-122"/>
                  <a:ea typeface="楷体_GB2312" pitchFamily="1" charset="-122"/>
                </a:rPr>
                <a:t>点的</a:t>
              </a:r>
              <a:r>
                <a:rPr lang="en-US" altLang="zh-CN" sz="1800" b="1">
                  <a:latin typeface="楷体_GB2312" pitchFamily="1" charset="-122"/>
                  <a:ea typeface="楷体_GB2312" pitchFamily="1" charset="-122"/>
                </a:rPr>
                <a:t>3</a:t>
              </a:r>
              <a:r>
                <a:rPr lang="en-US" altLang="zh-CN" sz="1800" b="1">
                  <a:latin typeface="Verdana" panose="020B0604030504040204" pitchFamily="34" charset="0"/>
                </a:rPr>
                <a:t>×</a:t>
              </a:r>
              <a:r>
                <a:rPr lang="en-US" altLang="zh-CN" sz="1800" b="1">
                  <a:latin typeface="楷体_GB2312" pitchFamily="1" charset="-122"/>
                  <a:ea typeface="楷体_GB2312" pitchFamily="1" charset="-122"/>
                </a:rPr>
                <a:t>3</a:t>
              </a:r>
              <a:r>
                <a:rPr lang="zh-CN" altLang="en-US" sz="1800" b="1">
                  <a:latin typeface="楷体_GB2312" pitchFamily="1" charset="-122"/>
                  <a:ea typeface="楷体_GB2312" pitchFamily="1" charset="-122"/>
                </a:rPr>
                <a:t>邻域</a:t>
              </a:r>
            </a:p>
          </p:txBody>
        </p:sp>
      </p:grpSp>
      <p:sp>
        <p:nvSpPr>
          <p:cNvPr id="26629" name="Text Box 9">
            <a:extLst>
              <a:ext uri="{FF2B5EF4-FFF2-40B4-BE49-F238E27FC236}">
                <a16:creationId xmlns:a16="http://schemas.microsoft.com/office/drawing/2014/main" id="{1DB8426B-50F1-4E70-BA15-F24C73F62136}"/>
              </a:ext>
            </a:extLst>
          </p:cNvPr>
          <p:cNvSpPr txBox="1">
            <a:spLocks noChangeArrowheads="1"/>
          </p:cNvSpPr>
          <p:nvPr/>
        </p:nvSpPr>
        <p:spPr bwMode="auto">
          <a:xfrm>
            <a:off x="4211638" y="3105150"/>
            <a:ext cx="4932362"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400" b="1">
                <a:solidFill>
                  <a:srgbClr val="002060"/>
                </a:solidFill>
                <a:latin typeface="Times New Roman" panose="02020603050405020304" pitchFamily="18" charset="0"/>
                <a:ea typeface="楷体_GB2312" pitchFamily="1" charset="-122"/>
              </a:rPr>
              <a:t>最小邻域大小为</a:t>
            </a:r>
            <a:r>
              <a:rPr lang="en-US" altLang="zh-CN" sz="2400" b="1">
                <a:solidFill>
                  <a:srgbClr val="002060"/>
                </a:solidFill>
                <a:latin typeface="Times New Roman" panose="02020603050405020304" pitchFamily="18" charset="0"/>
                <a:ea typeface="楷体_GB2312" pitchFamily="1" charset="-122"/>
              </a:rPr>
              <a:t>1×1</a:t>
            </a:r>
            <a:r>
              <a:rPr lang="zh-CN" altLang="en-US" sz="2400" b="1">
                <a:solidFill>
                  <a:srgbClr val="002060"/>
                </a:solidFill>
                <a:latin typeface="Times New Roman" panose="02020603050405020304" pitchFamily="18" charset="0"/>
                <a:ea typeface="楷体_GB2312" pitchFamily="1" charset="-122"/>
              </a:rPr>
              <a:t>，</a:t>
            </a:r>
            <a:r>
              <a:rPr lang="en-US" altLang="zh-CN" sz="2400" b="1">
                <a:solidFill>
                  <a:srgbClr val="002060"/>
                </a:solidFill>
                <a:latin typeface="Times New Roman" panose="02020603050405020304" pitchFamily="18" charset="0"/>
                <a:ea typeface="楷体_GB2312" pitchFamily="1" charset="-122"/>
              </a:rPr>
              <a:t>g</a:t>
            </a:r>
            <a:r>
              <a:rPr lang="zh-CN" altLang="en-US" sz="2400" b="1">
                <a:solidFill>
                  <a:srgbClr val="002060"/>
                </a:solidFill>
                <a:latin typeface="Times New Roman" panose="02020603050405020304" pitchFamily="18" charset="0"/>
                <a:ea typeface="楷体_GB2312" pitchFamily="1" charset="-122"/>
              </a:rPr>
              <a:t>取决于点（</a:t>
            </a:r>
            <a:r>
              <a:rPr lang="en-US" altLang="zh-CN" sz="2400" b="1">
                <a:solidFill>
                  <a:srgbClr val="002060"/>
                </a:solidFill>
                <a:latin typeface="Times New Roman" panose="02020603050405020304" pitchFamily="18" charset="0"/>
                <a:ea typeface="楷体_GB2312" pitchFamily="1" charset="-122"/>
              </a:rPr>
              <a:t>x,y</a:t>
            </a:r>
            <a:r>
              <a:rPr lang="zh-CN" altLang="en-US" sz="2400" b="1">
                <a:solidFill>
                  <a:srgbClr val="002060"/>
                </a:solidFill>
                <a:latin typeface="Times New Roman" panose="02020603050405020304" pitchFamily="18" charset="0"/>
                <a:ea typeface="楷体_GB2312" pitchFamily="1" charset="-122"/>
              </a:rPr>
              <a:t>）的灰度，</a:t>
            </a:r>
            <a:r>
              <a:rPr lang="en-US" altLang="zh-CN" sz="2400" b="1">
                <a:solidFill>
                  <a:srgbClr val="002060"/>
                </a:solidFill>
                <a:latin typeface="Times New Roman" panose="02020603050405020304" pitchFamily="18" charset="0"/>
                <a:ea typeface="楷体_GB2312" pitchFamily="1" charset="-122"/>
              </a:rPr>
              <a:t>T</a:t>
            </a:r>
            <a:r>
              <a:rPr lang="zh-CN" altLang="en-US" sz="2400" b="1">
                <a:solidFill>
                  <a:srgbClr val="002060"/>
                </a:solidFill>
                <a:latin typeface="Times New Roman" panose="02020603050405020304" pitchFamily="18" charset="0"/>
                <a:ea typeface="楷体_GB2312" pitchFamily="1" charset="-122"/>
              </a:rPr>
              <a:t>为灰度变换函数</a:t>
            </a:r>
            <a:endParaRPr lang="zh-CN" altLang="en-US" sz="2400" b="1">
              <a:solidFill>
                <a:srgbClr val="002060"/>
              </a:solidFill>
              <a:latin typeface="楷体_GB2312" pitchFamily="1" charset="-122"/>
              <a:ea typeface="楷体_GB2312" pitchFamily="1" charset="-122"/>
            </a:endParaRPr>
          </a:p>
        </p:txBody>
      </p:sp>
      <p:grpSp>
        <p:nvGrpSpPr>
          <p:cNvPr id="26630" name="Group 9">
            <a:extLst>
              <a:ext uri="{FF2B5EF4-FFF2-40B4-BE49-F238E27FC236}">
                <a16:creationId xmlns:a16="http://schemas.microsoft.com/office/drawing/2014/main" id="{CB398442-9FF9-4EE8-A46C-7A2AD4E09464}"/>
              </a:ext>
            </a:extLst>
          </p:cNvPr>
          <p:cNvGrpSpPr>
            <a:grpSpLocks/>
          </p:cNvGrpSpPr>
          <p:nvPr/>
        </p:nvGrpSpPr>
        <p:grpSpPr bwMode="auto">
          <a:xfrm>
            <a:off x="3995738" y="4052888"/>
            <a:ext cx="5148262" cy="2767012"/>
            <a:chOff x="0" y="-22"/>
            <a:chExt cx="3243" cy="1743"/>
          </a:xfrm>
        </p:grpSpPr>
        <p:pic>
          <p:nvPicPr>
            <p:cNvPr id="26635" name="Picture 10">
              <a:extLst>
                <a:ext uri="{FF2B5EF4-FFF2-40B4-BE49-F238E27FC236}">
                  <a16:creationId xmlns:a16="http://schemas.microsoft.com/office/drawing/2014/main" id="{AEC7742A-4124-40D9-BC9D-1245995842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2"/>
              <a:ext cx="3243" cy="1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6" name="Text Box 11">
              <a:extLst>
                <a:ext uri="{FF2B5EF4-FFF2-40B4-BE49-F238E27FC236}">
                  <a16:creationId xmlns:a16="http://schemas.microsoft.com/office/drawing/2014/main" id="{63877980-7682-485A-8CF1-26172D13C2CD}"/>
                </a:ext>
              </a:extLst>
            </p:cNvPr>
            <p:cNvSpPr txBox="1">
              <a:spLocks noChangeArrowheads="1"/>
            </p:cNvSpPr>
            <p:nvPr/>
          </p:nvSpPr>
          <p:spPr bwMode="auto">
            <a:xfrm>
              <a:off x="635" y="1490"/>
              <a:ext cx="1848" cy="23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1800" b="1">
                  <a:latin typeface="Tahoma" panose="020B0604030504040204" pitchFamily="34" charset="0"/>
                  <a:ea typeface="楷体_GB2312" pitchFamily="1" charset="-122"/>
                </a:rPr>
                <a:t>对比度增强的灰度级函数</a:t>
              </a:r>
            </a:p>
          </p:txBody>
        </p:sp>
      </p:grpSp>
      <p:graphicFrame>
        <p:nvGraphicFramePr>
          <p:cNvPr id="26631" name="Object 12">
            <a:extLst>
              <a:ext uri="{FF2B5EF4-FFF2-40B4-BE49-F238E27FC236}">
                <a16:creationId xmlns:a16="http://schemas.microsoft.com/office/drawing/2014/main" id="{11702247-E4C8-433F-B246-E81B3AD4B737}"/>
              </a:ext>
            </a:extLst>
          </p:cNvPr>
          <p:cNvGraphicFramePr>
            <a:graphicFrameLocks noChangeAspect="1"/>
          </p:cNvGraphicFramePr>
          <p:nvPr/>
        </p:nvGraphicFramePr>
        <p:xfrm>
          <a:off x="4610100" y="4087813"/>
          <a:ext cx="1152525" cy="288925"/>
        </p:xfrm>
        <a:graphic>
          <a:graphicData uri="http://schemas.openxmlformats.org/presentationml/2006/ole">
            <mc:AlternateContent xmlns:mc="http://schemas.openxmlformats.org/markup-compatibility/2006">
              <mc:Choice xmlns:v="urn:schemas-microsoft-com:vml" Requires="v">
                <p:oleObj spid="_x0000_s26639" r:id="rId5" imgW="939849" imgH="126912" progId="Equation.DSMT4">
                  <p:embed/>
                </p:oleObj>
              </mc:Choice>
              <mc:Fallback>
                <p:oleObj r:id="rId5" imgW="939849" imgH="126912" progId="Equation.DSMT4">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10100" y="4087813"/>
                        <a:ext cx="1152525" cy="288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32" name="Object 13">
            <a:extLst>
              <a:ext uri="{FF2B5EF4-FFF2-40B4-BE49-F238E27FC236}">
                <a16:creationId xmlns:a16="http://schemas.microsoft.com/office/drawing/2014/main" id="{15C66C81-C6A3-4CC9-B296-1D9F162C908D}"/>
              </a:ext>
            </a:extLst>
          </p:cNvPr>
          <p:cNvGraphicFramePr>
            <a:graphicFrameLocks noChangeAspect="1"/>
          </p:cNvGraphicFramePr>
          <p:nvPr/>
        </p:nvGraphicFramePr>
        <p:xfrm>
          <a:off x="7477125" y="4076700"/>
          <a:ext cx="919163" cy="288925"/>
        </p:xfrm>
        <a:graphic>
          <a:graphicData uri="http://schemas.openxmlformats.org/presentationml/2006/ole">
            <mc:AlternateContent xmlns:mc="http://schemas.openxmlformats.org/markup-compatibility/2006">
              <mc:Choice xmlns:v="urn:schemas-microsoft-com:vml" Requires="v">
                <p:oleObj spid="_x0000_s26640" r:id="rId7" imgW="730336" imgH="126912" progId="Equation.DSMT4">
                  <p:embed/>
                </p:oleObj>
              </mc:Choice>
              <mc:Fallback>
                <p:oleObj r:id="rId7" imgW="730336" imgH="126912" progId="Equation.DSMT4">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77125" y="4076700"/>
                        <a:ext cx="919163" cy="288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 name="矩形 14">
            <a:extLst>
              <a:ext uri="{FF2B5EF4-FFF2-40B4-BE49-F238E27FC236}">
                <a16:creationId xmlns:a16="http://schemas.microsoft.com/office/drawing/2014/main" id="{B341889F-F30B-421A-A824-CDBE7EBA4D6B}"/>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dirty="0"/>
          </a:p>
        </p:txBody>
      </p:sp>
      <p:sp>
        <p:nvSpPr>
          <p:cNvPr id="26634" name="TextBox 23">
            <a:extLst>
              <a:ext uri="{FF2B5EF4-FFF2-40B4-BE49-F238E27FC236}">
                <a16:creationId xmlns:a16="http://schemas.microsoft.com/office/drawing/2014/main" id="{B7D6F141-6D11-4C67-A88F-33E6A7B08CB2}"/>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zh-CN" altLang="en-US" b="1">
                <a:solidFill>
                  <a:schemeClr val="bg1"/>
                </a:solidFill>
                <a:latin typeface="微软雅黑" panose="020B0503020204020204" pitchFamily="34" charset="-122"/>
                <a:ea typeface="微软雅黑" panose="020B0503020204020204" pitchFamily="34" charset="-122"/>
              </a:rPr>
              <a:t>背景知识</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4">
            <a:extLst>
              <a:ext uri="{FF2B5EF4-FFF2-40B4-BE49-F238E27FC236}">
                <a16:creationId xmlns:a16="http://schemas.microsoft.com/office/drawing/2014/main" id="{734C8479-1728-4634-B944-0DCECEA022CE}"/>
              </a:ext>
            </a:extLst>
          </p:cNvPr>
          <p:cNvSpPr>
            <a:spLocks noGrp="1" noChangeArrowheads="1"/>
          </p:cNvSpPr>
          <p:nvPr>
            <p:ph idx="4294967295"/>
          </p:nvPr>
        </p:nvSpPr>
        <p:spPr>
          <a:xfrm>
            <a:off x="0" y="1268413"/>
            <a:ext cx="8642350" cy="5256212"/>
          </a:xfrm>
        </p:spPr>
        <p:txBody>
          <a:bodyPr>
            <a:normAutofit/>
          </a:bodyPr>
          <a:lstStyle/>
          <a:p>
            <a:pPr marL="274320" indent="-274320" eaLnBrk="1" fontAlgn="auto" hangingPunct="1">
              <a:lnSpc>
                <a:spcPct val="120000"/>
              </a:lnSpc>
              <a:spcAft>
                <a:spcPts val="0"/>
              </a:spcAft>
              <a:buClr>
                <a:schemeClr val="accent3"/>
              </a:buClr>
              <a:buFont typeface="Wingdings 2"/>
              <a:buChar char=""/>
              <a:defRPr/>
            </a:pPr>
            <a:r>
              <a:rPr lang="en-US" sz="2800" dirty="0">
                <a:latin typeface="楷体_GB2312" pitchFamily="1" charset="-122"/>
                <a:ea typeface="楷体_GB2312" pitchFamily="1" charset="-122"/>
              </a:rPr>
              <a:t>  </a:t>
            </a:r>
            <a:r>
              <a:rPr lang="zh-CN" altLang="en-US" sz="2800" b="1" dirty="0">
                <a:latin typeface="楷体_GB2312" pitchFamily="1" charset="-122"/>
                <a:ea typeface="楷体_GB2312" pitchFamily="1" charset="-122"/>
              </a:rPr>
              <a:t>更大的邻域会有更多的灵活性</a:t>
            </a:r>
            <a:r>
              <a:rPr lang="en-US" sz="2800" b="1" dirty="0">
                <a:latin typeface="楷体_GB2312" pitchFamily="1" charset="-122"/>
                <a:ea typeface="楷体_GB2312" pitchFamily="1" charset="-122"/>
              </a:rPr>
              <a:t>,</a:t>
            </a:r>
            <a:r>
              <a:rPr lang="zh-CN" altLang="en-US" sz="2800" b="1" dirty="0">
                <a:latin typeface="楷体_GB2312" pitchFamily="1" charset="-122"/>
                <a:ea typeface="楷体_GB2312" pitchFamily="1" charset="-122"/>
              </a:rPr>
              <a:t>一般的方法是利用点</a:t>
            </a:r>
            <a:r>
              <a:rPr lang="en-US" sz="2800" b="1" dirty="0">
                <a:latin typeface="楷体_GB2312" pitchFamily="1" charset="-122"/>
                <a:ea typeface="楷体_GB2312" pitchFamily="1" charset="-122"/>
              </a:rPr>
              <a:t>(</a:t>
            </a:r>
            <a:r>
              <a:rPr lang="en-US" sz="2800" b="1" dirty="0" err="1">
                <a:latin typeface="楷体_GB2312" pitchFamily="1" charset="-122"/>
                <a:ea typeface="楷体_GB2312" pitchFamily="1" charset="-122"/>
              </a:rPr>
              <a:t>x,y</a:t>
            </a:r>
            <a:r>
              <a:rPr lang="en-US" sz="2800" b="1" dirty="0">
                <a:latin typeface="楷体_GB2312" pitchFamily="1" charset="-122"/>
                <a:ea typeface="楷体_GB2312" pitchFamily="1" charset="-122"/>
              </a:rPr>
              <a:t>)</a:t>
            </a:r>
            <a:r>
              <a:rPr lang="zh-CN" altLang="en-US" sz="2800" b="1" dirty="0">
                <a:latin typeface="楷体_GB2312" pitchFamily="1" charset="-122"/>
                <a:ea typeface="楷体_GB2312" pitchFamily="1" charset="-122"/>
              </a:rPr>
              <a:t>事先定义的邻域里的一个</a:t>
            </a:r>
            <a:r>
              <a:rPr lang="en-US" sz="2800" b="1" dirty="0">
                <a:latin typeface="楷体_GB2312" pitchFamily="1" charset="-122"/>
                <a:ea typeface="楷体_GB2312" pitchFamily="1" charset="-122"/>
              </a:rPr>
              <a:t>f</a:t>
            </a:r>
            <a:r>
              <a:rPr lang="zh-CN" altLang="en-US" sz="2800" b="1" dirty="0">
                <a:latin typeface="楷体_GB2312" pitchFamily="1" charset="-122"/>
                <a:ea typeface="楷体_GB2312" pitchFamily="1" charset="-122"/>
              </a:rPr>
              <a:t>值的函数来决定</a:t>
            </a:r>
            <a:r>
              <a:rPr lang="en-US" sz="2800" b="1" dirty="0">
                <a:latin typeface="楷体_GB2312" pitchFamily="1" charset="-122"/>
                <a:ea typeface="楷体_GB2312" pitchFamily="1" charset="-122"/>
              </a:rPr>
              <a:t>g</a:t>
            </a:r>
            <a:r>
              <a:rPr lang="zh-CN" altLang="en-US" sz="2800" b="1" dirty="0">
                <a:latin typeface="楷体_GB2312" pitchFamily="1" charset="-122"/>
                <a:ea typeface="楷体_GB2312" pitchFamily="1" charset="-122"/>
              </a:rPr>
              <a:t>在</a:t>
            </a:r>
            <a:r>
              <a:rPr lang="en-US" sz="2800" b="1" dirty="0">
                <a:latin typeface="楷体_GB2312" pitchFamily="1" charset="-122"/>
                <a:ea typeface="楷体_GB2312" pitchFamily="1" charset="-122"/>
              </a:rPr>
              <a:t>(</a:t>
            </a:r>
            <a:r>
              <a:rPr lang="en-US" sz="2800" b="1" dirty="0" err="1">
                <a:latin typeface="楷体_GB2312" pitchFamily="1" charset="-122"/>
                <a:ea typeface="楷体_GB2312" pitchFamily="1" charset="-122"/>
              </a:rPr>
              <a:t>x,y</a:t>
            </a:r>
            <a:r>
              <a:rPr lang="en-US" sz="2800" b="1" dirty="0">
                <a:latin typeface="楷体_GB2312" pitchFamily="1" charset="-122"/>
                <a:ea typeface="楷体_GB2312" pitchFamily="1" charset="-122"/>
              </a:rPr>
              <a:t>)</a:t>
            </a:r>
            <a:r>
              <a:rPr lang="zh-CN" altLang="en-US" sz="2800" b="1" dirty="0">
                <a:latin typeface="楷体_GB2312" pitchFamily="1" charset="-122"/>
                <a:ea typeface="楷体_GB2312" pitchFamily="1" charset="-122"/>
              </a:rPr>
              <a:t>的值</a:t>
            </a:r>
            <a:r>
              <a:rPr lang="en-US" sz="2800" b="1" dirty="0">
                <a:latin typeface="楷体_GB2312" pitchFamily="1" charset="-122"/>
                <a:ea typeface="楷体_GB2312" pitchFamily="1" charset="-122"/>
              </a:rPr>
              <a:t>,</a:t>
            </a:r>
            <a:r>
              <a:rPr lang="zh-CN" altLang="en-US" sz="2800" b="1" dirty="0">
                <a:latin typeface="楷体_GB2312" pitchFamily="1" charset="-122"/>
                <a:ea typeface="楷体_GB2312" pitchFamily="1" charset="-122"/>
              </a:rPr>
              <a:t>主要是利用所谓的模板（也称为</a:t>
            </a:r>
            <a:r>
              <a:rPr lang="zh-CN" altLang="en-US" sz="2800" b="1" u="sng" dirty="0">
                <a:solidFill>
                  <a:srgbClr val="C00000"/>
                </a:solidFill>
                <a:effectLst>
                  <a:outerShdw blurRad="38100" dist="38100" dir="2700000" algn="tl">
                    <a:srgbClr val="C0C0C0"/>
                  </a:outerShdw>
                </a:effectLst>
                <a:latin typeface="楷体_GB2312" pitchFamily="1" charset="-122"/>
                <a:ea typeface="楷体_GB2312" pitchFamily="1" charset="-122"/>
              </a:rPr>
              <a:t>滤波器</a:t>
            </a:r>
            <a:r>
              <a:rPr lang="en-US" sz="2800" b="1" dirty="0">
                <a:solidFill>
                  <a:srgbClr val="C00000"/>
                </a:solidFill>
                <a:latin typeface="楷体_GB2312" pitchFamily="1" charset="-122"/>
                <a:ea typeface="楷体_GB2312" pitchFamily="1" charset="-122"/>
              </a:rPr>
              <a:t>,</a:t>
            </a:r>
            <a:r>
              <a:rPr lang="zh-CN" altLang="en-US" sz="2800" b="1" u="sng" dirty="0">
                <a:solidFill>
                  <a:srgbClr val="C00000"/>
                </a:solidFill>
                <a:effectLst>
                  <a:outerShdw blurRad="38100" dist="38100" dir="2700000" algn="tl">
                    <a:srgbClr val="C0C0C0"/>
                  </a:outerShdw>
                </a:effectLst>
                <a:latin typeface="楷体_GB2312" pitchFamily="1" charset="-122"/>
                <a:ea typeface="楷体_GB2312" pitchFamily="1" charset="-122"/>
              </a:rPr>
              <a:t>核</a:t>
            </a:r>
            <a:r>
              <a:rPr lang="en-US" sz="2800" b="1" dirty="0">
                <a:solidFill>
                  <a:srgbClr val="C00000"/>
                </a:solidFill>
                <a:latin typeface="楷体_GB2312" pitchFamily="1" charset="-122"/>
                <a:ea typeface="楷体_GB2312" pitchFamily="1" charset="-122"/>
              </a:rPr>
              <a:t>,</a:t>
            </a:r>
            <a:r>
              <a:rPr lang="zh-CN" altLang="en-US" sz="2800" b="1" u="sng" dirty="0">
                <a:solidFill>
                  <a:srgbClr val="C00000"/>
                </a:solidFill>
                <a:effectLst>
                  <a:outerShdw blurRad="38100" dist="38100" dir="2700000" algn="tl">
                    <a:srgbClr val="C0C0C0"/>
                  </a:outerShdw>
                </a:effectLst>
                <a:latin typeface="楷体_GB2312" pitchFamily="1" charset="-122"/>
                <a:ea typeface="楷体_GB2312" pitchFamily="1" charset="-122"/>
              </a:rPr>
              <a:t>掩模</a:t>
            </a:r>
            <a:r>
              <a:rPr lang="zh-CN" altLang="en-US" sz="2800" b="1" dirty="0">
                <a:latin typeface="楷体_GB2312" pitchFamily="1" charset="-122"/>
                <a:ea typeface="楷体_GB2312" pitchFamily="1" charset="-122"/>
              </a:rPr>
              <a:t>）</a:t>
            </a:r>
            <a:r>
              <a:rPr lang="en-US" sz="2800" b="1" dirty="0">
                <a:latin typeface="楷体_GB2312" pitchFamily="1" charset="-122"/>
                <a:ea typeface="楷体_GB2312" pitchFamily="1" charset="-122"/>
              </a:rPr>
              <a:t>.</a:t>
            </a:r>
          </a:p>
          <a:p>
            <a:pPr marL="274320" indent="-274320" eaLnBrk="1" fontAlgn="auto" hangingPunct="1">
              <a:lnSpc>
                <a:spcPct val="120000"/>
              </a:lnSpc>
              <a:spcAft>
                <a:spcPts val="0"/>
              </a:spcAft>
              <a:buClr>
                <a:schemeClr val="accent3"/>
              </a:buClr>
              <a:buFont typeface="Wingdings 2"/>
              <a:buChar char=""/>
              <a:defRPr/>
            </a:pPr>
            <a:endParaRPr lang="en-US" sz="2800" b="1" dirty="0">
              <a:latin typeface="楷体_GB2312" pitchFamily="1" charset="-122"/>
              <a:ea typeface="楷体_GB2312" pitchFamily="1" charset="-122"/>
            </a:endParaRPr>
          </a:p>
          <a:p>
            <a:pPr marL="274320" indent="-274320" eaLnBrk="1" fontAlgn="auto" hangingPunct="1">
              <a:lnSpc>
                <a:spcPct val="120000"/>
              </a:lnSpc>
              <a:spcAft>
                <a:spcPts val="0"/>
              </a:spcAft>
              <a:buClr>
                <a:schemeClr val="accent3"/>
              </a:buClr>
              <a:buFont typeface="Wingdings 2"/>
              <a:buChar char=""/>
              <a:defRPr/>
            </a:pPr>
            <a:r>
              <a:rPr lang="en-US" sz="2800" b="1" dirty="0">
                <a:latin typeface="楷体_GB2312" pitchFamily="1" charset="-122"/>
                <a:ea typeface="楷体_GB2312" pitchFamily="1" charset="-122"/>
              </a:rPr>
              <a:t>  </a:t>
            </a:r>
            <a:r>
              <a:rPr lang="zh-CN" altLang="en-US" sz="2800" b="1" dirty="0">
                <a:latin typeface="楷体_GB2312" pitchFamily="1" charset="-122"/>
                <a:ea typeface="楷体_GB2312" pitchFamily="1" charset="-122"/>
              </a:rPr>
              <a:t>模板是一个小的</a:t>
            </a:r>
            <a:r>
              <a:rPr lang="en-US" sz="2800" b="1" dirty="0">
                <a:latin typeface="楷体_GB2312" pitchFamily="1" charset="-122"/>
                <a:ea typeface="楷体_GB2312" pitchFamily="1" charset="-122"/>
              </a:rPr>
              <a:t>(3</a:t>
            </a:r>
            <a:r>
              <a:rPr lang="en-US" b="1" dirty="0"/>
              <a:t>×</a:t>
            </a:r>
            <a:r>
              <a:rPr lang="en-US" sz="2800" b="1" dirty="0">
                <a:latin typeface="楷体_GB2312" pitchFamily="1" charset="-122"/>
                <a:ea typeface="楷体_GB2312" pitchFamily="1" charset="-122"/>
              </a:rPr>
              <a:t>3)</a:t>
            </a:r>
            <a:r>
              <a:rPr lang="zh-CN" altLang="en-US" sz="2800" b="1" dirty="0">
                <a:latin typeface="楷体_GB2312" pitchFamily="1" charset="-122"/>
                <a:ea typeface="楷体_GB2312" pitchFamily="1" charset="-122"/>
              </a:rPr>
              <a:t>二维阵列</a:t>
            </a:r>
            <a:r>
              <a:rPr lang="en-US" sz="2800" b="1" dirty="0">
                <a:latin typeface="楷体_GB2312" pitchFamily="1" charset="-122"/>
                <a:ea typeface="楷体_GB2312" pitchFamily="1" charset="-122"/>
              </a:rPr>
              <a:t>,</a:t>
            </a:r>
            <a:r>
              <a:rPr lang="zh-CN" altLang="en-US" sz="2800" b="1" dirty="0">
                <a:solidFill>
                  <a:srgbClr val="0033CC"/>
                </a:solidFill>
                <a:latin typeface="楷体_GB2312" pitchFamily="1" charset="-122"/>
                <a:ea typeface="楷体_GB2312" pitchFamily="1" charset="-122"/>
              </a:rPr>
              <a:t>模板的系数值决定了处理的性质</a:t>
            </a:r>
            <a:r>
              <a:rPr lang="en-US" sz="2800" b="1" dirty="0">
                <a:latin typeface="楷体_GB2312" pitchFamily="1" charset="-122"/>
                <a:ea typeface="楷体_GB2312" pitchFamily="1" charset="-122"/>
              </a:rPr>
              <a:t>,</a:t>
            </a:r>
            <a:r>
              <a:rPr lang="zh-CN" altLang="en-US" sz="2800" b="1" dirty="0">
                <a:latin typeface="楷体_GB2312" pitchFamily="1" charset="-122"/>
                <a:ea typeface="楷体_GB2312" pitchFamily="1" charset="-122"/>
              </a:rPr>
              <a:t>如图像尖锐化等</a:t>
            </a:r>
            <a:r>
              <a:rPr lang="en-US" sz="2800" b="1" dirty="0">
                <a:latin typeface="楷体_GB2312" pitchFamily="1" charset="-122"/>
                <a:ea typeface="楷体_GB2312" pitchFamily="1" charset="-122"/>
              </a:rPr>
              <a:t>.  </a:t>
            </a:r>
            <a:r>
              <a:rPr lang="zh-CN" altLang="en-US" sz="2800" b="1" dirty="0">
                <a:latin typeface="楷体_GB2312" pitchFamily="1" charset="-122"/>
                <a:ea typeface="楷体_GB2312" pitchFamily="1" charset="-122"/>
              </a:rPr>
              <a:t>以这种方法为基础的增强技术通常是指</a:t>
            </a:r>
            <a:r>
              <a:rPr lang="zh-CN" altLang="en-US" sz="2800" b="1" u="sng" dirty="0">
                <a:solidFill>
                  <a:srgbClr val="C00000"/>
                </a:solidFill>
                <a:effectLst>
                  <a:outerShdw blurRad="38100" dist="38100" dir="2700000" algn="tl">
                    <a:srgbClr val="C0C0C0"/>
                  </a:outerShdw>
                </a:effectLst>
                <a:latin typeface="楷体_GB2312" pitchFamily="1" charset="-122"/>
                <a:ea typeface="楷体_GB2312" pitchFamily="1" charset="-122"/>
              </a:rPr>
              <a:t>模板处理</a:t>
            </a:r>
            <a:r>
              <a:rPr lang="zh-CN" altLang="en-US" sz="2800" b="1" dirty="0">
                <a:latin typeface="楷体_GB2312" pitchFamily="1" charset="-122"/>
                <a:ea typeface="楷体_GB2312" pitchFamily="1" charset="-122"/>
              </a:rPr>
              <a:t>或</a:t>
            </a:r>
            <a:r>
              <a:rPr lang="zh-CN" altLang="en-US" sz="2800" b="1" u="sng" dirty="0">
                <a:solidFill>
                  <a:srgbClr val="C00000"/>
                </a:solidFill>
                <a:effectLst>
                  <a:outerShdw blurRad="38100" dist="38100" dir="2700000" algn="tl">
                    <a:srgbClr val="C0C0C0"/>
                  </a:outerShdw>
                </a:effectLst>
                <a:latin typeface="楷体_GB2312" pitchFamily="1" charset="-122"/>
                <a:ea typeface="楷体_GB2312" pitchFamily="1" charset="-122"/>
              </a:rPr>
              <a:t>空域滤波</a:t>
            </a:r>
            <a:r>
              <a:rPr lang="en-US" sz="2800" b="1" dirty="0">
                <a:latin typeface="楷体_GB2312" pitchFamily="1" charset="-122"/>
                <a:ea typeface="楷体_GB2312" pitchFamily="1" charset="-122"/>
              </a:rPr>
              <a:t>.</a:t>
            </a:r>
          </a:p>
        </p:txBody>
      </p:sp>
      <p:sp>
        <p:nvSpPr>
          <p:cNvPr id="5" name="矩形 4">
            <a:extLst>
              <a:ext uri="{FF2B5EF4-FFF2-40B4-BE49-F238E27FC236}">
                <a16:creationId xmlns:a16="http://schemas.microsoft.com/office/drawing/2014/main" id="{EA3EA43A-9886-4DA0-BAA3-C84DAE08DFD6}"/>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dirty="0"/>
          </a:p>
        </p:txBody>
      </p:sp>
      <p:sp>
        <p:nvSpPr>
          <p:cNvPr id="27652" name="TextBox 23">
            <a:extLst>
              <a:ext uri="{FF2B5EF4-FFF2-40B4-BE49-F238E27FC236}">
                <a16:creationId xmlns:a16="http://schemas.microsoft.com/office/drawing/2014/main" id="{91BD1FCE-AE95-4728-AB7F-2A759665FC4F}"/>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zh-CN" altLang="en-US" b="1">
                <a:solidFill>
                  <a:schemeClr val="bg1"/>
                </a:solidFill>
                <a:latin typeface="微软雅黑" panose="020B0503020204020204" pitchFamily="34" charset="-122"/>
                <a:ea typeface="微软雅黑" panose="020B0503020204020204" pitchFamily="34" charset="-122"/>
              </a:rPr>
              <a:t>背景知识</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图片 12" descr="tset.tif">
            <a:extLst>
              <a:ext uri="{FF2B5EF4-FFF2-40B4-BE49-F238E27FC236}">
                <a16:creationId xmlns:a16="http://schemas.microsoft.com/office/drawing/2014/main" id="{FB806075-42D3-4346-BFDF-8481C8654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图片 13" descr="test.jpg">
            <a:extLst>
              <a:ext uri="{FF2B5EF4-FFF2-40B4-BE49-F238E27FC236}">
                <a16:creationId xmlns:a16="http://schemas.microsoft.com/office/drawing/2014/main" id="{D7366B0C-98A4-4AA9-BB5A-E5076C981F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ECCC0ADA-12FA-426B-83E7-40BF6150F86D}"/>
              </a:ext>
            </a:extLst>
          </p:cNvPr>
          <p:cNvSpPr txBox="1">
            <a:spLocks noChangeArrowheads="1"/>
          </p:cNvSpPr>
          <p:nvPr/>
        </p:nvSpPr>
        <p:spPr bwMode="auto">
          <a:xfrm>
            <a:off x="2714625" y="1000125"/>
            <a:ext cx="3857625" cy="315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zh-CN" altLang="en-US" sz="19900" b="1">
                <a:solidFill>
                  <a:srgbClr val="FFFF00"/>
                </a:solidFill>
                <a:ea typeface="华文楷体" panose="02010600040101010101" pitchFamily="2" charset="-122"/>
              </a:rPr>
              <a:t>？</a:t>
            </a:r>
          </a:p>
        </p:txBody>
      </p:sp>
      <p:sp>
        <p:nvSpPr>
          <p:cNvPr id="5" name="TextBox 4">
            <a:extLst>
              <a:ext uri="{FF2B5EF4-FFF2-40B4-BE49-F238E27FC236}">
                <a16:creationId xmlns:a16="http://schemas.microsoft.com/office/drawing/2014/main" id="{A9831CED-C9FD-452F-B60D-74C3F9C8FDD8}"/>
              </a:ext>
            </a:extLst>
          </p:cNvPr>
          <p:cNvSpPr txBox="1">
            <a:spLocks noChangeArrowheads="1"/>
          </p:cNvSpPr>
          <p:nvPr/>
        </p:nvSpPr>
        <p:spPr bwMode="auto">
          <a:xfrm>
            <a:off x="2071688" y="1643063"/>
            <a:ext cx="5143500"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eaLnBrk="1" hangingPunct="1">
              <a:buFont typeface="Arial" panose="020B0604020202020204" pitchFamily="34" charset="0"/>
              <a:buNone/>
            </a:pPr>
            <a:r>
              <a:rPr lang="zh-CN" altLang="en-US" sz="9600" b="1">
                <a:solidFill>
                  <a:srgbClr val="FFFF00"/>
                </a:solidFill>
                <a:latin typeface="微软雅黑" panose="020B0503020204020204" pitchFamily="34" charset="-122"/>
                <a:ea typeface="微软雅黑" panose="020B0503020204020204" pitchFamily="34" charset="-122"/>
              </a:rPr>
              <a:t>灰度变换</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1000"/>
                                        <p:tgtEl>
                                          <p:spTgt spid="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xit" presetSubtype="0" fill="hold" grpId="1" nodeType="clickEffect">
                                  <p:stCondLst>
                                    <p:cond delay="0"/>
                                  </p:stCondLst>
                                  <p:childTnLst>
                                    <p:set>
                                      <p:cBhvr>
                                        <p:cTn id="15" dur="1" fill="hold">
                                          <p:stCondLst>
                                            <p:cond delay="0"/>
                                          </p:stCondLst>
                                        </p:cTn>
                                        <p:tgtEl>
                                          <p:spTgt spid="4"/>
                                        </p:tgtEl>
                                        <p:attrNameLst>
                                          <p:attrName>style.visibility</p:attrName>
                                        </p:attrNameLst>
                                      </p:cBhvr>
                                      <p:to>
                                        <p:strVal val="hidden"/>
                                      </p:to>
                                    </p:set>
                                  </p:childTnLst>
                                </p:cTn>
                              </p:par>
                            </p:childTnLst>
                          </p:cTn>
                        </p:par>
                        <p:par>
                          <p:cTn id="16" fill="hold" nodeType="afterGroup">
                            <p:stCondLst>
                              <p:cond delay="0"/>
                            </p:stCondLst>
                            <p:childTnLst>
                              <p:par>
                                <p:cTn id="17" presetID="27" presetClass="entr" presetSubtype="0" fill="hold" grpId="0" nodeType="afterEffect">
                                  <p:stCondLst>
                                    <p:cond delay="0"/>
                                  </p:stCondLst>
                                  <p:iterate type="lt">
                                    <p:tmPct val="50000"/>
                                  </p:iterate>
                                  <p:childTnLst>
                                    <p:set>
                                      <p:cBhvr>
                                        <p:cTn id="18" dur="1" fill="hold">
                                          <p:stCondLst>
                                            <p:cond delay="0"/>
                                          </p:stCondLst>
                                        </p:cTn>
                                        <p:tgtEl>
                                          <p:spTgt spid="5"/>
                                        </p:tgtEl>
                                        <p:attrNameLst>
                                          <p:attrName>style.visibility</p:attrName>
                                        </p:attrNameLst>
                                      </p:cBhvr>
                                      <p:to>
                                        <p:strVal val="visible"/>
                                      </p:to>
                                    </p:set>
                                    <p:anim calcmode="discrete" valueType="clr">
                                      <p:cBhvr override="childStyle">
                                        <p:cTn id="19" dur="1000"/>
                                        <p:tgtEl>
                                          <p:spTgt spid="5"/>
                                        </p:tgtEl>
                                        <p:attrNameLst>
                                          <p:attrName>style.color</p:attrName>
                                        </p:attrNameLst>
                                      </p:cBhvr>
                                      <p:tavLst>
                                        <p:tav tm="0">
                                          <p:val>
                                            <p:clrVal>
                                              <a:srgbClr val="E6F618"/>
                                            </p:clrVal>
                                          </p:val>
                                        </p:tav>
                                        <p:tav tm="50000">
                                          <p:val>
                                            <p:clrVal>
                                              <a:srgbClr val="E6F618"/>
                                            </p:clrVal>
                                          </p:val>
                                        </p:tav>
                                      </p:tavLst>
                                    </p:anim>
                                    <p:anim calcmode="discrete" valueType="clr">
                                      <p:cBhvr>
                                        <p:cTn id="20" dur="1000"/>
                                        <p:tgtEl>
                                          <p:spTgt spid="5"/>
                                        </p:tgtEl>
                                        <p:attrNameLst>
                                          <p:attrName>fillcolor</p:attrName>
                                        </p:attrNameLst>
                                      </p:cBhvr>
                                      <p:tavLst>
                                        <p:tav tm="0">
                                          <p:val>
                                            <p:clrVal>
                                              <a:schemeClr val="accent2"/>
                                            </p:clrVal>
                                          </p:val>
                                        </p:tav>
                                        <p:tav tm="50000">
                                          <p:val>
                                            <p:clrVal>
                                              <a:schemeClr val="hlink"/>
                                            </p:clrVal>
                                          </p:val>
                                        </p:tav>
                                      </p:tavLst>
                                    </p:anim>
                                    <p:set>
                                      <p:cBhvr>
                                        <p:cTn id="21" dur="1000"/>
                                        <p:tgtEl>
                                          <p:spTgt spid="5"/>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A8023EC2-BB29-40DD-8B0F-CB3AE07C686A}"/>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dirty="0"/>
          </a:p>
        </p:txBody>
      </p:sp>
      <p:sp>
        <p:nvSpPr>
          <p:cNvPr id="29699" name="TextBox 23">
            <a:extLst>
              <a:ext uri="{FF2B5EF4-FFF2-40B4-BE49-F238E27FC236}">
                <a16:creationId xmlns:a16="http://schemas.microsoft.com/office/drawing/2014/main" id="{6B0E54B1-8962-4803-8F04-C9876E26B19E}"/>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zh-CN" altLang="en-US" b="1">
                <a:solidFill>
                  <a:schemeClr val="bg1"/>
                </a:solidFill>
                <a:latin typeface="微软雅黑" panose="020B0503020204020204" pitchFamily="34" charset="-122"/>
                <a:ea typeface="微软雅黑" panose="020B0503020204020204" pitchFamily="34" charset="-122"/>
              </a:rPr>
              <a:t>灰度变换</a:t>
            </a:r>
          </a:p>
        </p:txBody>
      </p:sp>
      <p:sp>
        <p:nvSpPr>
          <p:cNvPr id="29700" name="内容占位符 2">
            <a:extLst>
              <a:ext uri="{FF2B5EF4-FFF2-40B4-BE49-F238E27FC236}">
                <a16:creationId xmlns:a16="http://schemas.microsoft.com/office/drawing/2014/main" id="{A19C98AF-82D6-4B7E-A262-32785175A3F5}"/>
              </a:ext>
            </a:extLst>
          </p:cNvPr>
          <p:cNvSpPr>
            <a:spLocks noGrp="1"/>
          </p:cNvSpPr>
          <p:nvPr>
            <p:ph idx="1"/>
          </p:nvPr>
        </p:nvSpPr>
        <p:spPr>
          <a:xfrm>
            <a:off x="325438" y="1071563"/>
            <a:ext cx="8675687" cy="3519487"/>
          </a:xfrm>
        </p:spPr>
        <p:txBody>
          <a:bodyPr/>
          <a:lstStyle/>
          <a:p>
            <a:pPr marL="0" indent="457200"/>
            <a:r>
              <a:rPr lang="zh-CN" altLang="en-US" sz="3000" b="1">
                <a:solidFill>
                  <a:srgbClr val="C00000"/>
                </a:solidFill>
                <a:latin typeface="微软雅黑" panose="020B0503020204020204" pitchFamily="34" charset="-122"/>
                <a:ea typeface="华文楷体" panose="02010600040101010101" pitchFamily="2" charset="-122"/>
              </a:rPr>
              <a:t>对比度</a:t>
            </a:r>
            <a:r>
              <a:rPr lang="zh-CN" altLang="en-US" sz="3000">
                <a:latin typeface="微软雅黑" panose="020B0503020204020204" pitchFamily="34" charset="-122"/>
                <a:ea typeface="华文楷体" panose="02010600040101010101" pitchFamily="2" charset="-122"/>
              </a:rPr>
              <a:t>指图像中最大亮度与最小亮度的比值</a:t>
            </a:r>
            <a:endParaRPr lang="en-US" altLang="zh-CN" sz="3000">
              <a:latin typeface="微软雅黑" panose="020B0503020204020204" pitchFamily="34" charset="-122"/>
              <a:ea typeface="华文楷体" panose="02010600040101010101" pitchFamily="2" charset="-122"/>
            </a:endParaRPr>
          </a:p>
          <a:p>
            <a:pPr marL="0" indent="457200"/>
            <a:r>
              <a:rPr lang="zh-CN" altLang="en-US" sz="3000" b="1">
                <a:solidFill>
                  <a:srgbClr val="C00000"/>
                </a:solidFill>
                <a:latin typeface="微软雅黑" panose="020B0503020204020204" pitchFamily="34" charset="-122"/>
                <a:ea typeface="华文楷体" panose="02010600040101010101" pitchFamily="2" charset="-122"/>
              </a:rPr>
              <a:t>灰度变换</a:t>
            </a:r>
            <a:r>
              <a:rPr lang="zh-CN" altLang="en-US" sz="3000">
                <a:latin typeface="微软雅黑" panose="020B0503020204020204" pitchFamily="34" charset="-122"/>
                <a:ea typeface="华文楷体" panose="02010600040101010101" pitchFamily="2" charset="-122"/>
              </a:rPr>
              <a:t>可使图像动态范围增大，图像对比度扩展，图像变清晰，特征明显，是图像增强的重要手段之一</a:t>
            </a:r>
          </a:p>
        </p:txBody>
      </p:sp>
      <p:grpSp>
        <p:nvGrpSpPr>
          <p:cNvPr id="9" name="组合 8">
            <a:extLst>
              <a:ext uri="{FF2B5EF4-FFF2-40B4-BE49-F238E27FC236}">
                <a16:creationId xmlns:a16="http://schemas.microsoft.com/office/drawing/2014/main" id="{3D4730E0-3E29-44DE-8B05-AA39E761C34B}"/>
              </a:ext>
            </a:extLst>
          </p:cNvPr>
          <p:cNvGrpSpPr>
            <a:grpSpLocks/>
          </p:cNvGrpSpPr>
          <p:nvPr/>
        </p:nvGrpSpPr>
        <p:grpSpPr bwMode="auto">
          <a:xfrm>
            <a:off x="922338" y="2786063"/>
            <a:ext cx="7292975" cy="4214812"/>
            <a:chOff x="857224" y="2786058"/>
            <a:chExt cx="7293251" cy="4214842"/>
          </a:xfrm>
        </p:grpSpPr>
        <p:sp>
          <p:nvSpPr>
            <p:cNvPr id="8" name="圆角矩形 7">
              <a:extLst>
                <a:ext uri="{FF2B5EF4-FFF2-40B4-BE49-F238E27FC236}">
                  <a16:creationId xmlns:a16="http://schemas.microsoft.com/office/drawing/2014/main" id="{6A719834-BE3E-46FB-9368-A57585219630}"/>
                </a:ext>
              </a:extLst>
            </p:cNvPr>
            <p:cNvSpPr/>
            <p:nvPr/>
          </p:nvSpPr>
          <p:spPr>
            <a:xfrm>
              <a:off x="857224" y="3248994"/>
              <a:ext cx="7293251" cy="3323278"/>
            </a:xfrm>
            <a:prstGeom prst="roundRect">
              <a:avLst>
                <a:gd name="adj" fmla="val 4024"/>
              </a:avLst>
            </a:prstGeom>
            <a:solidFill>
              <a:schemeClr val="bg1">
                <a:lumMod val="95000"/>
              </a:schemeClr>
            </a:solidFill>
            <a:ln w="19050">
              <a:solidFill>
                <a:schemeClr val="tx1"/>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graphicFrame>
          <p:nvGraphicFramePr>
            <p:cNvPr id="7" name="图示 6">
              <a:extLst>
                <a:ext uri="{FF2B5EF4-FFF2-40B4-BE49-F238E27FC236}">
                  <a16:creationId xmlns:a16="http://schemas.microsoft.com/office/drawing/2014/main" id="{AE047426-5F9E-489B-8C0A-405485A6DEB6}"/>
                </a:ext>
              </a:extLst>
            </p:cNvPr>
            <p:cNvGraphicFramePr/>
            <p:nvPr/>
          </p:nvGraphicFramePr>
          <p:xfrm>
            <a:off x="1285851" y="2786058"/>
            <a:ext cx="6500858" cy="42148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65950124-7813-43BF-A0C0-3BC2C45907D1}"/>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30723" name="TextBox 23">
            <a:extLst>
              <a:ext uri="{FF2B5EF4-FFF2-40B4-BE49-F238E27FC236}">
                <a16:creationId xmlns:a16="http://schemas.microsoft.com/office/drawing/2014/main" id="{22A49E0B-6B47-4044-901D-CE59BA2850CF}"/>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zh-CN" altLang="en-US" b="1">
                <a:solidFill>
                  <a:schemeClr val="bg1"/>
                </a:solidFill>
                <a:latin typeface="微软雅黑" panose="020B0503020204020204" pitchFamily="34" charset="-122"/>
                <a:ea typeface="微软雅黑" panose="020B0503020204020204" pitchFamily="34" charset="-122"/>
              </a:rPr>
              <a:t>灰度变换</a:t>
            </a:r>
          </a:p>
        </p:txBody>
      </p:sp>
      <p:sp>
        <p:nvSpPr>
          <p:cNvPr id="30724" name="内容占位符 2">
            <a:extLst>
              <a:ext uri="{FF2B5EF4-FFF2-40B4-BE49-F238E27FC236}">
                <a16:creationId xmlns:a16="http://schemas.microsoft.com/office/drawing/2014/main" id="{0A61E588-3A86-4371-B611-D796C67E6DAC}"/>
              </a:ext>
            </a:extLst>
          </p:cNvPr>
          <p:cNvSpPr>
            <a:spLocks noGrp="1"/>
          </p:cNvSpPr>
          <p:nvPr>
            <p:ph idx="1"/>
          </p:nvPr>
        </p:nvSpPr>
        <p:spPr>
          <a:xfrm>
            <a:off x="471488" y="857250"/>
            <a:ext cx="8304212" cy="1173163"/>
          </a:xfrm>
        </p:spPr>
        <p:txBody>
          <a:bodyPr/>
          <a:lstStyle/>
          <a:p>
            <a:pPr marL="0" indent="0">
              <a:buFont typeface="Wingdings 2" panose="05020102010507070707" pitchFamily="18" charset="2"/>
              <a:buNone/>
            </a:pPr>
            <a:r>
              <a:rPr lang="zh-CN" altLang="en-US" b="1" u="sng">
                <a:solidFill>
                  <a:srgbClr val="C00000"/>
                </a:solidFill>
                <a:latin typeface="黑体" panose="02010609060101010101" pitchFamily="49" charset="-122"/>
                <a:ea typeface="黑体" panose="02010609060101010101" pitchFamily="49" charset="-122"/>
              </a:rPr>
              <a:t>线性变换</a:t>
            </a:r>
            <a:endParaRPr lang="en-US" altLang="zh-CN" b="1" u="sng">
              <a:solidFill>
                <a:srgbClr val="C00000"/>
              </a:solidFill>
              <a:latin typeface="黑体" panose="02010609060101010101" pitchFamily="49" charset="-122"/>
              <a:ea typeface="黑体" panose="02010609060101010101" pitchFamily="49" charset="-122"/>
            </a:endParaRPr>
          </a:p>
          <a:p>
            <a:pPr marL="0" indent="0"/>
            <a:endParaRPr lang="zh-CN" altLang="en-US"/>
          </a:p>
        </p:txBody>
      </p:sp>
      <p:sp>
        <p:nvSpPr>
          <p:cNvPr id="30725" name="内容占位符 2">
            <a:extLst>
              <a:ext uri="{FF2B5EF4-FFF2-40B4-BE49-F238E27FC236}">
                <a16:creationId xmlns:a16="http://schemas.microsoft.com/office/drawing/2014/main" id="{97129E8A-9B2A-43E1-B022-589292634CBF}"/>
              </a:ext>
            </a:extLst>
          </p:cNvPr>
          <p:cNvSpPr txBox="1">
            <a:spLocks noChangeArrowheads="1"/>
          </p:cNvSpPr>
          <p:nvPr/>
        </p:nvSpPr>
        <p:spPr bwMode="auto">
          <a:xfrm>
            <a:off x="428625" y="1500188"/>
            <a:ext cx="8580438" cy="1233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457200">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just" eaLnBrk="1" hangingPunct="1">
              <a:spcBef>
                <a:spcPct val="20000"/>
              </a:spcBef>
              <a:buFont typeface="Arial" panose="020B0604020202020204" pitchFamily="34" charset="0"/>
              <a:buNone/>
            </a:pPr>
            <a:r>
              <a:rPr lang="zh-CN" altLang="en-US" sz="2800">
                <a:latin typeface="华文楷体" panose="02010600040101010101" pitchFamily="2" charset="-122"/>
                <a:ea typeface="华文楷体" panose="02010600040101010101" pitchFamily="2" charset="-122"/>
              </a:rPr>
              <a:t>针对图像在曝光不足或过度情况下（图像灰度局限在很小的范围内），对图像每一个像素灰度作线性拉伸，有效改善图像视觉效果</a:t>
            </a:r>
          </a:p>
        </p:txBody>
      </p:sp>
      <p:pic>
        <p:nvPicPr>
          <p:cNvPr id="30726" name="Picture 5" descr="C:\Users\lenovo\Desktop\55.jpg">
            <a:extLst>
              <a:ext uri="{FF2B5EF4-FFF2-40B4-BE49-F238E27FC236}">
                <a16:creationId xmlns:a16="http://schemas.microsoft.com/office/drawing/2014/main" id="{5D288303-1299-46FD-B983-A3778AB853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063" y="2928938"/>
            <a:ext cx="3643312" cy="3557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7" name="Picture 3" descr="C:\Users\lenovo\Desktop\22.jpg">
            <a:extLst>
              <a:ext uri="{FF2B5EF4-FFF2-40B4-BE49-F238E27FC236}">
                <a16:creationId xmlns:a16="http://schemas.microsoft.com/office/drawing/2014/main" id="{98D402E5-BF14-497D-9D24-6BF3728741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3963" y="2928938"/>
            <a:ext cx="3643312" cy="3557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8" name="TextBox 3">
            <a:extLst>
              <a:ext uri="{FF2B5EF4-FFF2-40B4-BE49-F238E27FC236}">
                <a16:creationId xmlns:a16="http://schemas.microsoft.com/office/drawing/2014/main" id="{2D29AE8A-E77E-4663-A9D1-87EDA9A3311D}"/>
              </a:ext>
            </a:extLst>
          </p:cNvPr>
          <p:cNvSpPr txBox="1">
            <a:spLocks noChangeArrowheads="1"/>
          </p:cNvSpPr>
          <p:nvPr/>
        </p:nvSpPr>
        <p:spPr bwMode="auto">
          <a:xfrm>
            <a:off x="500063" y="6500813"/>
            <a:ext cx="36433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b="1">
                <a:latin typeface="Arial" panose="020B0604020202020204" pitchFamily="34" charset="0"/>
                <a:ea typeface="华文楷体" panose="02010600040101010101" pitchFamily="2" charset="-122"/>
              </a:rPr>
              <a:t>原始航拍图像</a:t>
            </a:r>
          </a:p>
        </p:txBody>
      </p:sp>
      <p:sp>
        <p:nvSpPr>
          <p:cNvPr id="30729" name="TextBox 11">
            <a:extLst>
              <a:ext uri="{FF2B5EF4-FFF2-40B4-BE49-F238E27FC236}">
                <a16:creationId xmlns:a16="http://schemas.microsoft.com/office/drawing/2014/main" id="{33A9EAB0-B807-453E-83F8-36A29B7763B8}"/>
              </a:ext>
            </a:extLst>
          </p:cNvPr>
          <p:cNvSpPr txBox="1">
            <a:spLocks noChangeArrowheads="1"/>
          </p:cNvSpPr>
          <p:nvPr/>
        </p:nvSpPr>
        <p:spPr bwMode="auto">
          <a:xfrm>
            <a:off x="5033963" y="6488113"/>
            <a:ext cx="36433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b="1">
                <a:latin typeface="Arial" panose="020B0604020202020204" pitchFamily="34" charset="0"/>
                <a:ea typeface="华文楷体" panose="02010600040101010101" pitchFamily="2" charset="-122"/>
              </a:rPr>
              <a:t>线性变换后图像</a:t>
            </a:r>
          </a:p>
        </p:txBody>
      </p:sp>
      <p:sp>
        <p:nvSpPr>
          <p:cNvPr id="30730" name="右箭头 1">
            <a:extLst>
              <a:ext uri="{FF2B5EF4-FFF2-40B4-BE49-F238E27FC236}">
                <a16:creationId xmlns:a16="http://schemas.microsoft.com/office/drawing/2014/main" id="{6A38DCCC-D8D4-4DCC-9947-956BDCA59A20}"/>
              </a:ext>
            </a:extLst>
          </p:cNvPr>
          <p:cNvSpPr>
            <a:spLocks noChangeArrowheads="1"/>
          </p:cNvSpPr>
          <p:nvPr/>
        </p:nvSpPr>
        <p:spPr bwMode="auto">
          <a:xfrm>
            <a:off x="4246563" y="4257675"/>
            <a:ext cx="431800" cy="671513"/>
          </a:xfrm>
          <a:prstGeom prst="rightArrow">
            <a:avLst>
              <a:gd name="adj1" fmla="val 50000"/>
              <a:gd name="adj2" fmla="val 49875"/>
            </a:avLst>
          </a:prstGeom>
          <a:solidFill>
            <a:schemeClr val="accent1"/>
          </a:solidFill>
          <a:ln w="12700" algn="ctr">
            <a:solidFill>
              <a:schemeClr val="tx1"/>
            </a:solidFill>
            <a:round/>
            <a:headEnd type="none" w="sm" len="sm"/>
            <a:tailEnd type="none" w="sm" len="sm"/>
          </a:ln>
        </p:spPr>
        <p:txBody>
          <a:bodyPr lIns="91896" tIns="45950" rIns="91896" bIns="45950"/>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a:spcBef>
                <a:spcPct val="30000"/>
              </a:spcBef>
              <a:buClrTx/>
              <a:buSzTx/>
              <a:buFont typeface="Arial" panose="020B0604020202020204" pitchFamily="34" charset="0"/>
              <a:buNone/>
            </a:pPr>
            <a:endParaRPr lang="zh-CN" altLang="en-US" sz="2000" b="1">
              <a:latin typeface="Arial" panose="020B0604020202020204" pitchFamily="34" charset="0"/>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7CB368FE-909C-47AF-A276-BBC80D76D95A}"/>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31747" name="TextBox 23">
            <a:extLst>
              <a:ext uri="{FF2B5EF4-FFF2-40B4-BE49-F238E27FC236}">
                <a16:creationId xmlns:a16="http://schemas.microsoft.com/office/drawing/2014/main" id="{2B0C24ED-9E11-442C-85DF-503C4BA3DAEA}"/>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zh-CN" altLang="en-US" b="1">
                <a:solidFill>
                  <a:schemeClr val="bg1"/>
                </a:solidFill>
                <a:latin typeface="微软雅黑" panose="020B0503020204020204" pitchFamily="34" charset="-122"/>
                <a:ea typeface="微软雅黑" panose="020B0503020204020204" pitchFamily="34" charset="-122"/>
              </a:rPr>
              <a:t>灰度变换</a:t>
            </a:r>
          </a:p>
        </p:txBody>
      </p:sp>
      <p:sp>
        <p:nvSpPr>
          <p:cNvPr id="31748" name="内容占位符 2">
            <a:extLst>
              <a:ext uri="{FF2B5EF4-FFF2-40B4-BE49-F238E27FC236}">
                <a16:creationId xmlns:a16="http://schemas.microsoft.com/office/drawing/2014/main" id="{B90010A0-EFFB-4F5E-9FAB-E08E7A2D3274}"/>
              </a:ext>
            </a:extLst>
          </p:cNvPr>
          <p:cNvSpPr>
            <a:spLocks noGrp="1"/>
          </p:cNvSpPr>
          <p:nvPr>
            <p:ph idx="1"/>
          </p:nvPr>
        </p:nvSpPr>
        <p:spPr>
          <a:xfrm>
            <a:off x="563563" y="1401763"/>
            <a:ext cx="8304212" cy="1173162"/>
          </a:xfrm>
        </p:spPr>
        <p:txBody>
          <a:bodyPr/>
          <a:lstStyle/>
          <a:p>
            <a:pPr marL="0" indent="0">
              <a:buFont typeface="Wingdings 2" panose="05020102010507070707" pitchFamily="18" charset="2"/>
              <a:buNone/>
            </a:pPr>
            <a:r>
              <a:rPr lang="zh-CN" altLang="en-US" b="1" u="sng">
                <a:solidFill>
                  <a:srgbClr val="C00000"/>
                </a:solidFill>
                <a:latin typeface="黑体" panose="02010609060101010101" pitchFamily="49" charset="-122"/>
                <a:ea typeface="黑体" panose="02010609060101010101" pitchFamily="49" charset="-122"/>
              </a:rPr>
              <a:t>线性变换</a:t>
            </a:r>
            <a:endParaRPr lang="en-US" altLang="zh-CN" b="1" u="sng">
              <a:solidFill>
                <a:srgbClr val="C00000"/>
              </a:solidFill>
              <a:latin typeface="黑体" panose="02010609060101010101" pitchFamily="49" charset="-122"/>
              <a:ea typeface="黑体" panose="02010609060101010101" pitchFamily="49" charset="-122"/>
            </a:endParaRPr>
          </a:p>
          <a:p>
            <a:pPr marL="0" indent="0"/>
            <a:endParaRPr lang="zh-CN" altLang="en-US"/>
          </a:p>
        </p:txBody>
      </p:sp>
      <p:sp>
        <p:nvSpPr>
          <p:cNvPr id="31749" name="Rectangle 12">
            <a:extLst>
              <a:ext uri="{FF2B5EF4-FFF2-40B4-BE49-F238E27FC236}">
                <a16:creationId xmlns:a16="http://schemas.microsoft.com/office/drawing/2014/main" id="{79F926A8-6B64-4C52-B013-133D35D82DA5}"/>
              </a:ext>
            </a:extLst>
          </p:cNvPr>
          <p:cNvSpPr>
            <a:spLocks noChangeArrowheads="1"/>
          </p:cNvSpPr>
          <p:nvPr/>
        </p:nvSpPr>
        <p:spPr bwMode="auto">
          <a:xfrm>
            <a:off x="395288" y="2286000"/>
            <a:ext cx="4537075" cy="2160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lnSpc>
                <a:spcPct val="120000"/>
              </a:lnSpc>
              <a:spcBef>
                <a:spcPct val="50000"/>
              </a:spcBef>
              <a:buClrTx/>
              <a:buSzTx/>
              <a:buFont typeface="Arial" panose="020B0604020202020204" pitchFamily="34" charset="0"/>
              <a:buNone/>
            </a:pPr>
            <a:r>
              <a:rPr kumimoji="1" lang="zh-CN" altLang="en-US" sz="2800">
                <a:latin typeface="Times New Roman" panose="02020603050405020304" pitchFamily="18" charset="0"/>
                <a:ea typeface="华文楷体" panose="02010600040101010101" pitchFamily="2" charset="-122"/>
                <a:cs typeface="Times New Roman" panose="02020603050405020304" pitchFamily="18" charset="0"/>
              </a:rPr>
              <a:t>令图像 </a:t>
            </a:r>
            <a:r>
              <a:rPr kumimoji="1" lang="en-US" altLang="zh-CN" sz="2800" i="1">
                <a:latin typeface="Times New Roman" panose="02020603050405020304" pitchFamily="18" charset="0"/>
                <a:ea typeface="华文楷体" panose="02010600040101010101" pitchFamily="2" charset="-122"/>
                <a:cs typeface="Times New Roman" panose="02020603050405020304" pitchFamily="18" charset="0"/>
              </a:rPr>
              <a:t>f </a:t>
            </a:r>
            <a:r>
              <a:rPr kumimoji="1" lang="zh-CN" altLang="en-US" sz="2800">
                <a:latin typeface="Times New Roman" panose="02020603050405020304" pitchFamily="18" charset="0"/>
                <a:ea typeface="华文楷体" panose="02010600040101010101" pitchFamily="2" charset="-122"/>
                <a:cs typeface="Times New Roman" panose="02020603050405020304" pitchFamily="18" charset="0"/>
              </a:rPr>
              <a:t>的灰度范围为</a:t>
            </a:r>
            <a:r>
              <a:rPr kumimoji="1" lang="en-US" altLang="zh-CN" sz="2800">
                <a:latin typeface="Times New Roman" panose="02020603050405020304" pitchFamily="18" charset="0"/>
                <a:ea typeface="华文楷体" panose="02010600040101010101" pitchFamily="2" charset="-122"/>
                <a:cs typeface="Times New Roman" panose="02020603050405020304" pitchFamily="18" charset="0"/>
              </a:rPr>
              <a:t>[a, b]</a:t>
            </a:r>
            <a:r>
              <a:rPr kumimoji="1" lang="zh-CN" altLang="en-US" sz="2800">
                <a:latin typeface="Times New Roman" panose="02020603050405020304" pitchFamily="18" charset="0"/>
                <a:ea typeface="华文楷体" panose="02010600040101010101" pitchFamily="2" charset="-122"/>
                <a:cs typeface="Times New Roman" panose="02020603050405020304" pitchFamily="18" charset="0"/>
              </a:rPr>
              <a:t>，线性变换后图像 </a:t>
            </a:r>
            <a:r>
              <a:rPr kumimoji="1" lang="en-US" altLang="zh-CN" sz="2800" i="1">
                <a:latin typeface="Times New Roman" panose="02020603050405020304" pitchFamily="18" charset="0"/>
                <a:ea typeface="华文楷体" panose="02010600040101010101" pitchFamily="2" charset="-122"/>
                <a:cs typeface="Times New Roman" panose="02020603050405020304" pitchFamily="18" charset="0"/>
              </a:rPr>
              <a:t>g </a:t>
            </a:r>
            <a:r>
              <a:rPr kumimoji="1" lang="zh-CN" altLang="en-US" sz="2800">
                <a:latin typeface="Times New Roman" panose="02020603050405020304" pitchFamily="18" charset="0"/>
                <a:ea typeface="华文楷体" panose="02010600040101010101" pitchFamily="2" charset="-122"/>
                <a:cs typeface="Times New Roman" panose="02020603050405020304" pitchFamily="18" charset="0"/>
              </a:rPr>
              <a:t>的范围为</a:t>
            </a:r>
            <a:r>
              <a:rPr kumimoji="1" lang="en-US" altLang="zh-CN" sz="2800">
                <a:latin typeface="Times New Roman" panose="02020603050405020304" pitchFamily="18" charset="0"/>
                <a:ea typeface="华文楷体" panose="02010600040101010101" pitchFamily="2" charset="-122"/>
                <a:cs typeface="Times New Roman" panose="02020603050405020304" pitchFamily="18" charset="0"/>
              </a:rPr>
              <a:t>[a´, b´]</a:t>
            </a:r>
            <a:r>
              <a:rPr kumimoji="1" lang="zh-CN" altLang="en-US" sz="2800">
                <a:latin typeface="Times New Roman" panose="02020603050405020304" pitchFamily="18" charset="0"/>
                <a:ea typeface="华文楷体" panose="02010600040101010101" pitchFamily="2" charset="-122"/>
                <a:cs typeface="Times New Roman" panose="02020603050405020304" pitchFamily="18" charset="0"/>
              </a:rPr>
              <a:t>，如图，</a:t>
            </a:r>
            <a:r>
              <a:rPr kumimoji="1" lang="en-US" altLang="zh-CN" sz="2800" i="1">
                <a:latin typeface="Times New Roman" panose="02020603050405020304" pitchFamily="18" charset="0"/>
                <a:ea typeface="华文楷体" panose="02010600040101010101" pitchFamily="2" charset="-122"/>
                <a:cs typeface="Times New Roman" panose="02020603050405020304" pitchFamily="18" charset="0"/>
              </a:rPr>
              <a:t>g </a:t>
            </a:r>
            <a:r>
              <a:rPr kumimoji="1" lang="zh-CN" altLang="en-US" sz="2800">
                <a:latin typeface="Times New Roman" panose="02020603050405020304" pitchFamily="18" charset="0"/>
                <a:ea typeface="华文楷体" panose="02010600040101010101" pitchFamily="2" charset="-122"/>
                <a:cs typeface="Times New Roman" panose="02020603050405020304" pitchFamily="18" charset="0"/>
              </a:rPr>
              <a:t>与 </a:t>
            </a:r>
            <a:r>
              <a:rPr kumimoji="1" lang="en-US" altLang="zh-CN" sz="2800" i="1">
                <a:latin typeface="Times New Roman" panose="02020603050405020304" pitchFamily="18" charset="0"/>
                <a:ea typeface="华文楷体" panose="02010600040101010101" pitchFamily="2" charset="-122"/>
                <a:cs typeface="Times New Roman" panose="02020603050405020304" pitchFamily="18" charset="0"/>
              </a:rPr>
              <a:t>f </a:t>
            </a:r>
            <a:r>
              <a:rPr kumimoji="1" lang="zh-CN" altLang="en-US" sz="2800">
                <a:latin typeface="Times New Roman" panose="02020603050405020304" pitchFamily="18" charset="0"/>
                <a:ea typeface="华文楷体" panose="02010600040101010101" pitchFamily="2" charset="-122"/>
                <a:cs typeface="Times New Roman" panose="02020603050405020304" pitchFamily="18" charset="0"/>
              </a:rPr>
              <a:t>之间的关系式为：</a:t>
            </a:r>
          </a:p>
        </p:txBody>
      </p:sp>
      <p:graphicFrame>
        <p:nvGraphicFramePr>
          <p:cNvPr id="31750" name="对象 1">
            <a:extLst>
              <a:ext uri="{FF2B5EF4-FFF2-40B4-BE49-F238E27FC236}">
                <a16:creationId xmlns:a16="http://schemas.microsoft.com/office/drawing/2014/main" id="{4198BE8C-C0EE-4B4F-9C09-164911B53658}"/>
              </a:ext>
            </a:extLst>
          </p:cNvPr>
          <p:cNvGraphicFramePr>
            <a:graphicFrameLocks noChangeAspect="1"/>
          </p:cNvGraphicFramePr>
          <p:nvPr/>
        </p:nvGraphicFramePr>
        <p:xfrm>
          <a:off x="1055688" y="4652963"/>
          <a:ext cx="2943225" cy="969962"/>
        </p:xfrm>
        <a:graphic>
          <a:graphicData uri="http://schemas.openxmlformats.org/presentationml/2006/ole">
            <mc:AlternateContent xmlns:mc="http://schemas.openxmlformats.org/markup-compatibility/2006">
              <mc:Choice xmlns:v="urn:schemas-microsoft-com:vml" Requires="v">
                <p:oleObj spid="_x0000_s31770" name="Equation" r:id="rId3" imgW="1295280" imgH="292680" progId="Equation.DSMT4">
                  <p:embed/>
                </p:oleObj>
              </mc:Choice>
              <mc:Fallback>
                <p:oleObj name="Equation" r:id="rId3" imgW="1295280" imgH="292680" progId="Equation.DSMT4">
                  <p:embed/>
                  <p:pic>
                    <p:nvPicPr>
                      <p:cNvPr id="0"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5688" y="4652963"/>
                        <a:ext cx="2943225" cy="969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3" name="直接箭头连接符 2">
            <a:extLst>
              <a:ext uri="{FF2B5EF4-FFF2-40B4-BE49-F238E27FC236}">
                <a16:creationId xmlns:a16="http://schemas.microsoft.com/office/drawing/2014/main" id="{032200E2-55B6-44DF-9CF2-7EE65FF2DC24}"/>
              </a:ext>
            </a:extLst>
          </p:cNvPr>
          <p:cNvCxnSpPr/>
          <p:nvPr/>
        </p:nvCxnSpPr>
        <p:spPr>
          <a:xfrm>
            <a:off x="5546725" y="4875213"/>
            <a:ext cx="2592388"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3AB1E8E7-A293-4BE9-8D38-3C3BAA471558}"/>
              </a:ext>
            </a:extLst>
          </p:cNvPr>
          <p:cNvCxnSpPr/>
          <p:nvPr/>
        </p:nvCxnSpPr>
        <p:spPr>
          <a:xfrm flipV="1">
            <a:off x="5762625" y="1984375"/>
            <a:ext cx="0" cy="3070225"/>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3E220322-5CAF-4AF3-901A-6D9FDC13C857}"/>
              </a:ext>
            </a:extLst>
          </p:cNvPr>
          <p:cNvCxnSpPr/>
          <p:nvPr/>
        </p:nvCxnSpPr>
        <p:spPr>
          <a:xfrm flipV="1">
            <a:off x="6411913" y="2535238"/>
            <a:ext cx="576262" cy="18986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7386EC28-E63A-420B-918F-3CFE55FEE14B}"/>
              </a:ext>
            </a:extLst>
          </p:cNvPr>
          <p:cNvCxnSpPr/>
          <p:nvPr/>
        </p:nvCxnSpPr>
        <p:spPr>
          <a:xfrm>
            <a:off x="5762625" y="4144963"/>
            <a:ext cx="720725"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9D382364-B411-4C2A-857F-27FC0F58E372}"/>
              </a:ext>
            </a:extLst>
          </p:cNvPr>
          <p:cNvCxnSpPr/>
          <p:nvPr/>
        </p:nvCxnSpPr>
        <p:spPr>
          <a:xfrm>
            <a:off x="5730875" y="2714625"/>
            <a:ext cx="118745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A6570BCC-351A-43E4-AC77-348797B9AC5D}"/>
              </a:ext>
            </a:extLst>
          </p:cNvPr>
          <p:cNvCxnSpPr/>
          <p:nvPr/>
        </p:nvCxnSpPr>
        <p:spPr>
          <a:xfrm rot="5400000">
            <a:off x="6148387" y="4492626"/>
            <a:ext cx="720725"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5B7A8487-1162-4E06-A157-6BC46DBA275C}"/>
              </a:ext>
            </a:extLst>
          </p:cNvPr>
          <p:cNvCxnSpPr/>
          <p:nvPr/>
        </p:nvCxnSpPr>
        <p:spPr>
          <a:xfrm rot="5400000">
            <a:off x="5878513" y="3794125"/>
            <a:ext cx="21590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FB7791BB-9F08-4147-B878-C41746CAF3D6}"/>
              </a:ext>
            </a:extLst>
          </p:cNvPr>
          <p:cNvSpPr txBox="1">
            <a:spLocks noRot="1" noChangeAspect="1" noMove="1" noResize="1" noEditPoints="1" noAdjustHandles="1" noChangeArrowheads="1" noChangeShapeType="1" noTextEdit="1"/>
          </p:cNvSpPr>
          <p:nvPr/>
        </p:nvSpPr>
        <p:spPr>
          <a:xfrm>
            <a:off x="6333936" y="4896557"/>
            <a:ext cx="371448" cy="369332"/>
          </a:xfrm>
          <a:prstGeom prst="rect">
            <a:avLst/>
          </a:prstGeom>
          <a:blipFill rotWithShape="1">
            <a:blip r:embed="rId5" cstate="print"/>
            <a:stretch>
              <a:fillRect/>
            </a:stretch>
          </a:blipFill>
        </p:spPr>
        <p:txBody>
          <a:bodyPr/>
          <a:lstStyle/>
          <a:p>
            <a:pPr eaLnBrk="1" hangingPunct="1">
              <a:buFont typeface="Arial" panose="020B0604020202020204" pitchFamily="34" charset="0"/>
              <a:buNone/>
              <a:defRPr/>
            </a:pPr>
            <a:r>
              <a:rPr lang="zh-CN" altLang="en-US">
                <a:noFill/>
              </a:rPr>
              <a:t> </a:t>
            </a:r>
          </a:p>
        </p:txBody>
      </p:sp>
      <p:sp>
        <p:nvSpPr>
          <p:cNvPr id="26" name="TextBox 25">
            <a:extLst>
              <a:ext uri="{FF2B5EF4-FFF2-40B4-BE49-F238E27FC236}">
                <a16:creationId xmlns:a16="http://schemas.microsoft.com/office/drawing/2014/main" id="{AFC55495-2C83-4424-A976-DB7B4B47AA05}"/>
              </a:ext>
            </a:extLst>
          </p:cNvPr>
          <p:cNvSpPr txBox="1">
            <a:spLocks noRot="1" noChangeAspect="1" noMove="1" noResize="1" noEditPoints="1" noAdjustHandles="1" noChangeArrowheads="1" noChangeShapeType="1" noTextEdit="1"/>
          </p:cNvSpPr>
          <p:nvPr/>
        </p:nvSpPr>
        <p:spPr>
          <a:xfrm>
            <a:off x="6819304" y="4896557"/>
            <a:ext cx="367665" cy="369332"/>
          </a:xfrm>
          <a:prstGeom prst="rect">
            <a:avLst/>
          </a:prstGeom>
          <a:blipFill rotWithShape="1">
            <a:blip r:embed="rId6" cstate="print"/>
            <a:stretch>
              <a:fillRect/>
            </a:stretch>
          </a:blipFill>
        </p:spPr>
        <p:txBody>
          <a:bodyPr/>
          <a:lstStyle/>
          <a:p>
            <a:pPr eaLnBrk="1" hangingPunct="1">
              <a:buFont typeface="Arial" panose="020B0604020202020204" pitchFamily="34" charset="0"/>
              <a:buNone/>
              <a:defRPr/>
            </a:pPr>
            <a:r>
              <a:rPr lang="zh-CN" altLang="en-US">
                <a:noFill/>
              </a:rPr>
              <a:t> </a:t>
            </a:r>
          </a:p>
        </p:txBody>
      </p:sp>
      <p:sp>
        <p:nvSpPr>
          <p:cNvPr id="27" name="TextBox 26">
            <a:extLst>
              <a:ext uri="{FF2B5EF4-FFF2-40B4-BE49-F238E27FC236}">
                <a16:creationId xmlns:a16="http://schemas.microsoft.com/office/drawing/2014/main" id="{CD2D5ED5-390B-410B-A14A-05EDCA082996}"/>
              </a:ext>
            </a:extLst>
          </p:cNvPr>
          <p:cNvSpPr txBox="1">
            <a:spLocks noRot="1" noChangeAspect="1" noMove="1" noResize="1" noEditPoints="1" noAdjustHandles="1" noChangeArrowheads="1" noChangeShapeType="1" noTextEdit="1"/>
          </p:cNvSpPr>
          <p:nvPr/>
        </p:nvSpPr>
        <p:spPr>
          <a:xfrm>
            <a:off x="5376700" y="3948090"/>
            <a:ext cx="386644" cy="369332"/>
          </a:xfrm>
          <a:prstGeom prst="rect">
            <a:avLst/>
          </a:prstGeom>
          <a:blipFill rotWithShape="1">
            <a:blip r:embed="rId7" cstate="print"/>
            <a:stretch>
              <a:fillRect t="-8333" r="-11111" b="-26667"/>
            </a:stretch>
          </a:blipFill>
        </p:spPr>
        <p:txBody>
          <a:bodyPr/>
          <a:lstStyle/>
          <a:p>
            <a:pPr eaLnBrk="1" hangingPunct="1">
              <a:buFont typeface="Arial" panose="020B0604020202020204" pitchFamily="34" charset="0"/>
              <a:buNone/>
              <a:defRPr/>
            </a:pPr>
            <a:r>
              <a:rPr lang="zh-CN" altLang="en-US">
                <a:noFill/>
              </a:rPr>
              <a:t> </a:t>
            </a:r>
          </a:p>
        </p:txBody>
      </p:sp>
      <p:sp>
        <p:nvSpPr>
          <p:cNvPr id="28" name="TextBox 27">
            <a:extLst>
              <a:ext uri="{FF2B5EF4-FFF2-40B4-BE49-F238E27FC236}">
                <a16:creationId xmlns:a16="http://schemas.microsoft.com/office/drawing/2014/main" id="{9B3622E2-FD8E-4B02-9C8D-0419CF41E19A}"/>
              </a:ext>
            </a:extLst>
          </p:cNvPr>
          <p:cNvSpPr txBox="1">
            <a:spLocks noRot="1" noChangeAspect="1" noMove="1" noResize="1" noEditPoints="1" noAdjustHandles="1" noChangeArrowheads="1" noChangeShapeType="1" noTextEdit="1"/>
          </p:cNvSpPr>
          <p:nvPr/>
        </p:nvSpPr>
        <p:spPr>
          <a:xfrm>
            <a:off x="5361083" y="2529222"/>
            <a:ext cx="372474" cy="369332"/>
          </a:xfrm>
          <a:prstGeom prst="rect">
            <a:avLst/>
          </a:prstGeom>
          <a:blipFill rotWithShape="1">
            <a:blip r:embed="rId8" cstate="print"/>
            <a:stretch>
              <a:fillRect t="-8333" r="-11290" b="-26667"/>
            </a:stretch>
          </a:blipFill>
        </p:spPr>
        <p:txBody>
          <a:bodyPr/>
          <a:lstStyle/>
          <a:p>
            <a:pPr eaLnBrk="1" hangingPunct="1">
              <a:buFont typeface="Arial" panose="020B0604020202020204" pitchFamily="34" charset="0"/>
              <a:buNone/>
              <a:defRPr/>
            </a:pPr>
            <a:r>
              <a:rPr lang="zh-CN" altLang="en-US">
                <a:noFill/>
              </a:rPr>
              <a:t> </a:t>
            </a:r>
          </a:p>
        </p:txBody>
      </p:sp>
      <p:sp>
        <p:nvSpPr>
          <p:cNvPr id="31762" name="TextBox 28">
            <a:extLst>
              <a:ext uri="{FF2B5EF4-FFF2-40B4-BE49-F238E27FC236}">
                <a16:creationId xmlns:a16="http://schemas.microsoft.com/office/drawing/2014/main" id="{0F87AA42-4823-4AF7-8AFB-5553ED1C58DF}"/>
              </a:ext>
            </a:extLst>
          </p:cNvPr>
          <p:cNvSpPr txBox="1">
            <a:spLocks noChangeArrowheads="1"/>
          </p:cNvSpPr>
          <p:nvPr/>
        </p:nvSpPr>
        <p:spPr bwMode="auto">
          <a:xfrm>
            <a:off x="5730875" y="5265738"/>
            <a:ext cx="20812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eaLnBrk="1" hangingPunct="1">
              <a:buFont typeface="Arial" panose="020B0604020202020204" pitchFamily="34" charset="0"/>
              <a:buNone/>
            </a:pPr>
            <a:r>
              <a:rPr lang="zh-CN" altLang="en-US" b="1">
                <a:ea typeface="华文楷体" panose="02010600040101010101" pitchFamily="2" charset="-122"/>
              </a:rPr>
              <a:t>线性变换示意图</a:t>
            </a:r>
          </a:p>
        </p:txBody>
      </p:sp>
      <p:sp>
        <p:nvSpPr>
          <p:cNvPr id="30" name="椭圆 29">
            <a:extLst>
              <a:ext uri="{FF2B5EF4-FFF2-40B4-BE49-F238E27FC236}">
                <a16:creationId xmlns:a16="http://schemas.microsoft.com/office/drawing/2014/main" id="{6B061A70-B6EF-427F-8F19-35820D1C315D}"/>
              </a:ext>
            </a:extLst>
          </p:cNvPr>
          <p:cNvSpPr/>
          <p:nvPr/>
        </p:nvSpPr>
        <p:spPr>
          <a:xfrm>
            <a:off x="6659563" y="3500438"/>
            <a:ext cx="71437" cy="71437"/>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grpSp>
        <p:nvGrpSpPr>
          <p:cNvPr id="40" name="组合 39">
            <a:extLst>
              <a:ext uri="{FF2B5EF4-FFF2-40B4-BE49-F238E27FC236}">
                <a16:creationId xmlns:a16="http://schemas.microsoft.com/office/drawing/2014/main" id="{E38F8A2F-86EC-4118-8A7B-DE9B71F770E4}"/>
              </a:ext>
            </a:extLst>
          </p:cNvPr>
          <p:cNvGrpSpPr>
            <a:grpSpLocks/>
          </p:cNvGrpSpPr>
          <p:nvPr/>
        </p:nvGrpSpPr>
        <p:grpSpPr bwMode="auto">
          <a:xfrm>
            <a:off x="6608763" y="3578225"/>
            <a:ext cx="211137" cy="1666875"/>
            <a:chOff x="6608747" y="3578260"/>
            <a:chExt cx="210557" cy="1667468"/>
          </a:xfrm>
        </p:grpSpPr>
        <p:cxnSp>
          <p:nvCxnSpPr>
            <p:cNvPr id="31" name="直接连接符 30">
              <a:extLst>
                <a:ext uri="{FF2B5EF4-FFF2-40B4-BE49-F238E27FC236}">
                  <a16:creationId xmlns:a16="http://schemas.microsoft.com/office/drawing/2014/main" id="{672209D2-D336-416D-B055-72E88628231F}"/>
                </a:ext>
              </a:extLst>
            </p:cNvPr>
            <p:cNvCxnSpPr/>
            <p:nvPr/>
          </p:nvCxnSpPr>
          <p:spPr>
            <a:xfrm rot="16200000" flipH="1">
              <a:off x="6057388" y="4226190"/>
              <a:ext cx="1295861"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1769" name="TextBox 36">
              <a:extLst>
                <a:ext uri="{FF2B5EF4-FFF2-40B4-BE49-F238E27FC236}">
                  <a16:creationId xmlns:a16="http://schemas.microsoft.com/office/drawing/2014/main" id="{62F5CACD-0255-4197-BA2C-CBDD02F39EE9}"/>
                </a:ext>
              </a:extLst>
            </p:cNvPr>
            <p:cNvSpPr txBox="1">
              <a:spLocks noChangeArrowheads="1"/>
            </p:cNvSpPr>
            <p:nvPr/>
          </p:nvSpPr>
          <p:spPr bwMode="auto">
            <a:xfrm>
              <a:off x="6608747" y="4845618"/>
              <a:ext cx="21055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eaLnBrk="1" hangingPunct="1">
                <a:buFont typeface="Arial" panose="020B0604020202020204" pitchFamily="34" charset="0"/>
                <a:buNone/>
              </a:pPr>
              <a:r>
                <a:rPr lang="en-US" altLang="zh-CN" sz="2000"/>
                <a:t>f</a:t>
              </a:r>
              <a:endParaRPr lang="zh-CN" altLang="en-US" sz="2000"/>
            </a:p>
          </p:txBody>
        </p:sp>
      </p:grpSp>
      <p:grpSp>
        <p:nvGrpSpPr>
          <p:cNvPr id="41" name="组合 40">
            <a:extLst>
              <a:ext uri="{FF2B5EF4-FFF2-40B4-BE49-F238E27FC236}">
                <a16:creationId xmlns:a16="http://schemas.microsoft.com/office/drawing/2014/main" id="{B533B262-D9D2-4E3D-BC35-34C31464F01E}"/>
              </a:ext>
            </a:extLst>
          </p:cNvPr>
          <p:cNvGrpSpPr>
            <a:grpSpLocks/>
          </p:cNvGrpSpPr>
          <p:nvPr/>
        </p:nvGrpSpPr>
        <p:grpSpPr bwMode="auto">
          <a:xfrm>
            <a:off x="5429250" y="3354388"/>
            <a:ext cx="1179513" cy="400050"/>
            <a:chOff x="5429256" y="3353872"/>
            <a:chExt cx="1179492" cy="400110"/>
          </a:xfrm>
        </p:grpSpPr>
        <p:cxnSp>
          <p:nvCxnSpPr>
            <p:cNvPr id="35" name="直接连接符 34">
              <a:extLst>
                <a:ext uri="{FF2B5EF4-FFF2-40B4-BE49-F238E27FC236}">
                  <a16:creationId xmlns:a16="http://schemas.microsoft.com/office/drawing/2014/main" id="{EAC175A5-1317-4F05-B330-CCA815A357BC}"/>
                </a:ext>
              </a:extLst>
            </p:cNvPr>
            <p:cNvCxnSpPr/>
            <p:nvPr/>
          </p:nvCxnSpPr>
          <p:spPr>
            <a:xfrm rot="10800000" flipV="1">
              <a:off x="5762625" y="3538050"/>
              <a:ext cx="846123"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1767" name="TextBox 37">
              <a:extLst>
                <a:ext uri="{FF2B5EF4-FFF2-40B4-BE49-F238E27FC236}">
                  <a16:creationId xmlns:a16="http://schemas.microsoft.com/office/drawing/2014/main" id="{26651BE6-0C81-4185-AC82-53FDA7026C9E}"/>
                </a:ext>
              </a:extLst>
            </p:cNvPr>
            <p:cNvSpPr txBox="1">
              <a:spLocks noChangeArrowheads="1"/>
            </p:cNvSpPr>
            <p:nvPr/>
          </p:nvSpPr>
          <p:spPr bwMode="auto">
            <a:xfrm>
              <a:off x="5429256" y="3353872"/>
              <a:ext cx="21055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eaLnBrk="1" hangingPunct="1">
                <a:buFont typeface="Arial" panose="020B0604020202020204" pitchFamily="34" charset="0"/>
                <a:buNone/>
              </a:pPr>
              <a:r>
                <a:rPr lang="en-US" altLang="zh-CN" sz="2000"/>
                <a:t>g</a:t>
              </a:r>
              <a:endParaRPr lang="zh-CN" altLang="en-US" sz="2000"/>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additive="base">
                                        <p:cTn id="7" dur="500" fill="hold"/>
                                        <p:tgtEl>
                                          <p:spTgt spid="30"/>
                                        </p:tgtEl>
                                        <p:attrNameLst>
                                          <p:attrName>ppt_x</p:attrName>
                                        </p:attrNameLst>
                                      </p:cBhvr>
                                      <p:tavLst>
                                        <p:tav tm="0">
                                          <p:val>
                                            <p:strVal val="#ppt_x"/>
                                          </p:val>
                                        </p:tav>
                                        <p:tav tm="100000">
                                          <p:val>
                                            <p:strVal val="#ppt_x"/>
                                          </p:val>
                                        </p:tav>
                                      </p:tavLst>
                                    </p:anim>
                                    <p:anim calcmode="lin" valueType="num">
                                      <p:cBhvr additive="base">
                                        <p:cTn id="8" dur="500" fill="hold"/>
                                        <p:tgtEl>
                                          <p:spTgt spid="30"/>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2" presetClass="entr" presetSubtype="1" fill="hold" nodeType="after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wipe(up)">
                                      <p:cBhvr>
                                        <p:cTn id="12" dur="1000"/>
                                        <p:tgtEl>
                                          <p:spTgt spid="4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2" fill="hold" nodeType="click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wipe(right)">
                                      <p:cBhvr>
                                        <p:cTn id="17" dur="10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6B33CBF9-A40C-481F-8906-E10A8EDA365A}"/>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32771" name="TextBox 23">
            <a:extLst>
              <a:ext uri="{FF2B5EF4-FFF2-40B4-BE49-F238E27FC236}">
                <a16:creationId xmlns:a16="http://schemas.microsoft.com/office/drawing/2014/main" id="{24253C16-9B23-4DB4-9847-F1B0235EA04D}"/>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zh-CN" altLang="en-US" b="1">
                <a:solidFill>
                  <a:schemeClr val="bg1"/>
                </a:solidFill>
                <a:latin typeface="微软雅黑" panose="020B0503020204020204" pitchFamily="34" charset="-122"/>
                <a:ea typeface="微软雅黑" panose="020B0503020204020204" pitchFamily="34" charset="-122"/>
              </a:rPr>
              <a:t>灰度变换</a:t>
            </a:r>
          </a:p>
        </p:txBody>
      </p:sp>
      <p:sp>
        <p:nvSpPr>
          <p:cNvPr id="32772" name="内容占位符 2">
            <a:extLst>
              <a:ext uri="{FF2B5EF4-FFF2-40B4-BE49-F238E27FC236}">
                <a16:creationId xmlns:a16="http://schemas.microsoft.com/office/drawing/2014/main" id="{BF693FE7-C2BA-43A2-97B4-F5997859D653}"/>
              </a:ext>
            </a:extLst>
          </p:cNvPr>
          <p:cNvSpPr>
            <a:spLocks noGrp="1"/>
          </p:cNvSpPr>
          <p:nvPr>
            <p:ph idx="1"/>
          </p:nvPr>
        </p:nvSpPr>
        <p:spPr>
          <a:xfrm>
            <a:off x="563563" y="1401763"/>
            <a:ext cx="8304212" cy="1173162"/>
          </a:xfrm>
        </p:spPr>
        <p:txBody>
          <a:bodyPr/>
          <a:lstStyle/>
          <a:p>
            <a:pPr marL="0" indent="0">
              <a:buFont typeface="Wingdings 2" panose="05020102010507070707" pitchFamily="18" charset="2"/>
              <a:buNone/>
            </a:pPr>
            <a:r>
              <a:rPr lang="zh-CN" altLang="en-US" b="1" u="sng">
                <a:solidFill>
                  <a:srgbClr val="C00000"/>
                </a:solidFill>
                <a:latin typeface="黑体" panose="02010609060101010101" pitchFamily="49" charset="-122"/>
                <a:ea typeface="黑体" panose="02010609060101010101" pitchFamily="49" charset="-122"/>
              </a:rPr>
              <a:t>基本线性变换</a:t>
            </a:r>
            <a:endParaRPr lang="en-US" altLang="zh-CN" b="1" u="sng">
              <a:solidFill>
                <a:srgbClr val="C00000"/>
              </a:solidFill>
              <a:latin typeface="黑体" panose="02010609060101010101" pitchFamily="49" charset="-122"/>
              <a:ea typeface="黑体" panose="02010609060101010101" pitchFamily="49" charset="-122"/>
            </a:endParaRPr>
          </a:p>
          <a:p>
            <a:pPr marL="0" indent="0"/>
            <a:endParaRPr lang="zh-CN" altLang="en-US"/>
          </a:p>
        </p:txBody>
      </p:sp>
      <p:sp>
        <p:nvSpPr>
          <p:cNvPr id="32773" name="Text Box 5">
            <a:extLst>
              <a:ext uri="{FF2B5EF4-FFF2-40B4-BE49-F238E27FC236}">
                <a16:creationId xmlns:a16="http://schemas.microsoft.com/office/drawing/2014/main" id="{B620EE86-C917-493D-A903-C8F966E4C894}"/>
              </a:ext>
            </a:extLst>
          </p:cNvPr>
          <p:cNvSpPr txBox="1">
            <a:spLocks noChangeArrowheads="1"/>
          </p:cNvSpPr>
          <p:nvPr/>
        </p:nvSpPr>
        <p:spPr bwMode="auto">
          <a:xfrm>
            <a:off x="4051300" y="6194425"/>
            <a:ext cx="4716463" cy="3667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1800" b="1">
                <a:latin typeface="Tahoma" panose="020B0604030504040204" pitchFamily="34" charset="0"/>
                <a:ea typeface="楷体_GB2312" pitchFamily="1" charset="-122"/>
              </a:rPr>
              <a:t>用于图像增强的某些基本灰度变换函数</a:t>
            </a:r>
          </a:p>
        </p:txBody>
      </p:sp>
      <p:grpSp>
        <p:nvGrpSpPr>
          <p:cNvPr id="32774" name="Group 5">
            <a:extLst>
              <a:ext uri="{FF2B5EF4-FFF2-40B4-BE49-F238E27FC236}">
                <a16:creationId xmlns:a16="http://schemas.microsoft.com/office/drawing/2014/main" id="{5B0EC5CF-3BA2-464F-9841-6E10D4F94C44}"/>
              </a:ext>
            </a:extLst>
          </p:cNvPr>
          <p:cNvGrpSpPr>
            <a:grpSpLocks/>
          </p:cNvGrpSpPr>
          <p:nvPr/>
        </p:nvGrpSpPr>
        <p:grpSpPr bwMode="auto">
          <a:xfrm>
            <a:off x="3203575" y="1366838"/>
            <a:ext cx="5245100" cy="4711700"/>
            <a:chOff x="-24" y="-23"/>
            <a:chExt cx="2905" cy="2760"/>
          </a:xfrm>
        </p:grpSpPr>
        <p:pic>
          <p:nvPicPr>
            <p:cNvPr id="32778" name="Picture 4">
              <a:extLst>
                <a:ext uri="{FF2B5EF4-FFF2-40B4-BE49-F238E27FC236}">
                  <a16:creationId xmlns:a16="http://schemas.microsoft.com/office/drawing/2014/main" id="{13220525-90C3-45F6-9CEB-AFF7FFF896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 y="-23"/>
              <a:ext cx="2880" cy="26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9" name="Text Box 6">
              <a:extLst>
                <a:ext uri="{FF2B5EF4-FFF2-40B4-BE49-F238E27FC236}">
                  <a16:creationId xmlns:a16="http://schemas.microsoft.com/office/drawing/2014/main" id="{F2D6A75A-1F8D-4D6C-9268-2008876EF66A}"/>
                </a:ext>
              </a:extLst>
            </p:cNvPr>
            <p:cNvSpPr txBox="1">
              <a:spLocks noChangeArrowheads="1"/>
            </p:cNvSpPr>
            <p:nvPr/>
          </p:nvSpPr>
          <p:spPr bwMode="auto">
            <a:xfrm>
              <a:off x="1269" y="2519"/>
              <a:ext cx="740" cy="21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1800" b="1">
                  <a:latin typeface="Tahoma" panose="020B0604030504040204" pitchFamily="34" charset="0"/>
                  <a:ea typeface="楷体_GB2312" pitchFamily="1" charset="-122"/>
                </a:rPr>
                <a:t>输入灰度级</a:t>
              </a:r>
              <a:endParaRPr lang="en-US" altLang="zh-CN" sz="1800" b="1">
                <a:latin typeface="Tahoma" panose="020B0604030504040204" pitchFamily="34" charset="0"/>
                <a:ea typeface="楷体_GB2312" pitchFamily="1" charset="-122"/>
              </a:endParaRPr>
            </a:p>
          </p:txBody>
        </p:sp>
        <p:sp>
          <p:nvSpPr>
            <p:cNvPr id="32780" name="Text Box 9">
              <a:extLst>
                <a:ext uri="{FF2B5EF4-FFF2-40B4-BE49-F238E27FC236}">
                  <a16:creationId xmlns:a16="http://schemas.microsoft.com/office/drawing/2014/main" id="{34156FFA-BEB9-4A93-815D-EF35A5F3BE5B}"/>
                </a:ext>
              </a:extLst>
            </p:cNvPr>
            <p:cNvSpPr txBox="1">
              <a:spLocks noChangeArrowheads="1"/>
            </p:cNvSpPr>
            <p:nvPr/>
          </p:nvSpPr>
          <p:spPr bwMode="auto">
            <a:xfrm>
              <a:off x="1691" y="432"/>
              <a:ext cx="412" cy="14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1600" b="1">
                  <a:latin typeface="Tahoma" panose="020B0604030504040204" pitchFamily="34" charset="0"/>
                  <a:ea typeface="楷体_GB2312" pitchFamily="1" charset="-122"/>
                </a:rPr>
                <a:t>n</a:t>
              </a:r>
              <a:r>
                <a:rPr lang="zh-CN" altLang="en-US" sz="1600" b="1">
                  <a:latin typeface="Tahoma" panose="020B0604030504040204" pitchFamily="34" charset="0"/>
                  <a:ea typeface="楷体_GB2312" pitchFamily="1" charset="-122"/>
                </a:rPr>
                <a:t>次方根</a:t>
              </a:r>
            </a:p>
          </p:txBody>
        </p:sp>
        <p:sp>
          <p:nvSpPr>
            <p:cNvPr id="32781" name="Text Box 12">
              <a:extLst>
                <a:ext uri="{FF2B5EF4-FFF2-40B4-BE49-F238E27FC236}">
                  <a16:creationId xmlns:a16="http://schemas.microsoft.com/office/drawing/2014/main" id="{A2E03A60-4117-45EF-BF6A-975D6A9DD932}"/>
                </a:ext>
              </a:extLst>
            </p:cNvPr>
            <p:cNvSpPr txBox="1">
              <a:spLocks noChangeArrowheads="1"/>
            </p:cNvSpPr>
            <p:nvPr/>
          </p:nvSpPr>
          <p:spPr bwMode="auto">
            <a:xfrm>
              <a:off x="536" y="2047"/>
              <a:ext cx="472" cy="14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1600" b="1">
                  <a:latin typeface="Tahoma" panose="020B0604030504040204" pitchFamily="34" charset="0"/>
                  <a:ea typeface="楷体_GB2312" pitchFamily="1" charset="-122"/>
                </a:rPr>
                <a:t>恒等变换</a:t>
              </a:r>
            </a:p>
          </p:txBody>
        </p:sp>
        <p:sp>
          <p:nvSpPr>
            <p:cNvPr id="32782" name="Text Box 13">
              <a:extLst>
                <a:ext uri="{FF2B5EF4-FFF2-40B4-BE49-F238E27FC236}">
                  <a16:creationId xmlns:a16="http://schemas.microsoft.com/office/drawing/2014/main" id="{1853A6E0-62B0-4064-8D67-0F22A2FC027C}"/>
                </a:ext>
              </a:extLst>
            </p:cNvPr>
            <p:cNvSpPr txBox="1">
              <a:spLocks noChangeArrowheads="1"/>
            </p:cNvSpPr>
            <p:nvPr/>
          </p:nvSpPr>
          <p:spPr bwMode="auto">
            <a:xfrm>
              <a:off x="1821" y="2016"/>
              <a:ext cx="375" cy="14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1600" b="1">
                  <a:latin typeface="Tahoma" panose="020B0604030504040204" pitchFamily="34" charset="0"/>
                  <a:ea typeface="楷体_GB2312" pitchFamily="1" charset="-122"/>
                </a:rPr>
                <a:t>反对数</a:t>
              </a:r>
            </a:p>
          </p:txBody>
        </p:sp>
        <p:grpSp>
          <p:nvGrpSpPr>
            <p:cNvPr id="32783" name="Group 11">
              <a:extLst>
                <a:ext uri="{FF2B5EF4-FFF2-40B4-BE49-F238E27FC236}">
                  <a16:creationId xmlns:a16="http://schemas.microsoft.com/office/drawing/2014/main" id="{16972C49-014A-4F3F-B6CB-717CFBB196F6}"/>
                </a:ext>
              </a:extLst>
            </p:cNvPr>
            <p:cNvGrpSpPr>
              <a:grpSpLocks/>
            </p:cNvGrpSpPr>
            <p:nvPr/>
          </p:nvGrpSpPr>
          <p:grpSpPr bwMode="auto">
            <a:xfrm>
              <a:off x="480" y="199"/>
              <a:ext cx="1028" cy="185"/>
              <a:chOff x="0" y="0"/>
              <a:chExt cx="1028" cy="185"/>
            </a:xfrm>
          </p:grpSpPr>
          <p:sp>
            <p:nvSpPr>
              <p:cNvPr id="32791" name="Text Box 8">
                <a:extLst>
                  <a:ext uri="{FF2B5EF4-FFF2-40B4-BE49-F238E27FC236}">
                    <a16:creationId xmlns:a16="http://schemas.microsoft.com/office/drawing/2014/main" id="{C1B38396-1012-44BB-A55A-BE62E79B2322}"/>
                  </a:ext>
                </a:extLst>
              </p:cNvPr>
              <p:cNvSpPr txBox="1">
                <a:spLocks noChangeArrowheads="1"/>
              </p:cNvSpPr>
              <p:nvPr/>
            </p:nvSpPr>
            <p:spPr bwMode="auto">
              <a:xfrm>
                <a:off x="0" y="41"/>
                <a:ext cx="384" cy="14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1600" b="1">
                    <a:latin typeface="Tahoma" panose="020B0604030504040204" pitchFamily="34" charset="0"/>
                    <a:ea typeface="楷体_GB2312" pitchFamily="1" charset="-122"/>
                  </a:rPr>
                  <a:t>反转</a:t>
                </a:r>
              </a:p>
            </p:txBody>
          </p:sp>
          <p:graphicFrame>
            <p:nvGraphicFramePr>
              <p:cNvPr id="32792" name="Object 13">
                <a:extLst>
                  <a:ext uri="{FF2B5EF4-FFF2-40B4-BE49-F238E27FC236}">
                    <a16:creationId xmlns:a16="http://schemas.microsoft.com/office/drawing/2014/main" id="{15842D5A-E6A9-4F01-BB87-885F80474FF8}"/>
                  </a:ext>
                </a:extLst>
              </p:cNvPr>
              <p:cNvGraphicFramePr>
                <a:graphicFrameLocks noChangeAspect="1"/>
              </p:cNvGraphicFramePr>
              <p:nvPr/>
            </p:nvGraphicFramePr>
            <p:xfrm>
              <a:off x="257" y="0"/>
              <a:ext cx="771" cy="174"/>
            </p:xfrm>
            <a:graphic>
              <a:graphicData uri="http://schemas.openxmlformats.org/presentationml/2006/ole">
                <mc:AlternateContent xmlns:mc="http://schemas.openxmlformats.org/markup-compatibility/2006">
                  <mc:Choice xmlns:v="urn:schemas-microsoft-com:vml" Requires="v">
                    <p:oleObj spid="_x0000_s32793" r:id="rId4" imgW="920910" imgH="101688" progId="Equation.3">
                      <p:embed/>
                    </p:oleObj>
                  </mc:Choice>
                  <mc:Fallback>
                    <p:oleObj r:id="rId4" imgW="920910" imgH="101688" progId="Equation.3">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7" y="0"/>
                            <a:ext cx="771" cy="1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2784" name="Group 14">
              <a:extLst>
                <a:ext uri="{FF2B5EF4-FFF2-40B4-BE49-F238E27FC236}">
                  <a16:creationId xmlns:a16="http://schemas.microsoft.com/office/drawing/2014/main" id="{8629A2F2-89C5-4C62-8E35-C98FC07C2C44}"/>
                </a:ext>
              </a:extLst>
            </p:cNvPr>
            <p:cNvGrpSpPr>
              <a:grpSpLocks/>
            </p:cNvGrpSpPr>
            <p:nvPr/>
          </p:nvGrpSpPr>
          <p:grpSpPr bwMode="auto">
            <a:xfrm>
              <a:off x="606" y="880"/>
              <a:ext cx="1107" cy="182"/>
              <a:chOff x="0" y="0"/>
              <a:chExt cx="1107" cy="182"/>
            </a:xfrm>
          </p:grpSpPr>
          <p:sp>
            <p:nvSpPr>
              <p:cNvPr id="32789" name="Text Box 10">
                <a:extLst>
                  <a:ext uri="{FF2B5EF4-FFF2-40B4-BE49-F238E27FC236}">
                    <a16:creationId xmlns:a16="http://schemas.microsoft.com/office/drawing/2014/main" id="{8EF8215E-E797-4C12-9D00-315FE9D42386}"/>
                  </a:ext>
                </a:extLst>
              </p:cNvPr>
              <p:cNvSpPr txBox="1">
                <a:spLocks noChangeArrowheads="1"/>
              </p:cNvSpPr>
              <p:nvPr/>
            </p:nvSpPr>
            <p:spPr bwMode="auto">
              <a:xfrm>
                <a:off x="0" y="28"/>
                <a:ext cx="227" cy="14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1600" b="1">
                    <a:latin typeface="Tahoma" panose="020B0604030504040204" pitchFamily="34" charset="0"/>
                    <a:ea typeface="楷体_GB2312" pitchFamily="1" charset="-122"/>
                  </a:rPr>
                  <a:t>对数</a:t>
                </a:r>
              </a:p>
            </p:txBody>
          </p:sp>
          <p:graphicFrame>
            <p:nvGraphicFramePr>
              <p:cNvPr id="32790" name="Object 16">
                <a:extLst>
                  <a:ext uri="{FF2B5EF4-FFF2-40B4-BE49-F238E27FC236}">
                    <a16:creationId xmlns:a16="http://schemas.microsoft.com/office/drawing/2014/main" id="{991ECB07-811D-489F-A3CB-3678C94FE876}"/>
                  </a:ext>
                </a:extLst>
              </p:cNvPr>
              <p:cNvGraphicFramePr>
                <a:graphicFrameLocks noChangeAspect="1"/>
              </p:cNvGraphicFramePr>
              <p:nvPr/>
            </p:nvGraphicFramePr>
            <p:xfrm>
              <a:off x="267" y="0"/>
              <a:ext cx="840" cy="182"/>
            </p:xfrm>
            <a:graphic>
              <a:graphicData uri="http://schemas.openxmlformats.org/presentationml/2006/ole">
                <mc:AlternateContent xmlns:mc="http://schemas.openxmlformats.org/markup-compatibility/2006">
                  <mc:Choice xmlns:v="urn:schemas-microsoft-com:vml" Requires="v">
                    <p:oleObj spid="_x0000_s32794" r:id="rId6" imgW="1117797" imgH="126912" progId="Equation.3">
                      <p:embed/>
                    </p:oleObj>
                  </mc:Choice>
                  <mc:Fallback>
                    <p:oleObj r:id="rId6" imgW="1117797" imgH="126912" progId="Equation.3">
                      <p:embed/>
                      <p:pic>
                        <p:nvPicPr>
                          <p:cNvPr id="0" name="Object 1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7" y="0"/>
                            <a:ext cx="840" cy="1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2785" name="Group 17">
              <a:extLst>
                <a:ext uri="{FF2B5EF4-FFF2-40B4-BE49-F238E27FC236}">
                  <a16:creationId xmlns:a16="http://schemas.microsoft.com/office/drawing/2014/main" id="{46B123EC-F9DD-4A3A-9652-FE585BBBA7D9}"/>
                </a:ext>
              </a:extLst>
            </p:cNvPr>
            <p:cNvGrpSpPr>
              <a:grpSpLocks/>
            </p:cNvGrpSpPr>
            <p:nvPr/>
          </p:nvGrpSpPr>
          <p:grpSpPr bwMode="auto">
            <a:xfrm>
              <a:off x="2064" y="971"/>
              <a:ext cx="817" cy="202"/>
              <a:chOff x="0" y="0"/>
              <a:chExt cx="817" cy="202"/>
            </a:xfrm>
          </p:grpSpPr>
          <p:sp>
            <p:nvSpPr>
              <p:cNvPr id="32787" name="Text Box 11">
                <a:extLst>
                  <a:ext uri="{FF2B5EF4-FFF2-40B4-BE49-F238E27FC236}">
                    <a16:creationId xmlns:a16="http://schemas.microsoft.com/office/drawing/2014/main" id="{8B8D1A06-3E73-49BC-9E3D-82959D9D3BA7}"/>
                  </a:ext>
                </a:extLst>
              </p:cNvPr>
              <p:cNvSpPr txBox="1">
                <a:spLocks noChangeArrowheads="1"/>
              </p:cNvSpPr>
              <p:nvPr/>
            </p:nvSpPr>
            <p:spPr bwMode="auto">
              <a:xfrm>
                <a:off x="0" y="41"/>
                <a:ext cx="299" cy="14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1600" b="1">
                    <a:latin typeface="Tahoma" panose="020B0604030504040204" pitchFamily="34" charset="0"/>
                    <a:ea typeface="楷体_GB2312" pitchFamily="1" charset="-122"/>
                  </a:rPr>
                  <a:t>n</a:t>
                </a:r>
                <a:r>
                  <a:rPr lang="zh-CN" altLang="en-US" sz="1600" b="1">
                    <a:latin typeface="Tahoma" panose="020B0604030504040204" pitchFamily="34" charset="0"/>
                    <a:ea typeface="楷体_GB2312" pitchFamily="1" charset="-122"/>
                  </a:rPr>
                  <a:t>次幂</a:t>
                </a:r>
              </a:p>
            </p:txBody>
          </p:sp>
          <p:graphicFrame>
            <p:nvGraphicFramePr>
              <p:cNvPr id="32788" name="Object 19">
                <a:extLst>
                  <a:ext uri="{FF2B5EF4-FFF2-40B4-BE49-F238E27FC236}">
                    <a16:creationId xmlns:a16="http://schemas.microsoft.com/office/drawing/2014/main" id="{A57B58FE-5C8D-4492-9644-432C32759D82}"/>
                  </a:ext>
                </a:extLst>
              </p:cNvPr>
              <p:cNvGraphicFramePr>
                <a:graphicFrameLocks noChangeAspect="1"/>
              </p:cNvGraphicFramePr>
              <p:nvPr/>
            </p:nvGraphicFramePr>
            <p:xfrm>
              <a:off x="351" y="0"/>
              <a:ext cx="466" cy="202"/>
            </p:xfrm>
            <a:graphic>
              <a:graphicData uri="http://schemas.openxmlformats.org/presentationml/2006/ole">
                <mc:AlternateContent xmlns:mc="http://schemas.openxmlformats.org/markup-compatibility/2006">
                  <mc:Choice xmlns:v="urn:schemas-microsoft-com:vml" Requires="v">
                    <p:oleObj spid="_x0000_s32795" r:id="rId8" imgW="482551" imgH="126912" progId="Equation.DSMT4">
                      <p:embed/>
                    </p:oleObj>
                  </mc:Choice>
                  <mc:Fallback>
                    <p:oleObj r:id="rId8" imgW="482551" imgH="126912" progId="Equation.DSMT4">
                      <p:embed/>
                      <p:pic>
                        <p:nvPicPr>
                          <p:cNvPr id="0" name="Object 1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1" y="0"/>
                            <a:ext cx="466" cy="2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2786" name="Text Box 7">
              <a:extLst>
                <a:ext uri="{FF2B5EF4-FFF2-40B4-BE49-F238E27FC236}">
                  <a16:creationId xmlns:a16="http://schemas.microsoft.com/office/drawing/2014/main" id="{86EAE9D6-611C-4D5B-954B-76B0B8DA1FFB}"/>
                </a:ext>
              </a:extLst>
            </p:cNvPr>
            <p:cNvSpPr txBox="1">
              <a:spLocks noChangeArrowheads="1"/>
            </p:cNvSpPr>
            <p:nvPr/>
          </p:nvSpPr>
          <p:spPr bwMode="auto">
            <a:xfrm>
              <a:off x="-5" y="849"/>
              <a:ext cx="254" cy="81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lIns="90000" tIns="46800" rIns="90000" bIns="4680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1800" b="1">
                  <a:latin typeface="Tahoma" panose="020B0604030504040204" pitchFamily="34" charset="0"/>
                  <a:ea typeface="楷体_GB2312" pitchFamily="1" charset="-122"/>
                </a:rPr>
                <a:t>输出灰度级</a:t>
              </a:r>
            </a:p>
          </p:txBody>
        </p:sp>
      </p:grpSp>
      <p:sp>
        <p:nvSpPr>
          <p:cNvPr id="58" name="Text Box 5">
            <a:extLst>
              <a:ext uri="{FF2B5EF4-FFF2-40B4-BE49-F238E27FC236}">
                <a16:creationId xmlns:a16="http://schemas.microsoft.com/office/drawing/2014/main" id="{82AA5945-E02D-4E89-81BD-3B811E182300}"/>
              </a:ext>
            </a:extLst>
          </p:cNvPr>
          <p:cNvSpPr txBox="1">
            <a:spLocks noChangeArrowheads="1"/>
          </p:cNvSpPr>
          <p:nvPr/>
        </p:nvSpPr>
        <p:spPr bwMode="auto">
          <a:xfrm>
            <a:off x="325438" y="2476500"/>
            <a:ext cx="1644650" cy="6492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3200">
                <a:solidFill>
                  <a:schemeClr val="tx1"/>
                </a:solidFill>
                <a:latin typeface="Verdana" panose="020B0604030504040204" pitchFamily="34" charset="0"/>
                <a:ea typeface="楷体_GB2312" pitchFamily="1" charset="-122"/>
              </a:defRPr>
            </a:lvl1pPr>
            <a:lvl2pPr marL="742950" indent="-285750" eaLnBrk="0" hangingPunct="0">
              <a:defRPr sz="3200">
                <a:solidFill>
                  <a:schemeClr val="tx1"/>
                </a:solidFill>
                <a:latin typeface="Verdana" panose="020B0604030504040204" pitchFamily="34" charset="0"/>
                <a:ea typeface="楷体_GB2312" pitchFamily="1" charset="-122"/>
              </a:defRPr>
            </a:lvl2pPr>
            <a:lvl3pPr marL="1143000" indent="-228600" eaLnBrk="0" hangingPunct="0">
              <a:defRPr sz="3200">
                <a:solidFill>
                  <a:schemeClr val="tx1"/>
                </a:solidFill>
                <a:latin typeface="Verdana" panose="020B0604030504040204" pitchFamily="34" charset="0"/>
                <a:ea typeface="楷体_GB2312" pitchFamily="1" charset="-122"/>
              </a:defRPr>
            </a:lvl3pPr>
            <a:lvl4pPr marL="1600200" indent="-228600" eaLnBrk="0" hangingPunct="0">
              <a:defRPr sz="3200">
                <a:solidFill>
                  <a:schemeClr val="tx1"/>
                </a:solidFill>
                <a:latin typeface="Verdana" panose="020B0604030504040204" pitchFamily="34" charset="0"/>
                <a:ea typeface="楷体_GB2312" pitchFamily="1" charset="-122"/>
              </a:defRPr>
            </a:lvl4pPr>
            <a:lvl5pPr marL="2057400" indent="-228600" eaLnBrk="0" hangingPunct="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Verdana" panose="020B0604030504040204" pitchFamily="34" charset="0"/>
                <a:ea typeface="楷体_GB2312" pitchFamily="1" charset="-122"/>
              </a:defRPr>
            </a:lvl9pPr>
          </a:lstStyle>
          <a:p>
            <a:pPr marL="285750" indent="-285750" eaLnBrk="1" hangingPunct="1">
              <a:buFont typeface="Wingdings" panose="05000000000000000000" pitchFamily="2" charset="2"/>
              <a:buChar char="p"/>
              <a:defRPr/>
            </a:pPr>
            <a:r>
              <a:rPr lang="zh-CN" altLang="en-US" sz="1800" b="1" dirty="0">
                <a:latin typeface="Tahoma" panose="020B0604030504040204" pitchFamily="34" charset="0"/>
              </a:rPr>
              <a:t>反转变换</a:t>
            </a:r>
            <a:endParaRPr lang="en-US" altLang="zh-CN" sz="1800" b="1" dirty="0">
              <a:latin typeface="Tahoma" panose="020B0604030504040204" pitchFamily="34" charset="0"/>
            </a:endParaRPr>
          </a:p>
          <a:p>
            <a:pPr eaLnBrk="1" hangingPunct="1">
              <a:buFont typeface="Arial" panose="020B0604020202020204" pitchFamily="34" charset="0"/>
              <a:buNone/>
              <a:defRPr/>
            </a:pPr>
            <a:endParaRPr lang="zh-CN" altLang="en-US" sz="1800" b="1" dirty="0">
              <a:latin typeface="Tahoma" panose="020B0604030504040204" pitchFamily="34" charset="0"/>
            </a:endParaRPr>
          </a:p>
        </p:txBody>
      </p:sp>
      <p:graphicFrame>
        <p:nvGraphicFramePr>
          <p:cNvPr id="32776" name="Object 13">
            <a:extLst>
              <a:ext uri="{FF2B5EF4-FFF2-40B4-BE49-F238E27FC236}">
                <a16:creationId xmlns:a16="http://schemas.microsoft.com/office/drawing/2014/main" id="{20E5DCAD-106C-4F8C-B38F-CB12B3658F10}"/>
              </a:ext>
            </a:extLst>
          </p:cNvPr>
          <p:cNvGraphicFramePr>
            <a:graphicFrameLocks noChangeAspect="1"/>
          </p:cNvGraphicFramePr>
          <p:nvPr/>
        </p:nvGraphicFramePr>
        <p:xfrm>
          <a:off x="668338" y="2960688"/>
          <a:ext cx="1392237" cy="296862"/>
        </p:xfrm>
        <a:graphic>
          <a:graphicData uri="http://schemas.openxmlformats.org/presentationml/2006/ole">
            <mc:AlternateContent xmlns:mc="http://schemas.openxmlformats.org/markup-compatibility/2006">
              <mc:Choice xmlns:v="urn:schemas-microsoft-com:vml" Requires="v">
                <p:oleObj spid="_x0000_s32796" r:id="rId10" imgW="920910" imgH="101688" progId="Equation.3">
                  <p:embed/>
                </p:oleObj>
              </mc:Choice>
              <mc:Fallback>
                <p:oleObj r:id="rId10" imgW="920910" imgH="101688" progId="Equation.3">
                  <p:embed/>
                  <p:pic>
                    <p:nvPicPr>
                      <p:cNvPr id="0" name="Object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68338" y="2960688"/>
                        <a:ext cx="1392237" cy="296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0" name="Text Box 5">
            <a:extLst>
              <a:ext uri="{FF2B5EF4-FFF2-40B4-BE49-F238E27FC236}">
                <a16:creationId xmlns:a16="http://schemas.microsoft.com/office/drawing/2014/main" id="{E37F74F9-669C-47B7-ACBF-0A70C75352F8}"/>
              </a:ext>
            </a:extLst>
          </p:cNvPr>
          <p:cNvSpPr txBox="1">
            <a:spLocks noChangeArrowheads="1"/>
          </p:cNvSpPr>
          <p:nvPr/>
        </p:nvSpPr>
        <p:spPr bwMode="auto">
          <a:xfrm>
            <a:off x="325438" y="3816350"/>
            <a:ext cx="1644650" cy="13557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3200">
                <a:solidFill>
                  <a:schemeClr val="tx1"/>
                </a:solidFill>
                <a:latin typeface="Verdana" panose="020B0604030504040204" pitchFamily="34" charset="0"/>
                <a:ea typeface="楷体_GB2312" pitchFamily="1" charset="-122"/>
              </a:defRPr>
            </a:lvl1pPr>
            <a:lvl2pPr marL="742950" indent="-285750" eaLnBrk="0" hangingPunct="0">
              <a:defRPr sz="3200">
                <a:solidFill>
                  <a:schemeClr val="tx1"/>
                </a:solidFill>
                <a:latin typeface="Verdana" panose="020B0604030504040204" pitchFamily="34" charset="0"/>
                <a:ea typeface="楷体_GB2312" pitchFamily="1" charset="-122"/>
              </a:defRPr>
            </a:lvl2pPr>
            <a:lvl3pPr marL="1143000" indent="-228600" eaLnBrk="0" hangingPunct="0">
              <a:defRPr sz="3200">
                <a:solidFill>
                  <a:schemeClr val="tx1"/>
                </a:solidFill>
                <a:latin typeface="Verdana" panose="020B0604030504040204" pitchFamily="34" charset="0"/>
                <a:ea typeface="楷体_GB2312" pitchFamily="1" charset="-122"/>
              </a:defRPr>
            </a:lvl3pPr>
            <a:lvl4pPr marL="1600200" indent="-228600" eaLnBrk="0" hangingPunct="0">
              <a:defRPr sz="3200">
                <a:solidFill>
                  <a:schemeClr val="tx1"/>
                </a:solidFill>
                <a:latin typeface="Verdana" panose="020B0604030504040204" pitchFamily="34" charset="0"/>
                <a:ea typeface="楷体_GB2312" pitchFamily="1" charset="-122"/>
              </a:defRPr>
            </a:lvl4pPr>
            <a:lvl5pPr marL="2057400" indent="-228600" eaLnBrk="0" hangingPunct="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Verdana" panose="020B0604030504040204" pitchFamily="34" charset="0"/>
                <a:ea typeface="楷体_GB2312" pitchFamily="1" charset="-122"/>
              </a:defRPr>
            </a:lvl9pPr>
          </a:lstStyle>
          <a:p>
            <a:pPr marL="285750" indent="-285750" eaLnBrk="1" hangingPunct="1">
              <a:buFont typeface="Wingdings" panose="05000000000000000000" pitchFamily="2" charset="2"/>
              <a:buChar char="p"/>
              <a:defRPr/>
            </a:pPr>
            <a:r>
              <a:rPr lang="zh-CN" altLang="en-US" sz="1800" b="1" dirty="0">
                <a:latin typeface="Tahoma" panose="020B0604030504040204" pitchFamily="34" charset="0"/>
              </a:rPr>
              <a:t>恒等变换</a:t>
            </a:r>
            <a:endParaRPr lang="en-US" altLang="zh-CN" sz="1800" b="1" dirty="0">
              <a:latin typeface="Tahoma" panose="020B0604030504040204" pitchFamily="34" charset="0"/>
            </a:endParaRPr>
          </a:p>
          <a:p>
            <a:pPr eaLnBrk="1" hangingPunct="1">
              <a:spcBef>
                <a:spcPts val="1200"/>
              </a:spcBef>
              <a:buFont typeface="Arial" panose="020B0604020202020204" pitchFamily="34" charset="0"/>
              <a:buNone/>
              <a:defRPr/>
            </a:pPr>
            <a:r>
              <a:rPr lang="en-US" altLang="zh-CN" sz="1800" b="1" i="1" dirty="0">
                <a:solidFill>
                  <a:srgbClr val="0033CC"/>
                </a:solidFill>
                <a:latin typeface="Tahoma" panose="020B0604030504040204" pitchFamily="34" charset="0"/>
              </a:rPr>
              <a:t>    </a:t>
            </a:r>
            <a:r>
              <a:rPr lang="en-US" altLang="zh-CN" sz="1800" b="1" i="1" dirty="0">
                <a:solidFill>
                  <a:srgbClr val="0033CC"/>
                </a:solidFill>
                <a:latin typeface="Times New Roman" panose="02020603050405020304" pitchFamily="18" charset="0"/>
                <a:cs typeface="Times New Roman" panose="02020603050405020304" pitchFamily="18" charset="0"/>
              </a:rPr>
              <a:t>S=r</a:t>
            </a:r>
          </a:p>
          <a:p>
            <a:pPr marL="285750" indent="-285750" eaLnBrk="1" hangingPunct="1">
              <a:buFont typeface="Wingdings" panose="05000000000000000000" pitchFamily="2" charset="2"/>
              <a:buChar char="p"/>
              <a:defRPr/>
            </a:pPr>
            <a:endParaRPr lang="en-US" altLang="zh-CN" sz="1800" b="1" dirty="0">
              <a:latin typeface="Tahoma" panose="020B0604030504040204" pitchFamily="34" charset="0"/>
            </a:endParaRPr>
          </a:p>
          <a:p>
            <a:pPr eaLnBrk="1" hangingPunct="1">
              <a:buFont typeface="Arial" panose="020B0604020202020204" pitchFamily="34" charset="0"/>
              <a:buNone/>
              <a:defRPr/>
            </a:pPr>
            <a:endParaRPr lang="zh-CN" altLang="en-US" sz="1800" b="1" dirty="0">
              <a:latin typeface="Tahoma" panose="020B0604030504040204" pitchFamily="34" charset="0"/>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26F9E9E5-4A9E-4130-A136-F0E3626FB70D}"/>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33795" name="TextBox 23">
            <a:extLst>
              <a:ext uri="{FF2B5EF4-FFF2-40B4-BE49-F238E27FC236}">
                <a16:creationId xmlns:a16="http://schemas.microsoft.com/office/drawing/2014/main" id="{C7BF7D39-0F43-46E9-AD12-22C9DCAC7AAA}"/>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zh-CN" altLang="en-US" b="1">
                <a:solidFill>
                  <a:schemeClr val="bg1"/>
                </a:solidFill>
                <a:latin typeface="微软雅黑" panose="020B0503020204020204" pitchFamily="34" charset="-122"/>
                <a:ea typeface="微软雅黑" panose="020B0503020204020204" pitchFamily="34" charset="-122"/>
              </a:rPr>
              <a:t>灰度变换</a:t>
            </a:r>
          </a:p>
        </p:txBody>
      </p:sp>
      <p:graphicFrame>
        <p:nvGraphicFramePr>
          <p:cNvPr id="33796" name="对象 3">
            <a:extLst>
              <a:ext uri="{FF2B5EF4-FFF2-40B4-BE49-F238E27FC236}">
                <a16:creationId xmlns:a16="http://schemas.microsoft.com/office/drawing/2014/main" id="{EC54D5B5-4E9D-447A-90C2-7022EBF7A81D}"/>
              </a:ext>
            </a:extLst>
          </p:cNvPr>
          <p:cNvGraphicFramePr>
            <a:graphicFrameLocks noChangeAspect="1"/>
          </p:cNvGraphicFramePr>
          <p:nvPr/>
        </p:nvGraphicFramePr>
        <p:xfrm>
          <a:off x="2857500" y="827088"/>
          <a:ext cx="5929313" cy="5959475"/>
        </p:xfrm>
        <a:graphic>
          <a:graphicData uri="http://schemas.openxmlformats.org/presentationml/2006/ole">
            <mc:AlternateContent xmlns:mc="http://schemas.openxmlformats.org/markup-compatibility/2006">
              <mc:Choice xmlns:v="urn:schemas-microsoft-com:vml" Requires="v">
                <p:oleObj spid="_x0000_s33800" name="Image" r:id="rId3" imgW="5053968" imgH="5079365" progId="Photoshop.Image.11">
                  <p:embed/>
                </p:oleObj>
              </mc:Choice>
              <mc:Fallback>
                <p:oleObj name="Image" r:id="rId3" imgW="5053968" imgH="5079365" progId="Photoshop.Image.11">
                  <p:embed/>
                  <p:pic>
                    <p:nvPicPr>
                      <p:cNvPr id="0" name="对象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7500" y="827088"/>
                        <a:ext cx="5929313" cy="595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797" name="TextBox 3">
            <a:extLst>
              <a:ext uri="{FF2B5EF4-FFF2-40B4-BE49-F238E27FC236}">
                <a16:creationId xmlns:a16="http://schemas.microsoft.com/office/drawing/2014/main" id="{3D55A3AD-D395-48F6-B5FE-957CA7A2B57E}"/>
              </a:ext>
            </a:extLst>
          </p:cNvPr>
          <p:cNvSpPr txBox="1">
            <a:spLocks noChangeArrowheads="1"/>
          </p:cNvSpPr>
          <p:nvPr/>
        </p:nvSpPr>
        <p:spPr bwMode="auto">
          <a:xfrm>
            <a:off x="2079625" y="3179763"/>
            <a:ext cx="492125"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000" b="1">
                <a:latin typeface="Arial" panose="020B0604020202020204" pitchFamily="34" charset="0"/>
                <a:ea typeface="华文楷体" panose="02010600040101010101" pitchFamily="2" charset="-122"/>
              </a:rPr>
              <a:t>原始图像</a:t>
            </a:r>
          </a:p>
        </p:txBody>
      </p:sp>
      <p:grpSp>
        <p:nvGrpSpPr>
          <p:cNvPr id="26" name="组合 25">
            <a:extLst>
              <a:ext uri="{FF2B5EF4-FFF2-40B4-BE49-F238E27FC236}">
                <a16:creationId xmlns:a16="http://schemas.microsoft.com/office/drawing/2014/main" id="{29DFC9A1-C4EE-468E-BDCB-3B2D4B4F30FF}"/>
              </a:ext>
            </a:extLst>
          </p:cNvPr>
          <p:cNvGrpSpPr/>
          <p:nvPr/>
        </p:nvGrpSpPr>
        <p:grpSpPr>
          <a:xfrm>
            <a:off x="2071670" y="814846"/>
            <a:ext cx="6682194" cy="5940000"/>
            <a:chOff x="2079294" y="1015754"/>
            <a:chExt cx="6682194" cy="5940000"/>
          </a:xfrm>
          <a:solidFill>
            <a:schemeClr val="bg1"/>
          </a:solidFill>
        </p:grpSpPr>
        <p:graphicFrame>
          <p:nvGraphicFramePr>
            <p:cNvPr id="16" name="对象 5">
              <a:extLst>
                <a:ext uri="{FF2B5EF4-FFF2-40B4-BE49-F238E27FC236}">
                  <a16:creationId xmlns:a16="http://schemas.microsoft.com/office/drawing/2014/main" id="{705B76A4-395B-4872-B671-09C70BB8B4E9}"/>
                </a:ext>
              </a:extLst>
            </p:cNvPr>
            <p:cNvGraphicFramePr>
              <a:graphicFrameLocks noChangeAspect="1"/>
            </p:cNvGraphicFramePr>
            <p:nvPr/>
          </p:nvGraphicFramePr>
          <p:xfrm>
            <a:off x="2857488" y="1015754"/>
            <a:ext cx="5904000" cy="5940000"/>
          </p:xfrm>
          <a:graphic>
            <a:graphicData uri="http://schemas.openxmlformats.org/presentationml/2006/ole">
              <mc:AlternateContent xmlns:mc="http://schemas.openxmlformats.org/markup-compatibility/2006">
                <mc:Choice xmlns:v="urn:schemas-microsoft-com:vml" Requires="v">
                  <p:oleObj spid="_x0000_s33801" name="Image" r:id="rId5" imgW="5082951" imgH="5108366" progId="Photoshop.Image.10">
                    <p:embed/>
                  </p:oleObj>
                </mc:Choice>
                <mc:Fallback>
                  <p:oleObj name="Image" r:id="rId5" imgW="5082951" imgH="5108366" progId="Photoshop.Image.10">
                    <p:embed/>
                    <p:pic>
                      <p:nvPicPr>
                        <p:cNvPr id="16" name="对象 5">
                          <a:extLst>
                            <a:ext uri="{FF2B5EF4-FFF2-40B4-BE49-F238E27FC236}">
                              <a16:creationId xmlns:a16="http://schemas.microsoft.com/office/drawing/2014/main" id="{705B76A4-395B-4872-B671-09C70BB8B4E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57488" y="1015754"/>
                          <a:ext cx="5904000" cy="5940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extBox 3">
              <a:extLst>
                <a:ext uri="{FF2B5EF4-FFF2-40B4-BE49-F238E27FC236}">
                  <a16:creationId xmlns:a16="http://schemas.microsoft.com/office/drawing/2014/main" id="{8ACC3311-D444-4AAE-A737-DC47BD497348}"/>
                </a:ext>
              </a:extLst>
            </p:cNvPr>
            <p:cNvSpPr txBox="1">
              <a:spLocks noChangeArrowheads="1"/>
            </p:cNvSpPr>
            <p:nvPr/>
          </p:nvSpPr>
          <p:spPr bwMode="auto">
            <a:xfrm>
              <a:off x="2079294" y="2842342"/>
              <a:ext cx="492443" cy="188769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buFont typeface="Arial" panose="020B0604020202020204" pitchFamily="34" charset="0"/>
                <a:buNone/>
                <a:defRPr/>
              </a:pPr>
              <a:r>
                <a:rPr lang="zh-CN" altLang="en-US" sz="2000" b="1" dirty="0">
                  <a:ea typeface="华文楷体" pitchFamily="65" charset="-122"/>
                </a:rPr>
                <a:t>线性变换后图像</a:t>
              </a:r>
            </a:p>
          </p:txBody>
        </p:sp>
      </p:grpSp>
      <p:sp>
        <p:nvSpPr>
          <p:cNvPr id="22" name="矩形 21">
            <a:extLst>
              <a:ext uri="{FF2B5EF4-FFF2-40B4-BE49-F238E27FC236}">
                <a16:creationId xmlns:a16="http://schemas.microsoft.com/office/drawing/2014/main" id="{97E2B877-39B6-45D4-BCE9-F249FC4130DE}"/>
              </a:ext>
            </a:extLst>
          </p:cNvPr>
          <p:cNvSpPr/>
          <p:nvPr/>
        </p:nvSpPr>
        <p:spPr>
          <a:xfrm>
            <a:off x="0" y="981075"/>
            <a:ext cx="2571750" cy="576263"/>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r>
              <a:rPr lang="zh-CN" altLang="en-US" sz="2800" b="1" dirty="0">
                <a:latin typeface="微软雅黑" panose="020B0503020204020204" pitchFamily="34" charset="-122"/>
                <a:ea typeface="微软雅黑" panose="020B0503020204020204" pitchFamily="34" charset="-122"/>
              </a:rPr>
              <a:t>线性变换示例</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up)">
                                      <p:cBhvr>
                                        <p:cTn id="7" dur="1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618D0667-E5B4-4F60-95A0-450410D06D6E}"/>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34819" name="TextBox 23">
            <a:extLst>
              <a:ext uri="{FF2B5EF4-FFF2-40B4-BE49-F238E27FC236}">
                <a16:creationId xmlns:a16="http://schemas.microsoft.com/office/drawing/2014/main" id="{DB3B0821-6BF1-4479-8CFF-0AE67234AA89}"/>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zh-CN" altLang="en-US" b="1">
                <a:solidFill>
                  <a:schemeClr val="bg1"/>
                </a:solidFill>
                <a:latin typeface="微软雅黑" panose="020B0503020204020204" pitchFamily="34" charset="-122"/>
                <a:ea typeface="微软雅黑" panose="020B0503020204020204" pitchFamily="34" charset="-122"/>
              </a:rPr>
              <a:t>灰度变换</a:t>
            </a:r>
          </a:p>
        </p:txBody>
      </p:sp>
      <p:sp>
        <p:nvSpPr>
          <p:cNvPr id="22" name="矩形 21">
            <a:extLst>
              <a:ext uri="{FF2B5EF4-FFF2-40B4-BE49-F238E27FC236}">
                <a16:creationId xmlns:a16="http://schemas.microsoft.com/office/drawing/2014/main" id="{C67D9C03-E99A-4146-BFD0-ABCCA625FFD5}"/>
              </a:ext>
            </a:extLst>
          </p:cNvPr>
          <p:cNvSpPr/>
          <p:nvPr/>
        </p:nvSpPr>
        <p:spPr>
          <a:xfrm>
            <a:off x="0" y="981075"/>
            <a:ext cx="2571750" cy="576263"/>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r>
              <a:rPr lang="zh-CN" altLang="en-US" sz="2800" b="1" dirty="0">
                <a:latin typeface="微软雅黑" panose="020B0503020204020204" pitchFamily="34" charset="-122"/>
                <a:ea typeface="微软雅黑" panose="020B0503020204020204" pitchFamily="34" charset="-122"/>
              </a:rPr>
              <a:t>线性变换示例</a:t>
            </a:r>
          </a:p>
        </p:txBody>
      </p:sp>
      <p:graphicFrame>
        <p:nvGraphicFramePr>
          <p:cNvPr id="34821" name="对象 4">
            <a:extLst>
              <a:ext uri="{FF2B5EF4-FFF2-40B4-BE49-F238E27FC236}">
                <a16:creationId xmlns:a16="http://schemas.microsoft.com/office/drawing/2014/main" id="{A71D9ECE-A6A3-4E2D-91B7-9632EED78D0E}"/>
              </a:ext>
            </a:extLst>
          </p:cNvPr>
          <p:cNvGraphicFramePr>
            <a:graphicFrameLocks noChangeAspect="1"/>
          </p:cNvGraphicFramePr>
          <p:nvPr/>
        </p:nvGraphicFramePr>
        <p:xfrm>
          <a:off x="3465513" y="882650"/>
          <a:ext cx="4835525" cy="2717800"/>
        </p:xfrm>
        <a:graphic>
          <a:graphicData uri="http://schemas.openxmlformats.org/presentationml/2006/ole">
            <mc:AlternateContent xmlns:mc="http://schemas.openxmlformats.org/markup-compatibility/2006">
              <mc:Choice xmlns:v="urn:schemas-microsoft-com:vml" Requires="v">
                <p:oleObj spid="_x0000_s34826" name="Image" r:id="rId3" imgW="3329333" imgH="1499471" progId="Photoshop.Image.10">
                  <p:embed/>
                </p:oleObj>
              </mc:Choice>
              <mc:Fallback>
                <p:oleObj name="Image" r:id="rId3" imgW="3329333" imgH="1499471" progId="Photoshop.Image.10">
                  <p:embed/>
                  <p:pic>
                    <p:nvPicPr>
                      <p:cNvPr id="0"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65513" y="882650"/>
                        <a:ext cx="4835525" cy="271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822" name="对象 6">
            <a:extLst>
              <a:ext uri="{FF2B5EF4-FFF2-40B4-BE49-F238E27FC236}">
                <a16:creationId xmlns:a16="http://schemas.microsoft.com/office/drawing/2014/main" id="{04345B17-46F6-4C9E-B21A-9F60775C30EA}"/>
              </a:ext>
            </a:extLst>
          </p:cNvPr>
          <p:cNvGraphicFramePr>
            <a:graphicFrameLocks noChangeAspect="1"/>
          </p:cNvGraphicFramePr>
          <p:nvPr/>
        </p:nvGraphicFramePr>
        <p:xfrm>
          <a:off x="3500438" y="4000500"/>
          <a:ext cx="4800600" cy="2716213"/>
        </p:xfrm>
        <a:graphic>
          <a:graphicData uri="http://schemas.openxmlformats.org/presentationml/2006/ole">
            <mc:AlternateContent xmlns:mc="http://schemas.openxmlformats.org/markup-compatibility/2006">
              <mc:Choice xmlns:v="urn:schemas-microsoft-com:vml" Requires="v">
                <p:oleObj spid="_x0000_s34827" name="Image" r:id="rId5" imgW="3354748" imgH="1499471" progId="Photoshop.Image.10">
                  <p:embed/>
                </p:oleObj>
              </mc:Choice>
              <mc:Fallback>
                <p:oleObj name="Image" r:id="rId5" imgW="3354748" imgH="1499471" progId="Photoshop.Image.10">
                  <p:embed/>
                  <p:pic>
                    <p:nvPicPr>
                      <p:cNvPr id="0" name="对象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00438" y="4000500"/>
                        <a:ext cx="4800600" cy="2716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4823" name="TextBox 3">
            <a:extLst>
              <a:ext uri="{FF2B5EF4-FFF2-40B4-BE49-F238E27FC236}">
                <a16:creationId xmlns:a16="http://schemas.microsoft.com/office/drawing/2014/main" id="{4A01A30B-2853-4933-96F8-8F0DCA6EE090}"/>
              </a:ext>
            </a:extLst>
          </p:cNvPr>
          <p:cNvSpPr txBox="1">
            <a:spLocks noChangeArrowheads="1"/>
          </p:cNvSpPr>
          <p:nvPr/>
        </p:nvSpPr>
        <p:spPr bwMode="auto">
          <a:xfrm>
            <a:off x="2928938" y="852488"/>
            <a:ext cx="492125" cy="214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000" b="1">
                <a:latin typeface="Arial" panose="020B0604020202020204" pitchFamily="34" charset="0"/>
                <a:ea typeface="华文楷体" panose="02010600040101010101" pitchFamily="2" charset="-122"/>
              </a:rPr>
              <a:t>原始图像灰度分布</a:t>
            </a:r>
          </a:p>
        </p:txBody>
      </p:sp>
      <p:sp>
        <p:nvSpPr>
          <p:cNvPr id="34824" name="TextBox 3">
            <a:extLst>
              <a:ext uri="{FF2B5EF4-FFF2-40B4-BE49-F238E27FC236}">
                <a16:creationId xmlns:a16="http://schemas.microsoft.com/office/drawing/2014/main" id="{BCA8DE8A-10E9-4644-9546-AAF618CAD539}"/>
              </a:ext>
            </a:extLst>
          </p:cNvPr>
          <p:cNvSpPr txBox="1">
            <a:spLocks noChangeArrowheads="1"/>
          </p:cNvSpPr>
          <p:nvPr/>
        </p:nvSpPr>
        <p:spPr bwMode="auto">
          <a:xfrm>
            <a:off x="2916238" y="3789363"/>
            <a:ext cx="492125"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000" b="1">
                <a:latin typeface="Arial" panose="020B0604020202020204" pitchFamily="34" charset="0"/>
                <a:ea typeface="华文楷体" panose="02010600040101010101" pitchFamily="2" charset="-122"/>
              </a:rPr>
              <a:t>线性变换后灰度分布</a:t>
            </a:r>
          </a:p>
        </p:txBody>
      </p:sp>
      <p:sp>
        <p:nvSpPr>
          <p:cNvPr id="34825" name="右箭头 1">
            <a:extLst>
              <a:ext uri="{FF2B5EF4-FFF2-40B4-BE49-F238E27FC236}">
                <a16:creationId xmlns:a16="http://schemas.microsoft.com/office/drawing/2014/main" id="{C0968546-03F4-463F-9895-79FCC36CA88C}"/>
              </a:ext>
            </a:extLst>
          </p:cNvPr>
          <p:cNvSpPr>
            <a:spLocks noChangeArrowheads="1"/>
          </p:cNvSpPr>
          <p:nvPr/>
        </p:nvSpPr>
        <p:spPr bwMode="auto">
          <a:xfrm rot="5400000">
            <a:off x="5660232" y="3485356"/>
            <a:ext cx="323850" cy="611187"/>
          </a:xfrm>
          <a:prstGeom prst="rightArrow">
            <a:avLst>
              <a:gd name="adj1" fmla="val 50000"/>
              <a:gd name="adj2" fmla="val 50000"/>
            </a:avLst>
          </a:prstGeom>
          <a:solidFill>
            <a:srgbClr val="002060"/>
          </a:solidFill>
          <a:ln w="12700" algn="ctr">
            <a:solidFill>
              <a:srgbClr val="002060"/>
            </a:solidFill>
            <a:round/>
            <a:headEnd type="none" w="sm" len="sm"/>
            <a:tailEnd type="none" w="sm" len="sm"/>
          </a:ln>
        </p:spPr>
        <p:txBody>
          <a:bodyPr lIns="91896" tIns="45950" rIns="91896" bIns="45950"/>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a:spcBef>
                <a:spcPct val="30000"/>
              </a:spcBef>
              <a:buClrTx/>
              <a:buSzTx/>
              <a:buFont typeface="Arial" panose="020B0604020202020204" pitchFamily="34" charset="0"/>
              <a:buNone/>
            </a:pPr>
            <a:endParaRPr lang="zh-CN" altLang="en-US" sz="2000" b="1">
              <a:latin typeface="Arial" panose="020B0604020202020204" pitchFamily="34" charset="0"/>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D1DA8FB1-47BC-4455-B721-3E1B505745C7}"/>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35843" name="TextBox 23">
            <a:extLst>
              <a:ext uri="{FF2B5EF4-FFF2-40B4-BE49-F238E27FC236}">
                <a16:creationId xmlns:a16="http://schemas.microsoft.com/office/drawing/2014/main" id="{B1C1C01D-FCE5-4C59-8E49-64B35F8646DD}"/>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zh-CN" altLang="en-US" b="1">
                <a:solidFill>
                  <a:schemeClr val="bg1"/>
                </a:solidFill>
                <a:latin typeface="微软雅黑" panose="020B0503020204020204" pitchFamily="34" charset="-122"/>
                <a:ea typeface="微软雅黑" panose="020B0503020204020204" pitchFamily="34" charset="-122"/>
              </a:rPr>
              <a:t>灰度变换</a:t>
            </a:r>
          </a:p>
        </p:txBody>
      </p:sp>
      <p:sp>
        <p:nvSpPr>
          <p:cNvPr id="7" name="内容占位符 2">
            <a:extLst>
              <a:ext uri="{FF2B5EF4-FFF2-40B4-BE49-F238E27FC236}">
                <a16:creationId xmlns:a16="http://schemas.microsoft.com/office/drawing/2014/main" id="{A8C21A3E-BA0C-452F-984C-244B803F3012}"/>
              </a:ext>
            </a:extLst>
          </p:cNvPr>
          <p:cNvSpPr txBox="1">
            <a:spLocks/>
          </p:cNvSpPr>
          <p:nvPr/>
        </p:nvSpPr>
        <p:spPr bwMode="auto">
          <a:xfrm>
            <a:off x="90488" y="1111250"/>
            <a:ext cx="2890837" cy="375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8425" tIns="44450" rIns="98425" bIns="44450">
            <a:spAutoFit/>
          </a:bodyPr>
          <a:lstStyle>
            <a:lvl1pPr algn="l" defTabSz="896938" rtl="0" eaLnBrk="0" fontAlgn="base" hangingPunct="0">
              <a:spcBef>
                <a:spcPct val="20000"/>
              </a:spcBef>
              <a:spcAft>
                <a:spcPct val="0"/>
              </a:spcAft>
              <a:buSzPct val="65000"/>
              <a:defRPr sz="3200" b="0" baseline="0">
                <a:solidFill>
                  <a:schemeClr val="tx1"/>
                </a:solidFill>
                <a:latin typeface="华文楷体" panose="02010600040101010101" pitchFamily="2" charset="-122"/>
                <a:ea typeface="华文楷体" panose="02010600040101010101" pitchFamily="2" charset="-122"/>
                <a:cs typeface="+mn-cs"/>
              </a:defRPr>
            </a:lvl1pPr>
            <a:lvl2pPr marL="476250" algn="l" defTabSz="896938" rtl="0" eaLnBrk="0" fontAlgn="base" hangingPunct="0">
              <a:spcBef>
                <a:spcPct val="20000"/>
              </a:spcBef>
              <a:spcAft>
                <a:spcPct val="0"/>
              </a:spcAft>
              <a:defRPr sz="2800" b="0" baseline="0">
                <a:solidFill>
                  <a:schemeClr val="tx1"/>
                </a:solidFill>
                <a:latin typeface="华文楷体" panose="02010600040101010101" pitchFamily="2" charset="-122"/>
                <a:ea typeface="华文楷体" panose="02010600040101010101" pitchFamily="2" charset="-122"/>
              </a:defRPr>
            </a:lvl2pPr>
            <a:lvl3pPr marL="952500" algn="l" defTabSz="896938" rtl="0" eaLnBrk="0" fontAlgn="base" hangingPunct="0">
              <a:spcBef>
                <a:spcPct val="20000"/>
              </a:spcBef>
              <a:spcAft>
                <a:spcPct val="0"/>
              </a:spcAft>
              <a:defRPr sz="2400" b="0" baseline="0">
                <a:solidFill>
                  <a:schemeClr val="tx1"/>
                </a:solidFill>
                <a:latin typeface="华文楷体" panose="02010600040101010101" pitchFamily="2" charset="-122"/>
                <a:ea typeface="华文楷体" panose="02010600040101010101" pitchFamily="2" charset="-122"/>
              </a:defRPr>
            </a:lvl3pPr>
            <a:lvl4pPr marL="1743075" algn="l" defTabSz="896938" rtl="0" eaLnBrk="0" fontAlgn="base" hangingPunct="0">
              <a:spcBef>
                <a:spcPct val="20000"/>
              </a:spcBef>
              <a:spcAft>
                <a:spcPct val="0"/>
              </a:spcAft>
              <a:defRPr sz="2000" b="0" baseline="0">
                <a:solidFill>
                  <a:schemeClr val="tx1"/>
                </a:solidFill>
                <a:latin typeface="华文楷体" panose="02010600040101010101" pitchFamily="2" charset="-122"/>
                <a:ea typeface="华文楷体" panose="02010600040101010101" pitchFamily="2" charset="-122"/>
              </a:defRPr>
            </a:lvl4pPr>
            <a:lvl5pPr marL="2155825" algn="l" defTabSz="896938" rtl="0" eaLnBrk="0" fontAlgn="base" hangingPunct="0">
              <a:spcBef>
                <a:spcPct val="20000"/>
              </a:spcBef>
              <a:spcAft>
                <a:spcPct val="0"/>
              </a:spcAft>
              <a:defRPr sz="2000" b="0" baseline="0">
                <a:solidFill>
                  <a:schemeClr val="tx1"/>
                </a:solidFill>
                <a:latin typeface="华文楷体" panose="02010600040101010101" pitchFamily="2" charset="-122"/>
                <a:ea typeface="华文楷体" panose="02010600040101010101" pitchFamily="2" charset="-122"/>
              </a:defRPr>
            </a:lvl5pPr>
            <a:lvl6pPr marL="2838450" indent="-223838" algn="l" defTabSz="896938" rtl="0" eaLnBrk="1" fontAlgn="base" hangingPunct="1">
              <a:spcBef>
                <a:spcPct val="20000"/>
              </a:spcBef>
              <a:spcAft>
                <a:spcPct val="0"/>
              </a:spcAft>
              <a:buChar char="»"/>
              <a:defRPr sz="2000" b="1">
                <a:solidFill>
                  <a:schemeClr val="tx1"/>
                </a:solidFill>
                <a:latin typeface="+mn-lt"/>
              </a:defRPr>
            </a:lvl6pPr>
            <a:lvl7pPr marL="3295650" indent="-223838" algn="l" defTabSz="896938" rtl="0" eaLnBrk="1" fontAlgn="base" hangingPunct="1">
              <a:spcBef>
                <a:spcPct val="20000"/>
              </a:spcBef>
              <a:spcAft>
                <a:spcPct val="0"/>
              </a:spcAft>
              <a:buChar char="»"/>
              <a:defRPr sz="2000" b="1">
                <a:solidFill>
                  <a:schemeClr val="tx1"/>
                </a:solidFill>
                <a:latin typeface="+mn-lt"/>
              </a:defRPr>
            </a:lvl7pPr>
            <a:lvl8pPr marL="3752850" indent="-223838" algn="l" defTabSz="896938" rtl="0" eaLnBrk="1" fontAlgn="base" hangingPunct="1">
              <a:spcBef>
                <a:spcPct val="20000"/>
              </a:spcBef>
              <a:spcAft>
                <a:spcPct val="0"/>
              </a:spcAft>
              <a:buChar char="»"/>
              <a:defRPr sz="2000" b="1">
                <a:solidFill>
                  <a:schemeClr val="tx1"/>
                </a:solidFill>
                <a:latin typeface="+mn-lt"/>
              </a:defRPr>
            </a:lvl8pPr>
            <a:lvl9pPr marL="4210050" indent="-223838" algn="l" defTabSz="896938" rtl="0" eaLnBrk="1" fontAlgn="base" hangingPunct="1">
              <a:spcBef>
                <a:spcPct val="20000"/>
              </a:spcBef>
              <a:spcAft>
                <a:spcPct val="0"/>
              </a:spcAft>
              <a:buChar char="»"/>
              <a:defRPr sz="2000" b="1">
                <a:solidFill>
                  <a:schemeClr val="tx1"/>
                </a:solidFill>
                <a:latin typeface="+mn-lt"/>
              </a:defRPr>
            </a:lvl9pPr>
          </a:lstStyle>
          <a:p>
            <a:pPr>
              <a:spcBef>
                <a:spcPts val="600"/>
              </a:spcBef>
              <a:buFont typeface="Arial" panose="020B0604020202020204" pitchFamily="34" charset="0"/>
              <a:buNone/>
              <a:defRPr/>
            </a:pPr>
            <a:r>
              <a:rPr lang="zh-CN" altLang="en-US" b="1" u="sng" dirty="0">
                <a:solidFill>
                  <a:srgbClr val="C00000"/>
                </a:solidFill>
                <a:latin typeface="黑体" pitchFamily="49" charset="-122"/>
                <a:ea typeface="黑体" pitchFamily="49" charset="-122"/>
              </a:rPr>
              <a:t>非线性变换</a:t>
            </a:r>
            <a:endParaRPr lang="en-US" altLang="zh-CN" b="1" u="sng" dirty="0">
              <a:solidFill>
                <a:srgbClr val="C00000"/>
              </a:solidFill>
              <a:latin typeface="黑体" pitchFamily="49" charset="-122"/>
              <a:ea typeface="黑体" pitchFamily="49" charset="-122"/>
            </a:endParaRPr>
          </a:p>
          <a:p>
            <a:pPr indent="457200" algn="just">
              <a:spcBef>
                <a:spcPts val="1200"/>
              </a:spcBef>
              <a:buFont typeface="Arial" panose="020B0604020202020204" pitchFamily="34" charset="0"/>
              <a:buNone/>
              <a:defRPr/>
            </a:pPr>
            <a:r>
              <a:rPr lang="zh-CN" altLang="en-US" sz="2800" b="1" dirty="0"/>
              <a:t>当用某些</a:t>
            </a:r>
            <a:r>
              <a:rPr lang="zh-CN" altLang="en-US" sz="2800" b="1" dirty="0">
                <a:solidFill>
                  <a:srgbClr val="0033CC"/>
                </a:solidFill>
              </a:rPr>
              <a:t>非线性函数</a:t>
            </a:r>
            <a:r>
              <a:rPr lang="zh-CN" altLang="en-US" sz="2800" b="1" dirty="0"/>
              <a:t>，如</a:t>
            </a:r>
            <a:r>
              <a:rPr lang="zh-CN" altLang="en-US" sz="2800" b="1" dirty="0">
                <a:solidFill>
                  <a:srgbClr val="0033CC"/>
                </a:solidFill>
              </a:rPr>
              <a:t>对数函数、指数函数等</a:t>
            </a:r>
            <a:r>
              <a:rPr lang="zh-CN" altLang="en-US" sz="2800" b="1" dirty="0"/>
              <a:t>作为映射函数时，可实现图像灰度的非线性变换</a:t>
            </a:r>
            <a:endParaRPr lang="en-US" altLang="zh-CN" sz="2400" b="1" dirty="0"/>
          </a:p>
        </p:txBody>
      </p:sp>
      <p:sp>
        <p:nvSpPr>
          <p:cNvPr id="35845" name="Text Box 5">
            <a:extLst>
              <a:ext uri="{FF2B5EF4-FFF2-40B4-BE49-F238E27FC236}">
                <a16:creationId xmlns:a16="http://schemas.microsoft.com/office/drawing/2014/main" id="{96A5BD3A-AF1A-4172-BAD0-D855B26EC911}"/>
              </a:ext>
            </a:extLst>
          </p:cNvPr>
          <p:cNvSpPr txBox="1">
            <a:spLocks noChangeArrowheads="1"/>
          </p:cNvSpPr>
          <p:nvPr/>
        </p:nvSpPr>
        <p:spPr bwMode="auto">
          <a:xfrm>
            <a:off x="4051300" y="6194425"/>
            <a:ext cx="4716463" cy="3667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1800" b="1">
                <a:latin typeface="Tahoma" panose="020B0604030504040204" pitchFamily="34" charset="0"/>
                <a:ea typeface="楷体_GB2312" pitchFamily="1" charset="-122"/>
              </a:rPr>
              <a:t>用于图像增强的某些基本灰度变换函数</a:t>
            </a:r>
          </a:p>
        </p:txBody>
      </p:sp>
      <p:grpSp>
        <p:nvGrpSpPr>
          <p:cNvPr id="35846" name="Group 5">
            <a:extLst>
              <a:ext uri="{FF2B5EF4-FFF2-40B4-BE49-F238E27FC236}">
                <a16:creationId xmlns:a16="http://schemas.microsoft.com/office/drawing/2014/main" id="{51360B93-6588-494C-9480-F414D35CDD34}"/>
              </a:ext>
            </a:extLst>
          </p:cNvPr>
          <p:cNvGrpSpPr>
            <a:grpSpLocks/>
          </p:cNvGrpSpPr>
          <p:nvPr/>
        </p:nvGrpSpPr>
        <p:grpSpPr bwMode="auto">
          <a:xfrm>
            <a:off x="3203575" y="1366838"/>
            <a:ext cx="5245100" cy="4711700"/>
            <a:chOff x="-24" y="-23"/>
            <a:chExt cx="2905" cy="2760"/>
          </a:xfrm>
        </p:grpSpPr>
        <p:pic>
          <p:nvPicPr>
            <p:cNvPr id="35851" name="Picture 4">
              <a:extLst>
                <a:ext uri="{FF2B5EF4-FFF2-40B4-BE49-F238E27FC236}">
                  <a16:creationId xmlns:a16="http://schemas.microsoft.com/office/drawing/2014/main" id="{00CE2350-5074-4D12-9123-0E3EB60F4F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 y="-23"/>
              <a:ext cx="2880" cy="26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52" name="Text Box 6">
              <a:extLst>
                <a:ext uri="{FF2B5EF4-FFF2-40B4-BE49-F238E27FC236}">
                  <a16:creationId xmlns:a16="http://schemas.microsoft.com/office/drawing/2014/main" id="{2477E1BF-8599-4183-88A1-930214C51067}"/>
                </a:ext>
              </a:extLst>
            </p:cNvPr>
            <p:cNvSpPr txBox="1">
              <a:spLocks noChangeArrowheads="1"/>
            </p:cNvSpPr>
            <p:nvPr/>
          </p:nvSpPr>
          <p:spPr bwMode="auto">
            <a:xfrm>
              <a:off x="1269" y="2519"/>
              <a:ext cx="740" cy="21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1800" b="1">
                  <a:latin typeface="Tahoma" panose="020B0604030504040204" pitchFamily="34" charset="0"/>
                  <a:ea typeface="楷体_GB2312" pitchFamily="1" charset="-122"/>
                </a:rPr>
                <a:t>输入灰度级</a:t>
              </a:r>
              <a:endParaRPr lang="en-US" altLang="zh-CN" sz="1800" b="1">
                <a:latin typeface="Tahoma" panose="020B0604030504040204" pitchFamily="34" charset="0"/>
                <a:ea typeface="楷体_GB2312" pitchFamily="1" charset="-122"/>
              </a:endParaRPr>
            </a:p>
          </p:txBody>
        </p:sp>
        <p:sp>
          <p:nvSpPr>
            <p:cNvPr id="35853" name="Text Box 9">
              <a:extLst>
                <a:ext uri="{FF2B5EF4-FFF2-40B4-BE49-F238E27FC236}">
                  <a16:creationId xmlns:a16="http://schemas.microsoft.com/office/drawing/2014/main" id="{8A0EB195-1873-4DE3-9AA0-9489F1A70033}"/>
                </a:ext>
              </a:extLst>
            </p:cNvPr>
            <p:cNvSpPr txBox="1">
              <a:spLocks noChangeArrowheads="1"/>
            </p:cNvSpPr>
            <p:nvPr/>
          </p:nvSpPr>
          <p:spPr bwMode="auto">
            <a:xfrm>
              <a:off x="1691" y="432"/>
              <a:ext cx="412" cy="14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1600" b="1">
                  <a:solidFill>
                    <a:srgbClr val="C00000"/>
                  </a:solidFill>
                  <a:latin typeface="Tahoma" panose="020B0604030504040204" pitchFamily="34" charset="0"/>
                  <a:ea typeface="楷体_GB2312" pitchFamily="1" charset="-122"/>
                </a:rPr>
                <a:t>n</a:t>
              </a:r>
              <a:r>
                <a:rPr lang="zh-CN" altLang="en-US" sz="1600" b="1">
                  <a:solidFill>
                    <a:srgbClr val="C00000"/>
                  </a:solidFill>
                  <a:latin typeface="Tahoma" panose="020B0604030504040204" pitchFamily="34" charset="0"/>
                  <a:ea typeface="楷体_GB2312" pitchFamily="1" charset="-122"/>
                </a:rPr>
                <a:t>次方根</a:t>
              </a:r>
            </a:p>
          </p:txBody>
        </p:sp>
        <p:sp>
          <p:nvSpPr>
            <p:cNvPr id="35854" name="Text Box 12">
              <a:extLst>
                <a:ext uri="{FF2B5EF4-FFF2-40B4-BE49-F238E27FC236}">
                  <a16:creationId xmlns:a16="http://schemas.microsoft.com/office/drawing/2014/main" id="{E69F4FCD-B4DB-4407-ABC4-D256E5FCD266}"/>
                </a:ext>
              </a:extLst>
            </p:cNvPr>
            <p:cNvSpPr txBox="1">
              <a:spLocks noChangeArrowheads="1"/>
            </p:cNvSpPr>
            <p:nvPr/>
          </p:nvSpPr>
          <p:spPr bwMode="auto">
            <a:xfrm>
              <a:off x="536" y="2047"/>
              <a:ext cx="472" cy="14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1600" b="1">
                  <a:latin typeface="Tahoma" panose="020B0604030504040204" pitchFamily="34" charset="0"/>
                  <a:ea typeface="楷体_GB2312" pitchFamily="1" charset="-122"/>
                </a:rPr>
                <a:t>恒等变换</a:t>
              </a:r>
            </a:p>
          </p:txBody>
        </p:sp>
        <p:sp>
          <p:nvSpPr>
            <p:cNvPr id="35855" name="Text Box 13">
              <a:extLst>
                <a:ext uri="{FF2B5EF4-FFF2-40B4-BE49-F238E27FC236}">
                  <a16:creationId xmlns:a16="http://schemas.microsoft.com/office/drawing/2014/main" id="{FF95919C-E5D7-4611-9EDC-C7FE8A3EE32E}"/>
                </a:ext>
              </a:extLst>
            </p:cNvPr>
            <p:cNvSpPr txBox="1">
              <a:spLocks noChangeArrowheads="1"/>
            </p:cNvSpPr>
            <p:nvPr/>
          </p:nvSpPr>
          <p:spPr bwMode="auto">
            <a:xfrm>
              <a:off x="1821" y="2016"/>
              <a:ext cx="375" cy="14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1600" b="1">
                  <a:solidFill>
                    <a:srgbClr val="C00000"/>
                  </a:solidFill>
                  <a:latin typeface="Tahoma" panose="020B0604030504040204" pitchFamily="34" charset="0"/>
                  <a:ea typeface="楷体_GB2312" pitchFamily="1" charset="-122"/>
                </a:rPr>
                <a:t>反对数</a:t>
              </a:r>
            </a:p>
          </p:txBody>
        </p:sp>
        <p:grpSp>
          <p:nvGrpSpPr>
            <p:cNvPr id="35856" name="Group 11">
              <a:extLst>
                <a:ext uri="{FF2B5EF4-FFF2-40B4-BE49-F238E27FC236}">
                  <a16:creationId xmlns:a16="http://schemas.microsoft.com/office/drawing/2014/main" id="{3FF7574D-F836-4610-A339-A50FBC4B9E6C}"/>
                </a:ext>
              </a:extLst>
            </p:cNvPr>
            <p:cNvGrpSpPr>
              <a:grpSpLocks/>
            </p:cNvGrpSpPr>
            <p:nvPr/>
          </p:nvGrpSpPr>
          <p:grpSpPr bwMode="auto">
            <a:xfrm>
              <a:off x="480" y="199"/>
              <a:ext cx="1028" cy="185"/>
              <a:chOff x="0" y="0"/>
              <a:chExt cx="1028" cy="185"/>
            </a:xfrm>
          </p:grpSpPr>
          <p:sp>
            <p:nvSpPr>
              <p:cNvPr id="35864" name="Text Box 8">
                <a:extLst>
                  <a:ext uri="{FF2B5EF4-FFF2-40B4-BE49-F238E27FC236}">
                    <a16:creationId xmlns:a16="http://schemas.microsoft.com/office/drawing/2014/main" id="{ABE12007-B25D-4888-ABFE-4F294D29D99E}"/>
                  </a:ext>
                </a:extLst>
              </p:cNvPr>
              <p:cNvSpPr txBox="1">
                <a:spLocks noChangeArrowheads="1"/>
              </p:cNvSpPr>
              <p:nvPr/>
            </p:nvSpPr>
            <p:spPr bwMode="auto">
              <a:xfrm>
                <a:off x="0" y="41"/>
                <a:ext cx="384" cy="14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1600" b="1">
                    <a:latin typeface="Tahoma" panose="020B0604030504040204" pitchFamily="34" charset="0"/>
                    <a:ea typeface="楷体_GB2312" pitchFamily="1" charset="-122"/>
                  </a:rPr>
                  <a:t>反转</a:t>
                </a:r>
              </a:p>
            </p:txBody>
          </p:sp>
          <p:graphicFrame>
            <p:nvGraphicFramePr>
              <p:cNvPr id="35865" name="Object 13">
                <a:extLst>
                  <a:ext uri="{FF2B5EF4-FFF2-40B4-BE49-F238E27FC236}">
                    <a16:creationId xmlns:a16="http://schemas.microsoft.com/office/drawing/2014/main" id="{7966F83C-0EA5-40C9-85EC-5D9C13B15F7F}"/>
                  </a:ext>
                </a:extLst>
              </p:cNvPr>
              <p:cNvGraphicFramePr>
                <a:graphicFrameLocks noChangeAspect="1"/>
              </p:cNvGraphicFramePr>
              <p:nvPr/>
            </p:nvGraphicFramePr>
            <p:xfrm>
              <a:off x="257" y="0"/>
              <a:ext cx="771" cy="174"/>
            </p:xfrm>
            <a:graphic>
              <a:graphicData uri="http://schemas.openxmlformats.org/presentationml/2006/ole">
                <mc:AlternateContent xmlns:mc="http://schemas.openxmlformats.org/markup-compatibility/2006">
                  <mc:Choice xmlns:v="urn:schemas-microsoft-com:vml" Requires="v">
                    <p:oleObj spid="_x0000_s35866" r:id="rId4" imgW="920910" imgH="101688" progId="Equation.3">
                      <p:embed/>
                    </p:oleObj>
                  </mc:Choice>
                  <mc:Fallback>
                    <p:oleObj r:id="rId4" imgW="920910" imgH="101688" progId="Equation.3">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7" y="0"/>
                            <a:ext cx="771" cy="1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5857" name="Group 14">
              <a:extLst>
                <a:ext uri="{FF2B5EF4-FFF2-40B4-BE49-F238E27FC236}">
                  <a16:creationId xmlns:a16="http://schemas.microsoft.com/office/drawing/2014/main" id="{F5EC7DC6-CFE2-40E5-B042-91F334381453}"/>
                </a:ext>
              </a:extLst>
            </p:cNvPr>
            <p:cNvGrpSpPr>
              <a:grpSpLocks/>
            </p:cNvGrpSpPr>
            <p:nvPr/>
          </p:nvGrpSpPr>
          <p:grpSpPr bwMode="auto">
            <a:xfrm>
              <a:off x="606" y="880"/>
              <a:ext cx="1107" cy="182"/>
              <a:chOff x="0" y="0"/>
              <a:chExt cx="1107" cy="182"/>
            </a:xfrm>
          </p:grpSpPr>
          <p:sp>
            <p:nvSpPr>
              <p:cNvPr id="35862" name="Text Box 10">
                <a:extLst>
                  <a:ext uri="{FF2B5EF4-FFF2-40B4-BE49-F238E27FC236}">
                    <a16:creationId xmlns:a16="http://schemas.microsoft.com/office/drawing/2014/main" id="{A34771CD-685A-4F7C-93E5-16610011A033}"/>
                  </a:ext>
                </a:extLst>
              </p:cNvPr>
              <p:cNvSpPr txBox="1">
                <a:spLocks noChangeArrowheads="1"/>
              </p:cNvSpPr>
              <p:nvPr/>
            </p:nvSpPr>
            <p:spPr bwMode="auto">
              <a:xfrm>
                <a:off x="0" y="28"/>
                <a:ext cx="227" cy="14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1600" b="1">
                    <a:solidFill>
                      <a:srgbClr val="C00000"/>
                    </a:solidFill>
                    <a:latin typeface="Tahoma" panose="020B0604030504040204" pitchFamily="34" charset="0"/>
                    <a:ea typeface="楷体_GB2312" pitchFamily="1" charset="-122"/>
                  </a:rPr>
                  <a:t>对数</a:t>
                </a:r>
              </a:p>
            </p:txBody>
          </p:sp>
          <p:graphicFrame>
            <p:nvGraphicFramePr>
              <p:cNvPr id="35863" name="Object 16">
                <a:extLst>
                  <a:ext uri="{FF2B5EF4-FFF2-40B4-BE49-F238E27FC236}">
                    <a16:creationId xmlns:a16="http://schemas.microsoft.com/office/drawing/2014/main" id="{367F5B31-5857-4D13-B2C3-16DF8255B0A7}"/>
                  </a:ext>
                </a:extLst>
              </p:cNvPr>
              <p:cNvGraphicFramePr>
                <a:graphicFrameLocks noChangeAspect="1"/>
              </p:cNvGraphicFramePr>
              <p:nvPr/>
            </p:nvGraphicFramePr>
            <p:xfrm>
              <a:off x="267" y="0"/>
              <a:ext cx="840" cy="182"/>
            </p:xfrm>
            <a:graphic>
              <a:graphicData uri="http://schemas.openxmlformats.org/presentationml/2006/ole">
                <mc:AlternateContent xmlns:mc="http://schemas.openxmlformats.org/markup-compatibility/2006">
                  <mc:Choice xmlns:v="urn:schemas-microsoft-com:vml" Requires="v">
                    <p:oleObj spid="_x0000_s35867" r:id="rId6" imgW="1117797" imgH="126912" progId="Equation.3">
                      <p:embed/>
                    </p:oleObj>
                  </mc:Choice>
                  <mc:Fallback>
                    <p:oleObj r:id="rId6" imgW="1117797" imgH="126912" progId="Equation.3">
                      <p:embed/>
                      <p:pic>
                        <p:nvPicPr>
                          <p:cNvPr id="0" name="Object 1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7" y="0"/>
                            <a:ext cx="840" cy="1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5858" name="Group 17">
              <a:extLst>
                <a:ext uri="{FF2B5EF4-FFF2-40B4-BE49-F238E27FC236}">
                  <a16:creationId xmlns:a16="http://schemas.microsoft.com/office/drawing/2014/main" id="{3ACDC4A8-EAF4-40F6-9296-756D6FF127C5}"/>
                </a:ext>
              </a:extLst>
            </p:cNvPr>
            <p:cNvGrpSpPr>
              <a:grpSpLocks/>
            </p:cNvGrpSpPr>
            <p:nvPr/>
          </p:nvGrpSpPr>
          <p:grpSpPr bwMode="auto">
            <a:xfrm>
              <a:off x="2064" y="971"/>
              <a:ext cx="817" cy="202"/>
              <a:chOff x="0" y="0"/>
              <a:chExt cx="817" cy="202"/>
            </a:xfrm>
          </p:grpSpPr>
          <p:sp>
            <p:nvSpPr>
              <p:cNvPr id="35860" name="Text Box 11">
                <a:extLst>
                  <a:ext uri="{FF2B5EF4-FFF2-40B4-BE49-F238E27FC236}">
                    <a16:creationId xmlns:a16="http://schemas.microsoft.com/office/drawing/2014/main" id="{6EBEA59E-0896-4CB9-80AD-271DAC80397E}"/>
                  </a:ext>
                </a:extLst>
              </p:cNvPr>
              <p:cNvSpPr txBox="1">
                <a:spLocks noChangeArrowheads="1"/>
              </p:cNvSpPr>
              <p:nvPr/>
            </p:nvSpPr>
            <p:spPr bwMode="auto">
              <a:xfrm>
                <a:off x="0" y="41"/>
                <a:ext cx="299" cy="14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1600" b="1">
                    <a:solidFill>
                      <a:srgbClr val="C00000"/>
                    </a:solidFill>
                    <a:latin typeface="Tahoma" panose="020B0604030504040204" pitchFamily="34" charset="0"/>
                    <a:ea typeface="楷体_GB2312" pitchFamily="1" charset="-122"/>
                  </a:rPr>
                  <a:t>n</a:t>
                </a:r>
                <a:r>
                  <a:rPr lang="zh-CN" altLang="en-US" sz="1600" b="1">
                    <a:solidFill>
                      <a:srgbClr val="C00000"/>
                    </a:solidFill>
                    <a:latin typeface="Tahoma" panose="020B0604030504040204" pitchFamily="34" charset="0"/>
                    <a:ea typeface="楷体_GB2312" pitchFamily="1" charset="-122"/>
                  </a:rPr>
                  <a:t>次幂</a:t>
                </a:r>
              </a:p>
            </p:txBody>
          </p:sp>
          <p:graphicFrame>
            <p:nvGraphicFramePr>
              <p:cNvPr id="35861" name="Object 19">
                <a:extLst>
                  <a:ext uri="{FF2B5EF4-FFF2-40B4-BE49-F238E27FC236}">
                    <a16:creationId xmlns:a16="http://schemas.microsoft.com/office/drawing/2014/main" id="{84366DAA-E7AC-4832-8D25-A8911A6A2841}"/>
                  </a:ext>
                </a:extLst>
              </p:cNvPr>
              <p:cNvGraphicFramePr>
                <a:graphicFrameLocks noChangeAspect="1"/>
              </p:cNvGraphicFramePr>
              <p:nvPr/>
            </p:nvGraphicFramePr>
            <p:xfrm>
              <a:off x="351" y="0"/>
              <a:ext cx="466" cy="202"/>
            </p:xfrm>
            <a:graphic>
              <a:graphicData uri="http://schemas.openxmlformats.org/presentationml/2006/ole">
                <mc:AlternateContent xmlns:mc="http://schemas.openxmlformats.org/markup-compatibility/2006">
                  <mc:Choice xmlns:v="urn:schemas-microsoft-com:vml" Requires="v">
                    <p:oleObj spid="_x0000_s35868" r:id="rId8" imgW="482551" imgH="126912" progId="Equation.DSMT4">
                      <p:embed/>
                    </p:oleObj>
                  </mc:Choice>
                  <mc:Fallback>
                    <p:oleObj r:id="rId8" imgW="482551" imgH="126912" progId="Equation.DSMT4">
                      <p:embed/>
                      <p:pic>
                        <p:nvPicPr>
                          <p:cNvPr id="0" name="Object 1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1" y="0"/>
                            <a:ext cx="466" cy="2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5859" name="Text Box 7">
              <a:extLst>
                <a:ext uri="{FF2B5EF4-FFF2-40B4-BE49-F238E27FC236}">
                  <a16:creationId xmlns:a16="http://schemas.microsoft.com/office/drawing/2014/main" id="{F072E695-DD93-4E47-B496-44EBB6B5617D}"/>
                </a:ext>
              </a:extLst>
            </p:cNvPr>
            <p:cNvSpPr txBox="1">
              <a:spLocks noChangeArrowheads="1"/>
            </p:cNvSpPr>
            <p:nvPr/>
          </p:nvSpPr>
          <p:spPr bwMode="auto">
            <a:xfrm>
              <a:off x="-5" y="849"/>
              <a:ext cx="254" cy="81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lIns="90000" tIns="46800" rIns="90000" bIns="4680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1800" b="1">
                  <a:latin typeface="Tahoma" panose="020B0604030504040204" pitchFamily="34" charset="0"/>
                  <a:ea typeface="楷体_GB2312" pitchFamily="1" charset="-122"/>
                </a:rPr>
                <a:t>输出灰度级</a:t>
              </a:r>
            </a:p>
          </p:txBody>
        </p:sp>
      </p:grpSp>
      <p:sp>
        <p:nvSpPr>
          <p:cNvPr id="38" name="Text Box 5">
            <a:extLst>
              <a:ext uri="{FF2B5EF4-FFF2-40B4-BE49-F238E27FC236}">
                <a16:creationId xmlns:a16="http://schemas.microsoft.com/office/drawing/2014/main" id="{603DA223-8362-471D-A92E-40AF56B30555}"/>
              </a:ext>
            </a:extLst>
          </p:cNvPr>
          <p:cNvSpPr txBox="1">
            <a:spLocks noChangeArrowheads="1"/>
          </p:cNvSpPr>
          <p:nvPr/>
        </p:nvSpPr>
        <p:spPr bwMode="auto">
          <a:xfrm>
            <a:off x="441325" y="4865688"/>
            <a:ext cx="1644650" cy="6492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3200">
                <a:solidFill>
                  <a:schemeClr val="tx1"/>
                </a:solidFill>
                <a:latin typeface="Verdana" panose="020B0604030504040204" pitchFamily="34" charset="0"/>
                <a:ea typeface="楷体_GB2312" pitchFamily="1" charset="-122"/>
              </a:defRPr>
            </a:lvl1pPr>
            <a:lvl2pPr marL="742950" indent="-285750" eaLnBrk="0" hangingPunct="0">
              <a:defRPr sz="3200">
                <a:solidFill>
                  <a:schemeClr val="tx1"/>
                </a:solidFill>
                <a:latin typeface="Verdana" panose="020B0604030504040204" pitchFamily="34" charset="0"/>
                <a:ea typeface="楷体_GB2312" pitchFamily="1" charset="-122"/>
              </a:defRPr>
            </a:lvl2pPr>
            <a:lvl3pPr marL="1143000" indent="-228600" eaLnBrk="0" hangingPunct="0">
              <a:defRPr sz="3200">
                <a:solidFill>
                  <a:schemeClr val="tx1"/>
                </a:solidFill>
                <a:latin typeface="Verdana" panose="020B0604030504040204" pitchFamily="34" charset="0"/>
                <a:ea typeface="楷体_GB2312" pitchFamily="1" charset="-122"/>
              </a:defRPr>
            </a:lvl3pPr>
            <a:lvl4pPr marL="1600200" indent="-228600" eaLnBrk="0" hangingPunct="0">
              <a:defRPr sz="3200">
                <a:solidFill>
                  <a:schemeClr val="tx1"/>
                </a:solidFill>
                <a:latin typeface="Verdana" panose="020B0604030504040204" pitchFamily="34" charset="0"/>
                <a:ea typeface="楷体_GB2312" pitchFamily="1" charset="-122"/>
              </a:defRPr>
            </a:lvl4pPr>
            <a:lvl5pPr marL="2057400" indent="-228600" eaLnBrk="0" hangingPunct="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Verdana" panose="020B0604030504040204" pitchFamily="34" charset="0"/>
                <a:ea typeface="楷体_GB2312" pitchFamily="1" charset="-122"/>
              </a:defRPr>
            </a:lvl9pPr>
          </a:lstStyle>
          <a:p>
            <a:pPr marL="285750" indent="-285750" eaLnBrk="1" hangingPunct="1">
              <a:buFont typeface="Wingdings" panose="05000000000000000000" pitchFamily="2" charset="2"/>
              <a:buChar char="p"/>
              <a:defRPr/>
            </a:pPr>
            <a:r>
              <a:rPr lang="zh-CN" altLang="en-US" sz="1800" b="1" dirty="0">
                <a:solidFill>
                  <a:srgbClr val="C00000"/>
                </a:solidFill>
                <a:latin typeface="Tahoma" panose="020B0604030504040204" pitchFamily="34" charset="0"/>
              </a:rPr>
              <a:t>对数变换</a:t>
            </a:r>
            <a:endParaRPr lang="en-US" altLang="zh-CN" sz="1800" b="1" dirty="0">
              <a:solidFill>
                <a:srgbClr val="C00000"/>
              </a:solidFill>
              <a:latin typeface="Tahoma" panose="020B0604030504040204" pitchFamily="34" charset="0"/>
            </a:endParaRPr>
          </a:p>
          <a:p>
            <a:pPr eaLnBrk="1" hangingPunct="1">
              <a:buFont typeface="Arial" panose="020B0604020202020204" pitchFamily="34" charset="0"/>
              <a:buNone/>
              <a:defRPr/>
            </a:pPr>
            <a:endParaRPr lang="zh-CN" altLang="en-US" sz="1800" b="1" dirty="0">
              <a:latin typeface="Tahoma" panose="020B0604030504040204" pitchFamily="34" charset="0"/>
            </a:endParaRPr>
          </a:p>
        </p:txBody>
      </p:sp>
      <p:sp>
        <p:nvSpPr>
          <p:cNvPr id="35848" name="Text Box 5">
            <a:extLst>
              <a:ext uri="{FF2B5EF4-FFF2-40B4-BE49-F238E27FC236}">
                <a16:creationId xmlns:a16="http://schemas.microsoft.com/office/drawing/2014/main" id="{61C47D90-C32D-482A-9C84-D7687C4D2FD1}"/>
              </a:ext>
            </a:extLst>
          </p:cNvPr>
          <p:cNvSpPr txBox="1">
            <a:spLocks noChangeArrowheads="1"/>
          </p:cNvSpPr>
          <p:nvPr/>
        </p:nvSpPr>
        <p:spPr bwMode="auto">
          <a:xfrm>
            <a:off x="482600" y="5803900"/>
            <a:ext cx="2498725" cy="3714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marL="285750" indent="-28575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Wingdings" panose="05000000000000000000" pitchFamily="2" charset="2"/>
              <a:buChar char="p"/>
            </a:pPr>
            <a:r>
              <a:rPr lang="zh-CN" altLang="en-US" sz="1800" b="1">
                <a:solidFill>
                  <a:srgbClr val="C00000"/>
                </a:solidFill>
                <a:latin typeface="Tahoma" panose="020B0604030504040204" pitchFamily="34" charset="0"/>
                <a:ea typeface="楷体_GB2312" pitchFamily="1" charset="-122"/>
              </a:rPr>
              <a:t>幂律（伽马）变换</a:t>
            </a:r>
            <a:endParaRPr lang="en-US" altLang="zh-CN" sz="1800" b="1">
              <a:solidFill>
                <a:srgbClr val="C00000"/>
              </a:solidFill>
              <a:latin typeface="Tahoma" panose="020B0604030504040204" pitchFamily="34" charset="0"/>
              <a:ea typeface="楷体_GB2312" pitchFamily="1" charset="-122"/>
            </a:endParaRPr>
          </a:p>
        </p:txBody>
      </p:sp>
      <p:graphicFrame>
        <p:nvGraphicFramePr>
          <p:cNvPr id="35849" name="Object 16">
            <a:extLst>
              <a:ext uri="{FF2B5EF4-FFF2-40B4-BE49-F238E27FC236}">
                <a16:creationId xmlns:a16="http://schemas.microsoft.com/office/drawing/2014/main" id="{FDC8D75E-DE54-43BE-8FBB-A21DE2A5133D}"/>
              </a:ext>
            </a:extLst>
          </p:cNvPr>
          <p:cNvGraphicFramePr>
            <a:graphicFrameLocks noChangeAspect="1"/>
          </p:cNvGraphicFramePr>
          <p:nvPr/>
        </p:nvGraphicFramePr>
        <p:xfrm>
          <a:off x="660400" y="5281613"/>
          <a:ext cx="1516063" cy="311150"/>
        </p:xfrm>
        <a:graphic>
          <a:graphicData uri="http://schemas.openxmlformats.org/presentationml/2006/ole">
            <mc:AlternateContent xmlns:mc="http://schemas.openxmlformats.org/markup-compatibility/2006">
              <mc:Choice xmlns:v="urn:schemas-microsoft-com:vml" Requires="v">
                <p:oleObj spid="_x0000_s35869" r:id="rId10" imgW="1117797" imgH="126912" progId="Equation.3">
                  <p:embed/>
                </p:oleObj>
              </mc:Choice>
              <mc:Fallback>
                <p:oleObj r:id="rId10" imgW="1117797" imgH="126912" progId="Equation.3">
                  <p:embed/>
                  <p:pic>
                    <p:nvPicPr>
                      <p:cNvPr id="0" name="Object 1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60400" y="5281613"/>
                        <a:ext cx="1516063" cy="311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50" name="Object 19">
            <a:extLst>
              <a:ext uri="{FF2B5EF4-FFF2-40B4-BE49-F238E27FC236}">
                <a16:creationId xmlns:a16="http://schemas.microsoft.com/office/drawing/2014/main" id="{A8D48B5D-81FE-468B-9AFF-5A7DCF3A8FE1}"/>
              </a:ext>
            </a:extLst>
          </p:cNvPr>
          <p:cNvGraphicFramePr>
            <a:graphicFrameLocks noChangeAspect="1"/>
          </p:cNvGraphicFramePr>
          <p:nvPr/>
        </p:nvGraphicFramePr>
        <p:xfrm>
          <a:off x="787400" y="6253163"/>
          <a:ext cx="841375" cy="344487"/>
        </p:xfrm>
        <a:graphic>
          <a:graphicData uri="http://schemas.openxmlformats.org/presentationml/2006/ole">
            <mc:AlternateContent xmlns:mc="http://schemas.openxmlformats.org/markup-compatibility/2006">
              <mc:Choice xmlns:v="urn:schemas-microsoft-com:vml" Requires="v">
                <p:oleObj spid="_x0000_s35870" r:id="rId12" imgW="482551" imgH="126912" progId="Equation.DSMT4">
                  <p:embed/>
                </p:oleObj>
              </mc:Choice>
              <mc:Fallback>
                <p:oleObj r:id="rId12" imgW="482551" imgH="126912" progId="Equation.DSMT4">
                  <p:embed/>
                  <p:pic>
                    <p:nvPicPr>
                      <p:cNvPr id="0" name="Object 1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87400" y="6253163"/>
                        <a:ext cx="841375" cy="344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6">
            <a:extLst>
              <a:ext uri="{FF2B5EF4-FFF2-40B4-BE49-F238E27FC236}">
                <a16:creationId xmlns:a16="http://schemas.microsoft.com/office/drawing/2014/main" id="{AA081A24-D62C-4B21-9C6F-CDAA4BBAA7E7}"/>
              </a:ext>
            </a:extLst>
          </p:cNvPr>
          <p:cNvSpPr txBox="1">
            <a:spLocks noChangeArrowheads="1"/>
          </p:cNvSpPr>
          <p:nvPr/>
        </p:nvSpPr>
        <p:spPr bwMode="auto">
          <a:xfrm>
            <a:off x="2159000" y="6316663"/>
            <a:ext cx="6624638"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400" b="1">
                <a:latin typeface="Tahoma" panose="020B0604030504040204" pitchFamily="34" charset="0"/>
                <a:ea typeface="楷体_GB2312" pitchFamily="1" charset="-122"/>
              </a:rPr>
              <a:t>对数变换的图像（显示在一个</a:t>
            </a:r>
            <a:r>
              <a:rPr lang="en-US" altLang="zh-CN" sz="2400" b="1">
                <a:latin typeface="Tahoma" panose="020B0604030504040204" pitchFamily="34" charset="0"/>
                <a:ea typeface="楷体_GB2312" pitchFamily="1" charset="-122"/>
              </a:rPr>
              <a:t>8bit</a:t>
            </a:r>
            <a:r>
              <a:rPr lang="zh-CN" altLang="en-US" sz="2400" b="1">
                <a:latin typeface="Tahoma" panose="020B0604030504040204" pitchFamily="34" charset="0"/>
                <a:ea typeface="楷体_GB2312" pitchFamily="1" charset="-122"/>
              </a:rPr>
              <a:t>的系统中）</a:t>
            </a:r>
          </a:p>
        </p:txBody>
      </p:sp>
      <p:sp>
        <p:nvSpPr>
          <p:cNvPr id="19459" name="Text Box 7">
            <a:extLst>
              <a:ext uri="{FF2B5EF4-FFF2-40B4-BE49-F238E27FC236}">
                <a16:creationId xmlns:a16="http://schemas.microsoft.com/office/drawing/2014/main" id="{52DA7853-AC06-489A-A534-F1FE41AB0DC1}"/>
              </a:ext>
            </a:extLst>
          </p:cNvPr>
          <p:cNvSpPr txBox="1">
            <a:spLocks noChangeArrowheads="1"/>
          </p:cNvSpPr>
          <p:nvPr/>
        </p:nvSpPr>
        <p:spPr bwMode="auto">
          <a:xfrm>
            <a:off x="430213" y="1600200"/>
            <a:ext cx="8353425" cy="1203325"/>
          </a:xfrm>
          <a:prstGeom prst="rect">
            <a:avLst/>
          </a:prstGeom>
          <a:noFill/>
          <a:ln>
            <a:noFill/>
          </a:ln>
          <a:effectLst/>
          <a:extLst/>
        </p:spPr>
        <p:txBody>
          <a:bodyPr lIns="90000" tIns="46800" rIns="90000" bIns="46800">
            <a:spAutoFit/>
          </a:bodyPr>
          <a:lstStyle>
            <a:lvl1pPr eaLnBrk="0" hangingPunct="0">
              <a:defRPr sz="3200">
                <a:solidFill>
                  <a:schemeClr val="tx1"/>
                </a:solidFill>
                <a:latin typeface="Verdana" pitchFamily="34" charset="0"/>
                <a:ea typeface="楷体_GB2312" pitchFamily="1" charset="-122"/>
              </a:defRPr>
            </a:lvl1pPr>
            <a:lvl2pPr marL="742950" indent="-285750" eaLnBrk="0" hangingPunct="0">
              <a:defRPr sz="3200">
                <a:solidFill>
                  <a:schemeClr val="tx1"/>
                </a:solidFill>
                <a:latin typeface="Verdana" pitchFamily="34" charset="0"/>
                <a:ea typeface="楷体_GB2312" pitchFamily="1" charset="-122"/>
              </a:defRPr>
            </a:lvl2pPr>
            <a:lvl3pPr marL="1143000" indent="-228600" eaLnBrk="0" hangingPunct="0">
              <a:defRPr sz="3200">
                <a:solidFill>
                  <a:schemeClr val="tx1"/>
                </a:solidFill>
                <a:latin typeface="Verdana" pitchFamily="34" charset="0"/>
                <a:ea typeface="楷体_GB2312" pitchFamily="1" charset="-122"/>
              </a:defRPr>
            </a:lvl3pPr>
            <a:lvl4pPr marL="1600200" indent="-228600" eaLnBrk="0" hangingPunct="0">
              <a:defRPr sz="3200">
                <a:solidFill>
                  <a:schemeClr val="tx1"/>
                </a:solidFill>
                <a:latin typeface="Verdana" pitchFamily="34" charset="0"/>
                <a:ea typeface="楷体_GB2312" pitchFamily="1" charset="-122"/>
              </a:defRPr>
            </a:lvl4pPr>
            <a:lvl5pPr marL="2057400" indent="-228600" eaLnBrk="0" hangingPunct="0">
              <a:defRPr sz="3200">
                <a:solidFill>
                  <a:schemeClr val="tx1"/>
                </a:solidFill>
                <a:latin typeface="Verdana" pitchFamily="34" charset="0"/>
                <a:ea typeface="楷体_GB2312" pitchFamily="1" charset="-122"/>
              </a:defRPr>
            </a:lvl5pPr>
            <a:lvl6pPr marL="25146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6pPr>
            <a:lvl7pPr marL="29718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7pPr>
            <a:lvl8pPr marL="34290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8pPr>
            <a:lvl9pPr marL="38862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9pPr>
          </a:lstStyle>
          <a:p>
            <a:pPr eaLnBrk="1" hangingPunct="1">
              <a:lnSpc>
                <a:spcPct val="130000"/>
              </a:lnSpc>
              <a:buFont typeface="Arial" panose="020B0604020202020204" pitchFamily="34" charset="0"/>
              <a:buNone/>
              <a:defRPr/>
            </a:pPr>
            <a:r>
              <a:rPr lang="zh-CN" altLang="en-US" sz="2800" b="1" dirty="0">
                <a:latin typeface="楷体_GB2312" pitchFamily="1" charset="-122"/>
              </a:rPr>
              <a:t>使一</a:t>
            </a:r>
            <a:r>
              <a:rPr lang="zh-CN" altLang="en-US" sz="2800" b="1" u="sng" dirty="0">
                <a:solidFill>
                  <a:srgbClr val="0033CC"/>
                </a:solidFill>
                <a:effectLst>
                  <a:outerShdw blurRad="38100" dist="38100" dir="2700000" algn="tl">
                    <a:srgbClr val="C0C0C0"/>
                  </a:outerShdw>
                </a:effectLst>
                <a:latin typeface="楷体_GB2312" pitchFamily="1" charset="-122"/>
              </a:rPr>
              <a:t>窄带低灰度</a:t>
            </a:r>
            <a:r>
              <a:rPr lang="zh-CN" altLang="en-US" sz="2800" b="1" dirty="0">
                <a:latin typeface="楷体_GB2312" pitchFamily="1" charset="-122"/>
              </a:rPr>
              <a:t>输入图像</a:t>
            </a:r>
            <a:r>
              <a:rPr lang="zh-CN" altLang="en-US" sz="2800" b="1" u="sng" dirty="0">
                <a:solidFill>
                  <a:srgbClr val="0033CC"/>
                </a:solidFill>
                <a:effectLst>
                  <a:outerShdw blurRad="38100" dist="38100" dir="2700000" algn="tl">
                    <a:srgbClr val="C0C0C0"/>
                  </a:outerShdw>
                </a:effectLst>
                <a:latin typeface="楷体_GB2312" pitchFamily="1" charset="-122"/>
              </a:rPr>
              <a:t>映射为一宽带</a:t>
            </a:r>
            <a:r>
              <a:rPr lang="zh-CN" altLang="en-US" sz="2800" b="1" dirty="0">
                <a:latin typeface="楷体_GB2312" pitchFamily="1" charset="-122"/>
              </a:rPr>
              <a:t>输出值</a:t>
            </a:r>
            <a:r>
              <a:rPr lang="en-US" sz="2800" b="1" dirty="0">
                <a:latin typeface="楷体_GB2312" pitchFamily="1" charset="-122"/>
              </a:rPr>
              <a:t>.</a:t>
            </a:r>
          </a:p>
          <a:p>
            <a:pPr eaLnBrk="1" hangingPunct="1">
              <a:lnSpc>
                <a:spcPct val="130000"/>
              </a:lnSpc>
              <a:buFont typeface="Arial" panose="020B0604020202020204" pitchFamily="34" charset="0"/>
              <a:buNone/>
              <a:defRPr/>
            </a:pPr>
            <a:r>
              <a:rPr lang="zh-CN" altLang="en-US" sz="2800" b="1" dirty="0">
                <a:latin typeface="楷体_GB2312" pitchFamily="1" charset="-122"/>
              </a:rPr>
              <a:t>可以用于</a:t>
            </a:r>
            <a:r>
              <a:rPr lang="zh-CN" altLang="en-US" sz="2800" b="1" u="sng" dirty="0">
                <a:solidFill>
                  <a:srgbClr val="0033CC"/>
                </a:solidFill>
                <a:effectLst>
                  <a:outerShdw blurRad="38100" dist="38100" dir="2700000" algn="tl">
                    <a:srgbClr val="C0C0C0"/>
                  </a:outerShdw>
                </a:effectLst>
                <a:latin typeface="楷体_GB2312" pitchFamily="1" charset="-122"/>
              </a:rPr>
              <a:t>扩展图像中的暗像素</a:t>
            </a:r>
            <a:r>
              <a:rPr lang="en-US" sz="2800" b="1" dirty="0">
                <a:latin typeface="楷体_GB2312" pitchFamily="1" charset="-122"/>
              </a:rPr>
              <a:t>.</a:t>
            </a:r>
          </a:p>
        </p:txBody>
      </p:sp>
      <p:pic>
        <p:nvPicPr>
          <p:cNvPr id="36868" name="Picture 8">
            <a:extLst>
              <a:ext uri="{FF2B5EF4-FFF2-40B4-BE49-F238E27FC236}">
                <a16:creationId xmlns:a16="http://schemas.microsoft.com/office/drawing/2014/main" id="{B52D3CCD-BED2-4D8E-81C7-9A90F06C39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4225" y="3330575"/>
            <a:ext cx="7027863" cy="282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6869" name="Object 8">
            <a:extLst>
              <a:ext uri="{FF2B5EF4-FFF2-40B4-BE49-F238E27FC236}">
                <a16:creationId xmlns:a16="http://schemas.microsoft.com/office/drawing/2014/main" id="{3A90DED6-5272-477D-A91A-AB33A03E2E48}"/>
              </a:ext>
            </a:extLst>
          </p:cNvPr>
          <p:cNvGraphicFramePr>
            <a:graphicFrameLocks noChangeAspect="1"/>
          </p:cNvGraphicFramePr>
          <p:nvPr/>
        </p:nvGraphicFramePr>
        <p:xfrm>
          <a:off x="2663825" y="2932113"/>
          <a:ext cx="1943100" cy="447675"/>
        </p:xfrm>
        <a:graphic>
          <a:graphicData uri="http://schemas.openxmlformats.org/presentationml/2006/ole">
            <mc:AlternateContent xmlns:mc="http://schemas.openxmlformats.org/markup-compatibility/2006">
              <mc:Choice xmlns:v="urn:schemas-microsoft-com:vml" Requires="v">
                <p:oleObj spid="_x0000_s36875" r:id="rId4" imgW="991030" imgH="228699" progId="Equation.DSMT4">
                  <p:embed/>
                </p:oleObj>
              </mc:Choice>
              <mc:Fallback>
                <p:oleObj r:id="rId4" imgW="991030" imgH="228699" progId="Equation.DSMT4">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63825" y="2932113"/>
                        <a:ext cx="1943100" cy="447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70" name="Object 9">
            <a:extLst>
              <a:ext uri="{FF2B5EF4-FFF2-40B4-BE49-F238E27FC236}">
                <a16:creationId xmlns:a16="http://schemas.microsoft.com/office/drawing/2014/main" id="{74B660B1-D33B-419A-815F-936C378E5191}"/>
              </a:ext>
            </a:extLst>
          </p:cNvPr>
          <p:cNvGraphicFramePr>
            <a:graphicFrameLocks noChangeAspect="1"/>
          </p:cNvGraphicFramePr>
          <p:nvPr/>
        </p:nvGraphicFramePr>
        <p:xfrm>
          <a:off x="5543550" y="3003550"/>
          <a:ext cx="1670050" cy="396875"/>
        </p:xfrm>
        <a:graphic>
          <a:graphicData uri="http://schemas.openxmlformats.org/presentationml/2006/ole">
            <mc:AlternateContent xmlns:mc="http://schemas.openxmlformats.org/markup-compatibility/2006">
              <mc:Choice xmlns:v="urn:schemas-microsoft-com:vml" Requires="v">
                <p:oleObj spid="_x0000_s36876" r:id="rId6" imgW="850900" imgH="203200" progId="Equation.DSMT4">
                  <p:embed/>
                </p:oleObj>
              </mc:Choice>
              <mc:Fallback>
                <p:oleObj r:id="rId6" imgW="850900" imgH="203200" progId="Equation.DSMT4">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43550" y="3003550"/>
                        <a:ext cx="167005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矩形 9">
            <a:extLst>
              <a:ext uri="{FF2B5EF4-FFF2-40B4-BE49-F238E27FC236}">
                <a16:creationId xmlns:a16="http://schemas.microsoft.com/office/drawing/2014/main" id="{5C4ED1C6-9485-4A7E-82A6-36AC6B866091}"/>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36872" name="TextBox 23">
            <a:extLst>
              <a:ext uri="{FF2B5EF4-FFF2-40B4-BE49-F238E27FC236}">
                <a16:creationId xmlns:a16="http://schemas.microsoft.com/office/drawing/2014/main" id="{3DFC3CF9-23DA-432F-8226-5323F04E746A}"/>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zh-CN" altLang="en-US" b="1">
                <a:solidFill>
                  <a:schemeClr val="bg1"/>
                </a:solidFill>
                <a:latin typeface="微软雅黑" panose="020B0503020204020204" pitchFamily="34" charset="-122"/>
                <a:ea typeface="微软雅黑" panose="020B0503020204020204" pitchFamily="34" charset="-122"/>
              </a:rPr>
              <a:t>对数变换</a:t>
            </a:r>
          </a:p>
        </p:txBody>
      </p:sp>
      <p:sp>
        <p:nvSpPr>
          <p:cNvPr id="36873" name="内容占位符 2">
            <a:extLst>
              <a:ext uri="{FF2B5EF4-FFF2-40B4-BE49-F238E27FC236}">
                <a16:creationId xmlns:a16="http://schemas.microsoft.com/office/drawing/2014/main" id="{1E74597B-6CC4-444C-A3B7-F4D618DEC71B}"/>
              </a:ext>
            </a:extLst>
          </p:cNvPr>
          <p:cNvSpPr txBox="1">
            <a:spLocks/>
          </p:cNvSpPr>
          <p:nvPr/>
        </p:nvSpPr>
        <p:spPr bwMode="auto">
          <a:xfrm>
            <a:off x="23813" y="842963"/>
            <a:ext cx="2892425"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8425" tIns="44450" rIns="98425" bIns="44450">
            <a:spAutoFit/>
          </a:bodyPr>
          <a:lstStyle>
            <a:lvl1pPr marL="457200" indent="-457200" defTabSz="896938">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476250" indent="-246063" defTabSz="896938">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952500" indent="-246063" defTabSz="896938">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743075" indent="-209550" defTabSz="896938">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155825" indent="-209550" defTabSz="896938">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613025" indent="-209550" defTabSz="896938"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3070225" indent="-209550" defTabSz="896938"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527425" indent="-209550" defTabSz="896938"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984625" indent="-209550" defTabSz="896938"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spcBef>
                <a:spcPts val="600"/>
              </a:spcBef>
              <a:buClrTx/>
              <a:buSzPct val="65000"/>
              <a:buFont typeface="Wingdings" panose="05000000000000000000" pitchFamily="2" charset="2"/>
              <a:buChar char="u"/>
            </a:pPr>
            <a:r>
              <a:rPr lang="zh-CN" altLang="en-US" sz="3200" b="1" u="sng">
                <a:solidFill>
                  <a:srgbClr val="C00000"/>
                </a:solidFill>
                <a:latin typeface="黑体" panose="02010609060101010101" pitchFamily="49" charset="-122"/>
                <a:ea typeface="黑体" panose="02010609060101010101" pitchFamily="49" charset="-122"/>
              </a:rPr>
              <a:t>基本公式：</a:t>
            </a:r>
            <a:endParaRPr lang="en-US" altLang="zh-CN" sz="3200" b="1" u="sng">
              <a:solidFill>
                <a:srgbClr val="C00000"/>
              </a:solidFill>
              <a:latin typeface="黑体" panose="02010609060101010101" pitchFamily="49" charset="-122"/>
              <a:ea typeface="黑体" panose="02010609060101010101" pitchFamily="49" charset="-122"/>
            </a:endParaRPr>
          </a:p>
        </p:txBody>
      </p:sp>
      <p:graphicFrame>
        <p:nvGraphicFramePr>
          <p:cNvPr id="36874" name="Object 16">
            <a:extLst>
              <a:ext uri="{FF2B5EF4-FFF2-40B4-BE49-F238E27FC236}">
                <a16:creationId xmlns:a16="http://schemas.microsoft.com/office/drawing/2014/main" id="{F3787B93-33ED-4BF6-A2BD-A74C3486DCB7}"/>
              </a:ext>
            </a:extLst>
          </p:cNvPr>
          <p:cNvGraphicFramePr>
            <a:graphicFrameLocks noChangeAspect="1"/>
          </p:cNvGraphicFramePr>
          <p:nvPr/>
        </p:nvGraphicFramePr>
        <p:xfrm>
          <a:off x="2484438" y="869950"/>
          <a:ext cx="2836862" cy="581025"/>
        </p:xfrm>
        <a:graphic>
          <a:graphicData uri="http://schemas.openxmlformats.org/presentationml/2006/ole">
            <mc:AlternateContent xmlns:mc="http://schemas.openxmlformats.org/markup-compatibility/2006">
              <mc:Choice xmlns:v="urn:schemas-microsoft-com:vml" Requires="v">
                <p:oleObj spid="_x0000_s36877" r:id="rId8" imgW="1117797" imgH="126912" progId="Equation.3">
                  <p:embed/>
                </p:oleObj>
              </mc:Choice>
              <mc:Fallback>
                <p:oleObj r:id="rId8" imgW="1117797" imgH="126912" progId="Equation.3">
                  <p:embed/>
                  <p:pic>
                    <p:nvPicPr>
                      <p:cNvPr id="0" name="Object 1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84438" y="869950"/>
                        <a:ext cx="2836862"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6">
            <a:extLst>
              <a:ext uri="{FF2B5EF4-FFF2-40B4-BE49-F238E27FC236}">
                <a16:creationId xmlns:a16="http://schemas.microsoft.com/office/drawing/2014/main" id="{7155471C-BCC7-4714-938F-3170D5FAA44C}"/>
              </a:ext>
            </a:extLst>
          </p:cNvPr>
          <p:cNvSpPr txBox="1">
            <a:spLocks noChangeArrowheads="1"/>
          </p:cNvSpPr>
          <p:nvPr/>
        </p:nvSpPr>
        <p:spPr bwMode="auto">
          <a:xfrm>
            <a:off x="684213" y="1598613"/>
            <a:ext cx="7488237" cy="833437"/>
          </a:xfrm>
          <a:prstGeom prst="rect">
            <a:avLst/>
          </a:prstGeom>
          <a:noFill/>
          <a:ln>
            <a:noFill/>
          </a:ln>
          <a:effectLst/>
          <a:extLst/>
        </p:spPr>
        <p:txBody>
          <a:bodyPr lIns="90000" tIns="46800" rIns="90000" bIns="46800">
            <a:spAutoFit/>
          </a:bodyPr>
          <a:lstStyle>
            <a:lvl1pPr eaLnBrk="0" hangingPunct="0">
              <a:defRPr sz="3200">
                <a:solidFill>
                  <a:schemeClr val="tx1"/>
                </a:solidFill>
                <a:latin typeface="Verdana" pitchFamily="34" charset="0"/>
                <a:ea typeface="楷体_GB2312" pitchFamily="1" charset="-122"/>
              </a:defRPr>
            </a:lvl1pPr>
            <a:lvl2pPr marL="742950" indent="-285750" eaLnBrk="0" hangingPunct="0">
              <a:defRPr sz="3200">
                <a:solidFill>
                  <a:schemeClr val="tx1"/>
                </a:solidFill>
                <a:latin typeface="Verdana" pitchFamily="34" charset="0"/>
                <a:ea typeface="楷体_GB2312" pitchFamily="1" charset="-122"/>
              </a:defRPr>
            </a:lvl2pPr>
            <a:lvl3pPr marL="1143000" indent="-228600" eaLnBrk="0" hangingPunct="0">
              <a:defRPr sz="3200">
                <a:solidFill>
                  <a:schemeClr val="tx1"/>
                </a:solidFill>
                <a:latin typeface="Verdana" pitchFamily="34" charset="0"/>
                <a:ea typeface="楷体_GB2312" pitchFamily="1" charset="-122"/>
              </a:defRPr>
            </a:lvl3pPr>
            <a:lvl4pPr marL="1600200" indent="-228600" eaLnBrk="0" hangingPunct="0">
              <a:defRPr sz="3200">
                <a:solidFill>
                  <a:schemeClr val="tx1"/>
                </a:solidFill>
                <a:latin typeface="Verdana" pitchFamily="34" charset="0"/>
                <a:ea typeface="楷体_GB2312" pitchFamily="1" charset="-122"/>
              </a:defRPr>
            </a:lvl4pPr>
            <a:lvl5pPr marL="2057400" indent="-228600" eaLnBrk="0" hangingPunct="0">
              <a:defRPr sz="3200">
                <a:solidFill>
                  <a:schemeClr val="tx1"/>
                </a:solidFill>
                <a:latin typeface="Verdana" pitchFamily="34" charset="0"/>
                <a:ea typeface="楷体_GB2312" pitchFamily="1" charset="-122"/>
              </a:defRPr>
            </a:lvl5pPr>
            <a:lvl6pPr marL="25146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6pPr>
            <a:lvl7pPr marL="29718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7pPr>
            <a:lvl8pPr marL="34290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8pPr>
            <a:lvl9pPr marL="38862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9pPr>
          </a:lstStyle>
          <a:p>
            <a:pPr eaLnBrk="1" hangingPunct="1">
              <a:buFont typeface="Arial" panose="020B0604020202020204" pitchFamily="34" charset="0"/>
              <a:buNone/>
              <a:defRPr/>
            </a:pPr>
            <a:r>
              <a:rPr lang="zh-CN" altLang="en-US" sz="2400" b="1" dirty="0">
                <a:latin typeface="楷体_GB2312" pitchFamily="1" charset="-122"/>
              </a:rPr>
              <a:t>幂律变换曲线中的  值决定了是把输入</a:t>
            </a:r>
            <a:r>
              <a:rPr lang="zh-CN" altLang="en-US" sz="2400" b="1" u="sng" dirty="0">
                <a:solidFill>
                  <a:srgbClr val="0033CC"/>
                </a:solidFill>
                <a:effectLst>
                  <a:outerShdw blurRad="38100" dist="38100" dir="2700000" algn="tl">
                    <a:srgbClr val="C0C0C0"/>
                  </a:outerShdw>
                </a:effectLst>
                <a:latin typeface="楷体_GB2312" pitchFamily="1" charset="-122"/>
              </a:rPr>
              <a:t>窄带</a:t>
            </a:r>
            <a:r>
              <a:rPr lang="zh-CN" altLang="en-US" sz="2400" b="1" dirty="0">
                <a:latin typeface="楷体_GB2312" pitchFamily="1" charset="-122"/>
              </a:rPr>
              <a:t>暗值</a:t>
            </a:r>
            <a:r>
              <a:rPr lang="zh-CN" altLang="en-US" sz="2400" b="1" u="sng" dirty="0">
                <a:solidFill>
                  <a:srgbClr val="0033CC"/>
                </a:solidFill>
                <a:effectLst>
                  <a:outerShdw blurRad="38100" dist="38100" dir="2700000" algn="tl">
                    <a:srgbClr val="C0C0C0"/>
                  </a:outerShdw>
                </a:effectLst>
                <a:latin typeface="楷体_GB2312" pitchFamily="1" charset="-122"/>
              </a:rPr>
              <a:t>映射到宽带</a:t>
            </a:r>
            <a:r>
              <a:rPr lang="zh-CN" altLang="en-US" sz="2400" b="1" dirty="0">
                <a:latin typeface="楷体_GB2312" pitchFamily="1" charset="-122"/>
              </a:rPr>
              <a:t>输出值还是把输入</a:t>
            </a:r>
            <a:r>
              <a:rPr lang="zh-CN" altLang="en-US" sz="2400" b="1" u="sng" dirty="0">
                <a:solidFill>
                  <a:srgbClr val="0033CC"/>
                </a:solidFill>
                <a:effectLst>
                  <a:outerShdw blurRad="38100" dist="38100" dir="2700000" algn="tl">
                    <a:srgbClr val="C0C0C0"/>
                  </a:outerShdw>
                </a:effectLst>
                <a:latin typeface="楷体_GB2312" pitchFamily="1" charset="-122"/>
              </a:rPr>
              <a:t>窄带</a:t>
            </a:r>
            <a:r>
              <a:rPr lang="zh-CN" altLang="en-US" sz="2400" b="1" dirty="0">
                <a:latin typeface="楷体_GB2312" pitchFamily="1" charset="-122"/>
              </a:rPr>
              <a:t>亮值</a:t>
            </a:r>
            <a:r>
              <a:rPr lang="zh-CN" altLang="en-US" sz="2400" b="1" u="sng" dirty="0">
                <a:solidFill>
                  <a:srgbClr val="0033CC"/>
                </a:solidFill>
                <a:effectLst>
                  <a:outerShdw blurRad="38100" dist="38100" dir="2700000" algn="tl">
                    <a:srgbClr val="C0C0C0"/>
                  </a:outerShdw>
                </a:effectLst>
                <a:latin typeface="楷体_GB2312" pitchFamily="1" charset="-122"/>
              </a:rPr>
              <a:t>映射到宽带</a:t>
            </a:r>
            <a:r>
              <a:rPr lang="zh-CN" altLang="en-US" sz="2400" b="1" dirty="0">
                <a:latin typeface="楷体_GB2312" pitchFamily="1" charset="-122"/>
              </a:rPr>
              <a:t>输出</a:t>
            </a:r>
            <a:r>
              <a:rPr lang="en-US" sz="2400" b="1" dirty="0">
                <a:latin typeface="楷体_GB2312" pitchFamily="1" charset="-122"/>
              </a:rPr>
              <a:t>.</a:t>
            </a:r>
          </a:p>
        </p:txBody>
      </p:sp>
      <p:graphicFrame>
        <p:nvGraphicFramePr>
          <p:cNvPr id="37891" name="Object 3">
            <a:extLst>
              <a:ext uri="{FF2B5EF4-FFF2-40B4-BE49-F238E27FC236}">
                <a16:creationId xmlns:a16="http://schemas.microsoft.com/office/drawing/2014/main" id="{AA349549-D864-4776-9DD8-C5626B4D3D38}"/>
              </a:ext>
            </a:extLst>
          </p:cNvPr>
          <p:cNvGraphicFramePr>
            <a:graphicFrameLocks noChangeAspect="1"/>
          </p:cNvGraphicFramePr>
          <p:nvPr/>
        </p:nvGraphicFramePr>
        <p:xfrm>
          <a:off x="2819400" y="881063"/>
          <a:ext cx="4498975" cy="555625"/>
        </p:xfrm>
        <a:graphic>
          <a:graphicData uri="http://schemas.openxmlformats.org/presentationml/2006/ole">
            <mc:AlternateContent xmlns:mc="http://schemas.openxmlformats.org/markup-compatibility/2006">
              <mc:Choice xmlns:v="urn:schemas-microsoft-com:vml" Requires="v">
                <p:oleObj spid="_x0000_s37903" r:id="rId3" imgW="2305038" imgH="171450" progId="Equation.DSMT4">
                  <p:embed/>
                </p:oleObj>
              </mc:Choice>
              <mc:Fallback>
                <p:oleObj r:id="rId3" imgW="2305038" imgH="17145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9400" y="881063"/>
                        <a:ext cx="4498975" cy="555625"/>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892" name="Object 4">
            <a:extLst>
              <a:ext uri="{FF2B5EF4-FFF2-40B4-BE49-F238E27FC236}">
                <a16:creationId xmlns:a16="http://schemas.microsoft.com/office/drawing/2014/main" id="{010B7BA4-09CA-4B3E-B582-E56686F45B2A}"/>
              </a:ext>
            </a:extLst>
          </p:cNvPr>
          <p:cNvGraphicFramePr>
            <a:graphicFrameLocks noChangeAspect="1"/>
          </p:cNvGraphicFramePr>
          <p:nvPr/>
        </p:nvGraphicFramePr>
        <p:xfrm>
          <a:off x="3203575" y="1684338"/>
          <a:ext cx="233363" cy="304800"/>
        </p:xfrm>
        <a:graphic>
          <a:graphicData uri="http://schemas.openxmlformats.org/presentationml/2006/ole">
            <mc:AlternateContent xmlns:mc="http://schemas.openxmlformats.org/markup-compatibility/2006">
              <mc:Choice xmlns:v="urn:schemas-microsoft-com:vml" Requires="v">
                <p:oleObj spid="_x0000_s37904" r:id="rId5" imgW="127055" imgH="165172" progId="Equation.3">
                  <p:embed/>
                </p:oleObj>
              </mc:Choice>
              <mc:Fallback>
                <p:oleObj r:id="rId5" imgW="127055" imgH="165172"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03575" y="1684338"/>
                        <a:ext cx="2333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7893" name="Group 7">
            <a:extLst>
              <a:ext uri="{FF2B5EF4-FFF2-40B4-BE49-F238E27FC236}">
                <a16:creationId xmlns:a16="http://schemas.microsoft.com/office/drawing/2014/main" id="{441FD8A3-0CDC-4235-ADCD-CFEECB72DE8B}"/>
              </a:ext>
            </a:extLst>
          </p:cNvPr>
          <p:cNvGrpSpPr>
            <a:grpSpLocks/>
          </p:cNvGrpSpPr>
          <p:nvPr/>
        </p:nvGrpSpPr>
        <p:grpSpPr bwMode="auto">
          <a:xfrm>
            <a:off x="166688" y="2547938"/>
            <a:ext cx="5799137" cy="4122737"/>
            <a:chOff x="0" y="0"/>
            <a:chExt cx="3653" cy="2597"/>
          </a:xfrm>
        </p:grpSpPr>
        <p:pic>
          <p:nvPicPr>
            <p:cNvPr id="37900" name="Picture 10">
              <a:extLst>
                <a:ext uri="{FF2B5EF4-FFF2-40B4-BE49-F238E27FC236}">
                  <a16:creationId xmlns:a16="http://schemas.microsoft.com/office/drawing/2014/main" id="{CBBFF915-E3C4-40D0-AF00-015BCE128E9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3653" cy="2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901" name="Line 15">
              <a:extLst>
                <a:ext uri="{FF2B5EF4-FFF2-40B4-BE49-F238E27FC236}">
                  <a16:creationId xmlns:a16="http://schemas.microsoft.com/office/drawing/2014/main" id="{0FCA3318-1131-4941-9673-AB751C9B7CBF}"/>
                </a:ext>
              </a:extLst>
            </p:cNvPr>
            <p:cNvSpPr>
              <a:spLocks noChangeShapeType="1"/>
            </p:cNvSpPr>
            <p:nvPr/>
          </p:nvSpPr>
          <p:spPr bwMode="auto">
            <a:xfrm>
              <a:off x="657" y="1224"/>
              <a:ext cx="0" cy="1133"/>
            </a:xfrm>
            <a:prstGeom prst="line">
              <a:avLst/>
            </a:prstGeom>
            <a:noFill/>
            <a:ln w="28575">
              <a:solidFill>
                <a:srgbClr val="9900FF"/>
              </a:solidFill>
              <a:prstDash val="dash"/>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7902" name="Object 10">
              <a:extLst>
                <a:ext uri="{FF2B5EF4-FFF2-40B4-BE49-F238E27FC236}">
                  <a16:creationId xmlns:a16="http://schemas.microsoft.com/office/drawing/2014/main" id="{0FED64FA-0AD7-427D-A5A1-82127027C078}"/>
                </a:ext>
              </a:extLst>
            </p:cNvPr>
            <p:cNvGraphicFramePr>
              <a:graphicFrameLocks noChangeAspect="1"/>
            </p:cNvGraphicFramePr>
            <p:nvPr/>
          </p:nvGraphicFramePr>
          <p:xfrm>
            <a:off x="567" y="2404"/>
            <a:ext cx="176" cy="136"/>
          </p:xfrm>
          <a:graphic>
            <a:graphicData uri="http://schemas.openxmlformats.org/presentationml/2006/ole">
              <mc:AlternateContent xmlns:mc="http://schemas.openxmlformats.org/markup-compatibility/2006">
                <mc:Choice xmlns:v="urn:schemas-microsoft-com:vml" Requires="v">
                  <p:oleObj spid="_x0000_s37905" r:id="rId8" imgW="234765" imgH="158838" progId="Equation.DSMT4">
                    <p:embed/>
                  </p:oleObj>
                </mc:Choice>
                <mc:Fallback>
                  <p:oleObj r:id="rId8" imgW="234765" imgH="158838" progId="Equation.DSMT4">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67" y="2404"/>
                          <a:ext cx="176" cy="1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20491" name="Object 11">
            <a:extLst>
              <a:ext uri="{FF2B5EF4-FFF2-40B4-BE49-F238E27FC236}">
                <a16:creationId xmlns:a16="http://schemas.microsoft.com/office/drawing/2014/main" id="{F162B990-B48D-4D6F-B702-8F62CC867724}"/>
              </a:ext>
            </a:extLst>
          </p:cNvPr>
          <p:cNvGraphicFramePr>
            <a:graphicFrameLocks noChangeAspect="1"/>
          </p:cNvGraphicFramePr>
          <p:nvPr/>
        </p:nvGraphicFramePr>
        <p:xfrm>
          <a:off x="4356100" y="3429000"/>
          <a:ext cx="4391025" cy="984250"/>
        </p:xfrm>
        <a:graphic>
          <a:graphicData uri="http://schemas.openxmlformats.org/presentationml/2006/ole">
            <mc:AlternateContent xmlns:mc="http://schemas.openxmlformats.org/markup-compatibility/2006">
              <mc:Choice xmlns:v="urn:schemas-microsoft-com:vml" Requires="v">
                <p:oleObj spid="_x0000_s37906" r:id="rId10" imgW="1918533" imgH="457399" progId="Equation.DSMT4">
                  <p:embed/>
                </p:oleObj>
              </mc:Choice>
              <mc:Fallback>
                <p:oleObj r:id="rId10" imgW="1918533" imgH="457399" progId="Equation.DSMT4">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356100" y="3429000"/>
                        <a:ext cx="4391025" cy="984250"/>
                      </a:xfrm>
                      <a:prstGeom prst="rect">
                        <a:avLst/>
                      </a:prstGeom>
                      <a:solidFill>
                        <a:srgbClr val="CCFFFF"/>
                      </a:solidFill>
                      <a:ln w="38100" cmpd="dbl">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492" name="Object 12">
            <a:extLst>
              <a:ext uri="{FF2B5EF4-FFF2-40B4-BE49-F238E27FC236}">
                <a16:creationId xmlns:a16="http://schemas.microsoft.com/office/drawing/2014/main" id="{B9BD7B96-5C66-42D6-822C-73BEEBC31576}"/>
              </a:ext>
            </a:extLst>
          </p:cNvPr>
          <p:cNvGraphicFramePr>
            <a:graphicFrameLocks noChangeAspect="1"/>
          </p:cNvGraphicFramePr>
          <p:nvPr/>
        </p:nvGraphicFramePr>
        <p:xfrm>
          <a:off x="4356100" y="4579938"/>
          <a:ext cx="4537075" cy="984250"/>
        </p:xfrm>
        <a:graphic>
          <a:graphicData uri="http://schemas.openxmlformats.org/presentationml/2006/ole">
            <mc:AlternateContent xmlns:mc="http://schemas.openxmlformats.org/markup-compatibility/2006">
              <mc:Choice xmlns:v="urn:schemas-microsoft-com:vml" Requires="v">
                <p:oleObj spid="_x0000_s37907" r:id="rId12" imgW="2325109" imgH="457399" progId="Equation.DSMT4">
                  <p:embed/>
                </p:oleObj>
              </mc:Choice>
              <mc:Fallback>
                <p:oleObj r:id="rId12" imgW="2325109" imgH="457399" progId="Equation.DSMT4">
                  <p:embed/>
                  <p:pic>
                    <p:nvPicPr>
                      <p:cNvPr id="0" name="Object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356100" y="4579938"/>
                        <a:ext cx="4537075" cy="984250"/>
                      </a:xfrm>
                      <a:prstGeom prst="rect">
                        <a:avLst/>
                      </a:prstGeom>
                      <a:solidFill>
                        <a:schemeClr val="bg1"/>
                      </a:solidFill>
                      <a:ln w="38100" cmpd="dbl">
                        <a:solidFill>
                          <a:schemeClr val="tx1"/>
                        </a:solidFill>
                        <a:miter lim="800000"/>
                        <a:headEnd/>
                        <a:tailEnd/>
                      </a:ln>
                    </p:spPr>
                  </p:pic>
                </p:oleObj>
              </mc:Fallback>
            </mc:AlternateContent>
          </a:graphicData>
        </a:graphic>
      </p:graphicFrame>
      <p:graphicFrame>
        <p:nvGraphicFramePr>
          <p:cNvPr id="20493" name="Object 13">
            <a:extLst>
              <a:ext uri="{FF2B5EF4-FFF2-40B4-BE49-F238E27FC236}">
                <a16:creationId xmlns:a16="http://schemas.microsoft.com/office/drawing/2014/main" id="{B2F33C09-BFD1-4AF4-9757-7D44D70E6E2C}"/>
              </a:ext>
            </a:extLst>
          </p:cNvPr>
          <p:cNvGraphicFramePr>
            <a:graphicFrameLocks noChangeAspect="1"/>
          </p:cNvGraphicFramePr>
          <p:nvPr/>
        </p:nvGraphicFramePr>
        <p:xfrm>
          <a:off x="4356100" y="5732463"/>
          <a:ext cx="4391025" cy="984250"/>
        </p:xfrm>
        <a:graphic>
          <a:graphicData uri="http://schemas.openxmlformats.org/presentationml/2006/ole">
            <mc:AlternateContent xmlns:mc="http://schemas.openxmlformats.org/markup-compatibility/2006">
              <mc:Choice xmlns:v="urn:schemas-microsoft-com:vml" Requires="v">
                <p:oleObj spid="_x0000_s37908" r:id="rId14" imgW="1918533" imgH="457399" progId="Equation.DSMT4">
                  <p:embed/>
                </p:oleObj>
              </mc:Choice>
              <mc:Fallback>
                <p:oleObj r:id="rId14" imgW="1918533" imgH="457399" progId="Equation.DSMT4">
                  <p:embed/>
                  <p:pic>
                    <p:nvPicPr>
                      <p:cNvPr id="0" name="Object 1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356100" y="5732463"/>
                        <a:ext cx="4391025" cy="984250"/>
                      </a:xfrm>
                      <a:prstGeom prst="rect">
                        <a:avLst/>
                      </a:prstGeom>
                      <a:solidFill>
                        <a:srgbClr val="CCFFFF"/>
                      </a:solidFill>
                      <a:ln w="38100" cmpd="dbl">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 name="矩形 13">
            <a:extLst>
              <a:ext uri="{FF2B5EF4-FFF2-40B4-BE49-F238E27FC236}">
                <a16:creationId xmlns:a16="http://schemas.microsoft.com/office/drawing/2014/main" id="{2999A94A-8429-438A-AE72-5369110D132B}"/>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37898" name="TextBox 23">
            <a:extLst>
              <a:ext uri="{FF2B5EF4-FFF2-40B4-BE49-F238E27FC236}">
                <a16:creationId xmlns:a16="http://schemas.microsoft.com/office/drawing/2014/main" id="{78BA8371-7D16-4ABA-A187-4A29C613B3F1}"/>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zh-CN" altLang="en-US" b="1">
                <a:solidFill>
                  <a:schemeClr val="bg1"/>
                </a:solidFill>
                <a:latin typeface="微软雅黑" panose="020B0503020204020204" pitchFamily="34" charset="-122"/>
                <a:ea typeface="微软雅黑" panose="020B0503020204020204" pitchFamily="34" charset="-122"/>
              </a:rPr>
              <a:t>幂律（伽马）变换</a:t>
            </a:r>
          </a:p>
        </p:txBody>
      </p:sp>
      <p:sp>
        <p:nvSpPr>
          <p:cNvPr id="37899" name="内容占位符 2">
            <a:extLst>
              <a:ext uri="{FF2B5EF4-FFF2-40B4-BE49-F238E27FC236}">
                <a16:creationId xmlns:a16="http://schemas.microsoft.com/office/drawing/2014/main" id="{4AFD7AAE-4720-42C5-A7BC-B5F3990BCC0B}"/>
              </a:ext>
            </a:extLst>
          </p:cNvPr>
          <p:cNvSpPr txBox="1">
            <a:spLocks/>
          </p:cNvSpPr>
          <p:nvPr/>
        </p:nvSpPr>
        <p:spPr bwMode="auto">
          <a:xfrm>
            <a:off x="179388" y="900113"/>
            <a:ext cx="289242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8425" tIns="44450" rIns="98425" bIns="44450">
            <a:spAutoFit/>
          </a:bodyPr>
          <a:lstStyle>
            <a:lvl1pPr marL="457200" indent="-457200" defTabSz="896938">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476250" indent="-246063" defTabSz="896938">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952500" indent="-246063" defTabSz="896938">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743075" indent="-209550" defTabSz="896938">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155825" indent="-209550" defTabSz="896938">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613025" indent="-209550" defTabSz="896938"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3070225" indent="-209550" defTabSz="896938"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527425" indent="-209550" defTabSz="896938"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984625" indent="-209550" defTabSz="896938"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spcBef>
                <a:spcPts val="600"/>
              </a:spcBef>
              <a:buClrTx/>
              <a:buSzPct val="65000"/>
              <a:buFont typeface="Wingdings" panose="05000000000000000000" pitchFamily="2" charset="2"/>
              <a:buChar char="u"/>
            </a:pPr>
            <a:r>
              <a:rPr lang="zh-CN" altLang="en-US" sz="3200" b="1" u="sng">
                <a:solidFill>
                  <a:srgbClr val="C00000"/>
                </a:solidFill>
                <a:latin typeface="黑体" panose="02010609060101010101" pitchFamily="49" charset="-122"/>
                <a:ea typeface="黑体" panose="02010609060101010101" pitchFamily="49" charset="-122"/>
              </a:rPr>
              <a:t>基本公式：</a:t>
            </a:r>
            <a:endParaRPr lang="en-US" altLang="zh-CN" sz="3200" b="1" u="sng">
              <a:solidFill>
                <a:srgbClr val="C00000"/>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0491"/>
                                        </p:tgtEl>
                                        <p:attrNameLst>
                                          <p:attrName>style.visibility</p:attrName>
                                        </p:attrNameLst>
                                      </p:cBhvr>
                                      <p:to>
                                        <p:strVal val="visible"/>
                                      </p:to>
                                    </p:set>
                                    <p:animEffect transition="in" filter="blinds(horizontal)">
                                      <p:cBhvr>
                                        <p:cTn id="7" dur="500"/>
                                        <p:tgtEl>
                                          <p:spTgt spid="2049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0492"/>
                                        </p:tgtEl>
                                        <p:attrNameLst>
                                          <p:attrName>style.visibility</p:attrName>
                                        </p:attrNameLst>
                                      </p:cBhvr>
                                      <p:to>
                                        <p:strVal val="visible"/>
                                      </p:to>
                                    </p:set>
                                    <p:animEffect transition="in" filter="blinds(horizontal)">
                                      <p:cBhvr>
                                        <p:cTn id="12" dur="500"/>
                                        <p:tgtEl>
                                          <p:spTgt spid="2049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0493"/>
                                        </p:tgtEl>
                                        <p:attrNameLst>
                                          <p:attrName>style.visibility</p:attrName>
                                        </p:attrNameLst>
                                      </p:cBhvr>
                                      <p:to>
                                        <p:strVal val="visible"/>
                                      </p:to>
                                    </p:set>
                                    <p:animEffect transition="in" filter="blinds(horizontal)">
                                      <p:cBhvr>
                                        <p:cTn id="17" dur="500"/>
                                        <p:tgtEl>
                                          <p:spTgt spid="204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8914" name="Object 10">
            <a:extLst>
              <a:ext uri="{FF2B5EF4-FFF2-40B4-BE49-F238E27FC236}">
                <a16:creationId xmlns:a16="http://schemas.microsoft.com/office/drawing/2014/main" id="{55CF065C-BF12-443B-BF8F-7D858F37FE75}"/>
              </a:ext>
            </a:extLst>
          </p:cNvPr>
          <p:cNvGraphicFramePr>
            <a:graphicFrameLocks noGrp="1" noChangeAspect="1"/>
          </p:cNvGraphicFramePr>
          <p:nvPr>
            <p:ph sz="half" idx="4294967295"/>
          </p:nvPr>
        </p:nvGraphicFramePr>
        <p:xfrm>
          <a:off x="2843213" y="5327650"/>
          <a:ext cx="4926012" cy="671513"/>
        </p:xfrm>
        <a:graphic>
          <a:graphicData uri="http://schemas.openxmlformats.org/presentationml/2006/ole">
            <mc:AlternateContent xmlns:mc="http://schemas.openxmlformats.org/markup-compatibility/2006">
              <mc:Choice xmlns:v="urn:schemas-microsoft-com:vml" Requires="v">
                <p:oleObj spid="_x0000_s38919" r:id="rId3" imgW="2101838" imgH="171450" progId="Equation.DSMT4">
                  <p:embed/>
                </p:oleObj>
              </mc:Choice>
              <mc:Fallback>
                <p:oleObj r:id="rId3" imgW="2101838" imgH="171450" progId="Equation.DSMT4">
                  <p:embed/>
                  <p:pic>
                    <p:nvPicPr>
                      <p:cNvPr id="0" name="Object 10"/>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3213" y="5327650"/>
                        <a:ext cx="4926012" cy="6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512" name="Rectangle 28">
            <a:extLst>
              <a:ext uri="{FF2B5EF4-FFF2-40B4-BE49-F238E27FC236}">
                <a16:creationId xmlns:a16="http://schemas.microsoft.com/office/drawing/2014/main" id="{EE63F5F8-FC13-4E4F-B6CF-C7498ECACCDD}"/>
              </a:ext>
            </a:extLst>
          </p:cNvPr>
          <p:cNvSpPr>
            <a:spLocks noChangeArrowheads="1"/>
          </p:cNvSpPr>
          <p:nvPr/>
        </p:nvSpPr>
        <p:spPr bwMode="auto">
          <a:xfrm>
            <a:off x="676275" y="1017588"/>
            <a:ext cx="8424863" cy="4751387"/>
          </a:xfrm>
          <a:prstGeom prst="rect">
            <a:avLst/>
          </a:prstGeom>
          <a:noFill/>
          <a:ln>
            <a:noFill/>
          </a:ln>
          <a:effectLst/>
          <a:extLst/>
        </p:spPr>
        <p:txBody>
          <a:bodyPr/>
          <a:lstStyle/>
          <a:p>
            <a:pPr marL="469900" indent="-469900" eaLnBrk="1" hangingPunct="1">
              <a:lnSpc>
                <a:spcPct val="130000"/>
              </a:lnSpc>
              <a:spcBef>
                <a:spcPct val="20000"/>
              </a:spcBef>
              <a:buClr>
                <a:schemeClr val="accent2"/>
              </a:buClr>
              <a:buFont typeface="Wingdings" pitchFamily="2" charset="2"/>
              <a:buChar char="l"/>
              <a:defRPr/>
            </a:pPr>
            <a:r>
              <a:rPr lang="zh-CN" altLang="en-US" sz="2600" b="1" dirty="0">
                <a:latin typeface="楷体" panose="02010609060101010101" pitchFamily="49" charset="-122"/>
                <a:ea typeface="楷体_GB2312"/>
              </a:rPr>
              <a:t>为什么要进行</a:t>
            </a:r>
            <a:r>
              <a:rPr lang="zh-CN" altLang="en-US" sz="2600" b="1" dirty="0">
                <a:solidFill>
                  <a:srgbClr val="0033CC"/>
                </a:solidFill>
                <a:latin typeface="楷体" panose="02010609060101010101" pitchFamily="49" charset="-122"/>
                <a:ea typeface="楷体_GB2312"/>
              </a:rPr>
              <a:t>伽马校正</a:t>
            </a:r>
            <a:r>
              <a:rPr lang="zh-CN" altLang="en-US" sz="2600" b="1" dirty="0">
                <a:latin typeface="宋体" pitchFamily="2" charset="-122"/>
                <a:ea typeface="宋体" pitchFamily="2" charset="-122"/>
              </a:rPr>
              <a:t>？</a:t>
            </a:r>
          </a:p>
          <a:p>
            <a:pPr marL="469900" indent="-469900" eaLnBrk="1" hangingPunct="1">
              <a:lnSpc>
                <a:spcPct val="130000"/>
              </a:lnSpc>
              <a:spcBef>
                <a:spcPct val="20000"/>
              </a:spcBef>
              <a:buClr>
                <a:schemeClr val="accent2"/>
              </a:buClr>
              <a:buFont typeface="Wingdings" pitchFamily="2" charset="2"/>
              <a:buNone/>
              <a:defRPr/>
            </a:pPr>
            <a:r>
              <a:rPr lang="zh-CN" altLang="en-US" sz="2600" b="1" dirty="0">
                <a:latin typeface="宋体" pitchFamily="2" charset="-122"/>
                <a:ea typeface="宋体" pitchFamily="2" charset="-122"/>
              </a:rPr>
              <a:t>       几乎所有的</a:t>
            </a:r>
            <a:r>
              <a:rPr lang="en-US" sz="2600" b="1" dirty="0">
                <a:latin typeface="宋体" pitchFamily="2" charset="-122"/>
                <a:ea typeface="宋体" pitchFamily="2" charset="-122"/>
              </a:rPr>
              <a:t>CRT</a:t>
            </a:r>
            <a:r>
              <a:rPr lang="zh-CN" altLang="en-US" sz="2600" b="1" dirty="0">
                <a:latin typeface="宋体" pitchFamily="2" charset="-122"/>
                <a:ea typeface="宋体" pitchFamily="2" charset="-122"/>
              </a:rPr>
              <a:t>显示设备、摄像胶片、许多电子照相机的光电</a:t>
            </a:r>
            <a:r>
              <a:rPr lang="zh-CN" altLang="en-US" sz="2600" b="1" dirty="0">
                <a:solidFill>
                  <a:srgbClr val="0033CC"/>
                </a:solidFill>
                <a:latin typeface="宋体" pitchFamily="2" charset="-122"/>
                <a:ea typeface="宋体" pitchFamily="2" charset="-122"/>
              </a:rPr>
              <a:t>转换特性</a:t>
            </a:r>
            <a:r>
              <a:rPr lang="zh-CN" altLang="en-US" sz="2600" b="1" dirty="0">
                <a:latin typeface="宋体" pitchFamily="2" charset="-122"/>
                <a:ea typeface="宋体" pitchFamily="2" charset="-122"/>
              </a:rPr>
              <a:t>都是</a:t>
            </a:r>
            <a:r>
              <a:rPr lang="zh-CN" altLang="en-US" sz="2600" b="1" dirty="0">
                <a:solidFill>
                  <a:srgbClr val="0033CC"/>
                </a:solidFill>
                <a:latin typeface="宋体" pitchFamily="2" charset="-122"/>
                <a:ea typeface="宋体" pitchFamily="2" charset="-122"/>
              </a:rPr>
              <a:t>非线性</a:t>
            </a:r>
            <a:r>
              <a:rPr lang="zh-CN" altLang="en-US" sz="2600" b="1" dirty="0">
                <a:latin typeface="宋体" pitchFamily="2" charset="-122"/>
                <a:ea typeface="宋体" pitchFamily="2" charset="-122"/>
              </a:rPr>
              <a:t>的。</a:t>
            </a:r>
            <a:r>
              <a:rPr lang="zh-CN" altLang="en-US" sz="2600" b="1" dirty="0">
                <a:latin typeface="黑体" pitchFamily="49" charset="-122"/>
                <a:ea typeface="宋体" pitchFamily="2" charset="-122"/>
              </a:rPr>
              <a:t>所以，</a:t>
            </a:r>
            <a:r>
              <a:rPr lang="zh-CN" altLang="en-US" sz="2600" b="1" dirty="0">
                <a:solidFill>
                  <a:srgbClr val="0033CC"/>
                </a:solidFill>
                <a:latin typeface="黑体" pitchFamily="49" charset="-122"/>
                <a:ea typeface="宋体" pitchFamily="2" charset="-122"/>
              </a:rPr>
              <a:t>如果不进行校正处理的话，将无法得到好的图像效果</a:t>
            </a:r>
            <a:endParaRPr lang="zh-CN" altLang="en-US" sz="2600" b="1" dirty="0">
              <a:solidFill>
                <a:srgbClr val="0033CC"/>
              </a:solidFill>
              <a:latin typeface="宋体" pitchFamily="2" charset="-122"/>
              <a:ea typeface="宋体" pitchFamily="2" charset="-122"/>
            </a:endParaRPr>
          </a:p>
          <a:p>
            <a:pPr marL="469900" indent="-469900" eaLnBrk="1" hangingPunct="1">
              <a:lnSpc>
                <a:spcPct val="130000"/>
              </a:lnSpc>
              <a:spcBef>
                <a:spcPct val="20000"/>
              </a:spcBef>
              <a:buClr>
                <a:schemeClr val="accent2"/>
              </a:buClr>
              <a:buFont typeface="Wingdings" pitchFamily="2" charset="2"/>
              <a:buChar char="l"/>
              <a:defRPr/>
            </a:pPr>
            <a:r>
              <a:rPr lang="zh-CN" altLang="en-US" sz="2600" b="1" dirty="0">
                <a:latin typeface="宋体" pitchFamily="2" charset="-122"/>
                <a:ea typeface="宋体" pitchFamily="2" charset="-122"/>
              </a:rPr>
              <a:t>光电传感器的输入输出特性</a:t>
            </a:r>
            <a:r>
              <a:rPr lang="zh-CN" altLang="en-US" sz="2600" b="1" dirty="0">
                <a:latin typeface="黑体" pitchFamily="49" charset="-122"/>
                <a:ea typeface="黑体" pitchFamily="49" charset="-122"/>
              </a:rPr>
              <a:t>：</a:t>
            </a:r>
            <a:r>
              <a:rPr lang="zh-CN" altLang="en-US" sz="2600" b="1" dirty="0">
                <a:latin typeface="宋体" pitchFamily="2" charset="-122"/>
                <a:ea typeface="宋体" pitchFamily="2" charset="-122"/>
              </a:rPr>
              <a:t>这些</a:t>
            </a:r>
            <a:r>
              <a:rPr lang="zh-CN" altLang="en-US" sz="2600" b="1" u="sng" dirty="0">
                <a:solidFill>
                  <a:srgbClr val="0033CC"/>
                </a:solidFill>
                <a:effectLst>
                  <a:outerShdw blurRad="38100" dist="38100" dir="2700000" algn="tl">
                    <a:srgbClr val="C0C0C0"/>
                  </a:outerShdw>
                </a:effectLst>
                <a:latin typeface="宋体" pitchFamily="2" charset="-122"/>
                <a:ea typeface="宋体" pitchFamily="2" charset="-122"/>
              </a:rPr>
              <a:t>非线性</a:t>
            </a:r>
            <a:r>
              <a:rPr lang="zh-CN" altLang="en-US" sz="2600" b="1" dirty="0">
                <a:latin typeface="宋体" pitchFamily="2" charset="-122"/>
                <a:ea typeface="宋体" pitchFamily="2" charset="-122"/>
              </a:rPr>
              <a:t>部件的输出与输入之间的关系可以用一个幂函数来表示，形式为：设</a:t>
            </a:r>
            <a:r>
              <a:rPr lang="en-US" sz="2600" b="1" dirty="0">
                <a:latin typeface="宋体" pitchFamily="2" charset="-122"/>
                <a:ea typeface="宋体" pitchFamily="2" charset="-122"/>
              </a:rPr>
              <a:t>CCD</a:t>
            </a:r>
            <a:r>
              <a:rPr lang="zh-CN" altLang="en-US" sz="2600" b="1" dirty="0">
                <a:latin typeface="宋体" pitchFamily="2" charset="-122"/>
                <a:ea typeface="宋体" pitchFamily="2" charset="-122"/>
              </a:rPr>
              <a:t>的输入（入射光强度）为</a:t>
            </a:r>
            <a:r>
              <a:rPr lang="en-US" sz="2600" b="1" dirty="0">
                <a:solidFill>
                  <a:srgbClr val="0033CC"/>
                </a:solidFill>
                <a:latin typeface="宋体" pitchFamily="2" charset="-122"/>
                <a:ea typeface="宋体" pitchFamily="2" charset="-122"/>
              </a:rPr>
              <a:t>r</a:t>
            </a:r>
            <a:r>
              <a:rPr lang="zh-CN" altLang="en-US" sz="2600" b="1" dirty="0">
                <a:latin typeface="宋体" pitchFamily="2" charset="-122"/>
                <a:ea typeface="宋体" pitchFamily="2" charset="-122"/>
              </a:rPr>
              <a:t>，输出（电压）为</a:t>
            </a:r>
            <a:r>
              <a:rPr lang="en-US" sz="2600" b="1" dirty="0">
                <a:solidFill>
                  <a:srgbClr val="0033CC"/>
                </a:solidFill>
                <a:latin typeface="宋体" pitchFamily="2" charset="-122"/>
                <a:ea typeface="宋体" pitchFamily="2" charset="-122"/>
              </a:rPr>
              <a:t>v</a:t>
            </a:r>
            <a:r>
              <a:rPr lang="zh-CN" altLang="en-US" sz="2600" b="1" dirty="0">
                <a:latin typeface="宋体" pitchFamily="2" charset="-122"/>
                <a:ea typeface="宋体" pitchFamily="2" charset="-122"/>
              </a:rPr>
              <a:t>，则有：</a:t>
            </a:r>
          </a:p>
          <a:p>
            <a:pPr marL="469900" indent="-469900" eaLnBrk="1" hangingPunct="1">
              <a:lnSpc>
                <a:spcPct val="130000"/>
              </a:lnSpc>
              <a:spcBef>
                <a:spcPct val="20000"/>
              </a:spcBef>
              <a:buClr>
                <a:schemeClr val="accent2"/>
              </a:buClr>
              <a:buFont typeface="Wingdings" pitchFamily="2" charset="2"/>
              <a:buNone/>
              <a:defRPr/>
            </a:pPr>
            <a:r>
              <a:rPr lang="zh-CN" altLang="en-US" sz="2200" b="1" dirty="0">
                <a:ea typeface="宋体" pitchFamily="2" charset="-122"/>
              </a:rPr>
              <a:t>                                   </a:t>
            </a:r>
          </a:p>
        </p:txBody>
      </p:sp>
      <p:sp>
        <p:nvSpPr>
          <p:cNvPr id="38916" name="Rectangle 31">
            <a:extLst>
              <a:ext uri="{FF2B5EF4-FFF2-40B4-BE49-F238E27FC236}">
                <a16:creationId xmlns:a16="http://schemas.microsoft.com/office/drawing/2014/main" id="{858E3156-8973-4E64-B9F2-9DBC4731C374}"/>
              </a:ext>
            </a:extLst>
          </p:cNvPr>
          <p:cNvSpPr>
            <a:spLocks noChangeArrowheads="1"/>
          </p:cNvSpPr>
          <p:nvPr/>
        </p:nvSpPr>
        <p:spPr bwMode="auto">
          <a:xfrm>
            <a:off x="2555875" y="6092825"/>
            <a:ext cx="7467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1800" b="1">
                <a:solidFill>
                  <a:srgbClr val="000099"/>
                </a:solidFill>
                <a:latin typeface="Arial" panose="020B0604020202020204" pitchFamily="34" charset="0"/>
              </a:rPr>
              <a:t>例如，电子摄像机的输出电压与场景中光强度的关系</a:t>
            </a:r>
          </a:p>
        </p:txBody>
      </p:sp>
      <p:sp>
        <p:nvSpPr>
          <p:cNvPr id="13" name="矩形 12">
            <a:extLst>
              <a:ext uri="{FF2B5EF4-FFF2-40B4-BE49-F238E27FC236}">
                <a16:creationId xmlns:a16="http://schemas.microsoft.com/office/drawing/2014/main" id="{F690DB35-3498-4A16-9818-958A1E1F675D}"/>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38918" name="TextBox 23">
            <a:extLst>
              <a:ext uri="{FF2B5EF4-FFF2-40B4-BE49-F238E27FC236}">
                <a16:creationId xmlns:a16="http://schemas.microsoft.com/office/drawing/2014/main" id="{8E63A626-267F-4A8A-A62D-718B983A2206}"/>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zh-CN" altLang="en-US" b="1">
                <a:solidFill>
                  <a:schemeClr val="bg1"/>
                </a:solidFill>
                <a:latin typeface="微软雅黑" panose="020B0503020204020204" pitchFamily="34" charset="-122"/>
                <a:ea typeface="微软雅黑" panose="020B0503020204020204" pitchFamily="34" charset="-122"/>
              </a:rPr>
              <a:t>伽马变换的应用</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9938" name="Object 7">
            <a:extLst>
              <a:ext uri="{FF2B5EF4-FFF2-40B4-BE49-F238E27FC236}">
                <a16:creationId xmlns:a16="http://schemas.microsoft.com/office/drawing/2014/main" id="{37B94939-B41C-4DD4-BA9C-C3E33730A914}"/>
              </a:ext>
            </a:extLst>
          </p:cNvPr>
          <p:cNvGraphicFramePr>
            <a:graphicFrameLocks noGrp="1" noChangeAspect="1"/>
          </p:cNvGraphicFramePr>
          <p:nvPr>
            <p:ph sz="half" idx="4294967295"/>
          </p:nvPr>
        </p:nvGraphicFramePr>
        <p:xfrm>
          <a:off x="5616575" y="2273300"/>
          <a:ext cx="1800225" cy="569913"/>
        </p:xfrm>
        <a:graphic>
          <a:graphicData uri="http://schemas.openxmlformats.org/presentationml/2006/ole">
            <mc:AlternateContent xmlns:mc="http://schemas.openxmlformats.org/markup-compatibility/2006">
              <mc:Choice xmlns:v="urn:schemas-microsoft-com:vml" Requires="v">
                <p:oleObj spid="_x0000_s39944" r:id="rId3" imgW="882638" imgH="177756" progId="Equation.DSMT4">
                  <p:embed/>
                </p:oleObj>
              </mc:Choice>
              <mc:Fallback>
                <p:oleObj r:id="rId3" imgW="882638" imgH="177756" progId="Equation.DSMT4">
                  <p:embed/>
                  <p:pic>
                    <p:nvPicPr>
                      <p:cNvPr id="0" name="Object 7"/>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16575" y="2273300"/>
                        <a:ext cx="1800225" cy="569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39" name="Rectangle 12">
            <a:extLst>
              <a:ext uri="{FF2B5EF4-FFF2-40B4-BE49-F238E27FC236}">
                <a16:creationId xmlns:a16="http://schemas.microsoft.com/office/drawing/2014/main" id="{D5ACE1FC-D352-4F02-B2C8-207380F5D9EE}"/>
              </a:ext>
            </a:extLst>
          </p:cNvPr>
          <p:cNvSpPr>
            <a:spLocks noChangeArrowheads="1"/>
          </p:cNvSpPr>
          <p:nvPr/>
        </p:nvSpPr>
        <p:spPr bwMode="auto">
          <a:xfrm>
            <a:off x="250825" y="1693863"/>
            <a:ext cx="8229600" cy="172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lnSpc>
                <a:spcPct val="120000"/>
              </a:lnSpc>
              <a:buClr>
                <a:schemeClr val="accent2"/>
              </a:buClr>
              <a:buSzTx/>
              <a:buFont typeface="Wingdings" panose="05000000000000000000" pitchFamily="2" charset="2"/>
              <a:buChar char="l"/>
            </a:pPr>
            <a:r>
              <a:rPr lang="el-GR" altLang="en-US" sz="2800" b="1">
                <a:latin typeface="黑体" panose="02010609060101010101" pitchFamily="49" charset="-122"/>
                <a:ea typeface="黑体" panose="02010609060101010101" pitchFamily="49" charset="-122"/>
              </a:rPr>
              <a:t>γ</a:t>
            </a:r>
            <a:r>
              <a:rPr lang="zh-CN" altLang="en-US" sz="2800" b="1">
                <a:latin typeface="Verdana" panose="020B0604030504040204" pitchFamily="34" charset="0"/>
                <a:ea typeface="黑体" panose="02010609060101010101" pitchFamily="49" charset="-122"/>
              </a:rPr>
              <a:t>校正的原理</a:t>
            </a:r>
          </a:p>
          <a:p>
            <a:pPr eaLnBrk="1" hangingPunct="1">
              <a:lnSpc>
                <a:spcPct val="120000"/>
              </a:lnSpc>
              <a:buClr>
                <a:schemeClr val="accent2"/>
              </a:buClr>
              <a:buSzTx/>
              <a:buFont typeface="Wingdings" panose="05000000000000000000" pitchFamily="2" charset="2"/>
              <a:buNone/>
            </a:pPr>
            <a:r>
              <a:rPr lang="zh-CN" altLang="en-US" sz="2800" b="1">
                <a:latin typeface="Verdana" panose="020B0604030504040204" pitchFamily="34" charset="0"/>
              </a:rPr>
              <a:t>          即在</a:t>
            </a:r>
            <a:r>
              <a:rPr lang="zh-CN" altLang="en-US" sz="2800" b="1">
                <a:solidFill>
                  <a:srgbClr val="0033CC"/>
                </a:solidFill>
                <a:latin typeface="Verdana" panose="020B0604030504040204" pitchFamily="34" charset="0"/>
              </a:rPr>
              <a:t>显示之前通过幂律变换将图像进行修正</a:t>
            </a:r>
            <a:r>
              <a:rPr lang="zh-CN" altLang="en-US" sz="2800" b="1">
                <a:latin typeface="Verdana" panose="020B0604030504040204" pitchFamily="34" charset="0"/>
              </a:rPr>
              <a:t>。整个过程利用公式表示如下：</a:t>
            </a:r>
          </a:p>
        </p:txBody>
      </p:sp>
      <p:graphicFrame>
        <p:nvGraphicFramePr>
          <p:cNvPr id="39940" name="Object 10">
            <a:extLst>
              <a:ext uri="{FF2B5EF4-FFF2-40B4-BE49-F238E27FC236}">
                <a16:creationId xmlns:a16="http://schemas.microsoft.com/office/drawing/2014/main" id="{80DCC961-5DCB-4065-8042-E658DFC39D25}"/>
              </a:ext>
            </a:extLst>
          </p:cNvPr>
          <p:cNvGraphicFramePr>
            <a:graphicFrameLocks noChangeAspect="1"/>
          </p:cNvGraphicFramePr>
          <p:nvPr/>
        </p:nvGraphicFramePr>
        <p:xfrm>
          <a:off x="611188" y="3697288"/>
          <a:ext cx="8140700" cy="585787"/>
        </p:xfrm>
        <a:graphic>
          <a:graphicData uri="http://schemas.openxmlformats.org/presentationml/2006/ole">
            <mc:AlternateContent xmlns:mc="http://schemas.openxmlformats.org/markup-compatibility/2006">
              <mc:Choice xmlns:v="urn:schemas-microsoft-com:vml" Requires="v">
                <p:oleObj spid="_x0000_s39945" r:id="rId5" imgW="4343351" imgH="177756" progId="Equation.DSMT4">
                  <p:embed/>
                </p:oleObj>
              </mc:Choice>
              <mc:Fallback>
                <p:oleObj r:id="rId5" imgW="4343351" imgH="177756" progId="Equation.DSMT4">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1188" y="3697288"/>
                        <a:ext cx="8140700" cy="585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41" name="Text Box 15">
            <a:extLst>
              <a:ext uri="{FF2B5EF4-FFF2-40B4-BE49-F238E27FC236}">
                <a16:creationId xmlns:a16="http://schemas.microsoft.com/office/drawing/2014/main" id="{6169EC04-7C79-49FD-8F98-FD00F83CAC3E}"/>
              </a:ext>
            </a:extLst>
          </p:cNvPr>
          <p:cNvSpPr txBox="1">
            <a:spLocks noChangeArrowheads="1"/>
          </p:cNvSpPr>
          <p:nvPr/>
        </p:nvSpPr>
        <p:spPr bwMode="auto">
          <a:xfrm>
            <a:off x="623888" y="4724400"/>
            <a:ext cx="71278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 typeface="Arial" panose="020B0604020202020204" pitchFamily="34" charset="0"/>
              <a:buChar char="•"/>
            </a:pPr>
            <a:r>
              <a:rPr lang="en-US" altLang="zh-CN" sz="3200" b="1">
                <a:solidFill>
                  <a:srgbClr val="FF0000"/>
                </a:solidFill>
                <a:latin typeface="黑体" panose="02010609060101010101" pitchFamily="49" charset="-122"/>
                <a:ea typeface="黑体" panose="02010609060101010101" pitchFamily="49" charset="-122"/>
              </a:rPr>
              <a:t> </a:t>
            </a:r>
            <a:r>
              <a:rPr lang="zh-CN" altLang="en-US" sz="2800" b="1">
                <a:solidFill>
                  <a:srgbClr val="FF0000"/>
                </a:solidFill>
                <a:latin typeface="黑体" panose="02010609060101010101" pitchFamily="49" charset="-122"/>
                <a:ea typeface="黑体" panose="02010609060101010101" pitchFamily="49" charset="-122"/>
              </a:rPr>
              <a:t>因此，</a:t>
            </a:r>
            <a:r>
              <a:rPr lang="el-GR" altLang="en-US" sz="2800" b="1">
                <a:solidFill>
                  <a:srgbClr val="FF0000"/>
                </a:solidFill>
                <a:latin typeface="黑体" panose="02010609060101010101" pitchFamily="49" charset="-122"/>
                <a:ea typeface="黑体" panose="02010609060101010101" pitchFamily="49" charset="-122"/>
              </a:rPr>
              <a:t>γ</a:t>
            </a:r>
            <a:r>
              <a:rPr lang="zh-CN" altLang="en-US" sz="2800" b="1">
                <a:solidFill>
                  <a:srgbClr val="FF0000"/>
                </a:solidFill>
                <a:latin typeface="黑体" panose="02010609060101010101" pitchFamily="49" charset="-122"/>
                <a:ea typeface="黑体" panose="02010609060101010101" pitchFamily="49" charset="-122"/>
              </a:rPr>
              <a:t>校正的关键是确定</a:t>
            </a:r>
            <a:r>
              <a:rPr lang="el-GR" altLang="en-US" sz="2800" b="1">
                <a:solidFill>
                  <a:srgbClr val="FF0000"/>
                </a:solidFill>
                <a:latin typeface="黑体" panose="02010609060101010101" pitchFamily="49" charset="-122"/>
                <a:ea typeface="黑体" panose="02010609060101010101" pitchFamily="49" charset="-122"/>
              </a:rPr>
              <a:t>γ</a:t>
            </a:r>
            <a:r>
              <a:rPr lang="zh-CN" altLang="en-US" sz="2800" b="1">
                <a:solidFill>
                  <a:srgbClr val="FF0000"/>
                </a:solidFill>
                <a:latin typeface="黑体" panose="02010609060101010101" pitchFamily="49" charset="-122"/>
                <a:ea typeface="黑体" panose="02010609060101010101" pitchFamily="49" charset="-122"/>
              </a:rPr>
              <a:t>值。</a:t>
            </a:r>
            <a:endParaRPr lang="zh-CN" altLang="en-US" sz="3200" b="1">
              <a:solidFill>
                <a:srgbClr val="FF0000"/>
              </a:solidFill>
              <a:latin typeface="黑体" panose="02010609060101010101" pitchFamily="49" charset="-122"/>
              <a:ea typeface="黑体" panose="02010609060101010101" pitchFamily="49" charset="-122"/>
            </a:endParaRPr>
          </a:p>
        </p:txBody>
      </p:sp>
      <p:sp>
        <p:nvSpPr>
          <p:cNvPr id="13" name="矩形 12">
            <a:extLst>
              <a:ext uri="{FF2B5EF4-FFF2-40B4-BE49-F238E27FC236}">
                <a16:creationId xmlns:a16="http://schemas.microsoft.com/office/drawing/2014/main" id="{2934D078-6CF1-46CF-97E2-53AECE093E39}"/>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39943" name="TextBox 23">
            <a:extLst>
              <a:ext uri="{FF2B5EF4-FFF2-40B4-BE49-F238E27FC236}">
                <a16:creationId xmlns:a16="http://schemas.microsoft.com/office/drawing/2014/main" id="{E2B52B9A-E70B-4CC7-A05E-AA5524E28B27}"/>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zh-CN" altLang="en-US" b="1">
                <a:solidFill>
                  <a:schemeClr val="bg1"/>
                </a:solidFill>
                <a:latin typeface="微软雅黑" panose="020B0503020204020204" pitchFamily="34" charset="-122"/>
                <a:ea typeface="微软雅黑" panose="020B0503020204020204" pitchFamily="34" charset="-122"/>
              </a:rPr>
              <a:t>伽马变换的应用</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6">
            <a:extLst>
              <a:ext uri="{FF2B5EF4-FFF2-40B4-BE49-F238E27FC236}">
                <a16:creationId xmlns:a16="http://schemas.microsoft.com/office/drawing/2014/main" id="{EBBE0F72-D84B-42D6-B2BC-1DCC0B972F48}"/>
              </a:ext>
            </a:extLst>
          </p:cNvPr>
          <p:cNvSpPr txBox="1">
            <a:spLocks noChangeArrowheads="1"/>
          </p:cNvSpPr>
          <p:nvPr/>
        </p:nvSpPr>
        <p:spPr bwMode="auto">
          <a:xfrm>
            <a:off x="900113" y="1052513"/>
            <a:ext cx="19431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a:solidFill>
                  <a:srgbClr val="FF0000"/>
                </a:solidFill>
                <a:latin typeface="楷体_GB2312" pitchFamily="1" charset="-122"/>
                <a:ea typeface="楷体_GB2312" pitchFamily="1" charset="-122"/>
              </a:rPr>
              <a:t>伽马校正</a:t>
            </a:r>
            <a:endParaRPr lang="zh-CN" altLang="en-US" sz="2800" b="1">
              <a:latin typeface="楷体_GB2312" pitchFamily="1" charset="-122"/>
              <a:ea typeface="楷体_GB2312" pitchFamily="1" charset="-122"/>
            </a:endParaRPr>
          </a:p>
        </p:txBody>
      </p:sp>
      <p:sp>
        <p:nvSpPr>
          <p:cNvPr id="40963" name="Text Box 17">
            <a:extLst>
              <a:ext uri="{FF2B5EF4-FFF2-40B4-BE49-F238E27FC236}">
                <a16:creationId xmlns:a16="http://schemas.microsoft.com/office/drawing/2014/main" id="{143E9267-C7AF-4E81-9510-6EC639AEA8BE}"/>
              </a:ext>
            </a:extLst>
          </p:cNvPr>
          <p:cNvSpPr txBox="1">
            <a:spLocks noChangeArrowheads="1"/>
          </p:cNvSpPr>
          <p:nvPr/>
        </p:nvSpPr>
        <p:spPr bwMode="auto">
          <a:xfrm>
            <a:off x="3203575" y="1341438"/>
            <a:ext cx="1441450"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2000" b="1">
                <a:latin typeface="楷体_GB2312" pitchFamily="1" charset="-122"/>
                <a:ea typeface="楷体_GB2312" pitchFamily="1" charset="-122"/>
              </a:rPr>
              <a:t>(a)</a:t>
            </a:r>
            <a:r>
              <a:rPr lang="zh-CN" altLang="en-US" sz="2000" b="1">
                <a:latin typeface="楷体_GB2312" pitchFamily="1" charset="-122"/>
                <a:ea typeface="楷体_GB2312" pitchFamily="1" charset="-122"/>
              </a:rPr>
              <a:t>原图像</a:t>
            </a:r>
          </a:p>
        </p:txBody>
      </p:sp>
      <p:grpSp>
        <p:nvGrpSpPr>
          <p:cNvPr id="40964" name="Group 6">
            <a:extLst>
              <a:ext uri="{FF2B5EF4-FFF2-40B4-BE49-F238E27FC236}">
                <a16:creationId xmlns:a16="http://schemas.microsoft.com/office/drawing/2014/main" id="{657BDA48-8321-411F-B38F-9FE770C35984}"/>
              </a:ext>
            </a:extLst>
          </p:cNvPr>
          <p:cNvGrpSpPr>
            <a:grpSpLocks noChangeAspect="1"/>
          </p:cNvGrpSpPr>
          <p:nvPr/>
        </p:nvGrpSpPr>
        <p:grpSpPr bwMode="auto">
          <a:xfrm>
            <a:off x="1187450" y="1700213"/>
            <a:ext cx="7177088" cy="4818062"/>
            <a:chOff x="0" y="0"/>
            <a:chExt cx="4521" cy="3035"/>
          </a:xfrm>
        </p:grpSpPr>
        <p:pic>
          <p:nvPicPr>
            <p:cNvPr id="40967" name="Picture 9">
              <a:extLst>
                <a:ext uri="{FF2B5EF4-FFF2-40B4-BE49-F238E27FC236}">
                  <a16:creationId xmlns:a16="http://schemas.microsoft.com/office/drawing/2014/main" id="{B69CD021-CE27-4528-B714-5D97F7ABD7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4521" cy="29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0968" name="Object 8">
              <a:extLst>
                <a:ext uri="{FF2B5EF4-FFF2-40B4-BE49-F238E27FC236}">
                  <a16:creationId xmlns:a16="http://schemas.microsoft.com/office/drawing/2014/main" id="{08ECA233-9DBD-470B-A480-DD7499F3534C}"/>
                </a:ext>
              </a:extLst>
            </p:cNvPr>
            <p:cNvGraphicFramePr>
              <a:graphicFrameLocks noChangeAspect="1"/>
            </p:cNvGraphicFramePr>
            <p:nvPr/>
          </p:nvGraphicFramePr>
          <p:xfrm>
            <a:off x="756" y="1250"/>
            <a:ext cx="605" cy="293"/>
          </p:xfrm>
          <a:graphic>
            <a:graphicData uri="http://schemas.openxmlformats.org/presentationml/2006/ole">
              <mc:AlternateContent xmlns:mc="http://schemas.openxmlformats.org/markup-compatibility/2006">
                <mc:Choice xmlns:v="urn:schemas-microsoft-com:vml" Requires="v">
                  <p:oleObj spid="_x0000_s40971" r:id="rId4" imgW="470104" imgH="304932" progId="Equation.DSMT4">
                    <p:embed/>
                  </p:oleObj>
                </mc:Choice>
                <mc:Fallback>
                  <p:oleObj r:id="rId4" imgW="470104" imgH="304932" progId="Equation.DSMT4">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6" y="1250"/>
                          <a:ext cx="605" cy="2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69" name="Object 9">
              <a:extLst>
                <a:ext uri="{FF2B5EF4-FFF2-40B4-BE49-F238E27FC236}">
                  <a16:creationId xmlns:a16="http://schemas.microsoft.com/office/drawing/2014/main" id="{EDCFBE9F-AA2A-4705-9C23-CF2D0F573B43}"/>
                </a:ext>
              </a:extLst>
            </p:cNvPr>
            <p:cNvGraphicFramePr>
              <a:graphicFrameLocks noChangeAspect="1"/>
            </p:cNvGraphicFramePr>
            <p:nvPr/>
          </p:nvGraphicFramePr>
          <p:xfrm>
            <a:off x="2767" y="1225"/>
            <a:ext cx="614" cy="199"/>
          </p:xfrm>
          <a:graphic>
            <a:graphicData uri="http://schemas.openxmlformats.org/presentationml/2006/ole">
              <mc:AlternateContent xmlns:mc="http://schemas.openxmlformats.org/markup-compatibility/2006">
                <mc:Choice xmlns:v="urn:schemas-microsoft-com:vml" Requires="v">
                  <p:oleObj spid="_x0000_s40972" r:id="rId6" imgW="533632" imgH="203288" progId="Equation.DSMT4">
                    <p:embed/>
                  </p:oleObj>
                </mc:Choice>
                <mc:Fallback>
                  <p:oleObj r:id="rId6" imgW="533632" imgH="203288" progId="Equation.DSMT4">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67" y="1225"/>
                          <a:ext cx="614" cy="1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70" name="Object 10">
              <a:extLst>
                <a:ext uri="{FF2B5EF4-FFF2-40B4-BE49-F238E27FC236}">
                  <a16:creationId xmlns:a16="http://schemas.microsoft.com/office/drawing/2014/main" id="{915724B1-1E49-4649-94AE-32D4DA4544F2}"/>
                </a:ext>
              </a:extLst>
            </p:cNvPr>
            <p:cNvGraphicFramePr>
              <a:graphicFrameLocks noChangeAspect="1"/>
            </p:cNvGraphicFramePr>
            <p:nvPr/>
          </p:nvGraphicFramePr>
          <p:xfrm>
            <a:off x="2757" y="2927"/>
            <a:ext cx="383" cy="108"/>
          </p:xfrm>
          <a:graphic>
            <a:graphicData uri="http://schemas.openxmlformats.org/presentationml/2006/ole">
              <mc:AlternateContent xmlns:mc="http://schemas.openxmlformats.org/markup-compatibility/2006">
                <mc:Choice xmlns:v="urn:schemas-microsoft-com:vml" Requires="v">
                  <p:oleObj spid="_x0000_s40973" r:id="rId8" imgW="495515" imgH="139761" progId="Equation.DSMT4">
                    <p:embed/>
                  </p:oleObj>
                </mc:Choice>
                <mc:Fallback>
                  <p:oleObj r:id="rId8" imgW="495515" imgH="139761" progId="Equation.DSMT4">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57" y="2927"/>
                          <a:ext cx="383" cy="1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1" name="矩形 10">
            <a:extLst>
              <a:ext uri="{FF2B5EF4-FFF2-40B4-BE49-F238E27FC236}">
                <a16:creationId xmlns:a16="http://schemas.microsoft.com/office/drawing/2014/main" id="{4DADFCE5-7C71-4EF6-940B-BF8B30D37098}"/>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40966" name="TextBox 23">
            <a:extLst>
              <a:ext uri="{FF2B5EF4-FFF2-40B4-BE49-F238E27FC236}">
                <a16:creationId xmlns:a16="http://schemas.microsoft.com/office/drawing/2014/main" id="{69024AE3-F60A-4814-B32C-27E32D9C333C}"/>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zh-CN" altLang="en-US" b="1">
                <a:solidFill>
                  <a:schemeClr val="bg1"/>
                </a:solidFill>
                <a:latin typeface="微软雅黑" panose="020B0503020204020204" pitchFamily="34" charset="-122"/>
                <a:ea typeface="微软雅黑" panose="020B0503020204020204" pitchFamily="34" charset="-122"/>
              </a:rPr>
              <a:t>伽马变换的应用</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6">
            <a:extLst>
              <a:ext uri="{FF2B5EF4-FFF2-40B4-BE49-F238E27FC236}">
                <a16:creationId xmlns:a16="http://schemas.microsoft.com/office/drawing/2014/main" id="{D89A2609-133F-4A11-8030-AA764AB667B8}"/>
              </a:ext>
            </a:extLst>
          </p:cNvPr>
          <p:cNvSpPr txBox="1">
            <a:spLocks noChangeArrowheads="1"/>
          </p:cNvSpPr>
          <p:nvPr/>
        </p:nvSpPr>
        <p:spPr bwMode="auto">
          <a:xfrm>
            <a:off x="0" y="1268413"/>
            <a:ext cx="3132138" cy="83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400" b="1">
                <a:solidFill>
                  <a:srgbClr val="FF0000"/>
                </a:solidFill>
                <a:latin typeface="楷体_GB2312" pitchFamily="1" charset="-122"/>
                <a:ea typeface="楷体_GB2312" pitchFamily="1" charset="-122"/>
              </a:rPr>
              <a:t>例 </a:t>
            </a:r>
            <a:r>
              <a:rPr lang="en-US" altLang="zh-CN" sz="2400" b="1">
                <a:solidFill>
                  <a:srgbClr val="FF0000"/>
                </a:solidFill>
                <a:latin typeface="楷体_GB2312" pitchFamily="1" charset="-122"/>
                <a:ea typeface="楷体_GB2312" pitchFamily="1" charset="-122"/>
              </a:rPr>
              <a:t>3.1: </a:t>
            </a:r>
            <a:r>
              <a:rPr lang="zh-CN" altLang="en-US" sz="2400" b="1">
                <a:solidFill>
                  <a:srgbClr val="FF0000"/>
                </a:solidFill>
                <a:latin typeface="楷体_GB2312" pitchFamily="1" charset="-122"/>
                <a:ea typeface="楷体_GB2312" pitchFamily="1" charset="-122"/>
              </a:rPr>
              <a:t>用幂律变换</a:t>
            </a:r>
          </a:p>
          <a:p>
            <a:pPr eaLnBrk="1" hangingPunct="1">
              <a:spcBef>
                <a:spcPct val="0"/>
              </a:spcBef>
              <a:buClrTx/>
              <a:buSzTx/>
              <a:buFont typeface="Arial" panose="020B0604020202020204" pitchFamily="34" charset="0"/>
              <a:buNone/>
            </a:pPr>
            <a:r>
              <a:rPr lang="zh-CN" altLang="en-US" sz="2400" b="1">
                <a:solidFill>
                  <a:srgbClr val="FF0000"/>
                </a:solidFill>
                <a:latin typeface="楷体_GB2312" pitchFamily="1" charset="-122"/>
                <a:ea typeface="楷体_GB2312" pitchFamily="1" charset="-122"/>
              </a:rPr>
              <a:t>进行对比度增强</a:t>
            </a:r>
            <a:endParaRPr lang="zh-CN" altLang="en-US" sz="2400" b="1">
              <a:latin typeface="楷体_GB2312" pitchFamily="1" charset="-122"/>
              <a:ea typeface="楷体_GB2312" pitchFamily="1" charset="-122"/>
            </a:endParaRPr>
          </a:p>
        </p:txBody>
      </p:sp>
      <p:grpSp>
        <p:nvGrpSpPr>
          <p:cNvPr id="41987" name="Group 3">
            <a:extLst>
              <a:ext uri="{FF2B5EF4-FFF2-40B4-BE49-F238E27FC236}">
                <a16:creationId xmlns:a16="http://schemas.microsoft.com/office/drawing/2014/main" id="{A7E80F9D-7EE4-4F2C-A540-C1B0372EAA1D}"/>
              </a:ext>
            </a:extLst>
          </p:cNvPr>
          <p:cNvGrpSpPr>
            <a:grpSpLocks/>
          </p:cNvGrpSpPr>
          <p:nvPr/>
        </p:nvGrpSpPr>
        <p:grpSpPr bwMode="auto">
          <a:xfrm>
            <a:off x="382588" y="2790825"/>
            <a:ext cx="2373312" cy="371475"/>
            <a:chOff x="0" y="0"/>
            <a:chExt cx="1495" cy="234"/>
          </a:xfrm>
        </p:grpSpPr>
        <p:graphicFrame>
          <p:nvGraphicFramePr>
            <p:cNvPr id="41998" name="Object 4">
              <a:extLst>
                <a:ext uri="{FF2B5EF4-FFF2-40B4-BE49-F238E27FC236}">
                  <a16:creationId xmlns:a16="http://schemas.microsoft.com/office/drawing/2014/main" id="{8DF7E853-CBD1-4E7F-BF13-3443D8DEB241}"/>
                </a:ext>
              </a:extLst>
            </p:cNvPr>
            <p:cNvGraphicFramePr>
              <a:graphicFrameLocks noChangeAspect="1"/>
            </p:cNvGraphicFramePr>
            <p:nvPr/>
          </p:nvGraphicFramePr>
          <p:xfrm>
            <a:off x="408" y="0"/>
            <a:ext cx="147" cy="192"/>
          </p:xfrm>
          <a:graphic>
            <a:graphicData uri="http://schemas.openxmlformats.org/presentationml/2006/ole">
              <mc:AlternateContent xmlns:mc="http://schemas.openxmlformats.org/markup-compatibility/2006">
                <mc:Choice xmlns:v="urn:schemas-microsoft-com:vml" Requires="v">
                  <p:oleObj spid="_x0000_s42000" r:id="rId3" imgW="127055" imgH="165172" progId="Equation.3">
                    <p:embed/>
                  </p:oleObj>
                </mc:Choice>
                <mc:Fallback>
                  <p:oleObj r:id="rId3" imgW="127055" imgH="165172"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8" y="0"/>
                          <a:ext cx="14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999" name="Text Box 10">
              <a:extLst>
                <a:ext uri="{FF2B5EF4-FFF2-40B4-BE49-F238E27FC236}">
                  <a16:creationId xmlns:a16="http://schemas.microsoft.com/office/drawing/2014/main" id="{89BD0D0E-E1A9-444F-9151-64101F9A6B02}"/>
                </a:ext>
              </a:extLst>
            </p:cNvPr>
            <p:cNvSpPr txBox="1">
              <a:spLocks noChangeArrowheads="1"/>
            </p:cNvSpPr>
            <p:nvPr/>
          </p:nvSpPr>
          <p:spPr bwMode="auto">
            <a:xfrm>
              <a:off x="0" y="0"/>
              <a:ext cx="1495"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1800" b="1">
                  <a:latin typeface="楷体_GB2312" pitchFamily="1" charset="-122"/>
                  <a:ea typeface="楷体_GB2312" pitchFamily="1" charset="-122"/>
                </a:rPr>
                <a:t> c=1,   =0.6,0.4,0.3</a:t>
              </a:r>
            </a:p>
          </p:txBody>
        </p:sp>
      </p:grpSp>
      <p:grpSp>
        <p:nvGrpSpPr>
          <p:cNvPr id="41988" name="Group 6">
            <a:extLst>
              <a:ext uri="{FF2B5EF4-FFF2-40B4-BE49-F238E27FC236}">
                <a16:creationId xmlns:a16="http://schemas.microsoft.com/office/drawing/2014/main" id="{128BFEB1-A91D-4AE8-956B-51710257F366}"/>
              </a:ext>
            </a:extLst>
          </p:cNvPr>
          <p:cNvGrpSpPr>
            <a:grpSpLocks/>
          </p:cNvGrpSpPr>
          <p:nvPr/>
        </p:nvGrpSpPr>
        <p:grpSpPr bwMode="auto">
          <a:xfrm>
            <a:off x="3492500" y="1484313"/>
            <a:ext cx="5299075" cy="5373687"/>
            <a:chOff x="0" y="0"/>
            <a:chExt cx="3338" cy="3385"/>
          </a:xfrm>
        </p:grpSpPr>
        <p:pic>
          <p:nvPicPr>
            <p:cNvPr id="41993" name="Picture 8">
              <a:extLst>
                <a:ext uri="{FF2B5EF4-FFF2-40B4-BE49-F238E27FC236}">
                  <a16:creationId xmlns:a16="http://schemas.microsoft.com/office/drawing/2014/main" id="{101E9C2F-FE94-49E1-9815-9B7DB9E84C1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 y="0"/>
              <a:ext cx="3248" cy="3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94" name="Text Box 11">
              <a:extLst>
                <a:ext uri="{FF2B5EF4-FFF2-40B4-BE49-F238E27FC236}">
                  <a16:creationId xmlns:a16="http://schemas.microsoft.com/office/drawing/2014/main" id="{5579FEED-15E1-4A94-8171-7B9190FD0A53}"/>
                </a:ext>
              </a:extLst>
            </p:cNvPr>
            <p:cNvSpPr txBox="1">
              <a:spLocks noChangeArrowheads="1"/>
            </p:cNvSpPr>
            <p:nvPr/>
          </p:nvSpPr>
          <p:spPr bwMode="auto">
            <a:xfrm>
              <a:off x="0" y="1406"/>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1800" b="1">
                  <a:latin typeface="楷体_GB2312" pitchFamily="1" charset="-122"/>
                  <a:ea typeface="楷体_GB2312" pitchFamily="1" charset="-122"/>
                </a:rPr>
                <a:t> </a:t>
              </a:r>
              <a:r>
                <a:rPr lang="zh-CN" altLang="en-US" sz="1800" b="1">
                  <a:solidFill>
                    <a:srgbClr val="FF0000"/>
                  </a:solidFill>
                  <a:latin typeface="楷体_GB2312" pitchFamily="1" charset="-122"/>
                  <a:ea typeface="楷体_GB2312" pitchFamily="1" charset="-122"/>
                </a:rPr>
                <a:t>原图像</a:t>
              </a:r>
            </a:p>
          </p:txBody>
        </p:sp>
        <p:sp>
          <p:nvSpPr>
            <p:cNvPr id="41995" name="Text Box 12">
              <a:extLst>
                <a:ext uri="{FF2B5EF4-FFF2-40B4-BE49-F238E27FC236}">
                  <a16:creationId xmlns:a16="http://schemas.microsoft.com/office/drawing/2014/main" id="{86DF14D4-D2A5-4C14-A152-9F9A6F77FEE5}"/>
                </a:ext>
              </a:extLst>
            </p:cNvPr>
            <p:cNvSpPr txBox="1">
              <a:spLocks noChangeArrowheads="1"/>
            </p:cNvSpPr>
            <p:nvPr/>
          </p:nvSpPr>
          <p:spPr bwMode="auto">
            <a:xfrm>
              <a:off x="1406" y="1406"/>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1800" b="1">
                  <a:solidFill>
                    <a:srgbClr val="FF0000"/>
                  </a:solidFill>
                  <a:latin typeface="楷体_GB2312" pitchFamily="1" charset="-122"/>
                  <a:ea typeface="楷体_GB2312" pitchFamily="1" charset="-122"/>
                </a:rPr>
                <a:t>0.6</a:t>
              </a:r>
            </a:p>
          </p:txBody>
        </p:sp>
        <p:sp>
          <p:nvSpPr>
            <p:cNvPr id="41996" name="Text Box 13">
              <a:extLst>
                <a:ext uri="{FF2B5EF4-FFF2-40B4-BE49-F238E27FC236}">
                  <a16:creationId xmlns:a16="http://schemas.microsoft.com/office/drawing/2014/main" id="{4A4A05D6-C900-463C-A0BA-2B6E5C37B066}"/>
                </a:ext>
              </a:extLst>
            </p:cNvPr>
            <p:cNvSpPr txBox="1">
              <a:spLocks noChangeArrowheads="1"/>
            </p:cNvSpPr>
            <p:nvPr/>
          </p:nvSpPr>
          <p:spPr bwMode="auto">
            <a:xfrm>
              <a:off x="90" y="3039"/>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1800" b="1">
                  <a:latin typeface="楷体_GB2312" pitchFamily="1" charset="-122"/>
                  <a:ea typeface="楷体_GB2312" pitchFamily="1" charset="-122"/>
                </a:rPr>
                <a:t> </a:t>
              </a:r>
              <a:r>
                <a:rPr lang="en-US" altLang="zh-CN" sz="1800" b="1">
                  <a:solidFill>
                    <a:srgbClr val="FF0000"/>
                  </a:solidFill>
                  <a:latin typeface="楷体_GB2312" pitchFamily="1" charset="-122"/>
                  <a:ea typeface="楷体_GB2312" pitchFamily="1" charset="-122"/>
                </a:rPr>
                <a:t>0.4</a:t>
              </a:r>
            </a:p>
          </p:txBody>
        </p:sp>
        <p:sp>
          <p:nvSpPr>
            <p:cNvPr id="41997" name="Text Box 14">
              <a:extLst>
                <a:ext uri="{FF2B5EF4-FFF2-40B4-BE49-F238E27FC236}">
                  <a16:creationId xmlns:a16="http://schemas.microsoft.com/office/drawing/2014/main" id="{2E14D3CF-4726-4FFD-9C50-AC4E76DBFFE9}"/>
                </a:ext>
              </a:extLst>
            </p:cNvPr>
            <p:cNvSpPr txBox="1">
              <a:spLocks noChangeArrowheads="1"/>
            </p:cNvSpPr>
            <p:nvPr/>
          </p:nvSpPr>
          <p:spPr bwMode="auto">
            <a:xfrm>
              <a:off x="1360" y="3039"/>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1800" b="1">
                  <a:solidFill>
                    <a:srgbClr val="FF0000"/>
                  </a:solidFill>
                  <a:latin typeface="楷体_GB2312" pitchFamily="1" charset="-122"/>
                  <a:ea typeface="楷体_GB2312" pitchFamily="1" charset="-122"/>
                </a:rPr>
                <a:t>0.3</a:t>
              </a:r>
            </a:p>
          </p:txBody>
        </p:sp>
      </p:grpSp>
      <p:sp>
        <p:nvSpPr>
          <p:cNvPr id="14" name="矩形 13">
            <a:extLst>
              <a:ext uri="{FF2B5EF4-FFF2-40B4-BE49-F238E27FC236}">
                <a16:creationId xmlns:a16="http://schemas.microsoft.com/office/drawing/2014/main" id="{A34D6EA5-1317-4FE0-AE0E-D377F8CADA87}"/>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41990" name="TextBox 23">
            <a:extLst>
              <a:ext uri="{FF2B5EF4-FFF2-40B4-BE49-F238E27FC236}">
                <a16:creationId xmlns:a16="http://schemas.microsoft.com/office/drawing/2014/main" id="{1EEC7DFB-3BAE-4FE5-B7F2-009E12771B64}"/>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zh-CN" altLang="en-US" b="1">
                <a:solidFill>
                  <a:schemeClr val="bg1"/>
                </a:solidFill>
                <a:latin typeface="微软雅黑" panose="020B0503020204020204" pitchFamily="34" charset="-122"/>
                <a:ea typeface="微软雅黑" panose="020B0503020204020204" pitchFamily="34" charset="-122"/>
              </a:rPr>
              <a:t>伽马变换的应用</a:t>
            </a:r>
          </a:p>
        </p:txBody>
      </p:sp>
      <p:pic>
        <p:nvPicPr>
          <p:cNvPr id="41991" name="Picture 10">
            <a:extLst>
              <a:ext uri="{FF2B5EF4-FFF2-40B4-BE49-F238E27FC236}">
                <a16:creationId xmlns:a16="http://schemas.microsoft.com/office/drawing/2014/main" id="{6E18F889-49D7-4FFF-9DB1-4D13CF5CC63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r="28226"/>
          <a:stretch>
            <a:fillRect/>
          </a:stretch>
        </p:blipFill>
        <p:spPr bwMode="auto">
          <a:xfrm>
            <a:off x="33338" y="3481388"/>
            <a:ext cx="3636962" cy="332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1992" name="Object 19">
            <a:extLst>
              <a:ext uri="{FF2B5EF4-FFF2-40B4-BE49-F238E27FC236}">
                <a16:creationId xmlns:a16="http://schemas.microsoft.com/office/drawing/2014/main" id="{47E32B3D-4913-4E4C-8D7F-885D1D051F91}"/>
              </a:ext>
            </a:extLst>
          </p:cNvPr>
          <p:cNvGraphicFramePr>
            <a:graphicFrameLocks noChangeAspect="1"/>
          </p:cNvGraphicFramePr>
          <p:nvPr/>
        </p:nvGraphicFramePr>
        <p:xfrm>
          <a:off x="660400" y="2055813"/>
          <a:ext cx="1341438" cy="549275"/>
        </p:xfrm>
        <a:graphic>
          <a:graphicData uri="http://schemas.openxmlformats.org/presentationml/2006/ole">
            <mc:AlternateContent xmlns:mc="http://schemas.openxmlformats.org/markup-compatibility/2006">
              <mc:Choice xmlns:v="urn:schemas-microsoft-com:vml" Requires="v">
                <p:oleObj spid="_x0000_s42001" r:id="rId7" imgW="482551" imgH="126912" progId="Equation.DSMT4">
                  <p:embed/>
                </p:oleObj>
              </mc:Choice>
              <mc:Fallback>
                <p:oleObj r:id="rId7" imgW="482551" imgH="126912" progId="Equation.DSMT4">
                  <p:embed/>
                  <p:pic>
                    <p:nvPicPr>
                      <p:cNvPr id="0" name="Object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0400" y="2055813"/>
                        <a:ext cx="13414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010" name="Group 2">
            <a:extLst>
              <a:ext uri="{FF2B5EF4-FFF2-40B4-BE49-F238E27FC236}">
                <a16:creationId xmlns:a16="http://schemas.microsoft.com/office/drawing/2014/main" id="{60C04AB1-B484-4305-810E-7A9E36224F87}"/>
              </a:ext>
            </a:extLst>
          </p:cNvPr>
          <p:cNvGrpSpPr>
            <a:grpSpLocks/>
          </p:cNvGrpSpPr>
          <p:nvPr/>
        </p:nvGrpSpPr>
        <p:grpSpPr bwMode="auto">
          <a:xfrm>
            <a:off x="2770188" y="1612900"/>
            <a:ext cx="6340475" cy="5083175"/>
            <a:chOff x="0" y="0"/>
            <a:chExt cx="3994" cy="3202"/>
          </a:xfrm>
        </p:grpSpPr>
        <p:pic>
          <p:nvPicPr>
            <p:cNvPr id="43020" name="Picture 2">
              <a:extLst>
                <a:ext uri="{FF2B5EF4-FFF2-40B4-BE49-F238E27FC236}">
                  <a16:creationId xmlns:a16="http://schemas.microsoft.com/office/drawing/2014/main" id="{1FE8796D-25C8-4EDB-8B17-8006344B00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3994" cy="3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21" name="Text Box 11">
              <a:extLst>
                <a:ext uri="{FF2B5EF4-FFF2-40B4-BE49-F238E27FC236}">
                  <a16:creationId xmlns:a16="http://schemas.microsoft.com/office/drawing/2014/main" id="{6AF263CC-F1F6-4FF8-8F97-1F40BFAE53B4}"/>
                </a:ext>
              </a:extLst>
            </p:cNvPr>
            <p:cNvSpPr txBox="1">
              <a:spLocks noChangeArrowheads="1"/>
            </p:cNvSpPr>
            <p:nvPr/>
          </p:nvSpPr>
          <p:spPr bwMode="auto">
            <a:xfrm>
              <a:off x="889" y="1414"/>
              <a:ext cx="6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1800" b="1">
                  <a:latin typeface="楷体_GB2312" pitchFamily="1" charset="-122"/>
                  <a:ea typeface="楷体_GB2312" pitchFamily="1" charset="-122"/>
                </a:rPr>
                <a:t> </a:t>
              </a:r>
              <a:r>
                <a:rPr lang="zh-CN" altLang="en-US" sz="1800" b="1">
                  <a:solidFill>
                    <a:srgbClr val="FF0000"/>
                  </a:solidFill>
                  <a:latin typeface="楷体_GB2312" pitchFamily="1" charset="-122"/>
                  <a:ea typeface="楷体_GB2312" pitchFamily="1" charset="-122"/>
                </a:rPr>
                <a:t>原图像</a:t>
              </a:r>
            </a:p>
          </p:txBody>
        </p:sp>
        <p:sp>
          <p:nvSpPr>
            <p:cNvPr id="43022" name="Text Box 12">
              <a:extLst>
                <a:ext uri="{FF2B5EF4-FFF2-40B4-BE49-F238E27FC236}">
                  <a16:creationId xmlns:a16="http://schemas.microsoft.com/office/drawing/2014/main" id="{756CCBA0-0EDB-4121-96E3-1A82A02B9639}"/>
                </a:ext>
              </a:extLst>
            </p:cNvPr>
            <p:cNvSpPr txBox="1">
              <a:spLocks noChangeArrowheads="1"/>
            </p:cNvSpPr>
            <p:nvPr/>
          </p:nvSpPr>
          <p:spPr bwMode="auto">
            <a:xfrm>
              <a:off x="2857" y="1366"/>
              <a:ext cx="6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1800" b="1">
                  <a:latin typeface="楷体_GB2312" pitchFamily="1" charset="-122"/>
                  <a:ea typeface="楷体_GB2312" pitchFamily="1" charset="-122"/>
                </a:rPr>
                <a:t> </a:t>
              </a:r>
              <a:r>
                <a:rPr lang="en-US" altLang="zh-CN" sz="1800" b="1">
                  <a:solidFill>
                    <a:srgbClr val="FF0000"/>
                  </a:solidFill>
                  <a:latin typeface="楷体_GB2312" pitchFamily="1" charset="-122"/>
                  <a:ea typeface="楷体_GB2312" pitchFamily="1" charset="-122"/>
                </a:rPr>
                <a:t>3.0</a:t>
              </a:r>
            </a:p>
          </p:txBody>
        </p:sp>
        <p:sp>
          <p:nvSpPr>
            <p:cNvPr id="43023" name="Text Box 13">
              <a:extLst>
                <a:ext uri="{FF2B5EF4-FFF2-40B4-BE49-F238E27FC236}">
                  <a16:creationId xmlns:a16="http://schemas.microsoft.com/office/drawing/2014/main" id="{A7F8CE6E-A626-4CB5-9F64-2F91D54DAAE1}"/>
                </a:ext>
              </a:extLst>
            </p:cNvPr>
            <p:cNvSpPr txBox="1">
              <a:spLocks noChangeArrowheads="1"/>
            </p:cNvSpPr>
            <p:nvPr/>
          </p:nvSpPr>
          <p:spPr bwMode="auto">
            <a:xfrm>
              <a:off x="1273" y="2950"/>
              <a:ext cx="6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1800" b="1">
                  <a:latin typeface="楷体_GB2312" pitchFamily="1" charset="-122"/>
                  <a:ea typeface="楷体_GB2312" pitchFamily="1" charset="-122"/>
                </a:rPr>
                <a:t> </a:t>
              </a:r>
              <a:r>
                <a:rPr lang="en-US" altLang="zh-CN" sz="1800" b="1">
                  <a:solidFill>
                    <a:srgbClr val="FF0000"/>
                  </a:solidFill>
                  <a:latin typeface="楷体_GB2312" pitchFamily="1" charset="-122"/>
                  <a:ea typeface="楷体_GB2312" pitchFamily="1" charset="-122"/>
                </a:rPr>
                <a:t>4.0</a:t>
              </a:r>
            </a:p>
          </p:txBody>
        </p:sp>
        <p:sp>
          <p:nvSpPr>
            <p:cNvPr id="43024" name="Text Box 14">
              <a:extLst>
                <a:ext uri="{FF2B5EF4-FFF2-40B4-BE49-F238E27FC236}">
                  <a16:creationId xmlns:a16="http://schemas.microsoft.com/office/drawing/2014/main" id="{127198A6-26E5-4717-BDAA-80FFAAA9412B}"/>
                </a:ext>
              </a:extLst>
            </p:cNvPr>
            <p:cNvSpPr txBox="1">
              <a:spLocks noChangeArrowheads="1"/>
            </p:cNvSpPr>
            <p:nvPr/>
          </p:nvSpPr>
          <p:spPr bwMode="auto">
            <a:xfrm>
              <a:off x="2905" y="2950"/>
              <a:ext cx="6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1800" b="1">
                  <a:latin typeface="楷体_GB2312" pitchFamily="1" charset="-122"/>
                  <a:ea typeface="楷体_GB2312" pitchFamily="1" charset="-122"/>
                </a:rPr>
                <a:t> </a:t>
              </a:r>
              <a:r>
                <a:rPr lang="en-US" altLang="zh-CN" sz="1800" b="1">
                  <a:solidFill>
                    <a:srgbClr val="FF0000"/>
                  </a:solidFill>
                  <a:latin typeface="楷体_GB2312" pitchFamily="1" charset="-122"/>
                  <a:ea typeface="楷体_GB2312" pitchFamily="1" charset="-122"/>
                </a:rPr>
                <a:t>5.0</a:t>
              </a:r>
            </a:p>
          </p:txBody>
        </p:sp>
      </p:grpSp>
      <p:grpSp>
        <p:nvGrpSpPr>
          <p:cNvPr id="43011" name="Group 8">
            <a:extLst>
              <a:ext uri="{FF2B5EF4-FFF2-40B4-BE49-F238E27FC236}">
                <a16:creationId xmlns:a16="http://schemas.microsoft.com/office/drawing/2014/main" id="{5ECCD662-AF1B-429F-AD97-1957976DB202}"/>
              </a:ext>
            </a:extLst>
          </p:cNvPr>
          <p:cNvGrpSpPr>
            <a:grpSpLocks/>
          </p:cNvGrpSpPr>
          <p:nvPr/>
        </p:nvGrpSpPr>
        <p:grpSpPr bwMode="auto">
          <a:xfrm>
            <a:off x="315913" y="2614613"/>
            <a:ext cx="2373312" cy="371475"/>
            <a:chOff x="0" y="0"/>
            <a:chExt cx="1495" cy="234"/>
          </a:xfrm>
        </p:grpSpPr>
        <p:graphicFrame>
          <p:nvGraphicFramePr>
            <p:cNvPr id="43018" name="Object 9">
              <a:extLst>
                <a:ext uri="{FF2B5EF4-FFF2-40B4-BE49-F238E27FC236}">
                  <a16:creationId xmlns:a16="http://schemas.microsoft.com/office/drawing/2014/main" id="{6439827D-CB3A-4204-BD91-08DDC6692F32}"/>
                </a:ext>
              </a:extLst>
            </p:cNvPr>
            <p:cNvGraphicFramePr>
              <a:graphicFrameLocks noChangeAspect="1"/>
            </p:cNvGraphicFramePr>
            <p:nvPr/>
          </p:nvGraphicFramePr>
          <p:xfrm>
            <a:off x="408" y="0"/>
            <a:ext cx="147" cy="192"/>
          </p:xfrm>
          <a:graphic>
            <a:graphicData uri="http://schemas.openxmlformats.org/presentationml/2006/ole">
              <mc:AlternateContent xmlns:mc="http://schemas.openxmlformats.org/markup-compatibility/2006">
                <mc:Choice xmlns:v="urn:schemas-microsoft-com:vml" Requires="v">
                  <p:oleObj spid="_x0000_s43025" r:id="rId5" imgW="127055" imgH="165172" progId="Equation.3">
                    <p:embed/>
                  </p:oleObj>
                </mc:Choice>
                <mc:Fallback>
                  <p:oleObj r:id="rId5" imgW="127055" imgH="165172"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8" y="0"/>
                          <a:ext cx="14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3019" name="Text Box 10">
              <a:extLst>
                <a:ext uri="{FF2B5EF4-FFF2-40B4-BE49-F238E27FC236}">
                  <a16:creationId xmlns:a16="http://schemas.microsoft.com/office/drawing/2014/main" id="{55E44E34-3741-4D2B-A5E2-DA679DCA7A57}"/>
                </a:ext>
              </a:extLst>
            </p:cNvPr>
            <p:cNvSpPr txBox="1">
              <a:spLocks noChangeArrowheads="1"/>
            </p:cNvSpPr>
            <p:nvPr/>
          </p:nvSpPr>
          <p:spPr bwMode="auto">
            <a:xfrm>
              <a:off x="0" y="0"/>
              <a:ext cx="1495"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1800" b="1">
                  <a:latin typeface="楷体_GB2312" pitchFamily="1" charset="-122"/>
                  <a:ea typeface="楷体_GB2312" pitchFamily="1" charset="-122"/>
                </a:rPr>
                <a:t> c=1,   =3.0,4.0,5.0</a:t>
              </a:r>
            </a:p>
          </p:txBody>
        </p:sp>
      </p:grpSp>
      <p:sp>
        <p:nvSpPr>
          <p:cNvPr id="43012" name="Text Box 20">
            <a:extLst>
              <a:ext uri="{FF2B5EF4-FFF2-40B4-BE49-F238E27FC236}">
                <a16:creationId xmlns:a16="http://schemas.microsoft.com/office/drawing/2014/main" id="{6FC66B9B-7FEA-425B-899E-16F1B96730C7}"/>
              </a:ext>
            </a:extLst>
          </p:cNvPr>
          <p:cNvSpPr txBox="1">
            <a:spLocks noChangeArrowheads="1"/>
          </p:cNvSpPr>
          <p:nvPr/>
        </p:nvSpPr>
        <p:spPr bwMode="auto">
          <a:xfrm>
            <a:off x="4210050" y="1181100"/>
            <a:ext cx="2303463"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2400" b="1">
                <a:latin typeface="Arial" panose="020B0604020202020204" pitchFamily="34" charset="0"/>
                <a:ea typeface="楷体_GB2312" pitchFamily="1" charset="-122"/>
              </a:rPr>
              <a:t>“</a:t>
            </a:r>
            <a:r>
              <a:rPr lang="zh-CN" altLang="en-US" sz="2400" b="1">
                <a:latin typeface="Verdana" panose="020B0604030504040204" pitchFamily="34" charset="0"/>
                <a:ea typeface="楷体_GB2312" pitchFamily="1" charset="-122"/>
              </a:rPr>
              <a:t>冲淡</a:t>
            </a:r>
            <a:r>
              <a:rPr lang="zh-CN" altLang="en-US" sz="2400" b="1">
                <a:latin typeface="Arial" panose="020B0604020202020204" pitchFamily="34" charset="0"/>
                <a:ea typeface="楷体_GB2312" pitchFamily="1" charset="-122"/>
              </a:rPr>
              <a:t>”</a:t>
            </a:r>
            <a:r>
              <a:rPr lang="zh-CN" altLang="en-US" sz="2400" b="1">
                <a:latin typeface="Verdana" panose="020B0604030504040204" pitchFamily="34" charset="0"/>
                <a:ea typeface="楷体_GB2312" pitchFamily="1" charset="-122"/>
              </a:rPr>
              <a:t>效果图</a:t>
            </a:r>
          </a:p>
        </p:txBody>
      </p:sp>
      <p:sp>
        <p:nvSpPr>
          <p:cNvPr id="14" name="矩形 13">
            <a:extLst>
              <a:ext uri="{FF2B5EF4-FFF2-40B4-BE49-F238E27FC236}">
                <a16:creationId xmlns:a16="http://schemas.microsoft.com/office/drawing/2014/main" id="{6656BEEA-0DD5-4235-A6CD-B0FC288E7482}"/>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43014" name="TextBox 23">
            <a:extLst>
              <a:ext uri="{FF2B5EF4-FFF2-40B4-BE49-F238E27FC236}">
                <a16:creationId xmlns:a16="http://schemas.microsoft.com/office/drawing/2014/main" id="{004F880A-B98D-40F4-8BB1-42DE791F2562}"/>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zh-CN" altLang="en-US" b="1">
                <a:solidFill>
                  <a:schemeClr val="bg1"/>
                </a:solidFill>
                <a:latin typeface="微软雅黑" panose="020B0503020204020204" pitchFamily="34" charset="-122"/>
                <a:ea typeface="微软雅黑" panose="020B0503020204020204" pitchFamily="34" charset="-122"/>
              </a:rPr>
              <a:t>伽马变换的应用</a:t>
            </a:r>
          </a:p>
        </p:txBody>
      </p:sp>
      <p:pic>
        <p:nvPicPr>
          <p:cNvPr id="43015" name="Picture 10">
            <a:extLst>
              <a:ext uri="{FF2B5EF4-FFF2-40B4-BE49-F238E27FC236}">
                <a16:creationId xmlns:a16="http://schemas.microsoft.com/office/drawing/2014/main" id="{8FE768F9-D0C8-4CE3-809C-C738732FCB2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r="28226"/>
          <a:stretch>
            <a:fillRect/>
          </a:stretch>
        </p:blipFill>
        <p:spPr bwMode="auto">
          <a:xfrm>
            <a:off x="303213" y="3365500"/>
            <a:ext cx="3636962" cy="332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3016" name="Object 19">
            <a:extLst>
              <a:ext uri="{FF2B5EF4-FFF2-40B4-BE49-F238E27FC236}">
                <a16:creationId xmlns:a16="http://schemas.microsoft.com/office/drawing/2014/main" id="{78BC719B-DE44-4ACD-AABB-185829D20CEA}"/>
              </a:ext>
            </a:extLst>
          </p:cNvPr>
          <p:cNvGraphicFramePr>
            <a:graphicFrameLocks noChangeAspect="1"/>
          </p:cNvGraphicFramePr>
          <p:nvPr/>
        </p:nvGraphicFramePr>
        <p:xfrm>
          <a:off x="744538" y="1876425"/>
          <a:ext cx="1343025" cy="549275"/>
        </p:xfrm>
        <a:graphic>
          <a:graphicData uri="http://schemas.openxmlformats.org/presentationml/2006/ole">
            <mc:AlternateContent xmlns:mc="http://schemas.openxmlformats.org/markup-compatibility/2006">
              <mc:Choice xmlns:v="urn:schemas-microsoft-com:vml" Requires="v">
                <p:oleObj spid="_x0000_s43026" r:id="rId8" imgW="482551" imgH="126912" progId="Equation.DSMT4">
                  <p:embed/>
                </p:oleObj>
              </mc:Choice>
              <mc:Fallback>
                <p:oleObj r:id="rId8" imgW="482551" imgH="126912" progId="Equation.DSMT4">
                  <p:embed/>
                  <p:pic>
                    <p:nvPicPr>
                      <p:cNvPr id="0" name="Object 1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44538" y="1876425"/>
                        <a:ext cx="134302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3017" name="Text Box 6">
            <a:extLst>
              <a:ext uri="{FF2B5EF4-FFF2-40B4-BE49-F238E27FC236}">
                <a16:creationId xmlns:a16="http://schemas.microsoft.com/office/drawing/2014/main" id="{AF356FF3-7F75-4E40-9C85-02E03357521A}"/>
              </a:ext>
            </a:extLst>
          </p:cNvPr>
          <p:cNvSpPr txBox="1">
            <a:spLocks noChangeArrowheads="1"/>
          </p:cNvSpPr>
          <p:nvPr/>
        </p:nvSpPr>
        <p:spPr bwMode="auto">
          <a:xfrm>
            <a:off x="46038" y="911225"/>
            <a:ext cx="3132137"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400" b="1">
                <a:solidFill>
                  <a:srgbClr val="FF0000"/>
                </a:solidFill>
                <a:latin typeface="楷体_GB2312" pitchFamily="1" charset="-122"/>
                <a:ea typeface="楷体_GB2312" pitchFamily="1" charset="-122"/>
              </a:rPr>
              <a:t>例 </a:t>
            </a:r>
            <a:r>
              <a:rPr lang="en-US" altLang="zh-CN" sz="2400" b="1">
                <a:solidFill>
                  <a:srgbClr val="FF0000"/>
                </a:solidFill>
                <a:latin typeface="楷体_GB2312" pitchFamily="1" charset="-122"/>
                <a:ea typeface="楷体_GB2312" pitchFamily="1" charset="-122"/>
              </a:rPr>
              <a:t>3.2: </a:t>
            </a:r>
            <a:r>
              <a:rPr lang="zh-CN" altLang="en-US" sz="2400" b="1">
                <a:solidFill>
                  <a:srgbClr val="FF0000"/>
                </a:solidFill>
                <a:latin typeface="楷体_GB2312" pitchFamily="1" charset="-122"/>
                <a:ea typeface="楷体_GB2312" pitchFamily="1" charset="-122"/>
              </a:rPr>
              <a:t>用幂律变换</a:t>
            </a:r>
          </a:p>
          <a:p>
            <a:pPr eaLnBrk="1" hangingPunct="1">
              <a:spcBef>
                <a:spcPct val="0"/>
              </a:spcBef>
              <a:buClrTx/>
              <a:buSzTx/>
              <a:buFont typeface="Arial" panose="020B0604020202020204" pitchFamily="34" charset="0"/>
              <a:buNone/>
            </a:pPr>
            <a:r>
              <a:rPr lang="zh-CN" altLang="en-US" sz="2400" b="1">
                <a:solidFill>
                  <a:srgbClr val="FF0000"/>
                </a:solidFill>
                <a:latin typeface="楷体_GB2312" pitchFamily="1" charset="-122"/>
                <a:ea typeface="楷体_GB2312" pitchFamily="1" charset="-122"/>
              </a:rPr>
              <a:t>进行对比度增强</a:t>
            </a:r>
            <a:endParaRPr lang="zh-CN" altLang="en-US" sz="2400" b="1">
              <a:latin typeface="楷体_GB2312" pitchFamily="1" charset="-122"/>
              <a:ea typeface="楷体_GB2312" pitchFamily="1" charset="-122"/>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DDF4E922-2FB2-45A1-80BB-813BFD088F3F}"/>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45059" name="TextBox 23">
            <a:extLst>
              <a:ext uri="{FF2B5EF4-FFF2-40B4-BE49-F238E27FC236}">
                <a16:creationId xmlns:a16="http://schemas.microsoft.com/office/drawing/2014/main" id="{4CDD626A-B69A-4001-BDA1-FD3EF19074F7}"/>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zh-CN" altLang="en-US" b="1">
                <a:solidFill>
                  <a:schemeClr val="bg1"/>
                </a:solidFill>
                <a:latin typeface="微软雅黑" panose="020B0503020204020204" pitchFamily="34" charset="-122"/>
                <a:ea typeface="微软雅黑" panose="020B0503020204020204" pitchFamily="34" charset="-122"/>
              </a:rPr>
              <a:t>灰度变换</a:t>
            </a:r>
          </a:p>
        </p:txBody>
      </p:sp>
      <p:pic>
        <p:nvPicPr>
          <p:cNvPr id="45060" name="Picture 3" descr="C:\Users\lenovo\Desktop\a.png">
            <a:extLst>
              <a:ext uri="{FF2B5EF4-FFF2-40B4-BE49-F238E27FC236}">
                <a16:creationId xmlns:a16="http://schemas.microsoft.com/office/drawing/2014/main" id="{1FD60FFC-2AFB-45FC-998B-4BFC039F77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8875" y="857250"/>
            <a:ext cx="6143625" cy="577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5" descr="C:\Users\lenovo\Desktop\tt.tif">
            <a:extLst>
              <a:ext uri="{FF2B5EF4-FFF2-40B4-BE49-F238E27FC236}">
                <a16:creationId xmlns:a16="http://schemas.microsoft.com/office/drawing/2014/main" id="{14D636A3-0ED6-4EFD-9478-56CB746A9B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8875" y="857250"/>
            <a:ext cx="6143625" cy="577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2" name="图片 13">
            <a:extLst>
              <a:ext uri="{FF2B5EF4-FFF2-40B4-BE49-F238E27FC236}">
                <a16:creationId xmlns:a16="http://schemas.microsoft.com/office/drawing/2014/main" id="{BD6201DC-7098-4B3F-985B-7E25149D36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7238" t="4315" r="20264" b="7602"/>
          <a:stretch>
            <a:fillRect/>
          </a:stretch>
        </p:blipFill>
        <p:spPr bwMode="auto">
          <a:xfrm>
            <a:off x="142875" y="2357438"/>
            <a:ext cx="1928813" cy="282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082" name="组合 48">
            <a:extLst>
              <a:ext uri="{FF2B5EF4-FFF2-40B4-BE49-F238E27FC236}">
                <a16:creationId xmlns:a16="http://schemas.microsoft.com/office/drawing/2014/main" id="{238DD0E4-BE7C-4159-BE46-B7E25CE002FB}"/>
              </a:ext>
            </a:extLst>
          </p:cNvPr>
          <p:cNvGrpSpPr>
            <a:grpSpLocks noChangeAspect="1"/>
          </p:cNvGrpSpPr>
          <p:nvPr/>
        </p:nvGrpSpPr>
        <p:grpSpPr bwMode="auto">
          <a:xfrm>
            <a:off x="3525838" y="2684463"/>
            <a:ext cx="4918075" cy="4011612"/>
            <a:chOff x="2714612" y="2845354"/>
            <a:chExt cx="4635234" cy="3779936"/>
          </a:xfrm>
        </p:grpSpPr>
        <p:sp>
          <p:nvSpPr>
            <p:cNvPr id="46090" name="TextBox 7">
              <a:extLst>
                <a:ext uri="{FF2B5EF4-FFF2-40B4-BE49-F238E27FC236}">
                  <a16:creationId xmlns:a16="http://schemas.microsoft.com/office/drawing/2014/main" id="{1C21A635-99DF-40AD-8D8F-55B98B78EE50}"/>
                </a:ext>
              </a:extLst>
            </p:cNvPr>
            <p:cNvSpPr txBox="1">
              <a:spLocks noChangeArrowheads="1"/>
            </p:cNvSpPr>
            <p:nvPr/>
          </p:nvSpPr>
          <p:spPr bwMode="auto">
            <a:xfrm>
              <a:off x="3428991" y="6277244"/>
              <a:ext cx="3920855" cy="348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eaLnBrk="1" hangingPunct="1">
                <a:buFont typeface="Arial" panose="020B0604020202020204" pitchFamily="34" charset="0"/>
                <a:buNone/>
              </a:pPr>
              <a:r>
                <a:rPr lang="zh-CN" altLang="en-US" sz="1800" b="1">
                  <a:ea typeface="华文楷体" panose="02010600040101010101" pitchFamily="2" charset="-122"/>
                </a:rPr>
                <a:t>分段线性变换示意图</a:t>
              </a:r>
            </a:p>
          </p:txBody>
        </p:sp>
        <p:cxnSp>
          <p:nvCxnSpPr>
            <p:cNvPr id="10" name="直接箭头连接符 9">
              <a:extLst>
                <a:ext uri="{FF2B5EF4-FFF2-40B4-BE49-F238E27FC236}">
                  <a16:creationId xmlns:a16="http://schemas.microsoft.com/office/drawing/2014/main" id="{3C99C4B2-9950-4018-AF12-5BC54EB7542C}"/>
                </a:ext>
              </a:extLst>
            </p:cNvPr>
            <p:cNvCxnSpPr/>
            <p:nvPr/>
          </p:nvCxnSpPr>
          <p:spPr>
            <a:xfrm rot="5400000" flipH="1" flipV="1">
              <a:off x="1822483" y="4606681"/>
              <a:ext cx="2785216" cy="1496"/>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EDFB3041-05EA-4E2C-9F70-2A6713520BC1}"/>
                </a:ext>
              </a:extLst>
            </p:cNvPr>
            <p:cNvCxnSpPr/>
            <p:nvPr/>
          </p:nvCxnSpPr>
          <p:spPr>
            <a:xfrm>
              <a:off x="3214343" y="5998542"/>
              <a:ext cx="3481662" cy="1495"/>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3E77E475-43E8-4789-8838-61A611587F80}"/>
                </a:ext>
              </a:extLst>
            </p:cNvPr>
            <p:cNvCxnSpPr/>
            <p:nvPr/>
          </p:nvCxnSpPr>
          <p:spPr>
            <a:xfrm flipV="1">
              <a:off x="3215839" y="5572233"/>
              <a:ext cx="855828" cy="4263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860B9008-9D0C-4E1D-88B0-5A14EE0F2963}"/>
                </a:ext>
              </a:extLst>
            </p:cNvPr>
            <p:cNvCxnSpPr/>
            <p:nvPr/>
          </p:nvCxnSpPr>
          <p:spPr>
            <a:xfrm rot="5400000" flipH="1" flipV="1">
              <a:off x="3854891" y="4432300"/>
              <a:ext cx="1356708" cy="92315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EDE8C68C-B02E-4D8D-9150-98E1816D1115}"/>
                </a:ext>
              </a:extLst>
            </p:cNvPr>
            <p:cNvCxnSpPr/>
            <p:nvPr/>
          </p:nvCxnSpPr>
          <p:spPr>
            <a:xfrm flipV="1">
              <a:off x="4994824" y="3858023"/>
              <a:ext cx="810942" cy="3575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85836489-751A-47D2-AB4D-FDEFC4732B19}"/>
                </a:ext>
              </a:extLst>
            </p:cNvPr>
            <p:cNvCxnSpPr/>
            <p:nvPr/>
          </p:nvCxnSpPr>
          <p:spPr>
            <a:xfrm>
              <a:off x="3214343" y="3858023"/>
              <a:ext cx="2591422"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98E9BD59-1EB3-4BD8-A6FF-9DCF712388E1}"/>
                </a:ext>
              </a:extLst>
            </p:cNvPr>
            <p:cNvCxnSpPr/>
            <p:nvPr/>
          </p:nvCxnSpPr>
          <p:spPr>
            <a:xfrm>
              <a:off x="3202374" y="4211037"/>
              <a:ext cx="1799931"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C05E51A9-56E1-4339-AFEA-7602A1F312C5}"/>
                </a:ext>
              </a:extLst>
            </p:cNvPr>
            <p:cNvCxnSpPr/>
            <p:nvPr/>
          </p:nvCxnSpPr>
          <p:spPr>
            <a:xfrm>
              <a:off x="3215839" y="5572233"/>
              <a:ext cx="855828"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DD4A7356-4F09-4D0A-899A-64DC0558DEFB}"/>
                </a:ext>
              </a:extLst>
            </p:cNvPr>
            <p:cNvCxnSpPr/>
            <p:nvPr/>
          </p:nvCxnSpPr>
          <p:spPr>
            <a:xfrm rot="5400000">
              <a:off x="3855521" y="5783892"/>
              <a:ext cx="432291"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D711D667-1E5E-4B3A-B070-AC5A66F4C04E}"/>
                </a:ext>
              </a:extLst>
            </p:cNvPr>
            <p:cNvCxnSpPr>
              <a:endCxn id="46104" idx="0"/>
            </p:cNvCxnSpPr>
            <p:nvPr/>
          </p:nvCxnSpPr>
          <p:spPr>
            <a:xfrm rot="5400000">
              <a:off x="4734759" y="4929030"/>
              <a:ext cx="2142014"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5A7D5524-4EAD-4C99-9051-229A5177A2A4}"/>
                </a:ext>
              </a:extLst>
            </p:cNvPr>
            <p:cNvCxnSpPr/>
            <p:nvPr/>
          </p:nvCxnSpPr>
          <p:spPr>
            <a:xfrm rot="5400000">
              <a:off x="4105557" y="5097310"/>
              <a:ext cx="1766564"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6102" name="TextBox 36">
              <a:extLst>
                <a:ext uri="{FF2B5EF4-FFF2-40B4-BE49-F238E27FC236}">
                  <a16:creationId xmlns:a16="http://schemas.microsoft.com/office/drawing/2014/main" id="{C30CA7FE-2F2C-40EF-BD5B-27C3948295B1}"/>
                </a:ext>
              </a:extLst>
            </p:cNvPr>
            <p:cNvSpPr txBox="1">
              <a:spLocks noChangeArrowheads="1"/>
            </p:cNvSpPr>
            <p:nvPr/>
          </p:nvSpPr>
          <p:spPr bwMode="auto">
            <a:xfrm>
              <a:off x="3929058" y="5929330"/>
              <a:ext cx="57150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eaLnBrk="1" hangingPunct="1">
                <a:buFont typeface="Arial" panose="020B0604020202020204" pitchFamily="34" charset="0"/>
                <a:buNone/>
              </a:pPr>
              <a:r>
                <a:rPr lang="en-US" altLang="zh-CN" sz="2000" b="1">
                  <a:latin typeface="Times New Roman" panose="02020603050405020304" pitchFamily="18" charset="0"/>
                  <a:cs typeface="Times New Roman" panose="02020603050405020304" pitchFamily="18" charset="0"/>
                </a:rPr>
                <a:t>a</a:t>
              </a:r>
              <a:endParaRPr lang="zh-CN" altLang="en-US" sz="2000" b="1">
                <a:latin typeface="Times New Roman" panose="02020603050405020304" pitchFamily="18" charset="0"/>
                <a:cs typeface="Times New Roman" panose="02020603050405020304" pitchFamily="18" charset="0"/>
              </a:endParaRPr>
            </a:p>
          </p:txBody>
        </p:sp>
        <p:sp>
          <p:nvSpPr>
            <p:cNvPr id="46103" name="TextBox 37">
              <a:extLst>
                <a:ext uri="{FF2B5EF4-FFF2-40B4-BE49-F238E27FC236}">
                  <a16:creationId xmlns:a16="http://schemas.microsoft.com/office/drawing/2014/main" id="{5D033B4A-EC2C-4735-85EB-4C69AD6F0290}"/>
                </a:ext>
              </a:extLst>
            </p:cNvPr>
            <p:cNvSpPr txBox="1">
              <a:spLocks noChangeArrowheads="1"/>
            </p:cNvSpPr>
            <p:nvPr/>
          </p:nvSpPr>
          <p:spPr bwMode="auto">
            <a:xfrm>
              <a:off x="4857752" y="5981308"/>
              <a:ext cx="57150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eaLnBrk="1" hangingPunct="1">
                <a:buFont typeface="Arial" panose="020B0604020202020204" pitchFamily="34" charset="0"/>
                <a:buNone/>
              </a:pPr>
              <a:r>
                <a:rPr lang="en-US" altLang="zh-CN" sz="2000" b="1">
                  <a:latin typeface="Times New Roman" panose="02020603050405020304" pitchFamily="18" charset="0"/>
                  <a:cs typeface="Times New Roman" panose="02020603050405020304" pitchFamily="18" charset="0"/>
                </a:rPr>
                <a:t>b</a:t>
              </a:r>
              <a:endParaRPr lang="zh-CN" altLang="en-US" sz="2000" b="1">
                <a:latin typeface="Times New Roman" panose="02020603050405020304" pitchFamily="18" charset="0"/>
                <a:cs typeface="Times New Roman" panose="02020603050405020304" pitchFamily="18" charset="0"/>
              </a:endParaRPr>
            </a:p>
          </p:txBody>
        </p:sp>
        <p:sp>
          <p:nvSpPr>
            <p:cNvPr id="46104" name="TextBox 38">
              <a:extLst>
                <a:ext uri="{FF2B5EF4-FFF2-40B4-BE49-F238E27FC236}">
                  <a16:creationId xmlns:a16="http://schemas.microsoft.com/office/drawing/2014/main" id="{97D45C38-89FD-49F7-9305-7DFC3556280D}"/>
                </a:ext>
              </a:extLst>
            </p:cNvPr>
            <p:cNvSpPr txBox="1">
              <a:spLocks noChangeArrowheads="1"/>
            </p:cNvSpPr>
            <p:nvPr/>
          </p:nvSpPr>
          <p:spPr bwMode="auto">
            <a:xfrm>
              <a:off x="5520074" y="6000768"/>
              <a:ext cx="57150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eaLnBrk="1" hangingPunct="1">
                <a:buFont typeface="Arial" panose="020B0604020202020204" pitchFamily="34" charset="0"/>
                <a:buNone/>
              </a:pPr>
              <a:r>
                <a:rPr lang="en-US" altLang="zh-CN" sz="2000" b="1">
                  <a:latin typeface="Times New Roman" panose="02020603050405020304" pitchFamily="18" charset="0"/>
                  <a:cs typeface="Times New Roman" panose="02020603050405020304" pitchFamily="18" charset="0"/>
                </a:rPr>
                <a:t>M</a:t>
              </a:r>
              <a:r>
                <a:rPr lang="en-US" altLang="zh-CN" sz="2000" b="1" baseline="-25000">
                  <a:latin typeface="Times New Roman" panose="02020603050405020304" pitchFamily="18" charset="0"/>
                  <a:cs typeface="Times New Roman" panose="02020603050405020304" pitchFamily="18" charset="0"/>
                </a:rPr>
                <a:t>f</a:t>
              </a:r>
              <a:endParaRPr lang="zh-CN" altLang="en-US" sz="2000" b="1">
                <a:latin typeface="Times New Roman" panose="02020603050405020304" pitchFamily="18" charset="0"/>
                <a:cs typeface="Times New Roman" panose="02020603050405020304" pitchFamily="18" charset="0"/>
              </a:endParaRPr>
            </a:p>
          </p:txBody>
        </p:sp>
        <p:sp>
          <p:nvSpPr>
            <p:cNvPr id="46105" name="TextBox 39">
              <a:extLst>
                <a:ext uri="{FF2B5EF4-FFF2-40B4-BE49-F238E27FC236}">
                  <a16:creationId xmlns:a16="http://schemas.microsoft.com/office/drawing/2014/main" id="{F4BA40CD-571E-410D-A9A0-7DDEBABF0191}"/>
                </a:ext>
              </a:extLst>
            </p:cNvPr>
            <p:cNvSpPr txBox="1">
              <a:spLocks noChangeArrowheads="1"/>
            </p:cNvSpPr>
            <p:nvPr/>
          </p:nvSpPr>
          <p:spPr bwMode="auto">
            <a:xfrm>
              <a:off x="6124224" y="6000768"/>
              <a:ext cx="101954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eaLnBrk="1" hangingPunct="1">
                <a:buFont typeface="Arial" panose="020B0604020202020204" pitchFamily="34" charset="0"/>
                <a:buNone/>
              </a:pPr>
              <a:r>
                <a:rPr lang="en-US" altLang="zh-CN" sz="2000" b="1">
                  <a:latin typeface="Times New Roman" panose="02020603050405020304" pitchFamily="18" charset="0"/>
                  <a:cs typeface="Times New Roman" panose="02020603050405020304" pitchFamily="18" charset="0"/>
                </a:rPr>
                <a:t>f (x,y)</a:t>
              </a:r>
              <a:endParaRPr lang="zh-CN" altLang="en-US" sz="2000" b="1">
                <a:latin typeface="Times New Roman" panose="02020603050405020304" pitchFamily="18" charset="0"/>
                <a:cs typeface="Times New Roman" panose="02020603050405020304" pitchFamily="18" charset="0"/>
              </a:endParaRPr>
            </a:p>
          </p:txBody>
        </p:sp>
        <p:sp>
          <p:nvSpPr>
            <p:cNvPr id="46106" name="TextBox 40">
              <a:extLst>
                <a:ext uri="{FF2B5EF4-FFF2-40B4-BE49-F238E27FC236}">
                  <a16:creationId xmlns:a16="http://schemas.microsoft.com/office/drawing/2014/main" id="{988CB005-AA53-4FBD-9E21-6C385719ACE5}"/>
                </a:ext>
              </a:extLst>
            </p:cNvPr>
            <p:cNvSpPr txBox="1">
              <a:spLocks noChangeArrowheads="1"/>
            </p:cNvSpPr>
            <p:nvPr/>
          </p:nvSpPr>
          <p:spPr bwMode="auto">
            <a:xfrm>
              <a:off x="2909876" y="5357826"/>
              <a:ext cx="57150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eaLnBrk="1" hangingPunct="1">
                <a:buFont typeface="Arial" panose="020B0604020202020204" pitchFamily="34" charset="0"/>
                <a:buNone/>
              </a:pPr>
              <a:r>
                <a:rPr lang="en-US" altLang="zh-CN" sz="2000" b="1">
                  <a:latin typeface="Times New Roman" panose="02020603050405020304" pitchFamily="18" charset="0"/>
                  <a:cs typeface="Times New Roman" panose="02020603050405020304" pitchFamily="18" charset="0"/>
                </a:rPr>
                <a:t>c</a:t>
              </a:r>
              <a:endParaRPr lang="zh-CN" altLang="en-US" sz="2000" b="1">
                <a:latin typeface="Times New Roman" panose="02020603050405020304" pitchFamily="18" charset="0"/>
                <a:cs typeface="Times New Roman" panose="02020603050405020304" pitchFamily="18" charset="0"/>
              </a:endParaRPr>
            </a:p>
          </p:txBody>
        </p:sp>
        <p:sp>
          <p:nvSpPr>
            <p:cNvPr id="46107" name="TextBox 41">
              <a:extLst>
                <a:ext uri="{FF2B5EF4-FFF2-40B4-BE49-F238E27FC236}">
                  <a16:creationId xmlns:a16="http://schemas.microsoft.com/office/drawing/2014/main" id="{179F49B5-257C-43E2-A2DE-E97A674F5CA4}"/>
                </a:ext>
              </a:extLst>
            </p:cNvPr>
            <p:cNvSpPr txBox="1">
              <a:spLocks noChangeArrowheads="1"/>
            </p:cNvSpPr>
            <p:nvPr/>
          </p:nvSpPr>
          <p:spPr bwMode="auto">
            <a:xfrm>
              <a:off x="2857488" y="4000504"/>
              <a:ext cx="57150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eaLnBrk="1" hangingPunct="1">
                <a:buFont typeface="Arial" panose="020B0604020202020204" pitchFamily="34" charset="0"/>
                <a:buNone/>
              </a:pPr>
              <a:r>
                <a:rPr lang="en-US" altLang="zh-CN" sz="2000" b="1">
                  <a:latin typeface="Times New Roman" panose="02020603050405020304" pitchFamily="18" charset="0"/>
                  <a:cs typeface="Times New Roman" panose="02020603050405020304" pitchFamily="18" charset="0"/>
                </a:rPr>
                <a:t>d</a:t>
              </a:r>
              <a:endParaRPr lang="zh-CN" altLang="en-US" sz="2000" b="1">
                <a:latin typeface="Times New Roman" panose="02020603050405020304" pitchFamily="18" charset="0"/>
                <a:cs typeface="Times New Roman" panose="02020603050405020304" pitchFamily="18" charset="0"/>
              </a:endParaRPr>
            </a:p>
          </p:txBody>
        </p:sp>
        <p:sp>
          <p:nvSpPr>
            <p:cNvPr id="46108" name="TextBox 43">
              <a:extLst>
                <a:ext uri="{FF2B5EF4-FFF2-40B4-BE49-F238E27FC236}">
                  <a16:creationId xmlns:a16="http://schemas.microsoft.com/office/drawing/2014/main" id="{AD3D48A3-2983-4F37-9CB4-7029FF891C00}"/>
                </a:ext>
              </a:extLst>
            </p:cNvPr>
            <p:cNvSpPr txBox="1">
              <a:spLocks noChangeArrowheads="1"/>
            </p:cNvSpPr>
            <p:nvPr/>
          </p:nvSpPr>
          <p:spPr bwMode="auto">
            <a:xfrm>
              <a:off x="2714612" y="3634854"/>
              <a:ext cx="57150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eaLnBrk="1" hangingPunct="1">
                <a:buFont typeface="Arial" panose="020B0604020202020204" pitchFamily="34" charset="0"/>
                <a:buNone/>
              </a:pPr>
              <a:r>
                <a:rPr lang="en-US" altLang="zh-CN" sz="2000" b="1">
                  <a:latin typeface="Times New Roman" panose="02020603050405020304" pitchFamily="18" charset="0"/>
                  <a:cs typeface="Times New Roman" panose="02020603050405020304" pitchFamily="18" charset="0"/>
                </a:rPr>
                <a:t>M</a:t>
              </a:r>
              <a:r>
                <a:rPr lang="en-US" altLang="zh-CN" sz="2000" b="1" baseline="-25000">
                  <a:latin typeface="Times New Roman" panose="02020603050405020304" pitchFamily="18" charset="0"/>
                  <a:cs typeface="Times New Roman" panose="02020603050405020304" pitchFamily="18" charset="0"/>
                </a:rPr>
                <a:t>g</a:t>
              </a:r>
              <a:endParaRPr lang="zh-CN" altLang="en-US" sz="2000" b="1">
                <a:latin typeface="Times New Roman" panose="02020603050405020304" pitchFamily="18" charset="0"/>
                <a:cs typeface="Times New Roman" panose="02020603050405020304" pitchFamily="18" charset="0"/>
              </a:endParaRPr>
            </a:p>
          </p:txBody>
        </p:sp>
        <p:sp>
          <p:nvSpPr>
            <p:cNvPr id="46109" name="TextBox 44">
              <a:extLst>
                <a:ext uri="{FF2B5EF4-FFF2-40B4-BE49-F238E27FC236}">
                  <a16:creationId xmlns:a16="http://schemas.microsoft.com/office/drawing/2014/main" id="{2A29EEF4-D923-456C-8231-7BF38516B548}"/>
                </a:ext>
              </a:extLst>
            </p:cNvPr>
            <p:cNvSpPr txBox="1">
              <a:spLocks noChangeArrowheads="1"/>
            </p:cNvSpPr>
            <p:nvPr/>
          </p:nvSpPr>
          <p:spPr bwMode="auto">
            <a:xfrm>
              <a:off x="2847782" y="2845354"/>
              <a:ext cx="101954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eaLnBrk="1" hangingPunct="1">
                <a:buFont typeface="Arial" panose="020B0604020202020204" pitchFamily="34" charset="0"/>
                <a:buNone/>
              </a:pPr>
              <a:r>
                <a:rPr lang="en-US" altLang="zh-CN" sz="2000" b="1">
                  <a:latin typeface="Times New Roman" panose="02020603050405020304" pitchFamily="18" charset="0"/>
                  <a:cs typeface="Times New Roman" panose="02020603050405020304" pitchFamily="18" charset="0"/>
                </a:rPr>
                <a:t>g (x,y)</a:t>
              </a:r>
              <a:endParaRPr lang="zh-CN" altLang="en-US" sz="2000" b="1">
                <a:latin typeface="Times New Roman" panose="02020603050405020304" pitchFamily="18" charset="0"/>
                <a:cs typeface="Times New Roman" panose="02020603050405020304" pitchFamily="18" charset="0"/>
              </a:endParaRPr>
            </a:p>
          </p:txBody>
        </p:sp>
      </p:grpSp>
      <p:sp>
        <p:nvSpPr>
          <p:cNvPr id="23" name="矩形 22">
            <a:extLst>
              <a:ext uri="{FF2B5EF4-FFF2-40B4-BE49-F238E27FC236}">
                <a16:creationId xmlns:a16="http://schemas.microsoft.com/office/drawing/2014/main" id="{D9806A50-83F4-404F-A249-5C7A1D2C7CAE}"/>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46084" name="TextBox 23">
            <a:extLst>
              <a:ext uri="{FF2B5EF4-FFF2-40B4-BE49-F238E27FC236}">
                <a16:creationId xmlns:a16="http://schemas.microsoft.com/office/drawing/2014/main" id="{A750E730-77DC-4A74-B99D-DECFD55ADA2E}"/>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zh-CN" altLang="en-US" b="1">
                <a:solidFill>
                  <a:schemeClr val="bg1"/>
                </a:solidFill>
                <a:latin typeface="微软雅黑" panose="020B0503020204020204" pitchFamily="34" charset="-122"/>
                <a:ea typeface="微软雅黑" panose="020B0503020204020204" pitchFamily="34" charset="-122"/>
              </a:rPr>
              <a:t>灰度变换</a:t>
            </a:r>
          </a:p>
        </p:txBody>
      </p:sp>
      <p:sp>
        <p:nvSpPr>
          <p:cNvPr id="46085" name="内容占位符 2">
            <a:extLst>
              <a:ext uri="{FF2B5EF4-FFF2-40B4-BE49-F238E27FC236}">
                <a16:creationId xmlns:a16="http://schemas.microsoft.com/office/drawing/2014/main" id="{E8180D66-0BF5-4FB1-9799-B6507305682A}"/>
              </a:ext>
            </a:extLst>
          </p:cNvPr>
          <p:cNvSpPr txBox="1">
            <a:spLocks/>
          </p:cNvSpPr>
          <p:nvPr/>
        </p:nvSpPr>
        <p:spPr bwMode="auto">
          <a:xfrm>
            <a:off x="661988" y="1306513"/>
            <a:ext cx="8304212" cy="1173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8425" tIns="44450" rIns="98425" bIns="44450">
            <a:spAutoFit/>
          </a:bodyPr>
          <a:lstStyle>
            <a:lvl1pPr defTabSz="896938">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defTabSz="896938">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defTabSz="896938">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defTabSz="896938">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defTabSz="896938">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defTabSz="896938"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defTabSz="896938"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defTabSz="896938"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defTabSz="896938"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buClrTx/>
              <a:buSzPct val="65000"/>
              <a:buFont typeface="Arial" panose="020B0604020202020204" pitchFamily="34" charset="0"/>
              <a:buNone/>
            </a:pPr>
            <a:r>
              <a:rPr lang="zh-CN" altLang="en-US" sz="3200" b="1" u="sng">
                <a:solidFill>
                  <a:srgbClr val="C00000"/>
                </a:solidFill>
                <a:latin typeface="黑体" panose="02010609060101010101" pitchFamily="49" charset="-122"/>
                <a:ea typeface="黑体" panose="02010609060101010101" pitchFamily="49" charset="-122"/>
              </a:rPr>
              <a:t>分段线性变换</a:t>
            </a:r>
            <a:endParaRPr lang="en-US" altLang="zh-CN" sz="3200" b="1" u="sng">
              <a:solidFill>
                <a:srgbClr val="C00000"/>
              </a:solidFill>
              <a:latin typeface="黑体" panose="02010609060101010101" pitchFamily="49" charset="-122"/>
              <a:ea typeface="黑体" panose="02010609060101010101" pitchFamily="49" charset="-122"/>
            </a:endParaRPr>
          </a:p>
          <a:p>
            <a:pPr>
              <a:buClrTx/>
              <a:buSzPct val="65000"/>
              <a:buFont typeface="Arial" panose="020B0604020202020204" pitchFamily="34" charset="0"/>
              <a:buNone/>
            </a:pPr>
            <a:endParaRPr lang="zh-CN" altLang="en-US" sz="3200">
              <a:latin typeface="华文楷体" panose="02010600040101010101" pitchFamily="2" charset="-122"/>
              <a:ea typeface="华文楷体" panose="02010600040101010101" pitchFamily="2" charset="-122"/>
            </a:endParaRPr>
          </a:p>
        </p:txBody>
      </p:sp>
      <p:sp>
        <p:nvSpPr>
          <p:cNvPr id="46086" name="矩形 4">
            <a:extLst>
              <a:ext uri="{FF2B5EF4-FFF2-40B4-BE49-F238E27FC236}">
                <a16:creationId xmlns:a16="http://schemas.microsoft.com/office/drawing/2014/main" id="{705C6A08-917A-4E58-9CB7-23EC3398BA66}"/>
              </a:ext>
            </a:extLst>
          </p:cNvPr>
          <p:cNvSpPr>
            <a:spLocks noChangeArrowheads="1"/>
          </p:cNvSpPr>
          <p:nvPr/>
        </p:nvSpPr>
        <p:spPr bwMode="auto">
          <a:xfrm>
            <a:off x="285750" y="2000250"/>
            <a:ext cx="8031163"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just" eaLnBrk="1" hangingPunct="1">
              <a:buClrTx/>
              <a:buSzTx/>
              <a:buFont typeface="Arial" panose="020B0604020202020204" pitchFamily="34" charset="0"/>
              <a:buNone/>
            </a:pPr>
            <a:r>
              <a:rPr lang="zh-CN" altLang="en-US" sz="2800" b="1">
                <a:solidFill>
                  <a:srgbClr val="0033CC"/>
                </a:solidFill>
                <a:latin typeface="华文楷体" panose="02010600040101010101" pitchFamily="2" charset="-122"/>
                <a:ea typeface="华文楷体" panose="02010600040101010101" pitchFamily="2" charset="-122"/>
              </a:rPr>
              <a:t>突出感兴趣目标</a:t>
            </a:r>
            <a:r>
              <a:rPr lang="zh-CN" altLang="en-US" sz="2800">
                <a:latin typeface="华文楷体" panose="02010600040101010101" pitchFamily="2" charset="-122"/>
                <a:ea typeface="华文楷体" panose="02010600040101010101" pitchFamily="2" charset="-122"/>
              </a:rPr>
              <a:t>所在的灰度区间，</a:t>
            </a:r>
            <a:r>
              <a:rPr lang="zh-CN" altLang="en-US" sz="2800" b="1">
                <a:solidFill>
                  <a:srgbClr val="0033CC"/>
                </a:solidFill>
                <a:latin typeface="华文楷体" panose="02010600040101010101" pitchFamily="2" charset="-122"/>
                <a:ea typeface="华文楷体" panose="02010600040101010101" pitchFamily="2" charset="-122"/>
              </a:rPr>
              <a:t>抑制不感兴趣目标</a:t>
            </a:r>
            <a:r>
              <a:rPr lang="zh-CN" altLang="en-US" sz="2800">
                <a:latin typeface="华文楷体" panose="02010600040101010101" pitchFamily="2" charset="-122"/>
                <a:ea typeface="华文楷体" panose="02010600040101010101" pitchFamily="2" charset="-122"/>
              </a:rPr>
              <a:t>的灰度区间</a:t>
            </a:r>
          </a:p>
        </p:txBody>
      </p:sp>
      <p:sp>
        <p:nvSpPr>
          <p:cNvPr id="46087" name="矩形 50">
            <a:extLst>
              <a:ext uri="{FF2B5EF4-FFF2-40B4-BE49-F238E27FC236}">
                <a16:creationId xmlns:a16="http://schemas.microsoft.com/office/drawing/2014/main" id="{0CAA575F-9334-479A-B7B3-DB6592ED7B05}"/>
              </a:ext>
            </a:extLst>
          </p:cNvPr>
          <p:cNvSpPr>
            <a:spLocks noChangeArrowheads="1"/>
          </p:cNvSpPr>
          <p:nvPr/>
        </p:nvSpPr>
        <p:spPr bwMode="auto">
          <a:xfrm>
            <a:off x="508000" y="3476625"/>
            <a:ext cx="28400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eaLnBrk="1" hangingPunct="1">
              <a:buFont typeface="Wingdings" panose="05000000000000000000" pitchFamily="2" charset="2"/>
              <a:buChar char="p"/>
            </a:pPr>
            <a:r>
              <a:rPr lang="zh-CN" altLang="en-US" sz="2800" b="1">
                <a:latin typeface="华文楷体" panose="02010600040101010101" pitchFamily="2" charset="-122"/>
                <a:ea typeface="华文楷体" panose="02010600040101010101" pitchFamily="2" charset="-122"/>
              </a:rPr>
              <a:t> 三段线性变换</a:t>
            </a:r>
            <a:endParaRPr lang="zh-CN" altLang="en-US" sz="2800" b="1"/>
          </a:p>
        </p:txBody>
      </p:sp>
      <p:sp>
        <p:nvSpPr>
          <p:cNvPr id="2" name="矩形: 圆角 1">
            <a:extLst>
              <a:ext uri="{FF2B5EF4-FFF2-40B4-BE49-F238E27FC236}">
                <a16:creationId xmlns:a16="http://schemas.microsoft.com/office/drawing/2014/main" id="{14058FCE-8C6F-42DA-BB04-81E0AFDE294E}"/>
              </a:ext>
            </a:extLst>
          </p:cNvPr>
          <p:cNvSpPr/>
          <p:nvPr/>
        </p:nvSpPr>
        <p:spPr>
          <a:xfrm>
            <a:off x="415925" y="1152525"/>
            <a:ext cx="8027988" cy="1839913"/>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aphicFrame>
        <p:nvGraphicFramePr>
          <p:cNvPr id="20" name="对象 6">
            <a:extLst>
              <a:ext uri="{FF2B5EF4-FFF2-40B4-BE49-F238E27FC236}">
                <a16:creationId xmlns:a16="http://schemas.microsoft.com/office/drawing/2014/main" id="{435629B6-469D-4014-AF1A-2A5625222404}"/>
              </a:ext>
            </a:extLst>
          </p:cNvPr>
          <p:cNvGraphicFramePr>
            <a:graphicFrameLocks noChangeAspect="1"/>
          </p:cNvGraphicFramePr>
          <p:nvPr/>
        </p:nvGraphicFramePr>
        <p:xfrm>
          <a:off x="528638" y="1214438"/>
          <a:ext cx="7840662" cy="1763712"/>
        </p:xfrm>
        <a:graphic>
          <a:graphicData uri="http://schemas.openxmlformats.org/presentationml/2006/ole">
            <mc:AlternateContent xmlns:mc="http://schemas.openxmlformats.org/markup-compatibility/2006">
              <mc:Choice xmlns:v="urn:schemas-microsoft-com:vml" Requires="v">
                <p:oleObj spid="_x0000_s46110" name="Equation" r:id="rId3" imgW="2755900" imgH="622300" progId="Equation.DSMT4">
                  <p:embed/>
                </p:oleObj>
              </mc:Choice>
              <mc:Fallback>
                <p:oleObj name="Equation" r:id="rId3" imgW="2755900" imgH="622300" progId="Equation.DSMT4">
                  <p:embed/>
                  <p:pic>
                    <p:nvPicPr>
                      <p:cNvPr id="0" name="对象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8638" y="1214438"/>
                        <a:ext cx="7840662" cy="176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a:extLst>
              <a:ext uri="{FF2B5EF4-FFF2-40B4-BE49-F238E27FC236}">
                <a16:creationId xmlns:a16="http://schemas.microsoft.com/office/drawing/2014/main" id="{07F36A22-9709-4203-83E6-4962EA88B7D3}"/>
              </a:ext>
            </a:extLst>
          </p:cNvPr>
          <p:cNvSpPr>
            <a:spLocks noGrp="1" noChangeArrowheads="1"/>
          </p:cNvSpPr>
          <p:nvPr>
            <p:ph idx="4294967295"/>
          </p:nvPr>
        </p:nvSpPr>
        <p:spPr>
          <a:xfrm>
            <a:off x="212725" y="1643063"/>
            <a:ext cx="9247188" cy="757237"/>
          </a:xfrm>
        </p:spPr>
        <p:txBody>
          <a:bodyPr>
            <a:normAutofit/>
          </a:bodyPr>
          <a:lstStyle/>
          <a:p>
            <a:pPr marL="274320" indent="-274320" algn="just" eaLnBrk="1" fontAlgn="auto" hangingPunct="1">
              <a:lnSpc>
                <a:spcPct val="90000"/>
              </a:lnSpc>
              <a:spcAft>
                <a:spcPts val="0"/>
              </a:spcAft>
              <a:buClr>
                <a:schemeClr val="accent3"/>
              </a:buClr>
              <a:buFont typeface="Wingdings" pitchFamily="2" charset="2"/>
              <a:buNone/>
              <a:defRPr/>
            </a:pPr>
            <a:r>
              <a:rPr lang="zh-CN" altLang="en-US" sz="2400" b="1" dirty="0">
                <a:solidFill>
                  <a:srgbClr val="000000"/>
                </a:solidFill>
                <a:latin typeface="楷体_GB2312" pitchFamily="1" charset="-122"/>
                <a:ea typeface="楷体_GB2312" pitchFamily="1" charset="-122"/>
              </a:rPr>
              <a:t>其形式可以任意组合</a:t>
            </a:r>
            <a:r>
              <a:rPr lang="en-US" altLang="zh-CN" sz="2400" b="1" dirty="0">
                <a:solidFill>
                  <a:srgbClr val="000000"/>
                </a:solidFill>
                <a:latin typeface="楷体_GB2312" pitchFamily="1" charset="-122"/>
                <a:ea typeface="楷体_GB2312" pitchFamily="1" charset="-122"/>
              </a:rPr>
              <a:t>,</a:t>
            </a:r>
            <a:r>
              <a:rPr lang="zh-CN" altLang="en-US" sz="2400" b="1" dirty="0">
                <a:solidFill>
                  <a:srgbClr val="000000"/>
                </a:solidFill>
                <a:latin typeface="楷体_GB2312" pitchFamily="1" charset="-122"/>
                <a:ea typeface="楷体_GB2312" pitchFamily="1" charset="-122"/>
              </a:rPr>
              <a:t>有些重要的变换可以应用分段线性函数描述</a:t>
            </a:r>
            <a:r>
              <a:rPr lang="en-US" altLang="zh-CN" sz="2400" b="1" dirty="0">
                <a:solidFill>
                  <a:srgbClr val="000000"/>
                </a:solidFill>
                <a:latin typeface="楷体_GB2312" pitchFamily="1" charset="-122"/>
                <a:ea typeface="楷体_GB2312" pitchFamily="1" charset="-122"/>
              </a:rPr>
              <a:t>. </a:t>
            </a:r>
          </a:p>
        </p:txBody>
      </p:sp>
      <p:pic>
        <p:nvPicPr>
          <p:cNvPr id="47107" name="Picture 7">
            <a:extLst>
              <a:ext uri="{FF2B5EF4-FFF2-40B4-BE49-F238E27FC236}">
                <a16:creationId xmlns:a16="http://schemas.microsoft.com/office/drawing/2014/main" id="{AABEDBE1-8DA4-4221-B892-544A7C6906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0125" y="2225675"/>
            <a:ext cx="4572000" cy="454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8" name="Text Box 8">
            <a:extLst>
              <a:ext uri="{FF2B5EF4-FFF2-40B4-BE49-F238E27FC236}">
                <a16:creationId xmlns:a16="http://schemas.microsoft.com/office/drawing/2014/main" id="{C88C2D52-2EFA-4A39-9FB0-F550D4995BEC}"/>
              </a:ext>
            </a:extLst>
          </p:cNvPr>
          <p:cNvSpPr txBox="1">
            <a:spLocks noChangeArrowheads="1"/>
          </p:cNvSpPr>
          <p:nvPr/>
        </p:nvSpPr>
        <p:spPr bwMode="auto">
          <a:xfrm>
            <a:off x="395288" y="4005263"/>
            <a:ext cx="3043237" cy="2309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lnSpc>
                <a:spcPct val="150000"/>
              </a:lnSpc>
              <a:spcBef>
                <a:spcPct val="0"/>
              </a:spcBef>
              <a:buClrTx/>
              <a:buSzTx/>
              <a:buFont typeface="Arial" panose="020B0604020202020204" pitchFamily="34" charset="0"/>
              <a:buNone/>
            </a:pPr>
            <a:r>
              <a:rPr lang="en-US" altLang="zh-CN" sz="2400" b="1">
                <a:latin typeface="楷体_GB2312" pitchFamily="1" charset="-122"/>
                <a:ea typeface="楷体_GB2312" pitchFamily="1" charset="-122"/>
              </a:rPr>
              <a:t>(a)</a:t>
            </a:r>
            <a:r>
              <a:rPr lang="zh-CN" altLang="en-US" sz="2400" b="1">
                <a:latin typeface="楷体_GB2312" pitchFamily="1" charset="-122"/>
                <a:ea typeface="楷体_GB2312" pitchFamily="1" charset="-122"/>
              </a:rPr>
              <a:t>变换函数的形式</a:t>
            </a:r>
          </a:p>
          <a:p>
            <a:pPr eaLnBrk="1" hangingPunct="1">
              <a:lnSpc>
                <a:spcPct val="150000"/>
              </a:lnSpc>
              <a:spcBef>
                <a:spcPct val="0"/>
              </a:spcBef>
              <a:buClrTx/>
              <a:buSzTx/>
              <a:buFont typeface="Arial" panose="020B0604020202020204" pitchFamily="34" charset="0"/>
              <a:buNone/>
            </a:pPr>
            <a:r>
              <a:rPr lang="en-US" altLang="zh-CN" sz="2400" b="1">
                <a:latin typeface="楷体_GB2312" pitchFamily="1" charset="-122"/>
                <a:ea typeface="楷体_GB2312" pitchFamily="1" charset="-122"/>
              </a:rPr>
              <a:t>(b)</a:t>
            </a:r>
            <a:r>
              <a:rPr lang="zh-CN" altLang="en-US" sz="2400" b="1">
                <a:latin typeface="楷体_GB2312" pitchFamily="1" charset="-122"/>
                <a:ea typeface="楷体_GB2312" pitchFamily="1" charset="-122"/>
              </a:rPr>
              <a:t>低对比度图像</a:t>
            </a:r>
          </a:p>
          <a:p>
            <a:pPr eaLnBrk="1" hangingPunct="1">
              <a:lnSpc>
                <a:spcPct val="150000"/>
              </a:lnSpc>
              <a:spcBef>
                <a:spcPct val="0"/>
              </a:spcBef>
              <a:buClrTx/>
              <a:buSzTx/>
              <a:buFont typeface="Arial" panose="020B0604020202020204" pitchFamily="34" charset="0"/>
              <a:buNone/>
            </a:pPr>
            <a:r>
              <a:rPr lang="en-US" altLang="zh-CN" sz="2400" b="1">
                <a:latin typeface="楷体_GB2312" pitchFamily="1" charset="-122"/>
                <a:ea typeface="楷体_GB2312" pitchFamily="1" charset="-122"/>
              </a:rPr>
              <a:t>(c)</a:t>
            </a:r>
            <a:r>
              <a:rPr lang="zh-CN" altLang="en-US" sz="2400" b="1">
                <a:latin typeface="楷体_GB2312" pitchFamily="1" charset="-122"/>
                <a:ea typeface="楷体_GB2312" pitchFamily="1" charset="-122"/>
              </a:rPr>
              <a:t>对比度拉伸的结果</a:t>
            </a:r>
          </a:p>
          <a:p>
            <a:pPr eaLnBrk="1" hangingPunct="1">
              <a:lnSpc>
                <a:spcPct val="150000"/>
              </a:lnSpc>
              <a:spcBef>
                <a:spcPct val="0"/>
              </a:spcBef>
              <a:buClrTx/>
              <a:buSzTx/>
              <a:buFont typeface="Arial" panose="020B0604020202020204" pitchFamily="34" charset="0"/>
              <a:buNone/>
            </a:pPr>
            <a:r>
              <a:rPr lang="en-US" altLang="zh-CN" sz="2400" b="1">
                <a:latin typeface="楷体_GB2312" pitchFamily="1" charset="-122"/>
                <a:ea typeface="楷体_GB2312" pitchFamily="1" charset="-122"/>
              </a:rPr>
              <a:t>(d)</a:t>
            </a:r>
            <a:r>
              <a:rPr lang="zh-CN" altLang="en-US" sz="2400" b="1">
                <a:latin typeface="楷体_GB2312" pitchFamily="1" charset="-122"/>
                <a:ea typeface="楷体_GB2312" pitchFamily="1" charset="-122"/>
              </a:rPr>
              <a:t>阈值处理结果</a:t>
            </a:r>
          </a:p>
        </p:txBody>
      </p:sp>
      <p:sp>
        <p:nvSpPr>
          <p:cNvPr id="47109" name="Rectangle 9">
            <a:extLst>
              <a:ext uri="{FF2B5EF4-FFF2-40B4-BE49-F238E27FC236}">
                <a16:creationId xmlns:a16="http://schemas.microsoft.com/office/drawing/2014/main" id="{3816842D-5CB8-426A-A8EA-3BBF0677C014}"/>
              </a:ext>
            </a:extLst>
          </p:cNvPr>
          <p:cNvSpPr>
            <a:spLocks noChangeArrowheads="1"/>
          </p:cNvSpPr>
          <p:nvPr/>
        </p:nvSpPr>
        <p:spPr bwMode="auto">
          <a:xfrm>
            <a:off x="4572000" y="4129088"/>
            <a:ext cx="5286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1800" b="1">
                <a:solidFill>
                  <a:srgbClr val="FF0000"/>
                </a:solidFill>
                <a:latin typeface="楷体_GB2312" pitchFamily="1" charset="-122"/>
                <a:ea typeface="楷体_GB2312" pitchFamily="1" charset="-122"/>
              </a:rPr>
              <a:t>(a)</a:t>
            </a:r>
          </a:p>
        </p:txBody>
      </p:sp>
      <p:sp>
        <p:nvSpPr>
          <p:cNvPr id="47110" name="Rectangle 10">
            <a:extLst>
              <a:ext uri="{FF2B5EF4-FFF2-40B4-BE49-F238E27FC236}">
                <a16:creationId xmlns:a16="http://schemas.microsoft.com/office/drawing/2014/main" id="{D5B15447-E826-4492-AEBA-02596EC8BFF5}"/>
              </a:ext>
            </a:extLst>
          </p:cNvPr>
          <p:cNvSpPr>
            <a:spLocks noChangeArrowheads="1"/>
          </p:cNvSpPr>
          <p:nvPr/>
        </p:nvSpPr>
        <p:spPr bwMode="auto">
          <a:xfrm>
            <a:off x="6781800" y="4129088"/>
            <a:ext cx="5286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1800" b="1">
                <a:solidFill>
                  <a:srgbClr val="FF0000"/>
                </a:solidFill>
                <a:latin typeface="楷体_GB2312" pitchFamily="1" charset="-122"/>
                <a:ea typeface="楷体_GB2312" pitchFamily="1" charset="-122"/>
              </a:rPr>
              <a:t>(b)</a:t>
            </a:r>
          </a:p>
        </p:txBody>
      </p:sp>
      <p:sp>
        <p:nvSpPr>
          <p:cNvPr id="47111" name="Rectangle 11">
            <a:extLst>
              <a:ext uri="{FF2B5EF4-FFF2-40B4-BE49-F238E27FC236}">
                <a16:creationId xmlns:a16="http://schemas.microsoft.com/office/drawing/2014/main" id="{71F14EE8-C30C-4AB3-8925-E4B082338DF0}"/>
              </a:ext>
            </a:extLst>
          </p:cNvPr>
          <p:cNvSpPr>
            <a:spLocks noChangeArrowheads="1"/>
          </p:cNvSpPr>
          <p:nvPr/>
        </p:nvSpPr>
        <p:spPr bwMode="auto">
          <a:xfrm>
            <a:off x="4572000" y="6415088"/>
            <a:ext cx="5286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1800" b="1">
                <a:solidFill>
                  <a:srgbClr val="FF0000"/>
                </a:solidFill>
                <a:latin typeface="楷体_GB2312" pitchFamily="1" charset="-122"/>
                <a:ea typeface="楷体_GB2312" pitchFamily="1" charset="-122"/>
              </a:rPr>
              <a:t>(c)</a:t>
            </a:r>
          </a:p>
        </p:txBody>
      </p:sp>
      <p:sp>
        <p:nvSpPr>
          <p:cNvPr id="47112" name="Rectangle 12">
            <a:extLst>
              <a:ext uri="{FF2B5EF4-FFF2-40B4-BE49-F238E27FC236}">
                <a16:creationId xmlns:a16="http://schemas.microsoft.com/office/drawing/2014/main" id="{1E57FCD3-A1C1-48CD-8538-F9EA5CD06CBC}"/>
              </a:ext>
            </a:extLst>
          </p:cNvPr>
          <p:cNvSpPr>
            <a:spLocks noChangeArrowheads="1"/>
          </p:cNvSpPr>
          <p:nvPr/>
        </p:nvSpPr>
        <p:spPr bwMode="auto">
          <a:xfrm>
            <a:off x="6786563" y="6415088"/>
            <a:ext cx="5286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1800" b="1">
                <a:solidFill>
                  <a:srgbClr val="FF0000"/>
                </a:solidFill>
                <a:latin typeface="楷体_GB2312" pitchFamily="1" charset="-122"/>
                <a:ea typeface="楷体_GB2312" pitchFamily="1" charset="-122"/>
              </a:rPr>
              <a:t>(d)</a:t>
            </a:r>
          </a:p>
        </p:txBody>
      </p:sp>
      <p:sp>
        <p:nvSpPr>
          <p:cNvPr id="26635" name="Rectangle 14">
            <a:extLst>
              <a:ext uri="{FF2B5EF4-FFF2-40B4-BE49-F238E27FC236}">
                <a16:creationId xmlns:a16="http://schemas.microsoft.com/office/drawing/2014/main" id="{501896B7-18D4-4BDF-82DC-5B0D4F8330EA}"/>
              </a:ext>
            </a:extLst>
          </p:cNvPr>
          <p:cNvSpPr>
            <a:spLocks noChangeArrowheads="1"/>
          </p:cNvSpPr>
          <p:nvPr/>
        </p:nvSpPr>
        <p:spPr bwMode="auto">
          <a:xfrm>
            <a:off x="161925" y="2400300"/>
            <a:ext cx="3313113" cy="1152525"/>
          </a:xfrm>
          <a:prstGeom prst="rect">
            <a:avLst/>
          </a:prstGeom>
          <a:solidFill>
            <a:schemeClr val="bg1"/>
          </a:solidFill>
          <a:ln>
            <a:noFill/>
          </a:ln>
          <a:effectLst/>
          <a:extLst/>
        </p:spPr>
        <p:txBody>
          <a:bodyPr/>
          <a:lstStyle/>
          <a:p>
            <a:pPr marL="469900" indent="-469900" algn="just" eaLnBrk="1" hangingPunct="1">
              <a:spcBef>
                <a:spcPct val="20000"/>
              </a:spcBef>
              <a:buClr>
                <a:schemeClr val="accent2"/>
              </a:buClr>
              <a:buFont typeface="Wingdings" pitchFamily="2" charset="2"/>
              <a:buNone/>
              <a:defRPr/>
            </a:pPr>
            <a:r>
              <a:rPr lang="en-US" sz="2400" b="1" i="1" u="sng" dirty="0">
                <a:solidFill>
                  <a:srgbClr val="0033CC"/>
                </a:solidFill>
                <a:effectLst>
                  <a:outerShdw blurRad="38100" dist="38100" dir="2700000" algn="tl">
                    <a:srgbClr val="C0C0C0"/>
                  </a:outerShdw>
                </a:effectLst>
                <a:latin typeface="楷体_GB2312" pitchFamily="1" charset="-122"/>
              </a:rPr>
              <a:t>1</a:t>
            </a:r>
            <a:r>
              <a:rPr lang="zh-CN" altLang="en-US" sz="2400" b="1" i="1" u="sng" dirty="0">
                <a:solidFill>
                  <a:srgbClr val="0033CC"/>
                </a:solidFill>
                <a:effectLst>
                  <a:outerShdw blurRad="38100" dist="38100" dir="2700000" algn="tl">
                    <a:srgbClr val="C0C0C0"/>
                  </a:outerShdw>
                </a:effectLst>
                <a:latin typeface="楷体_GB2312" pitchFamily="1" charset="-122"/>
              </a:rPr>
              <a:t>、对比拉伸</a:t>
            </a:r>
            <a:r>
              <a:rPr lang="zh-CN" altLang="en-US" sz="2400" b="1" dirty="0">
                <a:solidFill>
                  <a:srgbClr val="000000"/>
                </a:solidFill>
                <a:latin typeface="楷体_GB2312" pitchFamily="1" charset="-122"/>
              </a:rPr>
              <a:t> ：</a:t>
            </a:r>
            <a:r>
              <a:rPr lang="zh-CN" altLang="en-US" sz="2400" b="1" dirty="0">
                <a:solidFill>
                  <a:srgbClr val="0033CC"/>
                </a:solidFill>
                <a:latin typeface="楷体_GB2312" pitchFamily="1" charset="-122"/>
              </a:rPr>
              <a:t>扩展图像处理时灰度级的动态范围。 </a:t>
            </a:r>
          </a:p>
        </p:txBody>
      </p:sp>
      <p:sp>
        <p:nvSpPr>
          <p:cNvPr id="12" name="矩形 11">
            <a:extLst>
              <a:ext uri="{FF2B5EF4-FFF2-40B4-BE49-F238E27FC236}">
                <a16:creationId xmlns:a16="http://schemas.microsoft.com/office/drawing/2014/main" id="{B46978F8-01AF-4DA5-B2CA-09545EEE87DD}"/>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47115" name="TextBox 23">
            <a:extLst>
              <a:ext uri="{FF2B5EF4-FFF2-40B4-BE49-F238E27FC236}">
                <a16:creationId xmlns:a16="http://schemas.microsoft.com/office/drawing/2014/main" id="{C120DC83-76F1-4E48-8C84-493B6CDB81BF}"/>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zh-CN" altLang="en-US" b="1">
                <a:solidFill>
                  <a:schemeClr val="bg1"/>
                </a:solidFill>
                <a:latin typeface="微软雅黑" panose="020B0503020204020204" pitchFamily="34" charset="-122"/>
                <a:ea typeface="微软雅黑" panose="020B0503020204020204" pitchFamily="34" charset="-122"/>
              </a:rPr>
              <a:t>分段线性变换</a:t>
            </a:r>
            <a:r>
              <a:rPr lang="en-US" altLang="zh-CN" b="1">
                <a:solidFill>
                  <a:schemeClr val="bg1"/>
                </a:solidFill>
                <a:latin typeface="微软雅黑" panose="020B0503020204020204" pitchFamily="34" charset="-122"/>
                <a:ea typeface="微软雅黑" panose="020B0503020204020204" pitchFamily="34" charset="-122"/>
              </a:rPr>
              <a:t>-</a:t>
            </a:r>
            <a:r>
              <a:rPr lang="zh-CN" altLang="en-US" b="1">
                <a:solidFill>
                  <a:schemeClr val="bg1"/>
                </a:solidFill>
                <a:latin typeface="微软雅黑" panose="020B0503020204020204" pitchFamily="34" charset="-122"/>
                <a:ea typeface="微软雅黑" panose="020B0503020204020204" pitchFamily="34" charset="-122"/>
              </a:rPr>
              <a:t>对比度拉伸</a:t>
            </a:r>
          </a:p>
        </p:txBody>
      </p:sp>
      <p:sp>
        <p:nvSpPr>
          <p:cNvPr id="47116" name="内容占位符 2">
            <a:extLst>
              <a:ext uri="{FF2B5EF4-FFF2-40B4-BE49-F238E27FC236}">
                <a16:creationId xmlns:a16="http://schemas.microsoft.com/office/drawing/2014/main" id="{C1AAE931-FCDC-46FF-ADF8-3B1CFCC05589}"/>
              </a:ext>
            </a:extLst>
          </p:cNvPr>
          <p:cNvSpPr txBox="1">
            <a:spLocks/>
          </p:cNvSpPr>
          <p:nvPr/>
        </p:nvSpPr>
        <p:spPr bwMode="auto">
          <a:xfrm>
            <a:off x="0" y="827088"/>
            <a:ext cx="8304213" cy="102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8425" tIns="44450" rIns="98425" bIns="44450">
            <a:spAutoFit/>
          </a:bodyPr>
          <a:lstStyle>
            <a:lvl1pPr defTabSz="896938">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defTabSz="896938">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defTabSz="896938">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defTabSz="896938">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defTabSz="896938">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defTabSz="896938"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defTabSz="896938"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defTabSz="896938"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defTabSz="896938"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buClrTx/>
              <a:buSzPct val="65000"/>
              <a:buFont typeface="Arial" panose="020B0604020202020204" pitchFamily="34" charset="0"/>
              <a:buNone/>
            </a:pPr>
            <a:r>
              <a:rPr lang="zh-CN" altLang="en-US" sz="3200" b="1" u="sng">
                <a:solidFill>
                  <a:srgbClr val="C00000"/>
                </a:solidFill>
                <a:latin typeface="黑体" panose="02010609060101010101" pitchFamily="49" charset="-122"/>
                <a:ea typeface="黑体" panose="02010609060101010101" pitchFamily="49" charset="-122"/>
              </a:rPr>
              <a:t>分段线性变换</a:t>
            </a:r>
            <a:endParaRPr lang="en-US" altLang="zh-CN" sz="3200" b="1" u="sng">
              <a:solidFill>
                <a:srgbClr val="C00000"/>
              </a:solidFill>
              <a:latin typeface="黑体" panose="02010609060101010101" pitchFamily="49" charset="-122"/>
              <a:ea typeface="黑体" panose="02010609060101010101" pitchFamily="49" charset="-122"/>
            </a:endParaRPr>
          </a:p>
          <a:p>
            <a:pPr>
              <a:buClrTx/>
              <a:buSzPct val="65000"/>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4">
            <a:extLst>
              <a:ext uri="{FF2B5EF4-FFF2-40B4-BE49-F238E27FC236}">
                <a16:creationId xmlns:a16="http://schemas.microsoft.com/office/drawing/2014/main" id="{B86247B6-9D5D-4C8A-A184-4D24047692F2}"/>
              </a:ext>
            </a:extLst>
          </p:cNvPr>
          <p:cNvSpPr>
            <a:spLocks noGrp="1" noChangeArrowheads="1"/>
          </p:cNvSpPr>
          <p:nvPr>
            <p:ph idx="4294967295"/>
          </p:nvPr>
        </p:nvSpPr>
        <p:spPr>
          <a:xfrm>
            <a:off x="0" y="1924050"/>
            <a:ext cx="3851275" cy="865188"/>
          </a:xfrm>
          <a:solidFill>
            <a:schemeClr val="bg1"/>
          </a:solidFill>
        </p:spPr>
        <p:txBody>
          <a:bodyPr>
            <a:normAutofit/>
          </a:bodyPr>
          <a:lstStyle/>
          <a:p>
            <a:pPr marL="274320" indent="-274320" algn="just" eaLnBrk="1" fontAlgn="auto" hangingPunct="1">
              <a:lnSpc>
                <a:spcPct val="90000"/>
              </a:lnSpc>
              <a:spcAft>
                <a:spcPts val="0"/>
              </a:spcAft>
              <a:buClr>
                <a:schemeClr val="accent3"/>
              </a:buClr>
              <a:buFont typeface="Wingdings" pitchFamily="2" charset="2"/>
              <a:buNone/>
              <a:defRPr/>
            </a:pPr>
            <a:r>
              <a:rPr lang="en-US" sz="2400" b="1" u="sng" dirty="0">
                <a:solidFill>
                  <a:srgbClr val="0033CC"/>
                </a:solidFill>
                <a:effectLst>
                  <a:outerShdw blurRad="38100" dist="38100" dir="2700000" algn="tl">
                    <a:srgbClr val="C0C0C0"/>
                  </a:outerShdw>
                </a:effectLst>
                <a:latin typeface="楷体_GB2312" pitchFamily="1" charset="-122"/>
                <a:ea typeface="楷体_GB2312" pitchFamily="1" charset="-122"/>
              </a:rPr>
              <a:t>2</a:t>
            </a:r>
            <a:r>
              <a:rPr lang="zh-CN" altLang="en-US" sz="2400" b="1" u="sng" dirty="0">
                <a:solidFill>
                  <a:srgbClr val="0033CC"/>
                </a:solidFill>
                <a:effectLst>
                  <a:outerShdw blurRad="38100" dist="38100" dir="2700000" algn="tl">
                    <a:srgbClr val="C0C0C0"/>
                  </a:outerShdw>
                </a:effectLst>
                <a:latin typeface="楷体_GB2312" pitchFamily="1" charset="-122"/>
                <a:ea typeface="楷体_GB2312" pitchFamily="1" charset="-122"/>
              </a:rPr>
              <a:t>、</a:t>
            </a:r>
            <a:r>
              <a:rPr lang="zh-CN" altLang="en-US" sz="2400" b="1" i="1" u="sng" dirty="0">
                <a:solidFill>
                  <a:srgbClr val="0033CC"/>
                </a:solidFill>
                <a:effectLst>
                  <a:outerShdw blurRad="38100" dist="38100" dir="2700000" algn="tl">
                    <a:srgbClr val="C0C0C0"/>
                  </a:outerShdw>
                </a:effectLst>
                <a:latin typeface="楷体_GB2312" pitchFamily="1" charset="-122"/>
                <a:ea typeface="楷体_GB2312" pitchFamily="1" charset="-122"/>
              </a:rPr>
              <a:t>灰度级分层</a:t>
            </a:r>
            <a:r>
              <a:rPr lang="zh-CN" altLang="en-US" sz="2400" b="1" dirty="0">
                <a:solidFill>
                  <a:srgbClr val="0033CC"/>
                </a:solidFill>
                <a:latin typeface="楷体_GB2312" pitchFamily="1" charset="-122"/>
                <a:ea typeface="楷体_GB2312" pitchFamily="1" charset="-122"/>
              </a:rPr>
              <a:t>：提高特定灰度范围的亮度  </a:t>
            </a:r>
          </a:p>
        </p:txBody>
      </p:sp>
      <p:sp>
        <p:nvSpPr>
          <p:cNvPr id="48131" name="Text Box 8">
            <a:extLst>
              <a:ext uri="{FF2B5EF4-FFF2-40B4-BE49-F238E27FC236}">
                <a16:creationId xmlns:a16="http://schemas.microsoft.com/office/drawing/2014/main" id="{2DD2975C-B1B8-4D05-B57F-99F678A7D5F9}"/>
              </a:ext>
            </a:extLst>
          </p:cNvPr>
          <p:cNvSpPr txBox="1">
            <a:spLocks noChangeArrowheads="1"/>
          </p:cNvSpPr>
          <p:nvPr/>
        </p:nvSpPr>
        <p:spPr bwMode="auto">
          <a:xfrm>
            <a:off x="323850" y="2852738"/>
            <a:ext cx="3405188" cy="337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lnSpc>
                <a:spcPct val="150000"/>
              </a:lnSpc>
              <a:spcBef>
                <a:spcPct val="0"/>
              </a:spcBef>
              <a:buClrTx/>
              <a:buSzTx/>
              <a:buFont typeface="Arial" panose="020B0604020202020204" pitchFamily="34" charset="0"/>
              <a:buNone/>
            </a:pPr>
            <a:r>
              <a:rPr lang="en-US" altLang="zh-CN" sz="2400" b="1">
                <a:latin typeface="楷体_GB2312" pitchFamily="1" charset="-122"/>
                <a:ea typeface="楷体_GB2312" pitchFamily="1" charset="-122"/>
              </a:rPr>
              <a:t>(a)</a:t>
            </a:r>
            <a:r>
              <a:rPr lang="zh-CN" altLang="en-US" sz="2400" b="1">
                <a:latin typeface="楷体_GB2312" pitchFamily="1" charset="-122"/>
                <a:ea typeface="楷体_GB2312" pitchFamily="1" charset="-122"/>
              </a:rPr>
              <a:t>加亮</a:t>
            </a:r>
            <a:r>
              <a:rPr lang="en-US" altLang="zh-CN" sz="2400" b="1">
                <a:latin typeface="楷体_GB2312" pitchFamily="1" charset="-122"/>
                <a:ea typeface="楷体_GB2312" pitchFamily="1" charset="-122"/>
              </a:rPr>
              <a:t>[A,B]</a:t>
            </a:r>
            <a:r>
              <a:rPr lang="zh-CN" altLang="en-US" sz="2400" b="1">
                <a:latin typeface="楷体_GB2312" pitchFamily="1" charset="-122"/>
                <a:ea typeface="楷体_GB2312" pitchFamily="1" charset="-122"/>
              </a:rPr>
              <a:t>范围</a:t>
            </a:r>
            <a:r>
              <a:rPr lang="en-US" altLang="zh-CN" sz="2400" b="1">
                <a:latin typeface="楷体_GB2312" pitchFamily="1" charset="-122"/>
                <a:ea typeface="楷体_GB2312" pitchFamily="1" charset="-122"/>
              </a:rPr>
              <a:t>,</a:t>
            </a:r>
            <a:r>
              <a:rPr lang="zh-CN" altLang="en-US" sz="2400" b="1">
                <a:latin typeface="楷体_GB2312" pitchFamily="1" charset="-122"/>
                <a:ea typeface="楷体_GB2312" pitchFamily="1" charset="-122"/>
              </a:rPr>
              <a:t>其他</a:t>
            </a:r>
          </a:p>
          <a:p>
            <a:pPr eaLnBrk="1" hangingPunct="1">
              <a:lnSpc>
                <a:spcPct val="150000"/>
              </a:lnSpc>
              <a:spcBef>
                <a:spcPct val="0"/>
              </a:spcBef>
              <a:buClrTx/>
              <a:buSzTx/>
              <a:buFont typeface="Arial" panose="020B0604020202020204" pitchFamily="34" charset="0"/>
              <a:buNone/>
            </a:pPr>
            <a:r>
              <a:rPr lang="zh-CN" altLang="en-US" sz="2400" b="1">
                <a:latin typeface="楷体_GB2312" pitchFamily="1" charset="-122"/>
                <a:ea typeface="楷体_GB2312" pitchFamily="1" charset="-122"/>
              </a:rPr>
              <a:t>   灰度减小为一恒定值</a:t>
            </a:r>
          </a:p>
          <a:p>
            <a:pPr eaLnBrk="1" hangingPunct="1">
              <a:lnSpc>
                <a:spcPct val="150000"/>
              </a:lnSpc>
              <a:spcBef>
                <a:spcPct val="0"/>
              </a:spcBef>
              <a:buClrTx/>
              <a:buSzTx/>
              <a:buFont typeface="Arial" panose="020B0604020202020204" pitchFamily="34" charset="0"/>
              <a:buNone/>
            </a:pPr>
            <a:r>
              <a:rPr lang="en-US" altLang="zh-CN" sz="2400" b="1">
                <a:latin typeface="楷体_GB2312" pitchFamily="1" charset="-122"/>
                <a:ea typeface="楷体_GB2312" pitchFamily="1" charset="-122"/>
              </a:rPr>
              <a:t>(b)</a:t>
            </a:r>
            <a:r>
              <a:rPr lang="zh-CN" altLang="en-US" sz="2400" b="1">
                <a:latin typeface="楷体_GB2312" pitchFamily="1" charset="-122"/>
                <a:ea typeface="楷体_GB2312" pitchFamily="1" charset="-122"/>
              </a:rPr>
              <a:t>加亮</a:t>
            </a:r>
            <a:r>
              <a:rPr lang="en-US" altLang="zh-CN" sz="2400" b="1">
                <a:latin typeface="楷体_GB2312" pitchFamily="1" charset="-122"/>
                <a:ea typeface="楷体_GB2312" pitchFamily="1" charset="-122"/>
              </a:rPr>
              <a:t>[A,B]</a:t>
            </a:r>
            <a:r>
              <a:rPr lang="zh-CN" altLang="en-US" sz="2400" b="1">
                <a:latin typeface="楷体_GB2312" pitchFamily="1" charset="-122"/>
                <a:ea typeface="楷体_GB2312" pitchFamily="1" charset="-122"/>
              </a:rPr>
              <a:t>范围</a:t>
            </a:r>
            <a:r>
              <a:rPr lang="en-US" altLang="zh-CN" sz="2400" b="1">
                <a:latin typeface="楷体_GB2312" pitchFamily="1" charset="-122"/>
                <a:ea typeface="楷体_GB2312" pitchFamily="1" charset="-122"/>
              </a:rPr>
              <a:t>,</a:t>
            </a:r>
            <a:r>
              <a:rPr lang="zh-CN" altLang="en-US" sz="2400" b="1">
                <a:latin typeface="楷体_GB2312" pitchFamily="1" charset="-122"/>
                <a:ea typeface="楷体_GB2312" pitchFamily="1" charset="-122"/>
              </a:rPr>
              <a:t>其他</a:t>
            </a:r>
          </a:p>
          <a:p>
            <a:pPr eaLnBrk="1" hangingPunct="1">
              <a:lnSpc>
                <a:spcPct val="150000"/>
              </a:lnSpc>
              <a:spcBef>
                <a:spcPct val="0"/>
              </a:spcBef>
              <a:buClrTx/>
              <a:buSzTx/>
              <a:buFont typeface="Arial" panose="020B0604020202020204" pitchFamily="34" charset="0"/>
              <a:buNone/>
            </a:pPr>
            <a:r>
              <a:rPr lang="zh-CN" altLang="en-US" sz="2400" b="1">
                <a:latin typeface="楷体_GB2312" pitchFamily="1" charset="-122"/>
                <a:ea typeface="楷体_GB2312" pitchFamily="1" charset="-122"/>
              </a:rPr>
              <a:t>   灰度级不变</a:t>
            </a:r>
          </a:p>
          <a:p>
            <a:pPr eaLnBrk="1" hangingPunct="1">
              <a:lnSpc>
                <a:spcPct val="150000"/>
              </a:lnSpc>
              <a:spcBef>
                <a:spcPct val="0"/>
              </a:spcBef>
              <a:buClrTx/>
              <a:buSzTx/>
              <a:buFont typeface="Arial" panose="020B0604020202020204" pitchFamily="34" charset="0"/>
              <a:buNone/>
            </a:pPr>
            <a:r>
              <a:rPr lang="en-US" altLang="zh-CN" sz="2400" b="1">
                <a:latin typeface="楷体_GB2312" pitchFamily="1" charset="-122"/>
                <a:ea typeface="楷体_GB2312" pitchFamily="1" charset="-122"/>
              </a:rPr>
              <a:t>(c)</a:t>
            </a:r>
            <a:r>
              <a:rPr lang="zh-CN" altLang="en-US" sz="2400" b="1">
                <a:latin typeface="楷体_GB2312" pitchFamily="1" charset="-122"/>
                <a:ea typeface="楷体_GB2312" pitchFamily="1" charset="-122"/>
              </a:rPr>
              <a:t>原图像</a:t>
            </a:r>
          </a:p>
          <a:p>
            <a:pPr eaLnBrk="1" hangingPunct="1">
              <a:lnSpc>
                <a:spcPct val="150000"/>
              </a:lnSpc>
              <a:spcBef>
                <a:spcPct val="0"/>
              </a:spcBef>
              <a:buClrTx/>
              <a:buSzTx/>
              <a:buFont typeface="Arial" panose="020B0604020202020204" pitchFamily="34" charset="0"/>
              <a:buNone/>
            </a:pPr>
            <a:r>
              <a:rPr lang="en-US" altLang="zh-CN" sz="2400" b="1">
                <a:latin typeface="楷体_GB2312" pitchFamily="1" charset="-122"/>
                <a:ea typeface="楷体_GB2312" pitchFamily="1" charset="-122"/>
              </a:rPr>
              <a:t>(d)</a:t>
            </a:r>
            <a:r>
              <a:rPr lang="zh-CN" altLang="en-US" sz="2400" b="1">
                <a:latin typeface="楷体_GB2312" pitchFamily="1" charset="-122"/>
                <a:ea typeface="楷体_GB2312" pitchFamily="1" charset="-122"/>
              </a:rPr>
              <a:t>使用</a:t>
            </a:r>
            <a:r>
              <a:rPr lang="en-US" altLang="zh-CN" sz="2400" b="1">
                <a:latin typeface="楷体_GB2312" pitchFamily="1" charset="-122"/>
                <a:ea typeface="楷体_GB2312" pitchFamily="1" charset="-122"/>
              </a:rPr>
              <a:t>(a)</a:t>
            </a:r>
            <a:r>
              <a:rPr lang="zh-CN" altLang="en-US" sz="2400" b="1">
                <a:latin typeface="楷体_GB2312" pitchFamily="1" charset="-122"/>
                <a:ea typeface="楷体_GB2312" pitchFamily="1" charset="-122"/>
              </a:rPr>
              <a:t>变换的结果</a:t>
            </a:r>
          </a:p>
        </p:txBody>
      </p:sp>
      <p:grpSp>
        <p:nvGrpSpPr>
          <p:cNvPr id="48132" name="Group 5">
            <a:extLst>
              <a:ext uri="{FF2B5EF4-FFF2-40B4-BE49-F238E27FC236}">
                <a16:creationId xmlns:a16="http://schemas.microsoft.com/office/drawing/2014/main" id="{16001AD6-4600-42A8-B912-926D1F2CB04B}"/>
              </a:ext>
            </a:extLst>
          </p:cNvPr>
          <p:cNvGrpSpPr>
            <a:grpSpLocks/>
          </p:cNvGrpSpPr>
          <p:nvPr/>
        </p:nvGrpSpPr>
        <p:grpSpPr bwMode="auto">
          <a:xfrm>
            <a:off x="3851275" y="1492250"/>
            <a:ext cx="5059363" cy="4933950"/>
            <a:chOff x="0" y="5"/>
            <a:chExt cx="3187" cy="3108"/>
          </a:xfrm>
        </p:grpSpPr>
        <p:pic>
          <p:nvPicPr>
            <p:cNvPr id="48141" name="Picture 2">
              <a:extLst>
                <a:ext uri="{FF2B5EF4-FFF2-40B4-BE49-F238E27FC236}">
                  <a16:creationId xmlns:a16="http://schemas.microsoft.com/office/drawing/2014/main" id="{AAA17AB9-B717-4FE3-A6D5-309820BB8A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
              <a:ext cx="3187" cy="2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42" name="Rectangle 9">
              <a:extLst>
                <a:ext uri="{FF2B5EF4-FFF2-40B4-BE49-F238E27FC236}">
                  <a16:creationId xmlns:a16="http://schemas.microsoft.com/office/drawing/2014/main" id="{2878750C-688B-43E0-A8BF-2AB2A38C971A}"/>
                </a:ext>
              </a:extLst>
            </p:cNvPr>
            <p:cNvSpPr>
              <a:spLocks noChangeArrowheads="1"/>
            </p:cNvSpPr>
            <p:nvPr/>
          </p:nvSpPr>
          <p:spPr bwMode="auto">
            <a:xfrm>
              <a:off x="739" y="1344"/>
              <a:ext cx="33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1800" b="1">
                  <a:solidFill>
                    <a:srgbClr val="FF0000"/>
                  </a:solidFill>
                  <a:latin typeface="楷体_GB2312" pitchFamily="1" charset="-122"/>
                  <a:ea typeface="楷体_GB2312" pitchFamily="1" charset="-122"/>
                </a:rPr>
                <a:t>(a)</a:t>
              </a:r>
            </a:p>
          </p:txBody>
        </p:sp>
        <p:sp>
          <p:nvSpPr>
            <p:cNvPr id="48143" name="Rectangle 10">
              <a:extLst>
                <a:ext uri="{FF2B5EF4-FFF2-40B4-BE49-F238E27FC236}">
                  <a16:creationId xmlns:a16="http://schemas.microsoft.com/office/drawing/2014/main" id="{9A3D7FC6-C354-4D9F-92A0-BDF194AC0829}"/>
                </a:ext>
              </a:extLst>
            </p:cNvPr>
            <p:cNvSpPr>
              <a:spLocks noChangeArrowheads="1"/>
            </p:cNvSpPr>
            <p:nvPr/>
          </p:nvSpPr>
          <p:spPr bwMode="auto">
            <a:xfrm>
              <a:off x="2131" y="1344"/>
              <a:ext cx="33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1800" b="1">
                  <a:solidFill>
                    <a:srgbClr val="FF0000"/>
                  </a:solidFill>
                  <a:latin typeface="楷体_GB2312" pitchFamily="1" charset="-122"/>
                  <a:ea typeface="楷体_GB2312" pitchFamily="1" charset="-122"/>
                </a:rPr>
                <a:t>(b)</a:t>
              </a:r>
            </a:p>
          </p:txBody>
        </p:sp>
        <p:sp>
          <p:nvSpPr>
            <p:cNvPr id="48144" name="Rectangle 11">
              <a:extLst>
                <a:ext uri="{FF2B5EF4-FFF2-40B4-BE49-F238E27FC236}">
                  <a16:creationId xmlns:a16="http://schemas.microsoft.com/office/drawing/2014/main" id="{7C19DE0D-B1C2-44AB-A950-B5CD1B2474F6}"/>
                </a:ext>
              </a:extLst>
            </p:cNvPr>
            <p:cNvSpPr>
              <a:spLocks noChangeArrowheads="1"/>
            </p:cNvSpPr>
            <p:nvPr/>
          </p:nvSpPr>
          <p:spPr bwMode="auto">
            <a:xfrm>
              <a:off x="755" y="2875"/>
              <a:ext cx="33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1800" b="1">
                  <a:solidFill>
                    <a:srgbClr val="FF0000"/>
                  </a:solidFill>
                  <a:latin typeface="楷体_GB2312" pitchFamily="1" charset="-122"/>
                  <a:ea typeface="楷体_GB2312" pitchFamily="1" charset="-122"/>
                </a:rPr>
                <a:t>(c)</a:t>
              </a:r>
            </a:p>
          </p:txBody>
        </p:sp>
        <p:sp>
          <p:nvSpPr>
            <p:cNvPr id="48145" name="Rectangle 12">
              <a:extLst>
                <a:ext uri="{FF2B5EF4-FFF2-40B4-BE49-F238E27FC236}">
                  <a16:creationId xmlns:a16="http://schemas.microsoft.com/office/drawing/2014/main" id="{6BFE2D57-86E8-4320-AE9B-3D93C62A3DB7}"/>
                </a:ext>
              </a:extLst>
            </p:cNvPr>
            <p:cNvSpPr>
              <a:spLocks noChangeArrowheads="1"/>
            </p:cNvSpPr>
            <p:nvPr/>
          </p:nvSpPr>
          <p:spPr bwMode="auto">
            <a:xfrm>
              <a:off x="2131" y="2882"/>
              <a:ext cx="33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1800" b="1">
                  <a:solidFill>
                    <a:srgbClr val="FF0000"/>
                  </a:solidFill>
                  <a:latin typeface="楷体_GB2312" pitchFamily="1" charset="-122"/>
                  <a:ea typeface="楷体_GB2312" pitchFamily="1" charset="-122"/>
                </a:rPr>
                <a:t>(d)</a:t>
              </a:r>
            </a:p>
          </p:txBody>
        </p:sp>
      </p:grpSp>
      <p:grpSp>
        <p:nvGrpSpPr>
          <p:cNvPr id="3" name="Group 12">
            <a:extLst>
              <a:ext uri="{FF2B5EF4-FFF2-40B4-BE49-F238E27FC236}">
                <a16:creationId xmlns:a16="http://schemas.microsoft.com/office/drawing/2014/main" id="{4CF6E936-604A-45D8-94D7-FCDE79D2F5F3}"/>
              </a:ext>
            </a:extLst>
          </p:cNvPr>
          <p:cNvGrpSpPr>
            <a:grpSpLocks/>
          </p:cNvGrpSpPr>
          <p:nvPr/>
        </p:nvGrpSpPr>
        <p:grpSpPr bwMode="auto">
          <a:xfrm>
            <a:off x="12700" y="1074738"/>
            <a:ext cx="4643438" cy="1152525"/>
            <a:chOff x="0" y="0"/>
            <a:chExt cx="2925" cy="726"/>
          </a:xfrm>
        </p:grpSpPr>
        <p:sp>
          <p:nvSpPr>
            <p:cNvPr id="48139" name="Text Box 18">
              <a:extLst>
                <a:ext uri="{FF2B5EF4-FFF2-40B4-BE49-F238E27FC236}">
                  <a16:creationId xmlns:a16="http://schemas.microsoft.com/office/drawing/2014/main" id="{27F80247-6790-4765-B253-DA97D4B5D130}"/>
                </a:ext>
              </a:extLst>
            </p:cNvPr>
            <p:cNvSpPr txBox="1">
              <a:spLocks noChangeArrowheads="1"/>
            </p:cNvSpPr>
            <p:nvPr/>
          </p:nvSpPr>
          <p:spPr bwMode="auto">
            <a:xfrm>
              <a:off x="0" y="0"/>
              <a:ext cx="2699" cy="237"/>
            </a:xfrm>
            <a:prstGeom prst="rect">
              <a:avLst/>
            </a:prstGeom>
            <a:solidFill>
              <a:schemeClr val="bg1"/>
            </a:solidFill>
            <a:ln w="9525">
              <a:solidFill>
                <a:srgbClr val="FF0000"/>
              </a:solidFill>
              <a:miter lim="800000"/>
              <a:headEnd/>
              <a:tailEnd/>
            </a:ln>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1800" b="1">
                  <a:latin typeface="Arial" panose="020B0604020202020204" pitchFamily="34" charset="0"/>
                </a:rPr>
                <a:t>特点：突出目标的轮廓，消除背景细节</a:t>
              </a:r>
            </a:p>
          </p:txBody>
        </p:sp>
        <p:sp>
          <p:nvSpPr>
            <p:cNvPr id="48140" name="Line 19">
              <a:extLst>
                <a:ext uri="{FF2B5EF4-FFF2-40B4-BE49-F238E27FC236}">
                  <a16:creationId xmlns:a16="http://schemas.microsoft.com/office/drawing/2014/main" id="{F870D66F-0EA2-4CB3-8483-8525FEBC5C13}"/>
                </a:ext>
              </a:extLst>
            </p:cNvPr>
            <p:cNvSpPr>
              <a:spLocks noChangeShapeType="1"/>
            </p:cNvSpPr>
            <p:nvPr/>
          </p:nvSpPr>
          <p:spPr bwMode="auto">
            <a:xfrm flipH="1" flipV="1">
              <a:off x="2562" y="91"/>
              <a:ext cx="363" cy="63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4" name="Group 15">
            <a:extLst>
              <a:ext uri="{FF2B5EF4-FFF2-40B4-BE49-F238E27FC236}">
                <a16:creationId xmlns:a16="http://schemas.microsoft.com/office/drawing/2014/main" id="{6C5A0963-DFBF-482D-A92D-BC52BEDCCC1F}"/>
              </a:ext>
            </a:extLst>
          </p:cNvPr>
          <p:cNvGrpSpPr>
            <a:grpSpLocks/>
          </p:cNvGrpSpPr>
          <p:nvPr/>
        </p:nvGrpSpPr>
        <p:grpSpPr bwMode="auto">
          <a:xfrm>
            <a:off x="4841875" y="812800"/>
            <a:ext cx="4284663" cy="1225550"/>
            <a:chOff x="0" y="0"/>
            <a:chExt cx="2699" cy="772"/>
          </a:xfrm>
        </p:grpSpPr>
        <p:sp>
          <p:nvSpPr>
            <p:cNvPr id="48137" name="Text Box 21">
              <a:extLst>
                <a:ext uri="{FF2B5EF4-FFF2-40B4-BE49-F238E27FC236}">
                  <a16:creationId xmlns:a16="http://schemas.microsoft.com/office/drawing/2014/main" id="{9D509F2A-189A-46D3-AE6A-075E704C48D8}"/>
                </a:ext>
              </a:extLst>
            </p:cNvPr>
            <p:cNvSpPr txBox="1">
              <a:spLocks noChangeArrowheads="1"/>
            </p:cNvSpPr>
            <p:nvPr/>
          </p:nvSpPr>
          <p:spPr bwMode="auto">
            <a:xfrm>
              <a:off x="0" y="0"/>
              <a:ext cx="2699" cy="237"/>
            </a:xfrm>
            <a:prstGeom prst="rect">
              <a:avLst/>
            </a:prstGeom>
            <a:solidFill>
              <a:schemeClr val="bg1"/>
            </a:solidFill>
            <a:ln w="9525">
              <a:solidFill>
                <a:srgbClr val="FF0000"/>
              </a:solidFill>
              <a:miter lim="800000"/>
              <a:headEnd/>
              <a:tailEnd/>
            </a:ln>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1800" b="1">
                  <a:latin typeface="Arial" panose="020B0604020202020204" pitchFamily="34" charset="0"/>
                </a:rPr>
                <a:t>特点：突出目标的轮廓，保留背景细节</a:t>
              </a:r>
            </a:p>
          </p:txBody>
        </p:sp>
        <p:sp>
          <p:nvSpPr>
            <p:cNvPr id="48138" name="Line 22">
              <a:extLst>
                <a:ext uri="{FF2B5EF4-FFF2-40B4-BE49-F238E27FC236}">
                  <a16:creationId xmlns:a16="http://schemas.microsoft.com/office/drawing/2014/main" id="{FC21A7A6-85E1-4BA8-8F31-2468DDFED116}"/>
                </a:ext>
              </a:extLst>
            </p:cNvPr>
            <p:cNvSpPr>
              <a:spLocks noChangeShapeType="1"/>
            </p:cNvSpPr>
            <p:nvPr/>
          </p:nvSpPr>
          <p:spPr bwMode="auto">
            <a:xfrm flipV="1">
              <a:off x="1951" y="182"/>
              <a:ext cx="182" cy="59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9" name="矩形 18">
            <a:extLst>
              <a:ext uri="{FF2B5EF4-FFF2-40B4-BE49-F238E27FC236}">
                <a16:creationId xmlns:a16="http://schemas.microsoft.com/office/drawing/2014/main" id="{7B3D6C20-01EB-47D5-8CCA-505ACD220AEC}"/>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48136" name="TextBox 23">
            <a:extLst>
              <a:ext uri="{FF2B5EF4-FFF2-40B4-BE49-F238E27FC236}">
                <a16:creationId xmlns:a16="http://schemas.microsoft.com/office/drawing/2014/main" id="{016B63AE-A0A8-4CAC-9D46-08BB49BD96CD}"/>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zh-CN" altLang="en-US" b="1">
                <a:solidFill>
                  <a:schemeClr val="bg1"/>
                </a:solidFill>
                <a:latin typeface="微软雅黑" panose="020B0503020204020204" pitchFamily="34" charset="-122"/>
                <a:ea typeface="微软雅黑" panose="020B0503020204020204" pitchFamily="34" charset="-122"/>
              </a:rPr>
              <a:t>分段线性变换</a:t>
            </a:r>
            <a:r>
              <a:rPr lang="en-US" altLang="zh-CN" b="1">
                <a:solidFill>
                  <a:schemeClr val="bg1"/>
                </a:solidFill>
                <a:latin typeface="微软雅黑" panose="020B0503020204020204" pitchFamily="34" charset="-122"/>
                <a:ea typeface="微软雅黑" panose="020B0503020204020204" pitchFamily="34" charset="-122"/>
              </a:rPr>
              <a:t>-</a:t>
            </a:r>
            <a:r>
              <a:rPr lang="zh-CN" altLang="en-US" b="1">
                <a:solidFill>
                  <a:schemeClr val="bg1"/>
                </a:solidFill>
                <a:latin typeface="微软雅黑" panose="020B0503020204020204" pitchFamily="34" charset="-122"/>
                <a:ea typeface="微软雅黑" panose="020B0503020204020204" pitchFamily="34" charset="-122"/>
              </a:rPr>
              <a:t>灰度级分层</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a:extLst>
              <a:ext uri="{FF2B5EF4-FFF2-40B4-BE49-F238E27FC236}">
                <a16:creationId xmlns:a16="http://schemas.microsoft.com/office/drawing/2014/main" id="{B0CDBA50-EDCC-4BCE-87F2-C01E18455F89}"/>
              </a:ext>
            </a:extLst>
          </p:cNvPr>
          <p:cNvSpPr>
            <a:spLocks noGrp="1" noChangeArrowheads="1"/>
          </p:cNvSpPr>
          <p:nvPr>
            <p:ph idx="4294967295"/>
          </p:nvPr>
        </p:nvSpPr>
        <p:spPr>
          <a:xfrm>
            <a:off x="0" y="890588"/>
            <a:ext cx="9144000" cy="1249362"/>
          </a:xfrm>
          <a:solidFill>
            <a:schemeClr val="bg1"/>
          </a:solidFill>
        </p:spPr>
        <p:txBody>
          <a:bodyPr>
            <a:normAutofit/>
          </a:bodyPr>
          <a:lstStyle/>
          <a:p>
            <a:pPr marL="274320" indent="0" algn="just" eaLnBrk="1" fontAlgn="auto" hangingPunct="1">
              <a:lnSpc>
                <a:spcPct val="110000"/>
              </a:lnSpc>
              <a:spcAft>
                <a:spcPts val="0"/>
              </a:spcAft>
              <a:buClr>
                <a:schemeClr val="accent3"/>
              </a:buClr>
              <a:buFont typeface="Wingdings" pitchFamily="2" charset="2"/>
              <a:buNone/>
              <a:defRPr/>
            </a:pPr>
            <a:r>
              <a:rPr lang="zh-CN" altLang="en-US" sz="2000" b="1" dirty="0">
                <a:solidFill>
                  <a:srgbClr val="000000"/>
                </a:solidFill>
                <a:latin typeface="楷体_GB2312" pitchFamily="1" charset="-122"/>
                <a:ea typeface="楷体_GB2312" pitchFamily="1" charset="-122"/>
              </a:rPr>
              <a:t>把数字图像分解成为位平面，（</a:t>
            </a:r>
            <a:r>
              <a:rPr lang="zh-CN" altLang="en-US" sz="2000" b="1" dirty="0">
                <a:solidFill>
                  <a:srgbClr val="0033CC"/>
                </a:solidFill>
                <a:effectLst>
                  <a:outerShdw blurRad="38100" dist="38100" dir="2700000" algn="tl">
                    <a:srgbClr val="C0C0C0"/>
                  </a:outerShdw>
                </a:effectLst>
                <a:latin typeface="楷体_GB2312" pitchFamily="1" charset="-122"/>
                <a:ea typeface="楷体_GB2312" pitchFamily="1" charset="-122"/>
              </a:rPr>
              <a:t>每一个位平面可以处理为一幅二值图像</a:t>
            </a:r>
            <a:r>
              <a:rPr lang="zh-CN" altLang="en-US" sz="2000" b="1" dirty="0">
                <a:solidFill>
                  <a:srgbClr val="9900FF"/>
                </a:solidFill>
                <a:effectLst>
                  <a:outerShdw blurRad="38100" dist="38100" dir="2700000" algn="tl">
                    <a:srgbClr val="C0C0C0"/>
                  </a:outerShdw>
                </a:effectLst>
                <a:latin typeface="楷体_GB2312" pitchFamily="1" charset="-122"/>
                <a:ea typeface="楷体_GB2312" pitchFamily="1" charset="-122"/>
              </a:rPr>
              <a:t>）</a:t>
            </a:r>
            <a:r>
              <a:rPr lang="zh-CN" altLang="en-US" sz="2000" b="1" dirty="0">
                <a:solidFill>
                  <a:srgbClr val="000000"/>
                </a:solidFill>
                <a:latin typeface="楷体_GB2312" pitchFamily="1" charset="-122"/>
                <a:ea typeface="楷体_GB2312" pitchFamily="1" charset="-122"/>
              </a:rPr>
              <a:t>对于分析每一位平面在图像中的相对重要性是有用的。（高阶位如前</a:t>
            </a:r>
            <a:r>
              <a:rPr lang="en-US" sz="2000" b="1" dirty="0">
                <a:solidFill>
                  <a:srgbClr val="000000"/>
                </a:solidFill>
                <a:latin typeface="楷体_GB2312" pitchFamily="1" charset="-122"/>
                <a:ea typeface="楷体_GB2312" pitchFamily="1" charset="-122"/>
              </a:rPr>
              <a:t>4</a:t>
            </a:r>
            <a:r>
              <a:rPr lang="zh-CN" altLang="en-US" sz="2000" b="1" dirty="0">
                <a:solidFill>
                  <a:srgbClr val="000000"/>
                </a:solidFill>
                <a:latin typeface="楷体_GB2312" pitchFamily="1" charset="-122"/>
                <a:ea typeface="楷体_GB2312" pitchFamily="1" charset="-122"/>
              </a:rPr>
              <a:t>位包含视觉上很重要的大多数数据；其它位对图像中的更多微小细节有作用</a:t>
            </a:r>
            <a:r>
              <a:rPr lang="zh-CN" altLang="en-US" b="1" dirty="0">
                <a:solidFill>
                  <a:srgbClr val="000000"/>
                </a:solidFill>
                <a:latin typeface="楷体_GB2312" pitchFamily="1" charset="-122"/>
                <a:ea typeface="楷体_GB2312" pitchFamily="1" charset="-122"/>
              </a:rPr>
              <a:t>）</a:t>
            </a:r>
          </a:p>
        </p:txBody>
      </p:sp>
      <p:sp>
        <p:nvSpPr>
          <p:cNvPr id="49155" name="Text Box 8">
            <a:extLst>
              <a:ext uri="{FF2B5EF4-FFF2-40B4-BE49-F238E27FC236}">
                <a16:creationId xmlns:a16="http://schemas.microsoft.com/office/drawing/2014/main" id="{6770F7DA-0D9B-4CFC-A186-A9C99A1474D3}"/>
              </a:ext>
            </a:extLst>
          </p:cNvPr>
          <p:cNvSpPr txBox="1">
            <a:spLocks noChangeArrowheads="1"/>
          </p:cNvSpPr>
          <p:nvPr/>
        </p:nvSpPr>
        <p:spPr bwMode="auto">
          <a:xfrm>
            <a:off x="179388" y="2420938"/>
            <a:ext cx="871378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2000" b="1">
                <a:latin typeface="楷体_GB2312" pitchFamily="1" charset="-122"/>
                <a:ea typeface="楷体_GB2312" pitchFamily="1" charset="-122"/>
              </a:rPr>
              <a:t>例如每个象素点的灰度值用</a:t>
            </a:r>
            <a:r>
              <a:rPr lang="en-US" altLang="zh-CN" sz="2000" b="1">
                <a:latin typeface="楷体_GB2312" pitchFamily="1" charset="-122"/>
                <a:ea typeface="楷体_GB2312" pitchFamily="1" charset="-122"/>
              </a:rPr>
              <a:t>8bit</a:t>
            </a:r>
            <a:r>
              <a:rPr lang="zh-CN" altLang="en-US" sz="2000" b="1">
                <a:latin typeface="楷体_GB2312" pitchFamily="1" charset="-122"/>
                <a:ea typeface="楷体_GB2312" pitchFamily="1" charset="-122"/>
              </a:rPr>
              <a:t>表示，假如某像素点的灰度值为</a:t>
            </a:r>
            <a:r>
              <a:rPr lang="en-US" altLang="zh-CN" sz="2000" b="1">
                <a:latin typeface="楷体_GB2312" pitchFamily="1" charset="-122"/>
                <a:ea typeface="楷体_GB2312" pitchFamily="1" charset="-122"/>
              </a:rPr>
              <a:t>00100010,</a:t>
            </a:r>
            <a:r>
              <a:rPr lang="zh-CN" altLang="en-US" sz="2000" b="1">
                <a:latin typeface="楷体_GB2312" pitchFamily="1" charset="-122"/>
                <a:ea typeface="楷体_GB2312" pitchFamily="1" charset="-122"/>
              </a:rPr>
              <a:t>分解处理 如下</a:t>
            </a:r>
            <a:r>
              <a:rPr lang="en-US" altLang="zh-CN" sz="2000" b="1">
                <a:latin typeface="楷体_GB2312" pitchFamily="1" charset="-122"/>
                <a:ea typeface="楷体_GB2312" pitchFamily="1" charset="-122"/>
              </a:rPr>
              <a:t>: </a:t>
            </a:r>
          </a:p>
        </p:txBody>
      </p:sp>
      <p:graphicFrame>
        <p:nvGraphicFramePr>
          <p:cNvPr id="49156" name="Object 5">
            <a:extLst>
              <a:ext uri="{FF2B5EF4-FFF2-40B4-BE49-F238E27FC236}">
                <a16:creationId xmlns:a16="http://schemas.microsoft.com/office/drawing/2014/main" id="{C3D33CFD-98F3-41EA-9658-14CE2D906E99}"/>
              </a:ext>
            </a:extLst>
          </p:cNvPr>
          <p:cNvGraphicFramePr>
            <a:graphicFrameLocks noChangeAspect="1"/>
          </p:cNvGraphicFramePr>
          <p:nvPr/>
        </p:nvGraphicFramePr>
        <p:xfrm>
          <a:off x="1116013" y="3141663"/>
          <a:ext cx="6648450" cy="431800"/>
        </p:xfrm>
        <a:graphic>
          <a:graphicData uri="http://schemas.openxmlformats.org/presentationml/2006/ole">
            <mc:AlternateContent xmlns:mc="http://schemas.openxmlformats.org/markup-compatibility/2006">
              <mc:Choice xmlns:v="urn:schemas-microsoft-com:vml" Requires="v">
                <p:oleObj spid="_x0000_s49178" r:id="rId3" imgW="2063565" imgH="126912" progId="Equation.3">
                  <p:embed/>
                </p:oleObj>
              </mc:Choice>
              <mc:Fallback>
                <p:oleObj r:id="rId3" imgW="2063565" imgH="126912"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3141663"/>
                        <a:ext cx="664845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6">
            <a:extLst>
              <a:ext uri="{FF2B5EF4-FFF2-40B4-BE49-F238E27FC236}">
                <a16:creationId xmlns:a16="http://schemas.microsoft.com/office/drawing/2014/main" id="{C4ED3FB9-EE7C-40FC-9FBC-0464A126385D}"/>
              </a:ext>
            </a:extLst>
          </p:cNvPr>
          <p:cNvGrpSpPr>
            <a:grpSpLocks/>
          </p:cNvGrpSpPr>
          <p:nvPr/>
        </p:nvGrpSpPr>
        <p:grpSpPr bwMode="auto">
          <a:xfrm>
            <a:off x="539750" y="3500438"/>
            <a:ext cx="7656513" cy="2613025"/>
            <a:chOff x="0" y="0"/>
            <a:chExt cx="4823" cy="1646"/>
          </a:xfrm>
        </p:grpSpPr>
        <p:graphicFrame>
          <p:nvGraphicFramePr>
            <p:cNvPr id="49162" name="Object 7">
              <a:extLst>
                <a:ext uri="{FF2B5EF4-FFF2-40B4-BE49-F238E27FC236}">
                  <a16:creationId xmlns:a16="http://schemas.microsoft.com/office/drawing/2014/main" id="{32C640BB-A232-43B2-84D8-9CA553506058}"/>
                </a:ext>
              </a:extLst>
            </p:cNvPr>
            <p:cNvGraphicFramePr>
              <a:graphicFrameLocks noChangeAspect="1"/>
            </p:cNvGraphicFramePr>
            <p:nvPr/>
          </p:nvGraphicFramePr>
          <p:xfrm>
            <a:off x="3901" y="123"/>
            <a:ext cx="922" cy="207"/>
          </p:xfrm>
          <a:graphic>
            <a:graphicData uri="http://schemas.openxmlformats.org/presentationml/2006/ole">
              <mc:AlternateContent xmlns:mc="http://schemas.openxmlformats.org/markup-compatibility/2006">
                <mc:Choice xmlns:v="urn:schemas-microsoft-com:vml" Requires="v">
                  <p:oleObj spid="_x0000_s49179" r:id="rId5" imgW="838200" imgH="203200" progId="Equation.3">
                    <p:embed/>
                  </p:oleObj>
                </mc:Choice>
                <mc:Fallback>
                  <p:oleObj r:id="rId5" imgW="838200" imgH="2032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01" y="123"/>
                          <a:ext cx="922" cy="2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163" name="Object 8">
              <a:extLst>
                <a:ext uri="{FF2B5EF4-FFF2-40B4-BE49-F238E27FC236}">
                  <a16:creationId xmlns:a16="http://schemas.microsoft.com/office/drawing/2014/main" id="{BA7F52D9-EA33-483D-9E20-13E53D652428}"/>
                </a:ext>
              </a:extLst>
            </p:cNvPr>
            <p:cNvGraphicFramePr>
              <a:graphicFrameLocks noChangeAspect="1"/>
            </p:cNvGraphicFramePr>
            <p:nvPr/>
          </p:nvGraphicFramePr>
          <p:xfrm>
            <a:off x="3311" y="259"/>
            <a:ext cx="922" cy="207"/>
          </p:xfrm>
          <a:graphic>
            <a:graphicData uri="http://schemas.openxmlformats.org/presentationml/2006/ole">
              <mc:AlternateContent xmlns:mc="http://schemas.openxmlformats.org/markup-compatibility/2006">
                <mc:Choice xmlns:v="urn:schemas-microsoft-com:vml" Requires="v">
                  <p:oleObj spid="_x0000_s49180" r:id="rId7" imgW="838200" imgH="203200" progId="Equation.3">
                    <p:embed/>
                  </p:oleObj>
                </mc:Choice>
                <mc:Fallback>
                  <p:oleObj r:id="rId7" imgW="838200" imgH="2032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11" y="259"/>
                          <a:ext cx="922" cy="2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164" name="Object 9">
              <a:extLst>
                <a:ext uri="{FF2B5EF4-FFF2-40B4-BE49-F238E27FC236}">
                  <a16:creationId xmlns:a16="http://schemas.microsoft.com/office/drawing/2014/main" id="{C49015A9-0E8B-4DBB-A855-5A2C48544E69}"/>
                </a:ext>
              </a:extLst>
            </p:cNvPr>
            <p:cNvGraphicFramePr>
              <a:graphicFrameLocks noChangeAspect="1"/>
            </p:cNvGraphicFramePr>
            <p:nvPr/>
          </p:nvGraphicFramePr>
          <p:xfrm>
            <a:off x="2768" y="486"/>
            <a:ext cx="921" cy="207"/>
          </p:xfrm>
          <a:graphic>
            <a:graphicData uri="http://schemas.openxmlformats.org/presentationml/2006/ole">
              <mc:AlternateContent xmlns:mc="http://schemas.openxmlformats.org/markup-compatibility/2006">
                <mc:Choice xmlns:v="urn:schemas-microsoft-com:vml" Requires="v">
                  <p:oleObj spid="_x0000_s49181" r:id="rId9" imgW="838200" imgH="203200" progId="Equation.3">
                    <p:embed/>
                  </p:oleObj>
                </mc:Choice>
                <mc:Fallback>
                  <p:oleObj r:id="rId9" imgW="838200" imgH="203200"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68" y="486"/>
                          <a:ext cx="921" cy="2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165" name="Object 10">
              <a:extLst>
                <a:ext uri="{FF2B5EF4-FFF2-40B4-BE49-F238E27FC236}">
                  <a16:creationId xmlns:a16="http://schemas.microsoft.com/office/drawing/2014/main" id="{85410AB7-CA8B-43F0-BF5B-D5E4D9F4346D}"/>
                </a:ext>
              </a:extLst>
            </p:cNvPr>
            <p:cNvGraphicFramePr>
              <a:graphicFrameLocks noChangeAspect="1"/>
            </p:cNvGraphicFramePr>
            <p:nvPr/>
          </p:nvGraphicFramePr>
          <p:xfrm>
            <a:off x="1679" y="849"/>
            <a:ext cx="921" cy="207"/>
          </p:xfrm>
          <a:graphic>
            <a:graphicData uri="http://schemas.openxmlformats.org/presentationml/2006/ole">
              <mc:AlternateContent xmlns:mc="http://schemas.openxmlformats.org/markup-compatibility/2006">
                <mc:Choice xmlns:v="urn:schemas-microsoft-com:vml" Requires="v">
                  <p:oleObj spid="_x0000_s49182" r:id="rId11" imgW="838200" imgH="203200" progId="Equation.3">
                    <p:embed/>
                  </p:oleObj>
                </mc:Choice>
                <mc:Fallback>
                  <p:oleObj r:id="rId11" imgW="838200" imgH="203200" progId="Equation.3">
                    <p:embed/>
                    <p:pic>
                      <p:nvPicPr>
                        <p:cNvPr id="0" name="Object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79" y="849"/>
                          <a:ext cx="921" cy="2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166" name="Object 11">
              <a:extLst>
                <a:ext uri="{FF2B5EF4-FFF2-40B4-BE49-F238E27FC236}">
                  <a16:creationId xmlns:a16="http://schemas.microsoft.com/office/drawing/2014/main" id="{8A9F0226-662D-4A84-B18C-7CA6FADE18DF}"/>
                </a:ext>
              </a:extLst>
            </p:cNvPr>
            <p:cNvGraphicFramePr>
              <a:graphicFrameLocks noChangeAspect="1"/>
            </p:cNvGraphicFramePr>
            <p:nvPr/>
          </p:nvGraphicFramePr>
          <p:xfrm>
            <a:off x="2177" y="713"/>
            <a:ext cx="922" cy="207"/>
          </p:xfrm>
          <a:graphic>
            <a:graphicData uri="http://schemas.openxmlformats.org/presentationml/2006/ole">
              <mc:AlternateContent xmlns:mc="http://schemas.openxmlformats.org/markup-compatibility/2006">
                <mc:Choice xmlns:v="urn:schemas-microsoft-com:vml" Requires="v">
                  <p:oleObj spid="_x0000_s49183" r:id="rId13" imgW="838200" imgH="203200" progId="Equation.3">
                    <p:embed/>
                  </p:oleObj>
                </mc:Choice>
                <mc:Fallback>
                  <p:oleObj r:id="rId13" imgW="838200" imgH="203200" progId="Equation.3">
                    <p:embed/>
                    <p:pic>
                      <p:nvPicPr>
                        <p:cNvPr id="0" name="Object 1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177" y="713"/>
                          <a:ext cx="922" cy="2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167" name="Object 12">
              <a:extLst>
                <a:ext uri="{FF2B5EF4-FFF2-40B4-BE49-F238E27FC236}">
                  <a16:creationId xmlns:a16="http://schemas.microsoft.com/office/drawing/2014/main" id="{3D39F633-AAE5-4748-B0FA-4357A4913355}"/>
                </a:ext>
              </a:extLst>
            </p:cNvPr>
            <p:cNvGraphicFramePr>
              <a:graphicFrameLocks noChangeAspect="1"/>
            </p:cNvGraphicFramePr>
            <p:nvPr/>
          </p:nvGraphicFramePr>
          <p:xfrm>
            <a:off x="1047" y="1076"/>
            <a:ext cx="1005" cy="207"/>
          </p:xfrm>
          <a:graphic>
            <a:graphicData uri="http://schemas.openxmlformats.org/presentationml/2006/ole">
              <mc:AlternateContent xmlns:mc="http://schemas.openxmlformats.org/markup-compatibility/2006">
                <mc:Choice xmlns:v="urn:schemas-microsoft-com:vml" Requires="v">
                  <p:oleObj spid="_x0000_s49184" r:id="rId15" imgW="914797" imgH="203288" progId="Equation.3">
                    <p:embed/>
                  </p:oleObj>
                </mc:Choice>
                <mc:Fallback>
                  <p:oleObj r:id="rId15" imgW="914797" imgH="203288" progId="Equation.3">
                    <p:embed/>
                    <p:pic>
                      <p:nvPicPr>
                        <p:cNvPr id="0" name="Object 1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47" y="1076"/>
                          <a:ext cx="1005" cy="2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168" name="Object 13">
              <a:extLst>
                <a:ext uri="{FF2B5EF4-FFF2-40B4-BE49-F238E27FC236}">
                  <a16:creationId xmlns:a16="http://schemas.microsoft.com/office/drawing/2014/main" id="{60F27033-680D-4643-88EA-DB9094BA267E}"/>
                </a:ext>
              </a:extLst>
            </p:cNvPr>
            <p:cNvGraphicFramePr>
              <a:graphicFrameLocks noChangeAspect="1"/>
            </p:cNvGraphicFramePr>
            <p:nvPr/>
          </p:nvGraphicFramePr>
          <p:xfrm>
            <a:off x="0" y="1439"/>
            <a:ext cx="922" cy="207"/>
          </p:xfrm>
          <a:graphic>
            <a:graphicData uri="http://schemas.openxmlformats.org/presentationml/2006/ole">
              <mc:AlternateContent xmlns:mc="http://schemas.openxmlformats.org/markup-compatibility/2006">
                <mc:Choice xmlns:v="urn:schemas-microsoft-com:vml" Requires="v">
                  <p:oleObj spid="_x0000_s49185" r:id="rId17" imgW="838200" imgH="203200" progId="Equation.3">
                    <p:embed/>
                  </p:oleObj>
                </mc:Choice>
                <mc:Fallback>
                  <p:oleObj r:id="rId17" imgW="838200" imgH="203200" progId="Equation.3">
                    <p:embed/>
                    <p:pic>
                      <p:nvPicPr>
                        <p:cNvPr id="0" name="Object 1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0" y="1439"/>
                          <a:ext cx="922" cy="2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169" name="Object 14">
              <a:extLst>
                <a:ext uri="{FF2B5EF4-FFF2-40B4-BE49-F238E27FC236}">
                  <a16:creationId xmlns:a16="http://schemas.microsoft.com/office/drawing/2014/main" id="{520E86C4-603B-432A-975F-5424A0081034}"/>
                </a:ext>
              </a:extLst>
            </p:cNvPr>
            <p:cNvGraphicFramePr>
              <a:graphicFrameLocks noChangeAspect="1"/>
            </p:cNvGraphicFramePr>
            <p:nvPr/>
          </p:nvGraphicFramePr>
          <p:xfrm>
            <a:off x="499" y="1213"/>
            <a:ext cx="922" cy="206"/>
          </p:xfrm>
          <a:graphic>
            <a:graphicData uri="http://schemas.openxmlformats.org/presentationml/2006/ole">
              <mc:AlternateContent xmlns:mc="http://schemas.openxmlformats.org/markup-compatibility/2006">
                <mc:Choice xmlns:v="urn:schemas-microsoft-com:vml" Requires="v">
                  <p:oleObj spid="_x0000_s49186" r:id="rId19" imgW="838200" imgH="203200" progId="Equation.3">
                    <p:embed/>
                  </p:oleObj>
                </mc:Choice>
                <mc:Fallback>
                  <p:oleObj r:id="rId19" imgW="838200" imgH="203200" progId="Equation.3">
                    <p:embed/>
                    <p:pic>
                      <p:nvPicPr>
                        <p:cNvPr id="0" name="Object 1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99" y="1213"/>
                          <a:ext cx="922" cy="2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170" name="Line 34">
              <a:extLst>
                <a:ext uri="{FF2B5EF4-FFF2-40B4-BE49-F238E27FC236}">
                  <a16:creationId xmlns:a16="http://schemas.microsoft.com/office/drawing/2014/main" id="{917AF471-EE60-4B3B-94F8-109713CBA0CC}"/>
                </a:ext>
              </a:extLst>
            </p:cNvPr>
            <p:cNvSpPr>
              <a:spLocks noChangeShapeType="1"/>
            </p:cNvSpPr>
            <p:nvPr/>
          </p:nvSpPr>
          <p:spPr bwMode="auto">
            <a:xfrm>
              <a:off x="460" y="46"/>
              <a:ext cx="0" cy="1406"/>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71" name="Line 35">
              <a:extLst>
                <a:ext uri="{FF2B5EF4-FFF2-40B4-BE49-F238E27FC236}">
                  <a16:creationId xmlns:a16="http://schemas.microsoft.com/office/drawing/2014/main" id="{68457171-206D-447A-8700-E849CC2686AA}"/>
                </a:ext>
              </a:extLst>
            </p:cNvPr>
            <p:cNvSpPr>
              <a:spLocks noChangeShapeType="1"/>
            </p:cNvSpPr>
            <p:nvPr/>
          </p:nvSpPr>
          <p:spPr bwMode="auto">
            <a:xfrm>
              <a:off x="1005" y="46"/>
              <a:ext cx="0" cy="1179"/>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72" name="Line 36">
              <a:extLst>
                <a:ext uri="{FF2B5EF4-FFF2-40B4-BE49-F238E27FC236}">
                  <a16:creationId xmlns:a16="http://schemas.microsoft.com/office/drawing/2014/main" id="{DDAE7167-2343-4C2F-A88C-BE6FB4B9502C}"/>
                </a:ext>
              </a:extLst>
            </p:cNvPr>
            <p:cNvSpPr>
              <a:spLocks noChangeShapeType="1"/>
            </p:cNvSpPr>
            <p:nvPr/>
          </p:nvSpPr>
          <p:spPr bwMode="auto">
            <a:xfrm>
              <a:off x="1549" y="92"/>
              <a:ext cx="0" cy="104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73" name="Line 37">
              <a:extLst>
                <a:ext uri="{FF2B5EF4-FFF2-40B4-BE49-F238E27FC236}">
                  <a16:creationId xmlns:a16="http://schemas.microsoft.com/office/drawing/2014/main" id="{C0B94CA6-4CB3-4E80-BD02-75DA3CD0B740}"/>
                </a:ext>
              </a:extLst>
            </p:cNvPr>
            <p:cNvSpPr>
              <a:spLocks noChangeShapeType="1"/>
            </p:cNvSpPr>
            <p:nvPr/>
          </p:nvSpPr>
          <p:spPr bwMode="auto">
            <a:xfrm>
              <a:off x="2093" y="46"/>
              <a:ext cx="0" cy="816"/>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74" name="Line 38">
              <a:extLst>
                <a:ext uri="{FF2B5EF4-FFF2-40B4-BE49-F238E27FC236}">
                  <a16:creationId xmlns:a16="http://schemas.microsoft.com/office/drawing/2014/main" id="{180A9851-1D6A-49AB-B341-D07B0CB7F711}"/>
                </a:ext>
              </a:extLst>
            </p:cNvPr>
            <p:cNvSpPr>
              <a:spLocks noChangeShapeType="1"/>
            </p:cNvSpPr>
            <p:nvPr/>
          </p:nvSpPr>
          <p:spPr bwMode="auto">
            <a:xfrm>
              <a:off x="2638" y="46"/>
              <a:ext cx="0" cy="68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75" name="Line 39">
              <a:extLst>
                <a:ext uri="{FF2B5EF4-FFF2-40B4-BE49-F238E27FC236}">
                  <a16:creationId xmlns:a16="http://schemas.microsoft.com/office/drawing/2014/main" id="{A6B0D283-3F70-4408-AD95-83D96B992762}"/>
                </a:ext>
              </a:extLst>
            </p:cNvPr>
            <p:cNvSpPr>
              <a:spLocks noChangeShapeType="1"/>
            </p:cNvSpPr>
            <p:nvPr/>
          </p:nvSpPr>
          <p:spPr bwMode="auto">
            <a:xfrm>
              <a:off x="3182" y="46"/>
              <a:ext cx="0" cy="453"/>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76" name="Line 40">
              <a:extLst>
                <a:ext uri="{FF2B5EF4-FFF2-40B4-BE49-F238E27FC236}">
                  <a16:creationId xmlns:a16="http://schemas.microsoft.com/office/drawing/2014/main" id="{32FA7E92-B7F7-4959-9600-C130763B0316}"/>
                </a:ext>
              </a:extLst>
            </p:cNvPr>
            <p:cNvSpPr>
              <a:spLocks noChangeShapeType="1"/>
            </p:cNvSpPr>
            <p:nvPr/>
          </p:nvSpPr>
          <p:spPr bwMode="auto">
            <a:xfrm>
              <a:off x="3726" y="0"/>
              <a:ext cx="0" cy="27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77" name="Line 41">
              <a:extLst>
                <a:ext uri="{FF2B5EF4-FFF2-40B4-BE49-F238E27FC236}">
                  <a16:creationId xmlns:a16="http://schemas.microsoft.com/office/drawing/2014/main" id="{DD817E32-8F43-45BF-B3E0-083FABED35E3}"/>
                </a:ext>
              </a:extLst>
            </p:cNvPr>
            <p:cNvSpPr>
              <a:spLocks noChangeShapeType="1"/>
            </p:cNvSpPr>
            <p:nvPr/>
          </p:nvSpPr>
          <p:spPr bwMode="auto">
            <a:xfrm>
              <a:off x="4271" y="0"/>
              <a:ext cx="0" cy="136"/>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8695" name="Text Box 43">
            <a:extLst>
              <a:ext uri="{FF2B5EF4-FFF2-40B4-BE49-F238E27FC236}">
                <a16:creationId xmlns:a16="http://schemas.microsoft.com/office/drawing/2014/main" id="{EBD7F625-C343-4E3F-976B-990FE493D5BE}"/>
              </a:ext>
            </a:extLst>
          </p:cNvPr>
          <p:cNvSpPr txBox="1">
            <a:spLocks noChangeArrowheads="1"/>
          </p:cNvSpPr>
          <p:nvPr/>
        </p:nvSpPr>
        <p:spPr bwMode="auto">
          <a:xfrm>
            <a:off x="4859338" y="5084763"/>
            <a:ext cx="3851275" cy="1552575"/>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2400" b="1">
                <a:latin typeface="楷体_GB2312" pitchFamily="1" charset="-122"/>
                <a:ea typeface="楷体_GB2312" pitchFamily="1" charset="-122"/>
              </a:rPr>
              <a:t>这样这个位置的像素，就分解成了</a:t>
            </a:r>
            <a:r>
              <a:rPr lang="en-US" altLang="zh-CN" sz="2400" b="1">
                <a:latin typeface="楷体_GB2312" pitchFamily="1" charset="-122"/>
                <a:ea typeface="楷体_GB2312" pitchFamily="1" charset="-122"/>
              </a:rPr>
              <a:t>8</a:t>
            </a:r>
            <a:r>
              <a:rPr lang="zh-CN" altLang="en-US" sz="2400" b="1">
                <a:latin typeface="楷体_GB2312" pitchFamily="1" charset="-122"/>
                <a:ea typeface="楷体_GB2312" pitchFamily="1" charset="-122"/>
              </a:rPr>
              <a:t>部分，各部分的值转成十进制就是该点在该位平面上的灰度值。</a:t>
            </a:r>
          </a:p>
        </p:txBody>
      </p:sp>
      <p:sp>
        <p:nvSpPr>
          <p:cNvPr id="26" name="矩形 25">
            <a:extLst>
              <a:ext uri="{FF2B5EF4-FFF2-40B4-BE49-F238E27FC236}">
                <a16:creationId xmlns:a16="http://schemas.microsoft.com/office/drawing/2014/main" id="{2705D083-B893-41C9-97F0-50C6F603054A}"/>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49160" name="TextBox 23">
            <a:extLst>
              <a:ext uri="{FF2B5EF4-FFF2-40B4-BE49-F238E27FC236}">
                <a16:creationId xmlns:a16="http://schemas.microsoft.com/office/drawing/2014/main" id="{508EF536-C818-4E17-829D-CEB15B98670D}"/>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zh-CN" altLang="en-US" b="1">
                <a:solidFill>
                  <a:schemeClr val="bg1"/>
                </a:solidFill>
                <a:latin typeface="微软雅黑" panose="020B0503020204020204" pitchFamily="34" charset="-122"/>
                <a:ea typeface="微软雅黑" panose="020B0503020204020204" pitchFamily="34" charset="-122"/>
              </a:rPr>
              <a:t>分段线性变换</a:t>
            </a:r>
            <a:r>
              <a:rPr lang="en-US" altLang="zh-CN" b="1">
                <a:solidFill>
                  <a:schemeClr val="bg1"/>
                </a:solidFill>
                <a:latin typeface="微软雅黑" panose="020B0503020204020204" pitchFamily="34" charset="-122"/>
                <a:ea typeface="微软雅黑" panose="020B0503020204020204" pitchFamily="34" charset="-122"/>
              </a:rPr>
              <a:t>-</a:t>
            </a:r>
            <a:r>
              <a:rPr lang="zh-CN" altLang="en-US" b="1">
                <a:solidFill>
                  <a:schemeClr val="bg1"/>
                </a:solidFill>
                <a:latin typeface="微软雅黑" panose="020B0503020204020204" pitchFamily="34" charset="-122"/>
                <a:ea typeface="微软雅黑" panose="020B0503020204020204" pitchFamily="34" charset="-122"/>
              </a:rPr>
              <a:t>比特平面分层</a:t>
            </a:r>
          </a:p>
        </p:txBody>
      </p:sp>
      <p:sp>
        <p:nvSpPr>
          <p:cNvPr id="3" name="矩形: 圆角 2">
            <a:extLst>
              <a:ext uri="{FF2B5EF4-FFF2-40B4-BE49-F238E27FC236}">
                <a16:creationId xmlns:a16="http://schemas.microsoft.com/office/drawing/2014/main" id="{2B77F662-3A76-40AF-A97A-B6EB05295200}"/>
              </a:ext>
            </a:extLst>
          </p:cNvPr>
          <p:cNvSpPr/>
          <p:nvPr/>
        </p:nvSpPr>
        <p:spPr>
          <a:xfrm>
            <a:off x="201613" y="2420938"/>
            <a:ext cx="8821737" cy="4216400"/>
          </a:xfrm>
          <a:prstGeom prst="roundRect">
            <a:avLst>
              <a:gd name="adj" fmla="val 2169"/>
            </a:avLst>
          </a:prstGeom>
          <a:noFill/>
          <a:ln>
            <a:solidFill>
              <a:srgbClr val="0033CC"/>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8695"/>
                                        </p:tgtEl>
                                        <p:attrNameLst>
                                          <p:attrName>style.visibility</p:attrName>
                                        </p:attrNameLst>
                                      </p:cBhvr>
                                      <p:to>
                                        <p:strVal val="visible"/>
                                      </p:to>
                                    </p:set>
                                    <p:animEffect transition="in" filter="blinds(horizontal)">
                                      <p:cBhvr>
                                        <p:cTn id="12" dur="500"/>
                                        <p:tgtEl>
                                          <p:spTgt spid="286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95" grpId="0" animBg="1"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4">
            <a:extLst>
              <a:ext uri="{FF2B5EF4-FFF2-40B4-BE49-F238E27FC236}">
                <a16:creationId xmlns:a16="http://schemas.microsoft.com/office/drawing/2014/main" id="{BA27C67D-8B24-4EDB-9022-9B7FBC39BF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7850" y="1557338"/>
            <a:ext cx="7988300" cy="481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a:extLst>
              <a:ext uri="{FF2B5EF4-FFF2-40B4-BE49-F238E27FC236}">
                <a16:creationId xmlns:a16="http://schemas.microsoft.com/office/drawing/2014/main" id="{C7201820-7A8D-4FCD-B868-6623B19924D8}"/>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50180" name="TextBox 23">
            <a:extLst>
              <a:ext uri="{FF2B5EF4-FFF2-40B4-BE49-F238E27FC236}">
                <a16:creationId xmlns:a16="http://schemas.microsoft.com/office/drawing/2014/main" id="{1A78E6AF-52E6-453F-B456-4D10F4BEC8DD}"/>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zh-CN" altLang="en-US" b="1">
                <a:solidFill>
                  <a:schemeClr val="bg1"/>
                </a:solidFill>
                <a:latin typeface="微软雅黑" panose="020B0503020204020204" pitchFamily="34" charset="-122"/>
                <a:ea typeface="微软雅黑" panose="020B0503020204020204" pitchFamily="34" charset="-122"/>
              </a:rPr>
              <a:t>分段线性变换</a:t>
            </a:r>
            <a:r>
              <a:rPr lang="en-US" altLang="zh-CN" b="1">
                <a:solidFill>
                  <a:schemeClr val="bg1"/>
                </a:solidFill>
                <a:latin typeface="微软雅黑" panose="020B0503020204020204" pitchFamily="34" charset="-122"/>
                <a:ea typeface="微软雅黑" panose="020B0503020204020204" pitchFamily="34" charset="-122"/>
              </a:rPr>
              <a:t>-</a:t>
            </a:r>
            <a:r>
              <a:rPr lang="zh-CN" altLang="en-US" b="1">
                <a:solidFill>
                  <a:schemeClr val="bg1"/>
                </a:solidFill>
                <a:latin typeface="微软雅黑" panose="020B0503020204020204" pitchFamily="34" charset="-122"/>
                <a:ea typeface="微软雅黑" panose="020B0503020204020204" pitchFamily="34" charset="-122"/>
              </a:rPr>
              <a:t>比特平面分层</a:t>
            </a:r>
          </a:p>
        </p:txBody>
      </p:sp>
      <p:sp>
        <p:nvSpPr>
          <p:cNvPr id="50181" name="文本框 1">
            <a:extLst>
              <a:ext uri="{FF2B5EF4-FFF2-40B4-BE49-F238E27FC236}">
                <a16:creationId xmlns:a16="http://schemas.microsoft.com/office/drawing/2014/main" id="{D9AE9FEE-7482-4D82-BEC8-CFA81D773469}"/>
              </a:ext>
            </a:extLst>
          </p:cNvPr>
          <p:cNvSpPr txBox="1">
            <a:spLocks noChangeArrowheads="1"/>
          </p:cNvSpPr>
          <p:nvPr/>
        </p:nvSpPr>
        <p:spPr bwMode="auto">
          <a:xfrm>
            <a:off x="468313" y="939800"/>
            <a:ext cx="10795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r>
              <a:rPr lang="zh-CN" altLang="en-US" b="1"/>
              <a:t>示例</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2" name="Picture 6">
            <a:extLst>
              <a:ext uri="{FF2B5EF4-FFF2-40B4-BE49-F238E27FC236}">
                <a16:creationId xmlns:a16="http://schemas.microsoft.com/office/drawing/2014/main" id="{1A8C29AD-7553-4BE2-A819-885AA43114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43325" y="1616075"/>
            <a:ext cx="4714875" cy="494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3" name="Picture 7">
            <a:extLst>
              <a:ext uri="{FF2B5EF4-FFF2-40B4-BE49-F238E27FC236}">
                <a16:creationId xmlns:a16="http://schemas.microsoft.com/office/drawing/2014/main" id="{5E4F034C-75D3-44B4-984F-0567CD1BE2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50" y="2344738"/>
            <a:ext cx="3352800" cy="2303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4" name="Rectangle 8">
            <a:extLst>
              <a:ext uri="{FF2B5EF4-FFF2-40B4-BE49-F238E27FC236}">
                <a16:creationId xmlns:a16="http://schemas.microsoft.com/office/drawing/2014/main" id="{A816753C-83F9-46C1-AB16-496AA609335B}"/>
              </a:ext>
            </a:extLst>
          </p:cNvPr>
          <p:cNvSpPr>
            <a:spLocks noChangeArrowheads="1"/>
          </p:cNvSpPr>
          <p:nvPr/>
        </p:nvSpPr>
        <p:spPr bwMode="auto">
          <a:xfrm>
            <a:off x="990600" y="4648200"/>
            <a:ext cx="1366838"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000" b="1">
                <a:solidFill>
                  <a:srgbClr val="000000"/>
                </a:solidFill>
                <a:latin typeface="楷体_GB2312" pitchFamily="1" charset="-122"/>
                <a:ea typeface="楷体_GB2312" pitchFamily="1" charset="-122"/>
              </a:rPr>
              <a:t>8</a:t>
            </a:r>
            <a:r>
              <a:rPr lang="zh-CN" altLang="en-US" sz="2000" b="1">
                <a:solidFill>
                  <a:srgbClr val="000000"/>
                </a:solidFill>
                <a:latin typeface="楷体_GB2312" pitchFamily="1" charset="-122"/>
                <a:ea typeface="楷体_GB2312" pitchFamily="1" charset="-122"/>
              </a:rPr>
              <a:t>位原图像</a:t>
            </a:r>
          </a:p>
        </p:txBody>
      </p:sp>
      <p:sp>
        <p:nvSpPr>
          <p:cNvPr id="7" name="矩形 6">
            <a:extLst>
              <a:ext uri="{FF2B5EF4-FFF2-40B4-BE49-F238E27FC236}">
                <a16:creationId xmlns:a16="http://schemas.microsoft.com/office/drawing/2014/main" id="{0C173F51-95CD-4AE7-8DB7-536D636EC3A8}"/>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51206" name="TextBox 23">
            <a:extLst>
              <a:ext uri="{FF2B5EF4-FFF2-40B4-BE49-F238E27FC236}">
                <a16:creationId xmlns:a16="http://schemas.microsoft.com/office/drawing/2014/main" id="{64E8977E-EFC0-46E1-AA06-B3D88B9A55DC}"/>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zh-CN" altLang="en-US" b="1">
                <a:solidFill>
                  <a:schemeClr val="bg1"/>
                </a:solidFill>
                <a:latin typeface="微软雅黑" panose="020B0503020204020204" pitchFamily="34" charset="-122"/>
                <a:ea typeface="微软雅黑" panose="020B0503020204020204" pitchFamily="34" charset="-122"/>
              </a:rPr>
              <a:t>分段线性变换</a:t>
            </a:r>
            <a:r>
              <a:rPr lang="en-US" altLang="zh-CN" b="1">
                <a:solidFill>
                  <a:schemeClr val="bg1"/>
                </a:solidFill>
                <a:latin typeface="微软雅黑" panose="020B0503020204020204" pitchFamily="34" charset="-122"/>
                <a:ea typeface="微软雅黑" panose="020B0503020204020204" pitchFamily="34" charset="-122"/>
              </a:rPr>
              <a:t>-</a:t>
            </a:r>
            <a:r>
              <a:rPr lang="zh-CN" altLang="en-US" b="1">
                <a:solidFill>
                  <a:schemeClr val="bg1"/>
                </a:solidFill>
                <a:latin typeface="微软雅黑" panose="020B0503020204020204" pitchFamily="34" charset="-122"/>
                <a:ea typeface="微软雅黑" panose="020B0503020204020204" pitchFamily="34" charset="-122"/>
              </a:rPr>
              <a:t>比特平面分层</a:t>
            </a:r>
          </a:p>
        </p:txBody>
      </p:sp>
      <p:sp>
        <p:nvSpPr>
          <p:cNvPr id="51207" name="文本框 8">
            <a:extLst>
              <a:ext uri="{FF2B5EF4-FFF2-40B4-BE49-F238E27FC236}">
                <a16:creationId xmlns:a16="http://schemas.microsoft.com/office/drawing/2014/main" id="{DD4356F4-CA74-4908-87E3-3E7B4215A12A}"/>
              </a:ext>
            </a:extLst>
          </p:cNvPr>
          <p:cNvSpPr txBox="1">
            <a:spLocks noChangeArrowheads="1"/>
          </p:cNvSpPr>
          <p:nvPr/>
        </p:nvSpPr>
        <p:spPr bwMode="auto">
          <a:xfrm>
            <a:off x="468313" y="939800"/>
            <a:ext cx="10795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r>
              <a:rPr lang="zh-CN" altLang="en-US" b="1"/>
              <a:t>示例</a:t>
            </a: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3">
            <a:extLst>
              <a:ext uri="{FF2B5EF4-FFF2-40B4-BE49-F238E27FC236}">
                <a16:creationId xmlns:a16="http://schemas.microsoft.com/office/drawing/2014/main" id="{69A82523-51CF-4DD1-A861-0B236B59396D}"/>
              </a:ext>
            </a:extLst>
          </p:cNvPr>
          <p:cNvSpPr>
            <a:spLocks noChangeArrowheads="1"/>
          </p:cNvSpPr>
          <p:nvPr/>
        </p:nvSpPr>
        <p:spPr bwMode="auto">
          <a:xfrm>
            <a:off x="0" y="4249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3200">
              <a:latin typeface="Verdana" panose="020B0604030504040204" pitchFamily="34" charset="0"/>
              <a:ea typeface="楷体_GB2312" pitchFamily="1" charset="-122"/>
            </a:endParaRPr>
          </a:p>
        </p:txBody>
      </p:sp>
      <p:sp>
        <p:nvSpPr>
          <p:cNvPr id="52227" name="Rectangle 6">
            <a:extLst>
              <a:ext uri="{FF2B5EF4-FFF2-40B4-BE49-F238E27FC236}">
                <a16:creationId xmlns:a16="http://schemas.microsoft.com/office/drawing/2014/main" id="{A5B8B88A-79A4-4DDC-A851-71D2D39804EF}"/>
              </a:ext>
            </a:extLst>
          </p:cNvPr>
          <p:cNvSpPr>
            <a:spLocks noChangeArrowheads="1"/>
          </p:cNvSpPr>
          <p:nvPr/>
        </p:nvSpPr>
        <p:spPr bwMode="auto">
          <a:xfrm>
            <a:off x="395288" y="1125538"/>
            <a:ext cx="2376487"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buClr>
                <a:schemeClr val="accent2"/>
              </a:buClr>
              <a:buSzTx/>
              <a:buFont typeface="Wingdings" panose="05000000000000000000" pitchFamily="2" charset="2"/>
              <a:buChar char="Ø"/>
            </a:pPr>
            <a:r>
              <a:rPr lang="zh-CN" altLang="en-US" sz="3000" b="1">
                <a:latin typeface="Verdana" panose="020B0604030504040204" pitchFamily="34" charset="0"/>
                <a:ea typeface="黑体" panose="02010609060101010101" pitchFamily="49" charset="-122"/>
              </a:rPr>
              <a:t>直方图：</a:t>
            </a:r>
          </a:p>
        </p:txBody>
      </p:sp>
      <p:graphicFrame>
        <p:nvGraphicFramePr>
          <p:cNvPr id="52228" name="Object 5">
            <a:extLst>
              <a:ext uri="{FF2B5EF4-FFF2-40B4-BE49-F238E27FC236}">
                <a16:creationId xmlns:a16="http://schemas.microsoft.com/office/drawing/2014/main" id="{6317A3E5-86F0-492D-B37F-12EFBAED00A8}"/>
              </a:ext>
            </a:extLst>
          </p:cNvPr>
          <p:cNvGraphicFramePr>
            <a:graphicFrameLocks noChangeAspect="1"/>
          </p:cNvGraphicFramePr>
          <p:nvPr/>
        </p:nvGraphicFramePr>
        <p:xfrm>
          <a:off x="3635375" y="1196975"/>
          <a:ext cx="1728788" cy="485775"/>
        </p:xfrm>
        <a:graphic>
          <a:graphicData uri="http://schemas.openxmlformats.org/presentationml/2006/ole">
            <mc:AlternateContent xmlns:mc="http://schemas.openxmlformats.org/markup-compatibility/2006">
              <mc:Choice xmlns:v="urn:schemas-microsoft-com:vml" Requires="v">
                <p:oleObj spid="_x0000_s52239" r:id="rId3" imgW="812800" imgH="228600" progId="Equation.DSMT4">
                  <p:embed/>
                </p:oleObj>
              </mc:Choice>
              <mc:Fallback>
                <p:oleObj r:id="rId3" imgW="812800" imgH="22860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35375" y="1196975"/>
                        <a:ext cx="1728788" cy="485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229" name="Object 6">
            <a:extLst>
              <a:ext uri="{FF2B5EF4-FFF2-40B4-BE49-F238E27FC236}">
                <a16:creationId xmlns:a16="http://schemas.microsoft.com/office/drawing/2014/main" id="{75FAF7CB-C20B-40D4-90D8-57E5F9642A27}"/>
              </a:ext>
            </a:extLst>
          </p:cNvPr>
          <p:cNvGraphicFramePr>
            <a:graphicFrameLocks noChangeAspect="1"/>
          </p:cNvGraphicFramePr>
          <p:nvPr/>
        </p:nvGraphicFramePr>
        <p:xfrm>
          <a:off x="395288" y="1844675"/>
          <a:ext cx="8089900" cy="463550"/>
        </p:xfrm>
        <a:graphic>
          <a:graphicData uri="http://schemas.openxmlformats.org/presentationml/2006/ole">
            <mc:AlternateContent xmlns:mc="http://schemas.openxmlformats.org/markup-compatibility/2006">
              <mc:Choice xmlns:v="urn:schemas-microsoft-com:vml" Requires="v">
                <p:oleObj spid="_x0000_s52240" r:id="rId5" imgW="3987800" imgH="228600" progId="Equation.DSMT4">
                  <p:embed/>
                </p:oleObj>
              </mc:Choice>
              <mc:Fallback>
                <p:oleObj r:id="rId5" imgW="3987800" imgH="22860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5288" y="1844675"/>
                        <a:ext cx="8089900"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230" name="Rectangle 11">
            <a:extLst>
              <a:ext uri="{FF2B5EF4-FFF2-40B4-BE49-F238E27FC236}">
                <a16:creationId xmlns:a16="http://schemas.microsoft.com/office/drawing/2014/main" id="{A5D3B1CC-9D46-417D-8D77-451BD882B5A9}"/>
              </a:ext>
            </a:extLst>
          </p:cNvPr>
          <p:cNvSpPr>
            <a:spLocks noChangeArrowheads="1"/>
          </p:cNvSpPr>
          <p:nvPr/>
        </p:nvSpPr>
        <p:spPr bwMode="auto">
          <a:xfrm>
            <a:off x="250825" y="3486150"/>
            <a:ext cx="367188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buClr>
                <a:schemeClr val="accent2"/>
              </a:buClr>
              <a:buSzTx/>
              <a:buFont typeface="Wingdings" panose="05000000000000000000" pitchFamily="2" charset="2"/>
              <a:buChar char="Ø"/>
            </a:pPr>
            <a:r>
              <a:rPr lang="zh-CN" altLang="en-US" sz="3000" b="1">
                <a:latin typeface="Verdana" panose="020B0604030504040204" pitchFamily="34" charset="0"/>
                <a:ea typeface="黑体" panose="02010609060101010101" pitchFamily="49" charset="-122"/>
              </a:rPr>
              <a:t>归一化直方图：</a:t>
            </a:r>
          </a:p>
        </p:txBody>
      </p:sp>
      <p:grpSp>
        <p:nvGrpSpPr>
          <p:cNvPr id="52231" name="Group 8">
            <a:extLst>
              <a:ext uri="{FF2B5EF4-FFF2-40B4-BE49-F238E27FC236}">
                <a16:creationId xmlns:a16="http://schemas.microsoft.com/office/drawing/2014/main" id="{1AFC1EA8-DEBA-4DEA-881A-B5E1FAD9C662}"/>
              </a:ext>
            </a:extLst>
          </p:cNvPr>
          <p:cNvGrpSpPr>
            <a:grpSpLocks noChangeAspect="1"/>
          </p:cNvGrpSpPr>
          <p:nvPr/>
        </p:nvGrpSpPr>
        <p:grpSpPr bwMode="auto">
          <a:xfrm>
            <a:off x="3563938" y="3341688"/>
            <a:ext cx="4848225" cy="1727200"/>
            <a:chOff x="0" y="0"/>
            <a:chExt cx="3054" cy="1088"/>
          </a:xfrm>
        </p:grpSpPr>
        <p:graphicFrame>
          <p:nvGraphicFramePr>
            <p:cNvPr id="52237" name="Object 9">
              <a:extLst>
                <a:ext uri="{FF2B5EF4-FFF2-40B4-BE49-F238E27FC236}">
                  <a16:creationId xmlns:a16="http://schemas.microsoft.com/office/drawing/2014/main" id="{FB8F044C-01D8-46E7-AE1B-2A01754BB3B3}"/>
                </a:ext>
              </a:extLst>
            </p:cNvPr>
            <p:cNvGraphicFramePr>
              <a:graphicFrameLocks noChangeAspect="1"/>
            </p:cNvGraphicFramePr>
            <p:nvPr/>
          </p:nvGraphicFramePr>
          <p:xfrm>
            <a:off x="1270" y="635"/>
            <a:ext cx="1720" cy="259"/>
          </p:xfrm>
          <a:graphic>
            <a:graphicData uri="http://schemas.openxmlformats.org/presentationml/2006/ole">
              <mc:AlternateContent xmlns:mc="http://schemas.openxmlformats.org/markup-compatibility/2006">
                <mc:Choice xmlns:v="urn:schemas-microsoft-com:vml" Requires="v">
                  <p:oleObj spid="_x0000_s52241" r:id="rId7" imgW="1346785" imgH="203288" progId="Equation.DSMT4">
                    <p:embed/>
                  </p:oleObj>
                </mc:Choice>
                <mc:Fallback>
                  <p:oleObj r:id="rId7" imgW="1346785" imgH="203288" progId="Equation.DSMT4">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70" y="635"/>
                          <a:ext cx="1720" cy="2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238" name="Object 10">
              <a:extLst>
                <a:ext uri="{FF2B5EF4-FFF2-40B4-BE49-F238E27FC236}">
                  <a16:creationId xmlns:a16="http://schemas.microsoft.com/office/drawing/2014/main" id="{EE869681-4E89-47BB-B73E-1F1C8050BFCB}"/>
                </a:ext>
              </a:extLst>
            </p:cNvPr>
            <p:cNvGraphicFramePr>
              <a:graphicFrameLocks noChangeAspect="1"/>
            </p:cNvGraphicFramePr>
            <p:nvPr/>
          </p:nvGraphicFramePr>
          <p:xfrm>
            <a:off x="0" y="0"/>
            <a:ext cx="3054" cy="1088"/>
          </p:xfrm>
          <a:graphic>
            <a:graphicData uri="http://schemas.openxmlformats.org/presentationml/2006/ole">
              <mc:AlternateContent xmlns:mc="http://schemas.openxmlformats.org/markup-compatibility/2006">
                <mc:Choice xmlns:v="urn:schemas-microsoft-com:vml" Requires="v">
                  <p:oleObj spid="_x0000_s52242" r:id="rId9" imgW="2425700" imgH="863600" progId="Equation.DSMT4">
                    <p:embed/>
                  </p:oleObj>
                </mc:Choice>
                <mc:Fallback>
                  <p:oleObj r:id="rId9" imgW="2425700" imgH="863600" progId="Equation.DSMT4">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3054" cy="1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2232" name="Group 11">
            <a:extLst>
              <a:ext uri="{FF2B5EF4-FFF2-40B4-BE49-F238E27FC236}">
                <a16:creationId xmlns:a16="http://schemas.microsoft.com/office/drawing/2014/main" id="{C9AE7C6D-4B86-4018-ABE4-B5994BE13EF4}"/>
              </a:ext>
            </a:extLst>
          </p:cNvPr>
          <p:cNvGrpSpPr>
            <a:grpSpLocks/>
          </p:cNvGrpSpPr>
          <p:nvPr/>
        </p:nvGrpSpPr>
        <p:grpSpPr bwMode="auto">
          <a:xfrm>
            <a:off x="539750" y="5141913"/>
            <a:ext cx="6167438" cy="519112"/>
            <a:chOff x="0" y="0"/>
            <a:chExt cx="3885" cy="327"/>
          </a:xfrm>
        </p:grpSpPr>
        <p:graphicFrame>
          <p:nvGraphicFramePr>
            <p:cNvPr id="52235" name="Object 12">
              <a:extLst>
                <a:ext uri="{FF2B5EF4-FFF2-40B4-BE49-F238E27FC236}">
                  <a16:creationId xmlns:a16="http://schemas.microsoft.com/office/drawing/2014/main" id="{21E377A6-FBB8-453B-B976-501AD99EDA33}"/>
                </a:ext>
              </a:extLst>
            </p:cNvPr>
            <p:cNvGraphicFramePr>
              <a:graphicFrameLocks noChangeAspect="1"/>
            </p:cNvGraphicFramePr>
            <p:nvPr/>
          </p:nvGraphicFramePr>
          <p:xfrm>
            <a:off x="0" y="3"/>
            <a:ext cx="461" cy="260"/>
          </p:xfrm>
          <a:graphic>
            <a:graphicData uri="http://schemas.openxmlformats.org/presentationml/2006/ole">
              <mc:AlternateContent xmlns:mc="http://schemas.openxmlformats.org/markup-compatibility/2006">
                <mc:Choice xmlns:v="urn:schemas-microsoft-com:vml" Requires="v">
                  <p:oleObj spid="_x0000_s52243" r:id="rId11" imgW="406576" imgH="228699" progId="Equation.3">
                    <p:embed/>
                  </p:oleObj>
                </mc:Choice>
                <mc:Fallback>
                  <p:oleObj r:id="rId11" imgW="406576" imgH="228699" progId="Equation.3">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3"/>
                          <a:ext cx="461"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2236" name="Rectangle 27">
              <a:extLst>
                <a:ext uri="{FF2B5EF4-FFF2-40B4-BE49-F238E27FC236}">
                  <a16:creationId xmlns:a16="http://schemas.microsoft.com/office/drawing/2014/main" id="{8140D226-DA00-4A32-9FA9-9E0AC676A5B9}"/>
                </a:ext>
              </a:extLst>
            </p:cNvPr>
            <p:cNvSpPr>
              <a:spLocks noChangeArrowheads="1"/>
            </p:cNvSpPr>
            <p:nvPr/>
          </p:nvSpPr>
          <p:spPr bwMode="auto">
            <a:xfrm>
              <a:off x="317" y="0"/>
              <a:ext cx="356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800" b="1">
                  <a:latin typeface="Verdana" panose="020B0604030504040204" pitchFamily="34" charset="0"/>
                  <a:ea typeface="楷体_GB2312" pitchFamily="1" charset="-122"/>
                </a:rPr>
                <a:t> </a:t>
              </a:r>
              <a:r>
                <a:rPr lang="zh-CN" altLang="en-US" sz="2800" b="1">
                  <a:latin typeface="Verdana" panose="020B0604030504040204" pitchFamily="34" charset="0"/>
                  <a:ea typeface="楷体_GB2312" pitchFamily="1" charset="-122"/>
                </a:rPr>
                <a:t>原始图象</a:t>
              </a:r>
              <a:r>
                <a:rPr lang="zh-CN" altLang="en-US" sz="2800" b="1" u="sng">
                  <a:solidFill>
                    <a:srgbClr val="0033CC"/>
                  </a:solidFill>
                  <a:latin typeface="Verdana" panose="020B0604030504040204" pitchFamily="34" charset="0"/>
                  <a:ea typeface="楷体_GB2312" pitchFamily="1" charset="-122"/>
                </a:rPr>
                <a:t>灰度分布的概率密度函数</a:t>
              </a:r>
            </a:p>
          </p:txBody>
        </p:sp>
      </p:grpSp>
      <p:sp>
        <p:nvSpPr>
          <p:cNvPr id="15" name="矩形 14">
            <a:extLst>
              <a:ext uri="{FF2B5EF4-FFF2-40B4-BE49-F238E27FC236}">
                <a16:creationId xmlns:a16="http://schemas.microsoft.com/office/drawing/2014/main" id="{BA1744FF-0EA9-4F5D-A0AE-6C16D39CEF04}"/>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52234" name="TextBox 23">
            <a:extLst>
              <a:ext uri="{FF2B5EF4-FFF2-40B4-BE49-F238E27FC236}">
                <a16:creationId xmlns:a16="http://schemas.microsoft.com/office/drawing/2014/main" id="{9CDC6C62-6F78-43B1-8C6A-D4C4117D8F6C}"/>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zh-CN" altLang="en-US" b="1">
                <a:solidFill>
                  <a:schemeClr val="bg1"/>
                </a:solidFill>
                <a:latin typeface="微软雅黑" panose="020B0503020204020204" pitchFamily="34" charset="-122"/>
                <a:ea typeface="微软雅黑" panose="020B0503020204020204" pitchFamily="34" charset="-122"/>
              </a:rPr>
              <a:t>直方图处理</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タイトル 1">
            <a:extLst>
              <a:ext uri="{FF2B5EF4-FFF2-40B4-BE49-F238E27FC236}">
                <a16:creationId xmlns:a16="http://schemas.microsoft.com/office/drawing/2014/main" id="{1F8DD088-83D6-4CD6-B53E-AFDEB83CE990}"/>
              </a:ext>
            </a:extLst>
          </p:cNvPr>
          <p:cNvSpPr>
            <a:spLocks noGrp="1"/>
          </p:cNvSpPr>
          <p:nvPr>
            <p:ph type="title" idx="4294967295"/>
          </p:nvPr>
        </p:nvSpPr>
        <p:spPr>
          <a:xfrm>
            <a:off x="0" y="260350"/>
            <a:ext cx="4679950" cy="561975"/>
          </a:xfrm>
        </p:spPr>
        <p:txBody>
          <a:bodyPr anchor="ctr">
            <a:normAutofit/>
          </a:bodyPr>
          <a:lstStyle/>
          <a:p>
            <a:pPr eaLnBrk="1" fontAlgn="auto" hangingPunct="1">
              <a:spcAft>
                <a:spcPts val="0"/>
              </a:spcAft>
              <a:defRPr/>
            </a:pPr>
            <a:r>
              <a:rPr lang="ja-JP" altLang="en-US" sz="2800" b="1" dirty="0">
                <a:effectLst>
                  <a:outerShdw blurRad="38100" dist="38100" dir="2700000" algn="tl">
                    <a:srgbClr val="C0C0C0"/>
                  </a:outerShdw>
                </a:effectLst>
                <a:latin typeface="楷体_GB2312" pitchFamily="1" charset="-122"/>
                <a:ea typeface="楷体_GB2312" pitchFamily="1" charset="-122"/>
              </a:rPr>
              <a:t>直方图</a:t>
            </a:r>
            <a:r>
              <a:rPr lang="zh-CN" altLang="en-US" sz="2800" b="1" dirty="0">
                <a:effectLst>
                  <a:outerShdw blurRad="38100" dist="38100" dir="2700000" algn="tl">
                    <a:srgbClr val="C0C0C0"/>
                  </a:outerShdw>
                </a:effectLst>
                <a:latin typeface="楷体_GB2312" pitchFamily="1" charset="-122"/>
                <a:ea typeface="楷体_GB2312" pitchFamily="1" charset="-122"/>
              </a:rPr>
              <a:t>和图像清晰度的关系</a:t>
            </a:r>
          </a:p>
        </p:txBody>
      </p:sp>
      <p:sp>
        <p:nvSpPr>
          <p:cNvPr id="38915" name="Text Box 4">
            <a:extLst>
              <a:ext uri="{FF2B5EF4-FFF2-40B4-BE49-F238E27FC236}">
                <a16:creationId xmlns:a16="http://schemas.microsoft.com/office/drawing/2014/main" id="{B32EA460-C75A-47C5-8063-ACAF2392B981}"/>
              </a:ext>
            </a:extLst>
          </p:cNvPr>
          <p:cNvSpPr txBox="1">
            <a:spLocks noChangeArrowheads="1"/>
          </p:cNvSpPr>
          <p:nvPr/>
        </p:nvSpPr>
        <p:spPr bwMode="auto">
          <a:xfrm>
            <a:off x="0" y="1341438"/>
            <a:ext cx="5143500"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a:latin typeface="楷体_GB2312" pitchFamily="1" charset="-122"/>
                <a:ea typeface="楷体_GB2312" pitchFamily="1" charset="-122"/>
              </a:rPr>
              <a:t>观察右边的</a:t>
            </a:r>
            <a:r>
              <a:rPr lang="en-US" altLang="zh-CN" sz="2800" b="1">
                <a:latin typeface="楷体_GB2312" pitchFamily="1" charset="-122"/>
                <a:ea typeface="楷体_GB2312" pitchFamily="1" charset="-122"/>
              </a:rPr>
              <a:t>4</a:t>
            </a:r>
            <a:r>
              <a:rPr lang="zh-CN" altLang="en-US" sz="2800" b="1">
                <a:latin typeface="楷体_GB2312" pitchFamily="1" charset="-122"/>
                <a:ea typeface="楷体_GB2312" pitchFamily="1" charset="-122"/>
              </a:rPr>
              <a:t>幅图像</a:t>
            </a:r>
            <a:r>
              <a:rPr lang="en-US" altLang="zh-CN" sz="2800" b="1">
                <a:latin typeface="楷体_GB2312" pitchFamily="1" charset="-122"/>
                <a:ea typeface="楷体_GB2312" pitchFamily="1" charset="-122"/>
              </a:rPr>
              <a:t>,</a:t>
            </a:r>
            <a:r>
              <a:rPr lang="zh-CN" altLang="en-US" sz="2800" b="1">
                <a:latin typeface="楷体_GB2312" pitchFamily="1" charset="-122"/>
                <a:ea typeface="楷体_GB2312" pitchFamily="1" charset="-122"/>
              </a:rPr>
              <a:t>哪一幅图像视觉效果最好</a:t>
            </a:r>
            <a:r>
              <a:rPr lang="en-US" altLang="zh-CN" sz="2800" b="1">
                <a:latin typeface="楷体_GB2312" pitchFamily="1" charset="-122"/>
                <a:ea typeface="楷体_GB2312" pitchFamily="1" charset="-122"/>
              </a:rPr>
              <a:t>?</a:t>
            </a:r>
            <a:r>
              <a:rPr lang="zh-CN" altLang="en-US" sz="2800" b="1">
                <a:latin typeface="楷体_GB2312" pitchFamily="1" charset="-122"/>
                <a:ea typeface="楷体_GB2312" pitchFamily="1" charset="-122"/>
              </a:rPr>
              <a:t>直方图与图像清晰性的关系</a:t>
            </a:r>
            <a:r>
              <a:rPr lang="en-US" altLang="zh-CN" sz="2800" b="1">
                <a:latin typeface="楷体_GB2312" pitchFamily="1" charset="-122"/>
                <a:ea typeface="楷体_GB2312" pitchFamily="1" charset="-122"/>
              </a:rPr>
              <a:t>?</a:t>
            </a:r>
          </a:p>
        </p:txBody>
      </p:sp>
      <p:grpSp>
        <p:nvGrpSpPr>
          <p:cNvPr id="2" name="Group 4">
            <a:extLst>
              <a:ext uri="{FF2B5EF4-FFF2-40B4-BE49-F238E27FC236}">
                <a16:creationId xmlns:a16="http://schemas.microsoft.com/office/drawing/2014/main" id="{8C514244-8742-4291-896E-D41E2B1F8D64}"/>
              </a:ext>
            </a:extLst>
          </p:cNvPr>
          <p:cNvGrpSpPr>
            <a:grpSpLocks/>
          </p:cNvGrpSpPr>
          <p:nvPr/>
        </p:nvGrpSpPr>
        <p:grpSpPr bwMode="auto">
          <a:xfrm>
            <a:off x="546100" y="5437188"/>
            <a:ext cx="4686300" cy="519112"/>
            <a:chOff x="0" y="0"/>
            <a:chExt cx="2952" cy="327"/>
          </a:xfrm>
        </p:grpSpPr>
        <p:sp>
          <p:nvSpPr>
            <p:cNvPr id="53255" name="Text Box 6">
              <a:extLst>
                <a:ext uri="{FF2B5EF4-FFF2-40B4-BE49-F238E27FC236}">
                  <a16:creationId xmlns:a16="http://schemas.microsoft.com/office/drawing/2014/main" id="{1E228C38-B708-4D32-B829-5611AF241FB2}"/>
                </a:ext>
              </a:extLst>
            </p:cNvPr>
            <p:cNvSpPr txBox="1">
              <a:spLocks noChangeArrowheads="1"/>
            </p:cNvSpPr>
            <p:nvPr/>
          </p:nvSpPr>
          <p:spPr bwMode="auto">
            <a:xfrm>
              <a:off x="328" y="0"/>
              <a:ext cx="262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ja-JP" altLang="en-US" sz="2800" b="1">
                  <a:solidFill>
                    <a:schemeClr val="accent2"/>
                  </a:solidFill>
                  <a:latin typeface="楷体_GB2312" pitchFamily="1" charset="-122"/>
                  <a:ea typeface="楷体_GB2312" pitchFamily="1" charset="-122"/>
                </a:rPr>
                <a:t>直方图</a:t>
              </a:r>
              <a:r>
                <a:rPr lang="zh-CN" altLang="en-US" sz="2800" b="1">
                  <a:solidFill>
                    <a:schemeClr val="accent2"/>
                  </a:solidFill>
                  <a:latin typeface="楷体_GB2312" pitchFamily="1" charset="-122"/>
                  <a:ea typeface="楷体_GB2312" pitchFamily="1" charset="-122"/>
                </a:rPr>
                <a:t>增强处理</a:t>
              </a:r>
            </a:p>
          </p:txBody>
        </p:sp>
        <p:sp>
          <p:nvSpPr>
            <p:cNvPr id="53256" name="AutoShape 7">
              <a:extLst>
                <a:ext uri="{FF2B5EF4-FFF2-40B4-BE49-F238E27FC236}">
                  <a16:creationId xmlns:a16="http://schemas.microsoft.com/office/drawing/2014/main" id="{246B6B08-49AD-45B4-AE73-2145F8AD5396}"/>
                </a:ext>
              </a:extLst>
            </p:cNvPr>
            <p:cNvSpPr>
              <a:spLocks noChangeArrowheads="1"/>
            </p:cNvSpPr>
            <p:nvPr/>
          </p:nvSpPr>
          <p:spPr bwMode="auto">
            <a:xfrm>
              <a:off x="0" y="111"/>
              <a:ext cx="336" cy="144"/>
            </a:xfrm>
            <a:prstGeom prst="rightArrow">
              <a:avLst>
                <a:gd name="adj1" fmla="val 50000"/>
                <a:gd name="adj2" fmla="val 58333"/>
              </a:avLst>
            </a:prstGeom>
            <a:solidFill>
              <a:schemeClr val="accent2"/>
            </a:solidFill>
            <a:ln w="9525">
              <a:solidFill>
                <a:schemeClr val="accent2"/>
              </a:solidFill>
              <a:miter lim="800000"/>
              <a:headEnd/>
              <a:tailEnd/>
            </a:ln>
          </p:spPr>
          <p:txBody>
            <a:bodyPr wrap="none" anchor="ct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3200">
                <a:latin typeface="Verdana" panose="020B0604030504040204" pitchFamily="34" charset="0"/>
                <a:ea typeface="楷体_GB2312" pitchFamily="1" charset="-122"/>
              </a:endParaRPr>
            </a:p>
          </p:txBody>
        </p:sp>
      </p:grpSp>
      <p:sp>
        <p:nvSpPr>
          <p:cNvPr id="38919" name="Rectangle 8">
            <a:extLst>
              <a:ext uri="{FF2B5EF4-FFF2-40B4-BE49-F238E27FC236}">
                <a16:creationId xmlns:a16="http://schemas.microsoft.com/office/drawing/2014/main" id="{A07CA610-3A09-4D7D-94F2-E0421C4D56B0}"/>
              </a:ext>
            </a:extLst>
          </p:cNvPr>
          <p:cNvSpPr>
            <a:spLocks noChangeArrowheads="1"/>
          </p:cNvSpPr>
          <p:nvPr/>
        </p:nvSpPr>
        <p:spPr bwMode="auto">
          <a:xfrm>
            <a:off x="69850" y="3030538"/>
            <a:ext cx="5086350" cy="2227262"/>
          </a:xfrm>
          <a:prstGeom prst="rect">
            <a:avLst/>
          </a:prstGeom>
          <a:noFill/>
          <a:ln>
            <a:noFill/>
          </a:ln>
          <a:effectLst/>
          <a:extLst/>
        </p:spPr>
        <p:txBody>
          <a:bodyPr>
            <a:spAutoFit/>
          </a:bodyPr>
          <a:lstStyle/>
          <a:p>
            <a:pPr eaLnBrk="1" hangingPunct="1">
              <a:buFont typeface="Arial" panose="020B0604020202020204" pitchFamily="34" charset="0"/>
              <a:buNone/>
              <a:defRPr/>
            </a:pPr>
            <a:r>
              <a:rPr lang="zh-CN" altLang="en-US" sz="2800" b="1" dirty="0"/>
              <a:t>直方图反映了图像的清晰程度，</a:t>
            </a:r>
            <a:r>
              <a:rPr lang="zh-CN" altLang="en-US" sz="2800" b="1" i="1" u="sng" dirty="0">
                <a:solidFill>
                  <a:srgbClr val="0033CC"/>
                </a:solidFill>
                <a:effectLst>
                  <a:outerShdw blurRad="38100" dist="38100" dir="2700000" algn="tl">
                    <a:srgbClr val="C0C0C0"/>
                  </a:outerShdw>
                </a:effectLst>
              </a:rPr>
              <a:t>当直方图均匀分布时，图像最清晰</a:t>
            </a:r>
            <a:r>
              <a:rPr lang="zh-CN" altLang="en-US" sz="2800" b="1" dirty="0"/>
              <a:t>。由此，我们可以利用直方图来达到使图像清晰的目的。</a:t>
            </a:r>
          </a:p>
        </p:txBody>
      </p:sp>
      <p:pic>
        <p:nvPicPr>
          <p:cNvPr id="38920" name="Picture 10">
            <a:extLst>
              <a:ext uri="{FF2B5EF4-FFF2-40B4-BE49-F238E27FC236}">
                <a16:creationId xmlns:a16="http://schemas.microsoft.com/office/drawing/2014/main" id="{97810B16-D50C-4E66-AE97-9103E5F57A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92725" y="-25400"/>
            <a:ext cx="3995738" cy="685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8915"/>
                                        </p:tgtEl>
                                        <p:attrNameLst>
                                          <p:attrName>style.visibility</p:attrName>
                                        </p:attrNameLst>
                                      </p:cBhvr>
                                      <p:to>
                                        <p:strVal val="visible"/>
                                      </p:to>
                                    </p:set>
                                    <p:animEffect transition="in" filter="blinds(horizontal)">
                                      <p:cBhvr>
                                        <p:cTn id="7" dur="500"/>
                                        <p:tgtEl>
                                          <p:spTgt spid="38915"/>
                                        </p:tgtEl>
                                      </p:cBhvr>
                                    </p:animEffect>
                                  </p:childTnLst>
                                </p:cTn>
                              </p:par>
                              <p:par>
                                <p:cTn id="8" presetID="10" presetClass="entr" presetSubtype="0" fill="hold" nodeType="withEffect">
                                  <p:stCondLst>
                                    <p:cond delay="0"/>
                                  </p:stCondLst>
                                  <p:childTnLst>
                                    <p:set>
                                      <p:cBhvr>
                                        <p:cTn id="9" dur="1" fill="hold">
                                          <p:stCondLst>
                                            <p:cond delay="0"/>
                                          </p:stCondLst>
                                        </p:cTn>
                                        <p:tgtEl>
                                          <p:spTgt spid="38920"/>
                                        </p:tgtEl>
                                        <p:attrNameLst>
                                          <p:attrName>style.visibility</p:attrName>
                                        </p:attrNameLst>
                                      </p:cBhvr>
                                      <p:to>
                                        <p:strVal val="visible"/>
                                      </p:to>
                                    </p:set>
                                    <p:animEffect transition="in" filter="fade">
                                      <p:cBhvr>
                                        <p:cTn id="10" dur="500"/>
                                        <p:tgtEl>
                                          <p:spTgt spid="38920"/>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38919"/>
                                        </p:tgtEl>
                                        <p:attrNameLst>
                                          <p:attrName>style.visibility</p:attrName>
                                        </p:attrNameLst>
                                      </p:cBhvr>
                                      <p:to>
                                        <p:strVal val="visible"/>
                                      </p:to>
                                    </p:set>
                                    <p:animEffect transition="in" filter="blinds(horizontal)">
                                      <p:cBhvr>
                                        <p:cTn id="15" dur="500"/>
                                        <p:tgtEl>
                                          <p:spTgt spid="38919"/>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blinds(horizontal)">
                                      <p:cBhvr>
                                        <p:cTn id="2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autoUpdateAnimBg="0"/>
      <p:bldP spid="38919"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BA1744FF-0EA9-4F5D-A0AE-6C16D39CEF04}"/>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54275" name="TextBox 23">
            <a:extLst>
              <a:ext uri="{FF2B5EF4-FFF2-40B4-BE49-F238E27FC236}">
                <a16:creationId xmlns:a16="http://schemas.microsoft.com/office/drawing/2014/main" id="{995C1484-F6B6-4AAB-B470-0F8A6407DF8D}"/>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zh-CN" altLang="en-US" b="1">
                <a:solidFill>
                  <a:schemeClr val="bg1"/>
                </a:solidFill>
                <a:latin typeface="微软雅黑" panose="020B0503020204020204" pitchFamily="34" charset="-122"/>
                <a:ea typeface="微软雅黑" panose="020B0503020204020204" pitchFamily="34" charset="-122"/>
              </a:rPr>
              <a:t>3.3.1 直方图均衡化</a:t>
            </a:r>
          </a:p>
        </p:txBody>
      </p:sp>
      <p:sp>
        <p:nvSpPr>
          <p:cNvPr id="17" name="Rectangle 3">
            <a:extLst>
              <a:ext uri="{FF2B5EF4-FFF2-40B4-BE49-F238E27FC236}">
                <a16:creationId xmlns:a16="http://schemas.microsoft.com/office/drawing/2014/main" id="{BDEFD0C5-DC93-4257-86C4-9D4700D9D21D}"/>
              </a:ext>
            </a:extLst>
          </p:cNvPr>
          <p:cNvSpPr txBox="1">
            <a:spLocks noChangeArrowheads="1"/>
          </p:cNvSpPr>
          <p:nvPr/>
        </p:nvSpPr>
        <p:spPr bwMode="auto">
          <a:xfrm>
            <a:off x="323850" y="1054100"/>
            <a:ext cx="8675688" cy="287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063"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088"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eaLnBrk="1" hangingPunct="1">
              <a:lnSpc>
                <a:spcPct val="120000"/>
              </a:lnSpc>
              <a:buClr>
                <a:srgbClr val="0033CC"/>
              </a:buClr>
              <a:defRPr/>
            </a:pPr>
            <a:r>
              <a:rPr lang="zh-CN" altLang="en-US" sz="2800" b="1" dirty="0">
                <a:solidFill>
                  <a:srgbClr val="0033CC"/>
                </a:solidFill>
                <a:latin typeface="黑体" panose="02010609060101010101" pitchFamily="49" charset="-122"/>
                <a:ea typeface="黑体" panose="02010609060101010101" pitchFamily="49" charset="-122"/>
              </a:rPr>
              <a:t>直方图均衡化处理</a:t>
            </a:r>
            <a:r>
              <a:rPr lang="en-US" altLang="zh-CN" sz="2800" b="1" dirty="0">
                <a:solidFill>
                  <a:srgbClr val="0033CC"/>
                </a:solidFill>
                <a:latin typeface="黑体" panose="02010609060101010101" pitchFamily="49" charset="-122"/>
                <a:ea typeface="黑体" panose="02010609060101010101" pitchFamily="49" charset="-122"/>
              </a:rPr>
              <a:t>:</a:t>
            </a:r>
          </a:p>
          <a:p>
            <a:pPr marL="0" indent="0" eaLnBrk="1" hangingPunct="1">
              <a:lnSpc>
                <a:spcPct val="120000"/>
              </a:lnSpc>
              <a:buFont typeface="Wingdings" panose="05000000000000000000" pitchFamily="2" charset="2"/>
              <a:buNone/>
              <a:defRPr/>
            </a:pPr>
            <a:r>
              <a:rPr lang="en-US" altLang="zh-CN" sz="2800" b="1" dirty="0">
                <a:latin typeface="楷体_GB2312" pitchFamily="1" charset="-122"/>
                <a:ea typeface="楷体_GB2312" pitchFamily="1" charset="-122"/>
              </a:rPr>
              <a:t> </a:t>
            </a:r>
            <a:r>
              <a:rPr lang="zh-CN" altLang="en-US" sz="2800" b="1" dirty="0">
                <a:latin typeface="楷体_GB2312" pitchFamily="1" charset="-122"/>
                <a:ea typeface="楷体_GB2312" pitchFamily="1" charset="-122"/>
              </a:rPr>
              <a:t>假设原图的灰度值变量为</a:t>
            </a:r>
            <a:r>
              <a:rPr lang="en-US" altLang="zh-CN" sz="2800" b="1" dirty="0">
                <a:latin typeface="楷体_GB2312" pitchFamily="1" charset="-122"/>
                <a:ea typeface="楷体_GB2312" pitchFamily="1" charset="-122"/>
              </a:rPr>
              <a:t>r,</a:t>
            </a:r>
            <a:r>
              <a:rPr lang="zh-CN" altLang="en-US" sz="2800" b="1" dirty="0">
                <a:latin typeface="楷体_GB2312" pitchFamily="1" charset="-122"/>
                <a:ea typeface="楷体_GB2312" pitchFamily="1" charset="-122"/>
              </a:rPr>
              <a:t>变换后新图的灰度值变量为</a:t>
            </a:r>
            <a:r>
              <a:rPr lang="en-US" altLang="zh-CN" sz="2800" b="1" dirty="0">
                <a:latin typeface="楷体_GB2312" pitchFamily="1" charset="-122"/>
                <a:ea typeface="楷体_GB2312" pitchFamily="1" charset="-122"/>
              </a:rPr>
              <a:t>s,</a:t>
            </a:r>
            <a:r>
              <a:rPr lang="zh-CN" altLang="en-US" sz="2800" b="1" dirty="0">
                <a:latin typeface="楷体_GB2312" pitchFamily="1" charset="-122"/>
                <a:ea typeface="楷体_GB2312" pitchFamily="1" charset="-122"/>
              </a:rPr>
              <a:t>我们希望寻找一个灰度变换函数</a:t>
            </a:r>
            <a:r>
              <a:rPr lang="en-US" altLang="zh-CN" sz="2800" b="1" dirty="0">
                <a:latin typeface="楷体_GB2312" pitchFamily="1" charset="-122"/>
                <a:ea typeface="楷体_GB2312" pitchFamily="1" charset="-122"/>
              </a:rPr>
              <a:t>T</a:t>
            </a:r>
            <a:r>
              <a:rPr lang="zh-CN" altLang="en-US" sz="2800" b="1" dirty="0">
                <a:latin typeface="楷体_GB2312" pitchFamily="1" charset="-122"/>
                <a:ea typeface="楷体_GB2312" pitchFamily="1" charset="-122"/>
              </a:rPr>
              <a:t>：</a:t>
            </a:r>
            <a:r>
              <a:rPr lang="en-US" altLang="zh-CN" sz="2800" b="1" dirty="0">
                <a:solidFill>
                  <a:srgbClr val="0033CC"/>
                </a:solidFill>
                <a:latin typeface="楷体_GB2312" pitchFamily="1" charset="-122"/>
                <a:ea typeface="楷体_GB2312" pitchFamily="1" charset="-122"/>
              </a:rPr>
              <a:t>s=T(r)</a:t>
            </a:r>
            <a:r>
              <a:rPr lang="zh-CN" altLang="en-US" sz="2800" b="1" dirty="0">
                <a:solidFill>
                  <a:srgbClr val="0033CC"/>
                </a:solidFill>
                <a:latin typeface="楷体_GB2312" pitchFamily="1" charset="-122"/>
                <a:ea typeface="楷体_GB2312" pitchFamily="1" charset="-122"/>
              </a:rPr>
              <a:t>，</a:t>
            </a:r>
            <a:r>
              <a:rPr lang="zh-CN" altLang="en-US" sz="2800" b="1" dirty="0">
                <a:latin typeface="楷体_GB2312" pitchFamily="1" charset="-122"/>
                <a:ea typeface="楷体_GB2312" pitchFamily="1" charset="-122"/>
              </a:rPr>
              <a:t> 使得概率密度函数</a:t>
            </a:r>
            <a:r>
              <a:rPr lang="en-US" altLang="zh-CN" sz="2800" b="1" dirty="0" err="1">
                <a:latin typeface="楷体_GB2312" pitchFamily="1" charset="-122"/>
                <a:ea typeface="楷体_GB2312" pitchFamily="1" charset="-122"/>
              </a:rPr>
              <a:t>p</a:t>
            </a:r>
            <a:r>
              <a:rPr lang="en-US" altLang="zh-CN" sz="2800" b="1" baseline="-25000" dirty="0" err="1">
                <a:latin typeface="楷体_GB2312" pitchFamily="1" charset="-122"/>
                <a:ea typeface="楷体_GB2312" pitchFamily="1" charset="-122"/>
              </a:rPr>
              <a:t>r</a:t>
            </a:r>
            <a:r>
              <a:rPr lang="en-US" altLang="zh-CN" sz="2800" b="1" dirty="0">
                <a:latin typeface="楷体_GB2312" pitchFamily="1" charset="-122"/>
                <a:ea typeface="楷体_GB2312" pitchFamily="1" charset="-122"/>
              </a:rPr>
              <a:t>(r)</a:t>
            </a:r>
            <a:r>
              <a:rPr lang="zh-CN" altLang="en-US" sz="2800" b="1" dirty="0">
                <a:latin typeface="楷体_GB2312" pitchFamily="1" charset="-122"/>
                <a:ea typeface="楷体_GB2312" pitchFamily="1" charset="-122"/>
              </a:rPr>
              <a:t>变换成希望的概率密度函数</a:t>
            </a:r>
            <a:r>
              <a:rPr lang="en-US" altLang="zh-CN" sz="2800" b="1" dirty="0" err="1">
                <a:latin typeface="楷体_GB2312" pitchFamily="1" charset="-122"/>
                <a:ea typeface="楷体_GB2312" pitchFamily="1" charset="-122"/>
              </a:rPr>
              <a:t>p</a:t>
            </a:r>
            <a:r>
              <a:rPr lang="en-US" altLang="zh-CN" sz="2800" b="1" baseline="-25000" dirty="0" err="1">
                <a:latin typeface="楷体_GB2312" pitchFamily="1" charset="-122"/>
                <a:ea typeface="楷体_GB2312" pitchFamily="1" charset="-122"/>
              </a:rPr>
              <a:t>s</a:t>
            </a:r>
            <a:r>
              <a:rPr lang="en-US" altLang="zh-CN" sz="2800" b="1" dirty="0">
                <a:latin typeface="楷体_GB2312" pitchFamily="1" charset="-122"/>
                <a:ea typeface="楷体_GB2312" pitchFamily="1" charset="-122"/>
              </a:rPr>
              <a:t>(s)</a:t>
            </a:r>
          </a:p>
        </p:txBody>
      </p:sp>
      <p:sp>
        <p:nvSpPr>
          <p:cNvPr id="54277" name="Rectangle 18">
            <a:extLst>
              <a:ext uri="{FF2B5EF4-FFF2-40B4-BE49-F238E27FC236}">
                <a16:creationId xmlns:a16="http://schemas.microsoft.com/office/drawing/2014/main" id="{11501990-ED1F-4634-A6BF-40879FF0FA66}"/>
              </a:ext>
            </a:extLst>
          </p:cNvPr>
          <p:cNvSpPr>
            <a:spLocks noChangeArrowheads="1"/>
          </p:cNvSpPr>
          <p:nvPr/>
        </p:nvSpPr>
        <p:spPr bwMode="auto">
          <a:xfrm>
            <a:off x="323850" y="3933825"/>
            <a:ext cx="80899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eaLnBrk="1" hangingPunct="1">
              <a:spcBef>
                <a:spcPct val="20000"/>
              </a:spcBef>
              <a:buClr>
                <a:srgbClr val="0033CC"/>
              </a:buClr>
              <a:buFont typeface="Wingdings" panose="05000000000000000000" pitchFamily="2" charset="2"/>
              <a:buChar char="Ø"/>
            </a:pPr>
            <a:r>
              <a:rPr lang="zh-CN" altLang="en-US" sz="2800" b="1">
                <a:solidFill>
                  <a:srgbClr val="0033CC"/>
                </a:solidFill>
                <a:latin typeface="黑体" panose="02010609060101010101" pitchFamily="49" charset="-122"/>
                <a:ea typeface="黑体" panose="02010609060101010101" pitchFamily="49" charset="-122"/>
              </a:rPr>
              <a:t>灰度变换函数</a:t>
            </a:r>
            <a:r>
              <a:rPr lang="en-US" altLang="zh-CN" sz="2800" b="1">
                <a:solidFill>
                  <a:srgbClr val="0033CC"/>
                </a:solidFill>
                <a:latin typeface="黑体" panose="02010609060101010101" pitchFamily="49" charset="-122"/>
                <a:ea typeface="黑体" panose="02010609060101010101" pitchFamily="49" charset="-122"/>
              </a:rPr>
              <a:t>T(r)</a:t>
            </a:r>
            <a:r>
              <a:rPr lang="zh-CN" altLang="en-US" sz="2800" b="1">
                <a:solidFill>
                  <a:srgbClr val="0033CC"/>
                </a:solidFill>
                <a:latin typeface="黑体" panose="02010609060101010101" pitchFamily="49" charset="-122"/>
                <a:ea typeface="黑体" panose="02010609060101010101" pitchFamily="49" charset="-122"/>
              </a:rPr>
              <a:t>应该满足</a:t>
            </a:r>
            <a:r>
              <a:rPr lang="en-US" altLang="zh-CN" sz="2800" b="1">
                <a:solidFill>
                  <a:srgbClr val="0033CC"/>
                </a:solidFill>
                <a:latin typeface="黑体" panose="02010609060101010101" pitchFamily="49" charset="-122"/>
                <a:ea typeface="黑体" panose="02010609060101010101" pitchFamily="49" charset="-122"/>
              </a:rPr>
              <a:t>:</a:t>
            </a:r>
          </a:p>
        </p:txBody>
      </p:sp>
      <p:sp>
        <p:nvSpPr>
          <p:cNvPr id="54278" name="Rectangle 27">
            <a:extLst>
              <a:ext uri="{FF2B5EF4-FFF2-40B4-BE49-F238E27FC236}">
                <a16:creationId xmlns:a16="http://schemas.microsoft.com/office/drawing/2014/main" id="{354CA4BB-DC35-4F39-9E23-A507DF0A22BE}"/>
              </a:ext>
            </a:extLst>
          </p:cNvPr>
          <p:cNvSpPr>
            <a:spLocks noChangeArrowheads="1"/>
          </p:cNvSpPr>
          <p:nvPr/>
        </p:nvSpPr>
        <p:spPr bwMode="auto">
          <a:xfrm>
            <a:off x="725488" y="4797425"/>
            <a:ext cx="77057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AutoNum type="arabicParenBoth"/>
            </a:pPr>
            <a:r>
              <a:rPr lang="en-US" altLang="zh-CN" sz="2400">
                <a:latin typeface="Times New Roman" panose="02020603050405020304" pitchFamily="18" charset="0"/>
                <a:ea typeface="Tahoma" panose="020B0604030504040204" pitchFamily="34" charset="0"/>
                <a:cs typeface="Times New Roman" panose="02020603050405020304" pitchFamily="18" charset="0"/>
              </a:rPr>
              <a:t>T(r) </a:t>
            </a:r>
            <a:r>
              <a:rPr lang="zh-CN" altLang="en-US" sz="2400">
                <a:latin typeface="Times New Roman" panose="02020603050405020304" pitchFamily="18" charset="0"/>
                <a:ea typeface="楷体_GB2312" pitchFamily="1" charset="-122"/>
                <a:cs typeface="Times New Roman" panose="02020603050405020304" pitchFamily="18" charset="0"/>
              </a:rPr>
              <a:t>在区间</a:t>
            </a:r>
            <a:r>
              <a:rPr lang="en-US" altLang="zh-CN" sz="2400">
                <a:latin typeface="Times New Roman" panose="02020603050405020304" pitchFamily="18" charset="0"/>
                <a:ea typeface="Tahoma" panose="020B0604030504040204" pitchFamily="34" charset="0"/>
                <a:cs typeface="Times New Roman" panose="02020603050405020304" pitchFamily="18" charset="0"/>
              </a:rPr>
              <a:t>[0, L-1]</a:t>
            </a:r>
            <a:r>
              <a:rPr lang="zh-CN" altLang="en-US" sz="2400">
                <a:latin typeface="Times New Roman" panose="02020603050405020304" pitchFamily="18" charset="0"/>
                <a:ea typeface="楷体_GB2312" pitchFamily="1" charset="-122"/>
                <a:cs typeface="Times New Roman" panose="02020603050405020304" pitchFamily="18" charset="0"/>
              </a:rPr>
              <a:t>中单调递增</a:t>
            </a:r>
            <a:endParaRPr lang="en-US" altLang="zh-CN" sz="2400">
              <a:latin typeface="Times New Roman" panose="02020603050405020304" pitchFamily="18" charset="0"/>
              <a:ea typeface="楷体_GB2312" pitchFamily="1" charset="-122"/>
              <a:cs typeface="Times New Roman" panose="02020603050405020304" pitchFamily="18" charset="0"/>
            </a:endParaRPr>
          </a:p>
          <a:p>
            <a:pPr eaLnBrk="1" hangingPunct="1">
              <a:spcBef>
                <a:spcPct val="0"/>
              </a:spcBef>
              <a:buClrTx/>
              <a:buSzTx/>
              <a:buFont typeface="Arial" panose="020B0604020202020204" pitchFamily="34" charset="0"/>
              <a:buAutoNum type="arabicParenBoth"/>
            </a:pPr>
            <a:r>
              <a:rPr lang="zh-CN" altLang="en-US" sz="2400">
                <a:latin typeface="Times New Roman" panose="02020603050405020304" pitchFamily="18" charset="0"/>
                <a:ea typeface="楷体_GB2312" pitchFamily="1" charset="-122"/>
                <a:cs typeface="Times New Roman" panose="02020603050405020304" pitchFamily="18" charset="0"/>
              </a:rPr>
              <a:t>对于任意的</a:t>
            </a:r>
            <a:r>
              <a:rPr lang="en-US" altLang="zh-CN" sz="2400">
                <a:latin typeface="Times New Roman" panose="02020603050405020304" pitchFamily="18" charset="0"/>
                <a:ea typeface="楷体_GB2312" pitchFamily="1" charset="-122"/>
                <a:cs typeface="Times New Roman" panose="02020603050405020304" pitchFamily="18" charset="0"/>
              </a:rPr>
              <a:t>r</a:t>
            </a:r>
            <a:r>
              <a:rPr lang="zh-CN" altLang="en-US" sz="2400">
                <a:latin typeface="Times New Roman" panose="02020603050405020304" pitchFamily="18" charset="0"/>
                <a:ea typeface="楷体_GB2312" pitchFamily="1" charset="-122"/>
                <a:cs typeface="Times New Roman" panose="02020603050405020304" pitchFamily="18" charset="0"/>
              </a:rPr>
              <a:t>在区间</a:t>
            </a:r>
            <a:r>
              <a:rPr lang="en-US" altLang="zh-CN" sz="2400">
                <a:latin typeface="Times New Roman" panose="02020603050405020304" pitchFamily="18" charset="0"/>
                <a:ea typeface="Tahoma" panose="020B0604030504040204" pitchFamily="34" charset="0"/>
                <a:cs typeface="Times New Roman" panose="02020603050405020304" pitchFamily="18" charset="0"/>
              </a:rPr>
              <a:t>[0, L-1]</a:t>
            </a:r>
            <a:r>
              <a:rPr lang="zh-CN" altLang="en-US" sz="2400">
                <a:latin typeface="Times New Roman" panose="02020603050405020304" pitchFamily="18" charset="0"/>
                <a:ea typeface="Tahoma" panose="020B0604030504040204" pitchFamily="34" charset="0"/>
                <a:cs typeface="Times New Roman" panose="02020603050405020304" pitchFamily="18" charset="0"/>
              </a:rPr>
              <a:t>，</a:t>
            </a:r>
            <a:r>
              <a:rPr lang="en-US" altLang="zh-CN" sz="2400" i="1">
                <a:latin typeface="Times New Roman" panose="02020603050405020304" pitchFamily="18" charset="0"/>
                <a:ea typeface="Tahoma" panose="020B0604030504040204" pitchFamily="34" charset="0"/>
                <a:cs typeface="Times New Roman" panose="02020603050405020304" pitchFamily="18" charset="0"/>
              </a:rPr>
              <a:t> T(r)</a:t>
            </a:r>
            <a:r>
              <a:rPr lang="zh-CN" altLang="en-US" sz="2400" i="1">
                <a:latin typeface="Times New Roman" panose="02020603050405020304" pitchFamily="18" charset="0"/>
                <a:ea typeface="Tahoma" panose="020B0604030504040204" pitchFamily="34" charset="0"/>
                <a:cs typeface="Times New Roman" panose="02020603050405020304" pitchFamily="18" charset="0"/>
              </a:rPr>
              <a:t>也在区间</a:t>
            </a:r>
            <a:r>
              <a:rPr lang="en-US" altLang="zh-CN" sz="2400">
                <a:latin typeface="Times New Roman" panose="02020603050405020304" pitchFamily="18" charset="0"/>
                <a:ea typeface="Tahoma" panose="020B0604030504040204" pitchFamily="34" charset="0"/>
                <a:cs typeface="Times New Roman" panose="02020603050405020304" pitchFamily="18" charset="0"/>
              </a:rPr>
              <a:t>[0, L-1]</a:t>
            </a:r>
            <a:endParaRPr lang="zh-CN" altLang="en-US" sz="2400">
              <a:latin typeface="Times New Roman" panose="02020603050405020304" pitchFamily="18" charset="0"/>
              <a:ea typeface="楷体_GB2312" pitchFamily="1" charset="-122"/>
              <a:cs typeface="Times New Roman" panose="02020603050405020304" pitchFamily="18" charset="0"/>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BA1744FF-0EA9-4F5D-A0AE-6C16D39CEF04}"/>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55299" name="TextBox 23">
            <a:extLst>
              <a:ext uri="{FF2B5EF4-FFF2-40B4-BE49-F238E27FC236}">
                <a16:creationId xmlns:a16="http://schemas.microsoft.com/office/drawing/2014/main" id="{9D2C29AC-6C32-4F2B-95FA-BA0AFCACF2B4}"/>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zh-CN" altLang="en-US" b="1">
                <a:solidFill>
                  <a:schemeClr val="bg1"/>
                </a:solidFill>
                <a:latin typeface="微软雅黑" panose="020B0503020204020204" pitchFamily="34" charset="-122"/>
                <a:ea typeface="微软雅黑" panose="020B0503020204020204" pitchFamily="34" charset="-122"/>
              </a:rPr>
              <a:t>3.3.1 直方图均衡化</a:t>
            </a:r>
          </a:p>
        </p:txBody>
      </p:sp>
      <p:sp>
        <p:nvSpPr>
          <p:cNvPr id="55300" name="Rectangle 4">
            <a:extLst>
              <a:ext uri="{FF2B5EF4-FFF2-40B4-BE49-F238E27FC236}">
                <a16:creationId xmlns:a16="http://schemas.microsoft.com/office/drawing/2014/main" id="{2A90B146-63F4-47C4-9128-5A7171CEE85E}"/>
              </a:ext>
            </a:extLst>
          </p:cNvPr>
          <p:cNvSpPr>
            <a:spLocks noChangeArrowheads="1"/>
          </p:cNvSpPr>
          <p:nvPr/>
        </p:nvSpPr>
        <p:spPr bwMode="auto">
          <a:xfrm>
            <a:off x="-9525" y="34448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eaLnBrk="1" hangingPunct="1">
              <a:buFont typeface="Arial" panose="020B0604020202020204" pitchFamily="34" charset="0"/>
              <a:buNone/>
            </a:pPr>
            <a:endParaRPr lang="zh-CN" altLang="en-US"/>
          </a:p>
        </p:txBody>
      </p:sp>
      <p:sp>
        <p:nvSpPr>
          <p:cNvPr id="55301" name="Rectangle 11">
            <a:extLst>
              <a:ext uri="{FF2B5EF4-FFF2-40B4-BE49-F238E27FC236}">
                <a16:creationId xmlns:a16="http://schemas.microsoft.com/office/drawing/2014/main" id="{E166F841-C162-46A6-86E0-F6866B059EB8}"/>
              </a:ext>
            </a:extLst>
          </p:cNvPr>
          <p:cNvSpPr>
            <a:spLocks noChangeArrowheads="1"/>
          </p:cNvSpPr>
          <p:nvPr/>
        </p:nvSpPr>
        <p:spPr bwMode="auto">
          <a:xfrm>
            <a:off x="5456238" y="3081338"/>
            <a:ext cx="641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buFont typeface="Arial" panose="020B0604020202020204" pitchFamily="34" charset="0"/>
              <a:buNone/>
            </a:pPr>
            <a:r>
              <a:rPr lang="en-US" altLang="zh-CN" sz="2400">
                <a:solidFill>
                  <a:srgbClr val="0000FF"/>
                </a:solidFill>
                <a:latin typeface="楷体_GB2312" pitchFamily="1" charset="-122"/>
                <a:cs typeface="Times New Roman" panose="02020603050405020304" pitchFamily="18" charset="0"/>
              </a:rPr>
              <a:t>   </a:t>
            </a:r>
            <a:endParaRPr lang="en-US" altLang="zh-CN" sz="2400">
              <a:latin typeface="楷体_GB2312" pitchFamily="1" charset="-122"/>
              <a:cs typeface="Times New Roman" panose="02020603050405020304" pitchFamily="18" charset="0"/>
            </a:endParaRPr>
          </a:p>
        </p:txBody>
      </p:sp>
      <p:sp>
        <p:nvSpPr>
          <p:cNvPr id="12" name="Rectangle 18">
            <a:extLst>
              <a:ext uri="{FF2B5EF4-FFF2-40B4-BE49-F238E27FC236}">
                <a16:creationId xmlns:a16="http://schemas.microsoft.com/office/drawing/2014/main" id="{063840BD-5349-4E3C-84F6-D3F6A7D74D1E}"/>
              </a:ext>
            </a:extLst>
          </p:cNvPr>
          <p:cNvSpPr>
            <a:spLocks noChangeArrowheads="1"/>
          </p:cNvSpPr>
          <p:nvPr/>
        </p:nvSpPr>
        <p:spPr bwMode="auto">
          <a:xfrm>
            <a:off x="314325" y="754063"/>
            <a:ext cx="7993063" cy="1306512"/>
          </a:xfrm>
          <a:prstGeom prst="rect">
            <a:avLst/>
          </a:prstGeom>
          <a:noFill/>
          <a:ln>
            <a:noFill/>
          </a:ln>
          <a:effectLst/>
          <a:extLst/>
        </p:spPr>
        <p:txBody>
          <a:bodyPr anchor="ctr">
            <a:spAutoFit/>
          </a:bodyPr>
          <a:lstStyle/>
          <a:p>
            <a:pPr>
              <a:lnSpc>
                <a:spcPct val="150000"/>
              </a:lnSpc>
              <a:buClr>
                <a:srgbClr val="0033CC"/>
              </a:buClr>
              <a:buFont typeface="Wingdings" pitchFamily="2" charset="2"/>
              <a:buChar char="Ø"/>
              <a:defRPr/>
            </a:pPr>
            <a:r>
              <a:rPr lang="zh-CN" altLang="en-US" sz="2800" b="1" dirty="0"/>
              <a:t>满足以上条件的一个重要的</a:t>
            </a:r>
            <a:r>
              <a:rPr lang="zh-CN" altLang="en-US" sz="2800" b="1" i="1" u="sng" dirty="0">
                <a:solidFill>
                  <a:srgbClr val="0033CC"/>
                </a:solidFill>
                <a:effectLst>
                  <a:outerShdw blurRad="38100" dist="38100" dir="2700000" algn="tl">
                    <a:srgbClr val="C0C0C0"/>
                  </a:outerShdw>
                </a:effectLst>
              </a:rPr>
              <a:t>直方图均衡化的灰度变换函数 </a:t>
            </a:r>
            <a:r>
              <a:rPr lang="zh-CN" altLang="en-US" sz="2800" dirty="0"/>
              <a:t>为</a:t>
            </a:r>
          </a:p>
        </p:txBody>
      </p:sp>
      <p:sp>
        <p:nvSpPr>
          <p:cNvPr id="14" name="Rectangle 21">
            <a:extLst>
              <a:ext uri="{FF2B5EF4-FFF2-40B4-BE49-F238E27FC236}">
                <a16:creationId xmlns:a16="http://schemas.microsoft.com/office/drawing/2014/main" id="{09545A31-12AD-4D54-A227-9FECFEFF63F2}"/>
              </a:ext>
            </a:extLst>
          </p:cNvPr>
          <p:cNvSpPr>
            <a:spLocks noChangeArrowheads="1"/>
          </p:cNvSpPr>
          <p:nvPr/>
        </p:nvSpPr>
        <p:spPr bwMode="auto">
          <a:xfrm>
            <a:off x="3584575" y="2374900"/>
            <a:ext cx="56451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buFont typeface="Arial" panose="020B0604020202020204" pitchFamily="34" charset="0"/>
              <a:buNone/>
            </a:pPr>
            <a:r>
              <a:rPr lang="zh-CN" altLang="en-US" sz="2400" b="1">
                <a:latin typeface="楷体_GB2312" pitchFamily="1" charset="-122"/>
                <a:cs typeface="Times New Roman" panose="02020603050405020304" pitchFamily="18" charset="0"/>
              </a:rPr>
              <a:t>原始图像灰度</a:t>
            </a:r>
            <a:r>
              <a:rPr lang="en-US" altLang="zh-CN" sz="2400" b="1">
                <a:latin typeface="楷体_GB2312" pitchFamily="1" charset="-122"/>
                <a:cs typeface="Times New Roman" panose="02020603050405020304" pitchFamily="18" charset="0"/>
              </a:rPr>
              <a:t>r</a:t>
            </a:r>
            <a:r>
              <a:rPr lang="zh-CN" altLang="en-US" sz="2400" b="1">
                <a:latin typeface="楷体_GB2312" pitchFamily="1" charset="-122"/>
                <a:cs typeface="Times New Roman" panose="02020603050405020304" pitchFamily="18" charset="0"/>
              </a:rPr>
              <a:t>的累积分布函数（</a:t>
            </a:r>
            <a:r>
              <a:rPr lang="en-US" altLang="zh-CN" sz="2400" b="1">
                <a:latin typeface="楷体_GB2312" pitchFamily="1" charset="-122"/>
                <a:cs typeface="Times New Roman" panose="02020603050405020304" pitchFamily="18" charset="0"/>
              </a:rPr>
              <a:t>CDF</a:t>
            </a:r>
            <a:r>
              <a:rPr lang="zh-CN" altLang="en-US" sz="2400" b="1">
                <a:latin typeface="楷体_GB2312" pitchFamily="1" charset="-122"/>
                <a:cs typeface="Times New Roman" panose="02020603050405020304" pitchFamily="18" charset="0"/>
              </a:rPr>
              <a:t>） </a:t>
            </a:r>
          </a:p>
        </p:txBody>
      </p:sp>
      <p:sp>
        <p:nvSpPr>
          <p:cNvPr id="20" name="Freeform 22">
            <a:extLst>
              <a:ext uri="{FF2B5EF4-FFF2-40B4-BE49-F238E27FC236}">
                <a16:creationId xmlns:a16="http://schemas.microsoft.com/office/drawing/2014/main" id="{EA4DA298-6316-4BF5-939D-1A141018D418}"/>
              </a:ext>
            </a:extLst>
          </p:cNvPr>
          <p:cNvSpPr>
            <a:spLocks/>
          </p:cNvSpPr>
          <p:nvPr/>
        </p:nvSpPr>
        <p:spPr bwMode="auto">
          <a:xfrm>
            <a:off x="5062538" y="2143125"/>
            <a:ext cx="1296987" cy="71438"/>
          </a:xfrm>
          <a:custGeom>
            <a:avLst/>
            <a:gdLst>
              <a:gd name="T0" fmla="*/ 0 w 528"/>
              <a:gd name="T1" fmla="*/ 2147483646 h 83"/>
              <a:gd name="T2" fmla="*/ 2147483646 w 528"/>
              <a:gd name="T3" fmla="*/ 2147483646 h 83"/>
              <a:gd name="T4" fmla="*/ 2147483646 w 528"/>
              <a:gd name="T5" fmla="*/ 2147483646 h 83"/>
              <a:gd name="T6" fmla="*/ 2147483646 w 528"/>
              <a:gd name="T7" fmla="*/ 2147483646 h 83"/>
              <a:gd name="T8" fmla="*/ 2147483646 w 528"/>
              <a:gd name="T9" fmla="*/ 2147483646 h 83"/>
              <a:gd name="T10" fmla="*/ 2147483646 w 528"/>
              <a:gd name="T11" fmla="*/ 0 h 83"/>
              <a:gd name="T12" fmla="*/ 0 60000 65536"/>
              <a:gd name="T13" fmla="*/ 0 60000 65536"/>
              <a:gd name="T14" fmla="*/ 0 60000 65536"/>
              <a:gd name="T15" fmla="*/ 0 60000 65536"/>
              <a:gd name="T16" fmla="*/ 0 60000 65536"/>
              <a:gd name="T17" fmla="*/ 0 60000 65536"/>
              <a:gd name="T18" fmla="*/ 0 w 528"/>
              <a:gd name="T19" fmla="*/ 0 h 83"/>
              <a:gd name="T20" fmla="*/ 528 w 528"/>
              <a:gd name="T21" fmla="*/ 83 h 83"/>
            </a:gdLst>
            <a:ahLst/>
            <a:cxnLst>
              <a:cxn ang="T12">
                <a:pos x="T0" y="T1"/>
              </a:cxn>
              <a:cxn ang="T13">
                <a:pos x="T2" y="T3"/>
              </a:cxn>
              <a:cxn ang="T14">
                <a:pos x="T4" y="T5"/>
              </a:cxn>
              <a:cxn ang="T15">
                <a:pos x="T6" y="T7"/>
              </a:cxn>
              <a:cxn ang="T16">
                <a:pos x="T8" y="T9"/>
              </a:cxn>
              <a:cxn ang="T17">
                <a:pos x="T10" y="T11"/>
              </a:cxn>
            </a:cxnLst>
            <a:rect l="T18" t="T19" r="T20" b="T21"/>
            <a:pathLst>
              <a:path w="528" h="83">
                <a:moveTo>
                  <a:pt x="0" y="72"/>
                </a:moveTo>
                <a:cubicBezTo>
                  <a:pt x="72" y="77"/>
                  <a:pt x="145" y="83"/>
                  <a:pt x="192" y="72"/>
                </a:cubicBezTo>
                <a:cubicBezTo>
                  <a:pt x="239" y="61"/>
                  <a:pt x="251" y="16"/>
                  <a:pt x="280" y="8"/>
                </a:cubicBezTo>
                <a:cubicBezTo>
                  <a:pt x="309" y="0"/>
                  <a:pt x="343" y="21"/>
                  <a:pt x="368" y="24"/>
                </a:cubicBezTo>
                <a:cubicBezTo>
                  <a:pt x="393" y="27"/>
                  <a:pt x="405" y="28"/>
                  <a:pt x="432" y="24"/>
                </a:cubicBezTo>
                <a:cubicBezTo>
                  <a:pt x="459" y="20"/>
                  <a:pt x="507" y="5"/>
                  <a:pt x="528" y="0"/>
                </a:cubicBezTo>
              </a:path>
            </a:pathLst>
          </a:custGeom>
          <a:noFill/>
          <a:ln w="38100">
            <a:solidFill>
              <a:schemeClr val="accent2"/>
            </a:solidFill>
            <a:bevel/>
            <a:headEnd/>
            <a:tailEnd/>
          </a:ln>
          <a:extLst>
            <a:ext uri="{909E8E84-426E-40DD-AFC4-6F175D3DCCD1}">
              <a14:hiddenFill xmlns:a14="http://schemas.microsoft.com/office/drawing/2010/main">
                <a:solidFill>
                  <a:srgbClr val="FFFFFF"/>
                </a:solidFill>
              </a14:hiddenFill>
            </a:ext>
          </a:extLst>
        </p:spPr>
        <p:txBody>
          <a:bodyPr anchor="ctr"/>
          <a:lstStyle/>
          <a:p>
            <a:endParaRPr lang="zh-CN" altLang="en-US"/>
          </a:p>
        </p:txBody>
      </p:sp>
      <p:sp>
        <p:nvSpPr>
          <p:cNvPr id="21" name="Text Box 23">
            <a:extLst>
              <a:ext uri="{FF2B5EF4-FFF2-40B4-BE49-F238E27FC236}">
                <a16:creationId xmlns:a16="http://schemas.microsoft.com/office/drawing/2014/main" id="{08E60642-2D32-4462-8B19-7550621F88FF}"/>
              </a:ext>
            </a:extLst>
          </p:cNvPr>
          <p:cNvSpPr txBox="1">
            <a:spLocks noChangeArrowheads="1"/>
          </p:cNvSpPr>
          <p:nvPr/>
        </p:nvSpPr>
        <p:spPr bwMode="auto">
          <a:xfrm>
            <a:off x="314325" y="3671888"/>
            <a:ext cx="27352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eaLnBrk="1" hangingPunct="1">
              <a:spcBef>
                <a:spcPct val="50000"/>
              </a:spcBef>
              <a:buFont typeface="Arial" panose="020B0604020202020204" pitchFamily="34" charset="0"/>
              <a:buNone/>
            </a:pPr>
            <a:r>
              <a:rPr lang="zh-CN" altLang="en-US" sz="2800" b="1">
                <a:solidFill>
                  <a:schemeClr val="tx2"/>
                </a:solidFill>
              </a:rPr>
              <a:t>对于数字图象：</a:t>
            </a:r>
          </a:p>
        </p:txBody>
      </p:sp>
      <p:sp>
        <p:nvSpPr>
          <p:cNvPr id="23" name="Rectangle 25">
            <a:extLst>
              <a:ext uri="{FF2B5EF4-FFF2-40B4-BE49-F238E27FC236}">
                <a16:creationId xmlns:a16="http://schemas.microsoft.com/office/drawing/2014/main" id="{A3362F38-5762-430F-B8FE-80A5ADE2FC61}"/>
              </a:ext>
            </a:extLst>
          </p:cNvPr>
          <p:cNvSpPr>
            <a:spLocks noChangeArrowheads="1"/>
          </p:cNvSpPr>
          <p:nvPr/>
        </p:nvSpPr>
        <p:spPr bwMode="auto">
          <a:xfrm>
            <a:off x="458788" y="5832475"/>
            <a:ext cx="8039100" cy="946150"/>
          </a:xfrm>
          <a:prstGeom prst="rect">
            <a:avLst/>
          </a:prstGeom>
          <a:solidFill>
            <a:schemeClr val="bg1"/>
          </a:solidFill>
          <a:ln>
            <a:noFill/>
          </a:ln>
          <a:effectLst/>
          <a:extLst/>
        </p:spPr>
        <p:txBody>
          <a:bodyPr>
            <a:spAutoFit/>
          </a:bodyPr>
          <a:lstStyle/>
          <a:p>
            <a:pPr eaLnBrk="1" hangingPunct="1">
              <a:buFont typeface="Arial" panose="020B0604020202020204" pitchFamily="34" charset="0"/>
              <a:buNone/>
              <a:defRPr/>
            </a:pPr>
            <a:r>
              <a:rPr lang="zh-CN" altLang="en-US" sz="2800" b="1" dirty="0"/>
              <a:t>根据该方程可以由原图像的各像素灰度值直接得到</a:t>
            </a:r>
            <a:r>
              <a:rPr lang="zh-CN" altLang="en-US" sz="2800" b="1" dirty="0">
                <a:solidFill>
                  <a:srgbClr val="0033CC"/>
                </a:solidFill>
                <a:effectLst>
                  <a:outerShdw blurRad="38100" dist="38100" dir="2700000" algn="tl">
                    <a:srgbClr val="C0C0C0"/>
                  </a:outerShdw>
                </a:effectLst>
              </a:rPr>
              <a:t>直方图均衡化后各灰度级所占的百分比</a:t>
            </a:r>
          </a:p>
        </p:txBody>
      </p:sp>
      <p:sp>
        <p:nvSpPr>
          <p:cNvPr id="24" name="AutoShape 29">
            <a:extLst>
              <a:ext uri="{FF2B5EF4-FFF2-40B4-BE49-F238E27FC236}">
                <a16:creationId xmlns:a16="http://schemas.microsoft.com/office/drawing/2014/main" id="{4FED4FAD-AF90-45B6-B717-9747DFF6B419}"/>
              </a:ext>
            </a:extLst>
          </p:cNvPr>
          <p:cNvSpPr>
            <a:spLocks noChangeArrowheads="1"/>
          </p:cNvSpPr>
          <p:nvPr/>
        </p:nvSpPr>
        <p:spPr bwMode="auto">
          <a:xfrm>
            <a:off x="-9525" y="3168650"/>
            <a:ext cx="4103688" cy="433388"/>
          </a:xfrm>
          <a:prstGeom prst="wedgeRoundRectCallout">
            <a:avLst>
              <a:gd name="adj1" fmla="val 26278"/>
              <a:gd name="adj2" fmla="val -326042"/>
              <a:gd name="adj3" fmla="val 16667"/>
            </a:avLst>
          </a:prstGeom>
          <a:solidFill>
            <a:srgbClr val="FFFFCC"/>
          </a:solidFill>
          <a:ln w="9525">
            <a:solidFill>
              <a:schemeClr val="tx1"/>
            </a:solidFill>
            <a:miter lim="800000"/>
            <a:headEnd/>
            <a:tailEnd/>
          </a:ln>
        </p:spPr>
        <p:txBody>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zh-CN" altLang="en-US" sz="2400" b="1"/>
              <a:t>均匀分布的随机变量</a:t>
            </a:r>
          </a:p>
        </p:txBody>
      </p:sp>
      <p:sp>
        <p:nvSpPr>
          <p:cNvPr id="25" name="AutoShape 30">
            <a:extLst>
              <a:ext uri="{FF2B5EF4-FFF2-40B4-BE49-F238E27FC236}">
                <a16:creationId xmlns:a16="http://schemas.microsoft.com/office/drawing/2014/main" id="{C030B1EF-9563-4823-9328-AAF72668D89A}"/>
              </a:ext>
            </a:extLst>
          </p:cNvPr>
          <p:cNvSpPr>
            <a:spLocks noChangeArrowheads="1"/>
          </p:cNvSpPr>
          <p:nvPr/>
        </p:nvSpPr>
        <p:spPr bwMode="auto">
          <a:xfrm>
            <a:off x="890588" y="5400675"/>
            <a:ext cx="4968875" cy="431800"/>
          </a:xfrm>
          <a:prstGeom prst="wedgeRoundRectCallout">
            <a:avLst>
              <a:gd name="adj1" fmla="val -57884"/>
              <a:gd name="adj2" fmla="val -236250"/>
              <a:gd name="adj3" fmla="val 16667"/>
            </a:avLst>
          </a:prstGeom>
          <a:solidFill>
            <a:srgbClr val="FFFFCC"/>
          </a:solidFill>
          <a:ln w="9525">
            <a:solidFill>
              <a:schemeClr val="tx1"/>
            </a:solidFill>
            <a:miter lim="800000"/>
            <a:headEnd/>
            <a:tailEnd/>
          </a:ln>
        </p:spPr>
        <p:txBody>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zh-CN" altLang="en-US" sz="2400" b="1">
                <a:latin typeface="楷体_GB2312" pitchFamily="1" charset="-122"/>
              </a:rPr>
              <a:t>随机变量</a:t>
            </a:r>
            <a:r>
              <a:rPr lang="en-US" altLang="zh-CN" sz="2400" b="1">
                <a:latin typeface="楷体_GB2312" pitchFamily="1" charset="-122"/>
              </a:rPr>
              <a:t>:</a:t>
            </a:r>
            <a:r>
              <a:rPr lang="zh-CN" altLang="en-US" sz="2400" b="1">
                <a:latin typeface="楷体_GB2312" pitchFamily="1" charset="-122"/>
              </a:rPr>
              <a:t>不一定是均匀分布的</a:t>
            </a:r>
          </a:p>
        </p:txBody>
      </p:sp>
      <p:graphicFrame>
        <p:nvGraphicFramePr>
          <p:cNvPr id="55309" name="对象 1">
            <a:extLst>
              <a:ext uri="{FF2B5EF4-FFF2-40B4-BE49-F238E27FC236}">
                <a16:creationId xmlns:a16="http://schemas.microsoft.com/office/drawing/2014/main" id="{029BC372-6459-49A8-BD37-5CA20B6B8597}"/>
              </a:ext>
            </a:extLst>
          </p:cNvPr>
          <p:cNvGraphicFramePr>
            <a:graphicFrameLocks noChangeAspect="1"/>
          </p:cNvGraphicFramePr>
          <p:nvPr/>
        </p:nvGraphicFramePr>
        <p:xfrm>
          <a:off x="3001963" y="1473200"/>
          <a:ext cx="3546475" cy="673100"/>
        </p:xfrm>
        <a:graphic>
          <a:graphicData uri="http://schemas.openxmlformats.org/presentationml/2006/ole">
            <mc:AlternateContent xmlns:mc="http://schemas.openxmlformats.org/markup-compatibility/2006">
              <mc:Choice xmlns:v="urn:schemas-microsoft-com:vml" Requires="v">
                <p:oleObj spid="_x0000_s55311" name="Equation" r:id="rId3" imgW="1739900" imgH="330200" progId="Equation.DSMT4">
                  <p:embed/>
                </p:oleObj>
              </mc:Choice>
              <mc:Fallback>
                <p:oleObj name="Equation" r:id="rId3" imgW="1739900" imgH="330200" progId="Equation.DSMT4">
                  <p:embed/>
                  <p:pic>
                    <p:nvPicPr>
                      <p:cNvPr id="0"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01963" y="1473200"/>
                        <a:ext cx="3546475"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5310" name="对象 2">
            <a:extLst>
              <a:ext uri="{FF2B5EF4-FFF2-40B4-BE49-F238E27FC236}">
                <a16:creationId xmlns:a16="http://schemas.microsoft.com/office/drawing/2014/main" id="{E5E493E4-4205-44F3-A983-3EDE487FA429}"/>
              </a:ext>
            </a:extLst>
          </p:cNvPr>
          <p:cNvGraphicFramePr>
            <a:graphicFrameLocks noChangeAspect="1"/>
          </p:cNvGraphicFramePr>
          <p:nvPr/>
        </p:nvGraphicFramePr>
        <p:xfrm>
          <a:off x="314325" y="3919538"/>
          <a:ext cx="8548688" cy="1000125"/>
        </p:xfrm>
        <a:graphic>
          <a:graphicData uri="http://schemas.openxmlformats.org/presentationml/2006/ole">
            <mc:AlternateContent xmlns:mc="http://schemas.openxmlformats.org/markup-compatibility/2006">
              <mc:Choice xmlns:v="urn:schemas-microsoft-com:vml" Requires="v">
                <p:oleObj spid="_x0000_s55312" name="Equation" r:id="rId5" imgW="3911600" imgH="457200" progId="Equation.DSMT4">
                  <p:embed/>
                </p:oleObj>
              </mc:Choice>
              <mc:Fallback>
                <p:oleObj name="Equation" r:id="rId5" imgW="3911600" imgH="457200" progId="Equation.DSMT4">
                  <p:embed/>
                  <p:pic>
                    <p:nvPicPr>
                      <p:cNvPr id="0" name="对象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4325" y="3919538"/>
                        <a:ext cx="8548688"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blinds(horizontal)">
                                      <p:cBhvr>
                                        <p:cTn id="12" dur="500"/>
                                        <p:tgtEl>
                                          <p:spTgt spid="2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blinds(horizontal)">
                                      <p:cBhvr>
                                        <p:cTn id="17" dur="500"/>
                                        <p:tgtEl>
                                          <p:spTgt spid="1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blinds(horizontal)">
                                      <p:cBhvr>
                                        <p:cTn id="22" dur="500"/>
                                        <p:tgtEl>
                                          <p:spTgt spid="2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blinds(horizontal)">
                                      <p:cBhvr>
                                        <p:cTn id="27" dur="500"/>
                                        <p:tgtEl>
                                          <p:spTgt spid="2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blinds(horizontal)">
                                      <p:cBhvr>
                                        <p:cTn id="32" dur="500"/>
                                        <p:tgtEl>
                                          <p:spTgt spid="2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blinds(horizontal)">
                                      <p:cBhvr>
                                        <p:cTn id="3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utoUpdateAnimBg="0"/>
      <p:bldP spid="14" grpId="0" autoUpdateAnimBg="0"/>
      <p:bldP spid="21" grpId="0" autoUpdateAnimBg="0"/>
      <p:bldP spid="23" grpId="0" animBg="1" autoUpdateAnimBg="0"/>
      <p:bldP spid="24" grpId="0" animBg="1" autoUpdateAnimBg="0"/>
      <p:bldP spid="25" grpId="0" animBg="1"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BA1744FF-0EA9-4F5D-A0AE-6C16D39CEF04}"/>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56323" name="TextBox 23">
            <a:extLst>
              <a:ext uri="{FF2B5EF4-FFF2-40B4-BE49-F238E27FC236}">
                <a16:creationId xmlns:a16="http://schemas.microsoft.com/office/drawing/2014/main" id="{87CAD90C-F36D-4A33-9661-450C18A3B224}"/>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zh-CN" altLang="en-US" b="1">
                <a:solidFill>
                  <a:schemeClr val="bg1"/>
                </a:solidFill>
                <a:latin typeface="微软雅黑" panose="020B0503020204020204" pitchFamily="34" charset="-122"/>
                <a:ea typeface="微软雅黑" panose="020B0503020204020204" pitchFamily="34" charset="-122"/>
              </a:rPr>
              <a:t>3.3.1 直方图均衡化处理步骤</a:t>
            </a:r>
          </a:p>
        </p:txBody>
      </p:sp>
      <p:sp>
        <p:nvSpPr>
          <p:cNvPr id="17" name="Rectangle 3">
            <a:extLst>
              <a:ext uri="{FF2B5EF4-FFF2-40B4-BE49-F238E27FC236}">
                <a16:creationId xmlns:a16="http://schemas.microsoft.com/office/drawing/2014/main" id="{D3E8E11F-A243-461D-9B30-57547FCFA928}"/>
              </a:ext>
            </a:extLst>
          </p:cNvPr>
          <p:cNvSpPr txBox="1">
            <a:spLocks noChangeArrowheads="1"/>
          </p:cNvSpPr>
          <p:nvPr/>
        </p:nvSpPr>
        <p:spPr bwMode="auto">
          <a:xfrm>
            <a:off x="0" y="1268413"/>
            <a:ext cx="8964613" cy="381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639763" indent="-246063">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indent="-246063">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187450" indent="-20955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1462088" indent="-20955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1919288" indent="-20955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376488" indent="-20955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2833688" indent="-20955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290888" indent="-20955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buFont typeface="Wingdings" panose="05000000000000000000" pitchFamily="2" charset="2"/>
              <a:buNone/>
            </a:pPr>
            <a:r>
              <a:rPr lang="en-US" altLang="zh-CN" sz="2800" b="1">
                <a:latin typeface="楷体_GB2312" pitchFamily="1" charset="-122"/>
                <a:ea typeface="楷体_GB2312" pitchFamily="1" charset="-122"/>
              </a:rPr>
              <a:t>(1)</a:t>
            </a:r>
            <a:r>
              <a:rPr lang="zh-CN" altLang="en-US" sz="2800" b="1">
                <a:latin typeface="楷体_GB2312" pitchFamily="1" charset="-122"/>
                <a:ea typeface="楷体_GB2312" pitchFamily="1" charset="-122"/>
              </a:rPr>
              <a:t>统计原始图象的直方图</a:t>
            </a:r>
          </a:p>
          <a:p>
            <a:pPr eaLnBrk="1" hangingPunct="1">
              <a:buFont typeface="Wingdings" panose="05000000000000000000" pitchFamily="2" charset="2"/>
              <a:buNone/>
            </a:pPr>
            <a:r>
              <a:rPr lang="zh-CN" altLang="en-US" sz="2800" b="1">
                <a:latin typeface="楷体_GB2312" pitchFamily="1" charset="-122"/>
                <a:ea typeface="楷体_GB2312" pitchFamily="1" charset="-122"/>
              </a:rPr>
              <a:t>     是输入图象灰度级；</a:t>
            </a:r>
          </a:p>
          <a:p>
            <a:pPr eaLnBrk="1" hangingPunct="1">
              <a:buFont typeface="Wingdings" panose="05000000000000000000" pitchFamily="2" charset="2"/>
              <a:buNone/>
            </a:pPr>
            <a:r>
              <a:rPr lang="en-US" altLang="zh-CN" sz="2800" b="1">
                <a:latin typeface="楷体_GB2312" pitchFamily="1" charset="-122"/>
                <a:ea typeface="楷体_GB2312" pitchFamily="1" charset="-122"/>
              </a:rPr>
              <a:t>(2)</a:t>
            </a:r>
            <a:r>
              <a:rPr lang="zh-CN" altLang="en-US" sz="2800" b="1">
                <a:latin typeface="楷体_GB2312" pitchFamily="1" charset="-122"/>
                <a:ea typeface="楷体_GB2312" pitchFamily="1" charset="-122"/>
              </a:rPr>
              <a:t>计算</a:t>
            </a:r>
            <a:r>
              <a:rPr lang="zh-CN" altLang="en-US" sz="2800" b="1">
                <a:solidFill>
                  <a:schemeClr val="accent2"/>
                </a:solidFill>
                <a:latin typeface="楷体_GB2312" pitchFamily="1" charset="-122"/>
                <a:ea typeface="楷体_GB2312" pitchFamily="1" charset="-122"/>
              </a:rPr>
              <a:t>直方图累积分布曲线</a:t>
            </a:r>
          </a:p>
          <a:p>
            <a:pPr eaLnBrk="1" hangingPunct="1">
              <a:buFont typeface="Wingdings" panose="05000000000000000000" pitchFamily="2" charset="2"/>
              <a:buNone/>
            </a:pPr>
            <a:endParaRPr lang="zh-CN" altLang="en-US" sz="2800" b="1">
              <a:latin typeface="楷体_GB2312" pitchFamily="1" charset="-122"/>
              <a:ea typeface="楷体_GB2312" pitchFamily="1" charset="-122"/>
            </a:endParaRPr>
          </a:p>
          <a:p>
            <a:pPr eaLnBrk="1" hangingPunct="1">
              <a:buFont typeface="Wingdings" panose="05000000000000000000" pitchFamily="2" charset="2"/>
              <a:buNone/>
            </a:pPr>
            <a:endParaRPr lang="zh-CN" altLang="en-US" sz="2800" b="1">
              <a:latin typeface="楷体_GB2312" pitchFamily="1" charset="-122"/>
              <a:ea typeface="楷体_GB2312" pitchFamily="1" charset="-122"/>
            </a:endParaRPr>
          </a:p>
          <a:p>
            <a:pPr eaLnBrk="1" hangingPunct="1">
              <a:buFont typeface="Wingdings" panose="05000000000000000000" pitchFamily="2" charset="2"/>
              <a:buNone/>
            </a:pPr>
            <a:r>
              <a:rPr lang="en-US" altLang="zh-CN" sz="2800" b="1">
                <a:latin typeface="楷体_GB2312" pitchFamily="1" charset="-122"/>
                <a:ea typeface="楷体_GB2312" pitchFamily="1" charset="-122"/>
              </a:rPr>
              <a:t>(3)</a:t>
            </a:r>
            <a:r>
              <a:rPr lang="zh-CN" altLang="en-US" sz="2800" b="1">
                <a:latin typeface="楷体_GB2312" pitchFamily="1" charset="-122"/>
                <a:ea typeface="楷体_GB2312" pitchFamily="1" charset="-122"/>
              </a:rPr>
              <a:t>用</a:t>
            </a:r>
            <a:r>
              <a:rPr lang="zh-CN" altLang="en-US" sz="2800" b="1">
                <a:solidFill>
                  <a:schemeClr val="accent2"/>
                </a:solidFill>
                <a:latin typeface="楷体_GB2312" pitchFamily="1" charset="-122"/>
                <a:ea typeface="楷体_GB2312" pitchFamily="1" charset="-122"/>
              </a:rPr>
              <a:t>累积分布函数作变换函数</a:t>
            </a:r>
            <a:r>
              <a:rPr lang="zh-CN" altLang="en-US" sz="2800" b="1">
                <a:latin typeface="楷体_GB2312" pitchFamily="1" charset="-122"/>
                <a:ea typeface="楷体_GB2312" pitchFamily="1" charset="-122"/>
              </a:rPr>
              <a:t>计算图像变换后的灰度级</a:t>
            </a:r>
            <a:endParaRPr lang="zh-CN" altLang="en-US" sz="2800" b="1">
              <a:solidFill>
                <a:schemeClr val="accent2"/>
              </a:solidFill>
              <a:latin typeface="楷体_GB2312" pitchFamily="1" charset="-122"/>
              <a:ea typeface="楷体_GB2312" pitchFamily="1" charset="-122"/>
            </a:endParaRPr>
          </a:p>
          <a:p>
            <a:pPr eaLnBrk="1" hangingPunct="1">
              <a:buFont typeface="Wingdings" panose="05000000000000000000" pitchFamily="2" charset="2"/>
              <a:buNone/>
            </a:pPr>
            <a:r>
              <a:rPr lang="zh-CN" altLang="en-US" sz="2800" b="1">
                <a:latin typeface="楷体_GB2312" pitchFamily="1" charset="-122"/>
                <a:ea typeface="楷体_GB2312" pitchFamily="1" charset="-122"/>
              </a:rPr>
              <a:t>  </a:t>
            </a:r>
            <a:r>
              <a:rPr lang="zh-CN" altLang="en-US" b="1"/>
              <a:t>    </a:t>
            </a:r>
            <a:endParaRPr lang="zh-CN" altLang="en-US" sz="2800" b="1">
              <a:latin typeface="Times New Roman" panose="02020603050405020304" pitchFamily="18" charset="0"/>
            </a:endParaRPr>
          </a:p>
        </p:txBody>
      </p:sp>
      <p:sp>
        <p:nvSpPr>
          <p:cNvPr id="18" name="Rectangle 4">
            <a:extLst>
              <a:ext uri="{FF2B5EF4-FFF2-40B4-BE49-F238E27FC236}">
                <a16:creationId xmlns:a16="http://schemas.microsoft.com/office/drawing/2014/main" id="{98D7F3C7-C2C5-4683-8BC4-DCB61E2B55DE}"/>
              </a:ext>
            </a:extLst>
          </p:cNvPr>
          <p:cNvSpPr>
            <a:spLocks noChangeArrowheads="1"/>
          </p:cNvSpPr>
          <p:nvPr/>
        </p:nvSpPr>
        <p:spPr bwMode="auto">
          <a:xfrm>
            <a:off x="-4763" y="5384800"/>
            <a:ext cx="8640763" cy="103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eaLnBrk="1" hangingPunct="1">
              <a:lnSpc>
                <a:spcPct val="110000"/>
              </a:lnSpc>
              <a:spcBef>
                <a:spcPct val="20000"/>
              </a:spcBef>
              <a:buClr>
                <a:schemeClr val="accent2"/>
              </a:buClr>
              <a:buFont typeface="Wingdings" panose="05000000000000000000" pitchFamily="2" charset="2"/>
              <a:buNone/>
            </a:pPr>
            <a:r>
              <a:rPr lang="en-US" altLang="zh-CN" sz="2800" b="1">
                <a:latin typeface="楷体_GB2312" pitchFamily="1" charset="-122"/>
              </a:rPr>
              <a:t>(4)</a:t>
            </a:r>
            <a:r>
              <a:rPr lang="zh-CN" altLang="en-US" sz="2800" b="1"/>
              <a:t>建立输入图象与输出图象灰度级之间的对应关系，变换后灰度级范围应该和原来的范围一致。</a:t>
            </a:r>
          </a:p>
        </p:txBody>
      </p:sp>
      <p:sp>
        <p:nvSpPr>
          <p:cNvPr id="56326" name="Rectangle 5">
            <a:extLst>
              <a:ext uri="{FF2B5EF4-FFF2-40B4-BE49-F238E27FC236}">
                <a16:creationId xmlns:a16="http://schemas.microsoft.com/office/drawing/2014/main" id="{8CDC9725-AEC4-4061-9189-9563ACF2DD19}"/>
              </a:ext>
            </a:extLst>
          </p:cNvPr>
          <p:cNvSpPr>
            <a:spLocks noChangeArrowheads="1"/>
          </p:cNvSpPr>
          <p:nvPr/>
        </p:nvSpPr>
        <p:spPr bwMode="auto">
          <a:xfrm>
            <a:off x="0" y="32242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eaLnBrk="1" hangingPunct="1">
              <a:buFont typeface="Arial" panose="020B0604020202020204" pitchFamily="34" charset="0"/>
              <a:buNone/>
            </a:pPr>
            <a:endParaRPr lang="zh-CN" altLang="en-US"/>
          </a:p>
        </p:txBody>
      </p:sp>
      <p:graphicFrame>
        <p:nvGraphicFramePr>
          <p:cNvPr id="26" name="Object 6">
            <a:extLst>
              <a:ext uri="{FF2B5EF4-FFF2-40B4-BE49-F238E27FC236}">
                <a16:creationId xmlns:a16="http://schemas.microsoft.com/office/drawing/2014/main" id="{230A32AF-555F-46C0-A0E7-A78549049D47}"/>
              </a:ext>
            </a:extLst>
          </p:cNvPr>
          <p:cNvGraphicFramePr>
            <a:graphicFrameLocks noChangeAspect="1"/>
          </p:cNvGraphicFramePr>
          <p:nvPr/>
        </p:nvGraphicFramePr>
        <p:xfrm>
          <a:off x="4572000" y="1125538"/>
          <a:ext cx="1631950" cy="719137"/>
        </p:xfrm>
        <a:graphic>
          <a:graphicData uri="http://schemas.openxmlformats.org/presentationml/2006/ole">
            <mc:AlternateContent xmlns:mc="http://schemas.openxmlformats.org/markup-compatibility/2006">
              <mc:Choice xmlns:v="urn:schemas-microsoft-com:vml" Requires="v">
                <p:oleObj spid="_x0000_s56332" r:id="rId3" imgW="762000" imgH="406400" progId="Equation.DSMT4">
                  <p:embed/>
                </p:oleObj>
              </mc:Choice>
              <mc:Fallback>
                <p:oleObj r:id="rId3" imgW="762000" imgH="40640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1125538"/>
                        <a:ext cx="163195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 name="Object 8">
            <a:extLst>
              <a:ext uri="{FF2B5EF4-FFF2-40B4-BE49-F238E27FC236}">
                <a16:creationId xmlns:a16="http://schemas.microsoft.com/office/drawing/2014/main" id="{5EFFEC0E-815B-45DA-9237-548BA3DC720F}"/>
              </a:ext>
            </a:extLst>
          </p:cNvPr>
          <p:cNvGraphicFramePr>
            <a:graphicFrameLocks noChangeAspect="1"/>
          </p:cNvGraphicFramePr>
          <p:nvPr/>
        </p:nvGraphicFramePr>
        <p:xfrm>
          <a:off x="323850" y="1744663"/>
          <a:ext cx="330200" cy="495300"/>
        </p:xfrm>
        <a:graphic>
          <a:graphicData uri="http://schemas.openxmlformats.org/presentationml/2006/ole">
            <mc:AlternateContent xmlns:mc="http://schemas.openxmlformats.org/markup-compatibility/2006">
              <mc:Choice xmlns:v="urn:schemas-microsoft-com:vml" Requires="v">
                <p:oleObj spid="_x0000_s56333" r:id="rId5" imgW="152599" imgH="228898" progId="Equation.3">
                  <p:embed/>
                </p:oleObj>
              </mc:Choice>
              <mc:Fallback>
                <p:oleObj r:id="rId5" imgW="152599" imgH="228898"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3850" y="1744663"/>
                        <a:ext cx="3302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6329" name="对象 1">
            <a:extLst>
              <a:ext uri="{FF2B5EF4-FFF2-40B4-BE49-F238E27FC236}">
                <a16:creationId xmlns:a16="http://schemas.microsoft.com/office/drawing/2014/main" id="{92767DFC-8DA6-4018-AA20-F554DE6E75DC}"/>
              </a:ext>
            </a:extLst>
          </p:cNvPr>
          <p:cNvGraphicFramePr>
            <a:graphicFrameLocks noChangeAspect="1"/>
          </p:cNvGraphicFramePr>
          <p:nvPr/>
        </p:nvGraphicFramePr>
        <p:xfrm>
          <a:off x="1354138" y="2652713"/>
          <a:ext cx="4564062" cy="1143000"/>
        </p:xfrm>
        <a:graphic>
          <a:graphicData uri="http://schemas.openxmlformats.org/presentationml/2006/ole">
            <mc:AlternateContent xmlns:mc="http://schemas.openxmlformats.org/markup-compatibility/2006">
              <mc:Choice xmlns:v="urn:schemas-microsoft-com:vml" Requires="v">
                <p:oleObj spid="_x0000_s56334" name="Equation" r:id="rId7" imgW="1828800" imgH="457200" progId="Equation.DSMT4">
                  <p:embed/>
                </p:oleObj>
              </mc:Choice>
              <mc:Fallback>
                <p:oleObj name="Equation" r:id="rId7" imgW="1828800" imgH="457200" progId="Equation.DSMT4">
                  <p:embed/>
                  <p:pic>
                    <p:nvPicPr>
                      <p:cNvPr id="0" name="对象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54138" y="2652713"/>
                        <a:ext cx="456406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6330" name="对象 2">
            <a:extLst>
              <a:ext uri="{FF2B5EF4-FFF2-40B4-BE49-F238E27FC236}">
                <a16:creationId xmlns:a16="http://schemas.microsoft.com/office/drawing/2014/main" id="{E966705F-1AC7-45AB-9645-F85169E3D99E}"/>
              </a:ext>
            </a:extLst>
          </p:cNvPr>
          <p:cNvGraphicFramePr>
            <a:graphicFrameLocks noChangeAspect="1"/>
          </p:cNvGraphicFramePr>
          <p:nvPr/>
        </p:nvGraphicFramePr>
        <p:xfrm>
          <a:off x="1763713" y="4552950"/>
          <a:ext cx="4132262" cy="600075"/>
        </p:xfrm>
        <a:graphic>
          <a:graphicData uri="http://schemas.openxmlformats.org/presentationml/2006/ole">
            <mc:AlternateContent xmlns:mc="http://schemas.openxmlformats.org/markup-compatibility/2006">
              <mc:Choice xmlns:v="urn:schemas-microsoft-com:vml" Requires="v">
                <p:oleObj spid="_x0000_s56335" name="Equation" r:id="rId9" imgW="1574800" imgH="228600" progId="Equation.DSMT4">
                  <p:embed/>
                </p:oleObj>
              </mc:Choice>
              <mc:Fallback>
                <p:oleObj name="Equation" r:id="rId9" imgW="1574800" imgH="228600" progId="Equation.DSMT4">
                  <p:embed/>
                  <p:pic>
                    <p:nvPicPr>
                      <p:cNvPr id="0" name="对象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63713" y="4552950"/>
                        <a:ext cx="4132262"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6331" name="文本框 3">
            <a:extLst>
              <a:ext uri="{FF2B5EF4-FFF2-40B4-BE49-F238E27FC236}">
                <a16:creationId xmlns:a16="http://schemas.microsoft.com/office/drawing/2014/main" id="{E203F42A-511C-4A76-AD3C-8186EED76F62}"/>
              </a:ext>
            </a:extLst>
          </p:cNvPr>
          <p:cNvSpPr txBox="1">
            <a:spLocks noChangeArrowheads="1"/>
          </p:cNvSpPr>
          <p:nvPr/>
        </p:nvSpPr>
        <p:spPr bwMode="auto">
          <a:xfrm>
            <a:off x="6132513" y="4511675"/>
            <a:ext cx="16478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r>
              <a:rPr lang="zh-CN" altLang="en-US"/>
              <a:t>取整数</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blinds(horizontal)">
                                      <p:cBhvr>
                                        <p:cTn id="7" dur="500"/>
                                        <p:tgtEl>
                                          <p:spTgt spid="17">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7">
                                            <p:txEl>
                                              <p:pRg st="1" end="1"/>
                                            </p:txEl>
                                          </p:spTgt>
                                        </p:tgtEl>
                                        <p:attrNameLst>
                                          <p:attrName>style.visibility</p:attrName>
                                        </p:attrNameLst>
                                      </p:cBhvr>
                                      <p:to>
                                        <p:strVal val="visible"/>
                                      </p:to>
                                    </p:set>
                                    <p:animEffect transition="in" filter="blinds(horizontal)">
                                      <p:cBhvr>
                                        <p:cTn id="10" dur="500"/>
                                        <p:tgtEl>
                                          <p:spTgt spid="17">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blinds(horizontal)">
                                      <p:cBhvr>
                                        <p:cTn id="13" dur="500"/>
                                        <p:tgtEl>
                                          <p:spTgt spid="27"/>
                                        </p:tgtEl>
                                      </p:cBhvr>
                                    </p:animEffect>
                                  </p:childTnLst>
                                </p:cTn>
                              </p:par>
                              <p:par>
                                <p:cTn id="14" presetID="3" presetClass="entr" presetSubtype="10" fill="hold" nodeType="with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blinds(horizontal)">
                                      <p:cBhvr>
                                        <p:cTn id="16" dur="500"/>
                                        <p:tgtEl>
                                          <p:spTgt spid="2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nodeType="clickEffect">
                                  <p:stCondLst>
                                    <p:cond delay="0"/>
                                  </p:stCondLst>
                                  <p:childTnLst>
                                    <p:set>
                                      <p:cBhvr>
                                        <p:cTn id="20" dur="1" fill="hold">
                                          <p:stCondLst>
                                            <p:cond delay="0"/>
                                          </p:stCondLst>
                                        </p:cTn>
                                        <p:tgtEl>
                                          <p:spTgt spid="17">
                                            <p:txEl>
                                              <p:pRg st="2" end="2"/>
                                            </p:txEl>
                                          </p:spTgt>
                                        </p:tgtEl>
                                        <p:attrNameLst>
                                          <p:attrName>style.visibility</p:attrName>
                                        </p:attrNameLst>
                                      </p:cBhvr>
                                      <p:to>
                                        <p:strVal val="visible"/>
                                      </p:to>
                                    </p:set>
                                    <p:animEffect transition="in" filter="blinds(horizontal)">
                                      <p:cBhvr>
                                        <p:cTn id="21" dur="500"/>
                                        <p:tgtEl>
                                          <p:spTgt spid="17">
                                            <p:txEl>
                                              <p:pRg st="2" end="2"/>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17">
                                            <p:txEl>
                                              <p:pRg st="5" end="5"/>
                                            </p:txEl>
                                          </p:spTgt>
                                        </p:tgtEl>
                                        <p:attrNameLst>
                                          <p:attrName>style.visibility</p:attrName>
                                        </p:attrNameLst>
                                      </p:cBhvr>
                                      <p:to>
                                        <p:strVal val="visible"/>
                                      </p:to>
                                    </p:set>
                                    <p:animEffect transition="in" filter="blinds(horizontal)">
                                      <p:cBhvr>
                                        <p:cTn id="26" dur="500"/>
                                        <p:tgtEl>
                                          <p:spTgt spid="17">
                                            <p:txEl>
                                              <p:pRg st="5" end="5"/>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blinds(horizontal)">
                                      <p:cBhvr>
                                        <p:cTn id="3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BA1744FF-0EA9-4F5D-A0AE-6C16D39CEF04}"/>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57347" name="TextBox 23">
            <a:extLst>
              <a:ext uri="{FF2B5EF4-FFF2-40B4-BE49-F238E27FC236}">
                <a16:creationId xmlns:a16="http://schemas.microsoft.com/office/drawing/2014/main" id="{C36E204F-6B20-4B42-9085-1C636940C636}"/>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zh-CN" altLang="en-US" b="1">
                <a:solidFill>
                  <a:schemeClr val="bg1"/>
                </a:solidFill>
                <a:latin typeface="微软雅黑" panose="020B0503020204020204" pitchFamily="34" charset="-122"/>
                <a:ea typeface="微软雅黑" panose="020B0503020204020204" pitchFamily="34" charset="-122"/>
              </a:rPr>
              <a:t>3.3.1 直方图均衡化处理步骤</a:t>
            </a:r>
          </a:p>
        </p:txBody>
      </p:sp>
      <p:sp>
        <p:nvSpPr>
          <p:cNvPr id="57348" name="Rectangle 3">
            <a:extLst>
              <a:ext uri="{FF2B5EF4-FFF2-40B4-BE49-F238E27FC236}">
                <a16:creationId xmlns:a16="http://schemas.microsoft.com/office/drawing/2014/main" id="{CA80967F-7D72-4F5B-865D-44770894A9E2}"/>
              </a:ext>
            </a:extLst>
          </p:cNvPr>
          <p:cNvSpPr>
            <a:spLocks noChangeArrowheads="1"/>
          </p:cNvSpPr>
          <p:nvPr/>
        </p:nvSpPr>
        <p:spPr bwMode="auto">
          <a:xfrm>
            <a:off x="250825" y="1584325"/>
            <a:ext cx="8223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eaLnBrk="1" hangingPunct="1">
              <a:buFont typeface="Arial" panose="020B0604020202020204" pitchFamily="34" charset="0"/>
              <a:buNone/>
            </a:pPr>
            <a:r>
              <a:rPr lang="zh-CN" altLang="en-US" sz="2400" b="1">
                <a:solidFill>
                  <a:schemeClr val="tx2"/>
                </a:solidFill>
                <a:latin typeface="楷体_GB2312" pitchFamily="1" charset="-122"/>
              </a:rPr>
              <a:t>对</a:t>
            </a:r>
            <a:r>
              <a:rPr lang="en-US" altLang="zh-CN" sz="2400" b="1">
                <a:solidFill>
                  <a:schemeClr val="tx2"/>
                </a:solidFill>
                <a:latin typeface="楷体_GB2312" pitchFamily="1" charset="-122"/>
              </a:rPr>
              <a:t>64×64</a:t>
            </a:r>
            <a:r>
              <a:rPr lang="zh-CN" altLang="en-US" sz="2400" b="1">
                <a:solidFill>
                  <a:schemeClr val="tx2"/>
                </a:solidFill>
                <a:latin typeface="楷体_GB2312" pitchFamily="1" charset="-122"/>
              </a:rPr>
              <a:t>的图像</a:t>
            </a:r>
            <a:r>
              <a:rPr lang="en-US" altLang="zh-CN" sz="2400" b="1">
                <a:solidFill>
                  <a:schemeClr val="tx2"/>
                </a:solidFill>
                <a:latin typeface="楷体_GB2312" pitchFamily="1" charset="-122"/>
              </a:rPr>
              <a:t>,L=8,</a:t>
            </a:r>
            <a:r>
              <a:rPr lang="zh-CN" altLang="en-US" sz="2400" b="1">
                <a:solidFill>
                  <a:schemeClr val="tx2"/>
                </a:solidFill>
                <a:latin typeface="楷体_GB2312" pitchFamily="1" charset="-122"/>
              </a:rPr>
              <a:t>图像中各灰度级的像素数目为</a:t>
            </a:r>
            <a:r>
              <a:rPr lang="en-US" altLang="zh-CN" sz="2400" b="1">
                <a:solidFill>
                  <a:schemeClr val="tx2"/>
                </a:solidFill>
                <a:latin typeface="楷体_GB2312" pitchFamily="1" charset="-122"/>
              </a:rPr>
              <a:t>:</a:t>
            </a:r>
          </a:p>
        </p:txBody>
      </p:sp>
      <p:graphicFrame>
        <p:nvGraphicFramePr>
          <p:cNvPr id="12" name="Group 3">
            <a:extLst>
              <a:ext uri="{FF2B5EF4-FFF2-40B4-BE49-F238E27FC236}">
                <a16:creationId xmlns:a16="http://schemas.microsoft.com/office/drawing/2014/main" id="{A1224C91-0619-4E2A-B651-06F2775D067F}"/>
              </a:ext>
            </a:extLst>
          </p:cNvPr>
          <p:cNvGraphicFramePr>
            <a:graphicFrameLocks/>
          </p:cNvGraphicFramePr>
          <p:nvPr/>
        </p:nvGraphicFramePr>
        <p:xfrm>
          <a:off x="1008063" y="2320925"/>
          <a:ext cx="6521450" cy="2506663"/>
        </p:xfrm>
        <a:graphic>
          <a:graphicData uri="http://schemas.openxmlformats.org/drawingml/2006/table">
            <a:tbl>
              <a:tblPr/>
              <a:tblGrid>
                <a:gridCol w="1630362">
                  <a:extLst>
                    <a:ext uri="{9D8B030D-6E8A-4147-A177-3AD203B41FA5}">
                      <a16:colId xmlns:a16="http://schemas.microsoft.com/office/drawing/2014/main" val="20000"/>
                    </a:ext>
                  </a:extLst>
                </a:gridCol>
                <a:gridCol w="1630363">
                  <a:extLst>
                    <a:ext uri="{9D8B030D-6E8A-4147-A177-3AD203B41FA5}">
                      <a16:colId xmlns:a16="http://schemas.microsoft.com/office/drawing/2014/main" val="20001"/>
                    </a:ext>
                  </a:extLst>
                </a:gridCol>
                <a:gridCol w="1630362">
                  <a:extLst>
                    <a:ext uri="{9D8B030D-6E8A-4147-A177-3AD203B41FA5}">
                      <a16:colId xmlns:a16="http://schemas.microsoft.com/office/drawing/2014/main" val="20002"/>
                    </a:ext>
                  </a:extLst>
                </a:gridCol>
                <a:gridCol w="1630363">
                  <a:extLst>
                    <a:ext uri="{9D8B030D-6E8A-4147-A177-3AD203B41FA5}">
                      <a16:colId xmlns:a16="http://schemas.microsoft.com/office/drawing/2014/main" val="20003"/>
                    </a:ext>
                  </a:extLst>
                </a:gridCol>
              </a:tblGrid>
              <a:tr h="554178">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1" i="0" u="none" strike="noStrike" cap="none" normalizeH="0" baseline="0">
                          <a:ln>
                            <a:noFill/>
                          </a:ln>
                          <a:solidFill>
                            <a:schemeClr val="tx1"/>
                          </a:solidFill>
                          <a:effectLst/>
                          <a:latin typeface="楷体_GB2312" pitchFamily="1" charset="-122"/>
                          <a:ea typeface="楷体_GB2312" pitchFamily="1" charset="-122"/>
                        </a:rPr>
                        <a:t>K </a:t>
                      </a:r>
                      <a:r>
                        <a:rPr kumimoji="0" lang="en-US" sz="2000" b="1" i="0" u="none" strike="noStrike" cap="none" normalizeH="0" baseline="0">
                          <a:ln>
                            <a:noFill/>
                          </a:ln>
                          <a:solidFill>
                            <a:schemeClr val="tx1"/>
                          </a:solidFill>
                          <a:effectLst/>
                          <a:latin typeface="楷体_GB2312" pitchFamily="1" charset="-122"/>
                          <a:ea typeface="楷体_GB2312" pitchFamily="1" charset="-122"/>
                        </a:rPr>
                        <a:t>(</a:t>
                      </a:r>
                      <a:r>
                        <a:rPr kumimoji="0" lang="zh-CN" altLang="en-US" sz="2000" b="1" i="0" u="none" strike="noStrike" cap="none" normalizeH="0" baseline="0">
                          <a:ln>
                            <a:noFill/>
                          </a:ln>
                          <a:solidFill>
                            <a:schemeClr val="tx1"/>
                          </a:solidFill>
                          <a:effectLst/>
                          <a:latin typeface="楷体_GB2312" pitchFamily="1" charset="-122"/>
                          <a:ea typeface="楷体_GB2312" pitchFamily="1" charset="-122"/>
                        </a:rPr>
                        <a:t>灰度级</a:t>
                      </a:r>
                      <a:r>
                        <a:rPr kumimoji="0" lang="en-US" sz="2000" b="1" i="0" u="none" strike="noStrike" cap="none" normalizeH="0" baseline="0">
                          <a:ln>
                            <a:noFill/>
                          </a:ln>
                          <a:solidFill>
                            <a:schemeClr val="tx1"/>
                          </a:solidFill>
                          <a:effectLst/>
                          <a:latin typeface="楷体_GB2312" pitchFamily="1" charset="-122"/>
                          <a:ea typeface="楷体_GB2312" pitchFamily="1" charset="-122"/>
                        </a:rPr>
                        <a:t>)</a:t>
                      </a:r>
                      <a:endParaRPr kumimoji="0" lang="en-US" sz="2000" b="1" i="0" u="none" strike="noStrike" cap="none" normalizeH="0" baseline="0">
                        <a:ln>
                          <a:noFill/>
                        </a:ln>
                        <a:solidFill>
                          <a:srgbClr val="7F7F7F"/>
                        </a:solidFill>
                        <a:effectLst/>
                        <a:latin typeface="楷体_GB2312" pitchFamily="1" charset="-122"/>
                        <a:ea typeface="宋体" pitchFamily="2" charset="-122"/>
                      </a:endParaRP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1" i="0" u="none" strike="noStrike" cap="none" normalizeH="0" baseline="0">
                          <a:ln>
                            <a:noFill/>
                          </a:ln>
                          <a:solidFill>
                            <a:schemeClr val="tx1"/>
                          </a:solidFill>
                          <a:effectLst/>
                          <a:latin typeface="楷体_GB2312" pitchFamily="1" charset="-122"/>
                          <a:ea typeface="楷体_GB2312" pitchFamily="1" charset="-122"/>
                        </a:rPr>
                        <a:t>n</a:t>
                      </a:r>
                      <a:r>
                        <a:rPr kumimoji="0" lang="en-US" sz="2600" b="1" i="0" u="none" strike="noStrike" cap="none" normalizeH="0" baseline="-25000">
                          <a:ln>
                            <a:noFill/>
                          </a:ln>
                          <a:solidFill>
                            <a:schemeClr val="tx1"/>
                          </a:solidFill>
                          <a:effectLst/>
                          <a:latin typeface="楷体_GB2312" pitchFamily="1" charset="-122"/>
                          <a:ea typeface="楷体_GB2312" pitchFamily="1" charset="-122"/>
                        </a:rPr>
                        <a:t>k</a:t>
                      </a:r>
                      <a:endParaRPr kumimoji="0" lang="en-US" sz="2600" b="1" i="0" u="none" strike="noStrike" cap="none" normalizeH="0" baseline="-25000">
                        <a:ln>
                          <a:noFill/>
                        </a:ln>
                        <a:solidFill>
                          <a:srgbClr val="7F7F7F"/>
                        </a:solidFill>
                        <a:effectLst/>
                        <a:latin typeface="楷体_GB2312" pitchFamily="1" charset="-122"/>
                        <a:ea typeface="宋体" pitchFamily="2" charset="-122"/>
                      </a:endParaRP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1" i="0" u="none" strike="noStrike" cap="none" normalizeH="0" baseline="0">
                          <a:ln>
                            <a:noFill/>
                          </a:ln>
                          <a:solidFill>
                            <a:schemeClr val="tx1"/>
                          </a:solidFill>
                          <a:effectLst/>
                          <a:latin typeface="楷体_GB2312" pitchFamily="1" charset="-122"/>
                          <a:ea typeface="楷体_GB2312" pitchFamily="1" charset="-122"/>
                        </a:rPr>
                        <a:t>k </a:t>
                      </a:r>
                      <a:r>
                        <a:rPr kumimoji="0" lang="en-US" sz="2000" b="1" i="0" u="none" strike="noStrike" cap="none" normalizeH="0" baseline="0">
                          <a:ln>
                            <a:noFill/>
                          </a:ln>
                          <a:solidFill>
                            <a:schemeClr val="tx1"/>
                          </a:solidFill>
                          <a:effectLst/>
                          <a:latin typeface="楷体_GB2312" pitchFamily="1" charset="-122"/>
                          <a:ea typeface="楷体_GB2312" pitchFamily="1" charset="-122"/>
                        </a:rPr>
                        <a:t>(</a:t>
                      </a:r>
                      <a:r>
                        <a:rPr kumimoji="0" lang="zh-CN" altLang="en-US" sz="2000" b="1" i="0" u="none" strike="noStrike" cap="none" normalizeH="0" baseline="0">
                          <a:ln>
                            <a:noFill/>
                          </a:ln>
                          <a:solidFill>
                            <a:schemeClr val="tx1"/>
                          </a:solidFill>
                          <a:effectLst/>
                          <a:latin typeface="楷体_GB2312" pitchFamily="1" charset="-122"/>
                          <a:ea typeface="楷体_GB2312" pitchFamily="1" charset="-122"/>
                        </a:rPr>
                        <a:t>灰度级</a:t>
                      </a:r>
                      <a:r>
                        <a:rPr kumimoji="0" lang="en-US" sz="2000" b="1" i="0" u="none" strike="noStrike" cap="none" normalizeH="0" baseline="0">
                          <a:ln>
                            <a:noFill/>
                          </a:ln>
                          <a:solidFill>
                            <a:schemeClr val="tx1"/>
                          </a:solidFill>
                          <a:effectLst/>
                          <a:latin typeface="楷体_GB2312" pitchFamily="1" charset="-122"/>
                          <a:ea typeface="楷体_GB2312" pitchFamily="1" charset="-122"/>
                        </a:rPr>
                        <a:t>)</a:t>
                      </a:r>
                      <a:endParaRPr kumimoji="0" lang="en-US" sz="2000" b="1" i="0" u="none" strike="noStrike" cap="none" normalizeH="0" baseline="0">
                        <a:ln>
                          <a:noFill/>
                        </a:ln>
                        <a:solidFill>
                          <a:srgbClr val="7F7F7F"/>
                        </a:solidFill>
                        <a:effectLst/>
                        <a:latin typeface="楷体_GB2312" pitchFamily="1" charset="-122"/>
                        <a:ea typeface="宋体" pitchFamily="2" charset="-122"/>
                      </a:endParaRP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1" i="0" u="none" strike="noStrike" cap="none" normalizeH="0" baseline="0">
                          <a:ln>
                            <a:noFill/>
                          </a:ln>
                          <a:solidFill>
                            <a:schemeClr val="tx1"/>
                          </a:solidFill>
                          <a:effectLst/>
                          <a:latin typeface="楷体_GB2312" pitchFamily="1" charset="-122"/>
                          <a:ea typeface="楷体_GB2312" pitchFamily="1" charset="-122"/>
                        </a:rPr>
                        <a:t>n</a:t>
                      </a:r>
                      <a:r>
                        <a:rPr kumimoji="0" lang="en-US" sz="2600" b="1" i="0" u="none" strike="noStrike" cap="none" normalizeH="0" baseline="-25000">
                          <a:ln>
                            <a:noFill/>
                          </a:ln>
                          <a:solidFill>
                            <a:schemeClr val="tx1"/>
                          </a:solidFill>
                          <a:effectLst/>
                          <a:latin typeface="楷体_GB2312" pitchFamily="1" charset="-122"/>
                          <a:ea typeface="楷体_GB2312" pitchFamily="1" charset="-122"/>
                        </a:rPr>
                        <a:t>k</a:t>
                      </a:r>
                      <a:endParaRPr kumimoji="0" lang="en-US" sz="2600" b="1" i="0" u="none" strike="noStrike" cap="none" normalizeH="0" baseline="0">
                        <a:ln>
                          <a:noFill/>
                        </a:ln>
                        <a:solidFill>
                          <a:srgbClr val="7F7F7F"/>
                        </a:solidFill>
                        <a:effectLst/>
                        <a:latin typeface="楷体_GB2312" pitchFamily="1" charset="-122"/>
                        <a:ea typeface="宋体" pitchFamily="2" charset="-122"/>
                      </a:endParaRP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87804">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1" i="0" u="none" strike="noStrike" cap="none" normalizeH="0" baseline="0">
                          <a:ln>
                            <a:noFill/>
                          </a:ln>
                          <a:solidFill>
                            <a:schemeClr val="tx1"/>
                          </a:solidFill>
                          <a:effectLst/>
                          <a:latin typeface="楷体_GB2312" pitchFamily="1" charset="-122"/>
                          <a:ea typeface="楷体_GB2312" pitchFamily="1" charset="-122"/>
                        </a:rPr>
                        <a:t>0</a:t>
                      </a:r>
                      <a:endParaRPr kumimoji="0" lang="en-US" sz="2600" b="1" i="0" u="none" strike="noStrike" cap="none" normalizeH="0" baseline="0">
                        <a:ln>
                          <a:noFill/>
                        </a:ln>
                        <a:solidFill>
                          <a:srgbClr val="7F7F7F"/>
                        </a:solidFill>
                        <a:effectLst/>
                        <a:latin typeface="楷体_GB2312" pitchFamily="1" charset="-122"/>
                        <a:ea typeface="宋体" pitchFamily="2" charset="-122"/>
                      </a:endParaRP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1" i="0" u="none" strike="noStrike" cap="none" normalizeH="0" baseline="0">
                          <a:ln>
                            <a:noFill/>
                          </a:ln>
                          <a:solidFill>
                            <a:schemeClr val="tx1"/>
                          </a:solidFill>
                          <a:effectLst/>
                          <a:latin typeface="楷体_GB2312" pitchFamily="1" charset="-122"/>
                          <a:ea typeface="楷体_GB2312" pitchFamily="1" charset="-122"/>
                        </a:rPr>
                        <a:t>790</a:t>
                      </a:r>
                      <a:endParaRPr kumimoji="0" lang="en-US" sz="2600" b="1" i="0" u="none" strike="noStrike" cap="none" normalizeH="0" baseline="0">
                        <a:ln>
                          <a:noFill/>
                        </a:ln>
                        <a:solidFill>
                          <a:srgbClr val="7F7F7F"/>
                        </a:solidFill>
                        <a:effectLst/>
                        <a:latin typeface="楷体_GB2312" pitchFamily="1" charset="-122"/>
                        <a:ea typeface="宋体" pitchFamily="2" charset="-122"/>
                      </a:endParaRP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1" i="0" u="none" strike="noStrike" cap="none" normalizeH="0" baseline="0">
                          <a:ln>
                            <a:noFill/>
                          </a:ln>
                          <a:solidFill>
                            <a:schemeClr val="tx1"/>
                          </a:solidFill>
                          <a:effectLst/>
                          <a:latin typeface="楷体_GB2312" pitchFamily="1" charset="-122"/>
                          <a:ea typeface="楷体_GB2312" pitchFamily="1" charset="-122"/>
                        </a:rPr>
                        <a:t>4</a:t>
                      </a:r>
                      <a:endParaRPr kumimoji="0" lang="en-US" sz="2600" b="1" i="0" u="none" strike="noStrike" cap="none" normalizeH="0" baseline="0">
                        <a:ln>
                          <a:noFill/>
                        </a:ln>
                        <a:solidFill>
                          <a:srgbClr val="7F7F7F"/>
                        </a:solidFill>
                        <a:effectLst/>
                        <a:latin typeface="楷体_GB2312" pitchFamily="1" charset="-122"/>
                        <a:ea typeface="宋体" pitchFamily="2" charset="-122"/>
                      </a:endParaRP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1" i="0" u="none" strike="noStrike" cap="none" normalizeH="0" baseline="0">
                          <a:ln>
                            <a:noFill/>
                          </a:ln>
                          <a:solidFill>
                            <a:schemeClr val="tx1"/>
                          </a:solidFill>
                          <a:effectLst/>
                          <a:latin typeface="楷体_GB2312" pitchFamily="1" charset="-122"/>
                          <a:ea typeface="楷体_GB2312" pitchFamily="1" charset="-122"/>
                        </a:rPr>
                        <a:t>329</a:t>
                      </a:r>
                      <a:endParaRPr kumimoji="0" lang="en-US" sz="2600" b="1" i="0" u="none" strike="noStrike" cap="none" normalizeH="0" baseline="0">
                        <a:ln>
                          <a:noFill/>
                        </a:ln>
                        <a:solidFill>
                          <a:srgbClr val="7F7F7F"/>
                        </a:solidFill>
                        <a:effectLst/>
                        <a:latin typeface="楷体_GB2312" pitchFamily="1" charset="-122"/>
                        <a:ea typeface="宋体" pitchFamily="2" charset="-122"/>
                      </a:endParaRP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9074">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1" i="0" u="none" strike="noStrike" cap="none" normalizeH="0" baseline="0">
                          <a:ln>
                            <a:noFill/>
                          </a:ln>
                          <a:solidFill>
                            <a:schemeClr val="tx1"/>
                          </a:solidFill>
                          <a:effectLst/>
                          <a:latin typeface="楷体_GB2312" pitchFamily="1" charset="-122"/>
                          <a:ea typeface="楷体_GB2312" pitchFamily="1" charset="-122"/>
                        </a:rPr>
                        <a:t>1</a:t>
                      </a:r>
                      <a:endParaRPr kumimoji="0" lang="en-US" sz="2600" b="1" i="0" u="none" strike="noStrike" cap="none" normalizeH="0" baseline="0">
                        <a:ln>
                          <a:noFill/>
                        </a:ln>
                        <a:solidFill>
                          <a:srgbClr val="7F7F7F"/>
                        </a:solidFill>
                        <a:effectLst/>
                        <a:latin typeface="楷体_GB2312" pitchFamily="1" charset="-122"/>
                        <a:ea typeface="宋体" pitchFamily="2" charset="-122"/>
                      </a:endParaRP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1" i="0" u="none" strike="noStrike" cap="none" normalizeH="0" baseline="0">
                          <a:ln>
                            <a:noFill/>
                          </a:ln>
                          <a:solidFill>
                            <a:schemeClr val="tx1"/>
                          </a:solidFill>
                          <a:effectLst/>
                          <a:latin typeface="楷体_GB2312" pitchFamily="1" charset="-122"/>
                          <a:ea typeface="楷体_GB2312" pitchFamily="1" charset="-122"/>
                        </a:rPr>
                        <a:t>1023</a:t>
                      </a:r>
                      <a:endParaRPr kumimoji="0" lang="en-US" sz="2600" b="1" i="0" u="none" strike="noStrike" cap="none" normalizeH="0" baseline="0">
                        <a:ln>
                          <a:noFill/>
                        </a:ln>
                        <a:solidFill>
                          <a:srgbClr val="7F7F7F"/>
                        </a:solidFill>
                        <a:effectLst/>
                        <a:latin typeface="楷体_GB2312" pitchFamily="1" charset="-122"/>
                        <a:ea typeface="宋体" pitchFamily="2" charset="-122"/>
                      </a:endParaRP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1" i="0" u="none" strike="noStrike" cap="none" normalizeH="0" baseline="0">
                          <a:ln>
                            <a:noFill/>
                          </a:ln>
                          <a:solidFill>
                            <a:schemeClr val="tx1"/>
                          </a:solidFill>
                          <a:effectLst/>
                          <a:latin typeface="楷体_GB2312" pitchFamily="1" charset="-122"/>
                          <a:ea typeface="楷体_GB2312" pitchFamily="1" charset="-122"/>
                        </a:rPr>
                        <a:t>5</a:t>
                      </a:r>
                      <a:endParaRPr kumimoji="0" lang="en-US" sz="2600" b="1" i="0" u="none" strike="noStrike" cap="none" normalizeH="0" baseline="0">
                        <a:ln>
                          <a:noFill/>
                        </a:ln>
                        <a:solidFill>
                          <a:srgbClr val="7F7F7F"/>
                        </a:solidFill>
                        <a:effectLst/>
                        <a:latin typeface="楷体_GB2312" pitchFamily="1" charset="-122"/>
                        <a:ea typeface="宋体" pitchFamily="2" charset="-122"/>
                      </a:endParaRP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1" i="0" u="none" strike="noStrike" cap="none" normalizeH="0" baseline="0">
                          <a:ln>
                            <a:noFill/>
                          </a:ln>
                          <a:solidFill>
                            <a:schemeClr val="tx1"/>
                          </a:solidFill>
                          <a:effectLst/>
                          <a:latin typeface="楷体_GB2312" pitchFamily="1" charset="-122"/>
                          <a:ea typeface="楷体_GB2312" pitchFamily="1" charset="-122"/>
                        </a:rPr>
                        <a:t>245</a:t>
                      </a:r>
                      <a:endParaRPr kumimoji="0" lang="en-US" sz="2600" b="1" i="0" u="none" strike="noStrike" cap="none" normalizeH="0" baseline="0">
                        <a:ln>
                          <a:noFill/>
                        </a:ln>
                        <a:solidFill>
                          <a:srgbClr val="7F7F7F"/>
                        </a:solidFill>
                        <a:effectLst/>
                        <a:latin typeface="楷体_GB2312" pitchFamily="1" charset="-122"/>
                        <a:ea typeface="宋体" pitchFamily="2" charset="-122"/>
                      </a:endParaRP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7804">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1" i="0" u="none" strike="noStrike" cap="none" normalizeH="0" baseline="0">
                          <a:ln>
                            <a:noFill/>
                          </a:ln>
                          <a:solidFill>
                            <a:schemeClr val="tx1"/>
                          </a:solidFill>
                          <a:effectLst/>
                          <a:latin typeface="楷体_GB2312" pitchFamily="1" charset="-122"/>
                          <a:ea typeface="楷体_GB2312" pitchFamily="1" charset="-122"/>
                        </a:rPr>
                        <a:t>2</a:t>
                      </a:r>
                      <a:endParaRPr kumimoji="0" lang="en-US" sz="2600" b="1" i="0" u="none" strike="noStrike" cap="none" normalizeH="0" baseline="0">
                        <a:ln>
                          <a:noFill/>
                        </a:ln>
                        <a:solidFill>
                          <a:srgbClr val="7F7F7F"/>
                        </a:solidFill>
                        <a:effectLst/>
                        <a:latin typeface="楷体_GB2312" pitchFamily="1" charset="-122"/>
                        <a:ea typeface="宋体" pitchFamily="2" charset="-122"/>
                      </a:endParaRP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1" i="0" u="none" strike="noStrike" cap="none" normalizeH="0" baseline="0">
                          <a:ln>
                            <a:noFill/>
                          </a:ln>
                          <a:solidFill>
                            <a:schemeClr val="tx1"/>
                          </a:solidFill>
                          <a:effectLst/>
                          <a:latin typeface="楷体_GB2312" pitchFamily="1" charset="-122"/>
                          <a:ea typeface="楷体_GB2312" pitchFamily="1" charset="-122"/>
                        </a:rPr>
                        <a:t>850</a:t>
                      </a:r>
                      <a:endParaRPr kumimoji="0" lang="en-US" sz="2600" b="1" i="0" u="none" strike="noStrike" cap="none" normalizeH="0" baseline="0">
                        <a:ln>
                          <a:noFill/>
                        </a:ln>
                        <a:solidFill>
                          <a:srgbClr val="7F7F7F"/>
                        </a:solidFill>
                        <a:effectLst/>
                        <a:latin typeface="楷体_GB2312" pitchFamily="1" charset="-122"/>
                        <a:ea typeface="宋体" pitchFamily="2" charset="-122"/>
                      </a:endParaRP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1" i="0" u="none" strike="noStrike" cap="none" normalizeH="0" baseline="0">
                          <a:ln>
                            <a:noFill/>
                          </a:ln>
                          <a:solidFill>
                            <a:schemeClr val="tx1"/>
                          </a:solidFill>
                          <a:effectLst/>
                          <a:latin typeface="楷体_GB2312" pitchFamily="1" charset="-122"/>
                          <a:ea typeface="楷体_GB2312" pitchFamily="1" charset="-122"/>
                        </a:rPr>
                        <a:t>6</a:t>
                      </a:r>
                      <a:endParaRPr kumimoji="0" lang="en-US" sz="2600" b="1" i="0" u="none" strike="noStrike" cap="none" normalizeH="0" baseline="0">
                        <a:ln>
                          <a:noFill/>
                        </a:ln>
                        <a:solidFill>
                          <a:srgbClr val="7F7F7F"/>
                        </a:solidFill>
                        <a:effectLst/>
                        <a:latin typeface="楷体_GB2312" pitchFamily="1" charset="-122"/>
                        <a:ea typeface="宋体" pitchFamily="2" charset="-122"/>
                      </a:endParaRP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1" i="0" u="none" strike="noStrike" cap="none" normalizeH="0" baseline="0">
                          <a:ln>
                            <a:noFill/>
                          </a:ln>
                          <a:solidFill>
                            <a:schemeClr val="tx1"/>
                          </a:solidFill>
                          <a:effectLst/>
                          <a:latin typeface="楷体_GB2312" pitchFamily="1" charset="-122"/>
                          <a:ea typeface="楷体_GB2312" pitchFamily="1" charset="-122"/>
                        </a:rPr>
                        <a:t>122</a:t>
                      </a:r>
                      <a:endParaRPr kumimoji="0" lang="en-US" sz="2600" b="1" i="0" u="none" strike="noStrike" cap="none" normalizeH="0" baseline="0">
                        <a:ln>
                          <a:noFill/>
                        </a:ln>
                        <a:solidFill>
                          <a:srgbClr val="7F7F7F"/>
                        </a:solidFill>
                        <a:effectLst/>
                        <a:latin typeface="楷体_GB2312" pitchFamily="1" charset="-122"/>
                        <a:ea typeface="宋体" pitchFamily="2" charset="-122"/>
                      </a:endParaRP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7804">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1" i="0" u="none" strike="noStrike" cap="none" normalizeH="0" baseline="0">
                          <a:ln>
                            <a:noFill/>
                          </a:ln>
                          <a:solidFill>
                            <a:schemeClr val="tx1"/>
                          </a:solidFill>
                          <a:effectLst/>
                          <a:latin typeface="楷体_GB2312" pitchFamily="1" charset="-122"/>
                          <a:ea typeface="楷体_GB2312" pitchFamily="1" charset="-122"/>
                        </a:rPr>
                        <a:t>3</a:t>
                      </a:r>
                      <a:endParaRPr kumimoji="0" lang="en-US" sz="2600" b="1" i="0" u="none" strike="noStrike" cap="none" normalizeH="0" baseline="0">
                        <a:ln>
                          <a:noFill/>
                        </a:ln>
                        <a:solidFill>
                          <a:srgbClr val="7F7F7F"/>
                        </a:solidFill>
                        <a:effectLst/>
                        <a:latin typeface="楷体_GB2312" pitchFamily="1" charset="-122"/>
                        <a:ea typeface="宋体" pitchFamily="2" charset="-122"/>
                      </a:endParaRP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1" i="0" u="none" strike="noStrike" cap="none" normalizeH="0" baseline="0">
                          <a:ln>
                            <a:noFill/>
                          </a:ln>
                          <a:solidFill>
                            <a:schemeClr val="tx1"/>
                          </a:solidFill>
                          <a:effectLst/>
                          <a:latin typeface="楷体_GB2312" pitchFamily="1" charset="-122"/>
                          <a:ea typeface="楷体_GB2312" pitchFamily="1" charset="-122"/>
                        </a:rPr>
                        <a:t>656</a:t>
                      </a:r>
                      <a:endParaRPr kumimoji="0" lang="en-US" sz="2600" b="1" i="0" u="none" strike="noStrike" cap="none" normalizeH="0" baseline="0">
                        <a:ln>
                          <a:noFill/>
                        </a:ln>
                        <a:solidFill>
                          <a:srgbClr val="7F7F7F"/>
                        </a:solidFill>
                        <a:effectLst/>
                        <a:latin typeface="楷体_GB2312" pitchFamily="1" charset="-122"/>
                        <a:ea typeface="宋体" pitchFamily="2" charset="-122"/>
                      </a:endParaRP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1" i="0" u="none" strike="noStrike" cap="none" normalizeH="0" baseline="0">
                          <a:ln>
                            <a:noFill/>
                          </a:ln>
                          <a:solidFill>
                            <a:schemeClr val="tx1"/>
                          </a:solidFill>
                          <a:effectLst/>
                          <a:latin typeface="楷体_GB2312" pitchFamily="1" charset="-122"/>
                          <a:ea typeface="楷体_GB2312" pitchFamily="1" charset="-122"/>
                        </a:rPr>
                        <a:t>7</a:t>
                      </a:r>
                      <a:endParaRPr kumimoji="0" lang="en-US" sz="2600" b="1" i="0" u="none" strike="noStrike" cap="none" normalizeH="0" baseline="0">
                        <a:ln>
                          <a:noFill/>
                        </a:ln>
                        <a:solidFill>
                          <a:srgbClr val="7F7F7F"/>
                        </a:solidFill>
                        <a:effectLst/>
                        <a:latin typeface="楷体_GB2312" pitchFamily="1" charset="-122"/>
                        <a:ea typeface="宋体" pitchFamily="2" charset="-122"/>
                      </a:endParaRP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1" i="0" u="none" strike="noStrike" cap="none" normalizeH="0" baseline="0">
                          <a:ln>
                            <a:noFill/>
                          </a:ln>
                          <a:solidFill>
                            <a:schemeClr val="tx1"/>
                          </a:solidFill>
                          <a:effectLst/>
                          <a:latin typeface="楷体_GB2312" pitchFamily="1" charset="-122"/>
                          <a:ea typeface="楷体_GB2312" pitchFamily="1" charset="-122"/>
                        </a:rPr>
                        <a:t>81</a:t>
                      </a:r>
                      <a:endParaRPr kumimoji="0" lang="en-US" sz="2600" b="1" i="0" u="none" strike="noStrike" cap="none" normalizeH="0" baseline="0">
                        <a:ln>
                          <a:noFill/>
                        </a:ln>
                        <a:solidFill>
                          <a:srgbClr val="7F7F7F"/>
                        </a:solidFill>
                        <a:effectLst/>
                        <a:latin typeface="楷体_GB2312" pitchFamily="1" charset="-122"/>
                        <a:ea typeface="宋体" pitchFamily="2" charset="-122"/>
                      </a:endParaRP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pSp>
        <p:nvGrpSpPr>
          <p:cNvPr id="57381" name="Group 36">
            <a:extLst>
              <a:ext uri="{FF2B5EF4-FFF2-40B4-BE49-F238E27FC236}">
                <a16:creationId xmlns:a16="http://schemas.microsoft.com/office/drawing/2014/main" id="{11D909B9-6B7D-4641-8114-E5B6E8A66898}"/>
              </a:ext>
            </a:extLst>
          </p:cNvPr>
          <p:cNvGrpSpPr>
            <a:grpSpLocks noChangeAspect="1"/>
          </p:cNvGrpSpPr>
          <p:nvPr/>
        </p:nvGrpSpPr>
        <p:grpSpPr bwMode="auto">
          <a:xfrm>
            <a:off x="1049338" y="2392363"/>
            <a:ext cx="3609975" cy="360362"/>
            <a:chOff x="0" y="0"/>
            <a:chExt cx="2274" cy="291"/>
          </a:xfrm>
        </p:grpSpPr>
        <p:graphicFrame>
          <p:nvGraphicFramePr>
            <p:cNvPr id="57389" name="Object 37">
              <a:extLst>
                <a:ext uri="{FF2B5EF4-FFF2-40B4-BE49-F238E27FC236}">
                  <a16:creationId xmlns:a16="http://schemas.microsoft.com/office/drawing/2014/main" id="{E29C0C1B-3C98-4867-9263-19227E2DD39B}"/>
                </a:ext>
              </a:extLst>
            </p:cNvPr>
            <p:cNvGraphicFramePr>
              <a:graphicFrameLocks noChangeAspect="1"/>
            </p:cNvGraphicFramePr>
            <p:nvPr/>
          </p:nvGraphicFramePr>
          <p:xfrm>
            <a:off x="0" y="0"/>
            <a:ext cx="194" cy="291"/>
          </p:xfrm>
          <a:graphic>
            <a:graphicData uri="http://schemas.openxmlformats.org/presentationml/2006/ole">
              <mc:AlternateContent xmlns:mc="http://schemas.openxmlformats.org/markup-compatibility/2006">
                <mc:Choice xmlns:v="urn:schemas-microsoft-com:vml" Requires="v">
                  <p:oleObj spid="_x0000_s57391" r:id="rId3" imgW="152599" imgH="228898" progId="Equation.DSMT4">
                    <p:embed/>
                  </p:oleObj>
                </mc:Choice>
                <mc:Fallback>
                  <p:oleObj r:id="rId3" imgW="152599" imgH="228898" progId="Equation.DSMT4">
                    <p:embed/>
                    <p:pic>
                      <p:nvPicPr>
                        <p:cNvPr id="0" name="Object 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94" cy="291"/>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90" name="Object 38">
              <a:extLst>
                <a:ext uri="{FF2B5EF4-FFF2-40B4-BE49-F238E27FC236}">
                  <a16:creationId xmlns:a16="http://schemas.microsoft.com/office/drawing/2014/main" id="{C6A94F98-90AB-4A3C-B2AA-CAC93A5D8B5C}"/>
                </a:ext>
              </a:extLst>
            </p:cNvPr>
            <p:cNvGraphicFramePr>
              <a:graphicFrameLocks noChangeAspect="1"/>
            </p:cNvGraphicFramePr>
            <p:nvPr/>
          </p:nvGraphicFramePr>
          <p:xfrm>
            <a:off x="2041" y="0"/>
            <a:ext cx="233" cy="273"/>
          </p:xfrm>
          <a:graphic>
            <a:graphicData uri="http://schemas.openxmlformats.org/presentationml/2006/ole">
              <mc:AlternateContent xmlns:mc="http://schemas.openxmlformats.org/markup-compatibility/2006">
                <mc:Choice xmlns:v="urn:schemas-microsoft-com:vml" Requires="v">
                  <p:oleObj spid="_x0000_s57392" r:id="rId5" imgW="152599" imgH="228898" progId="Equation.DSMT4">
                    <p:embed/>
                  </p:oleObj>
                </mc:Choice>
                <mc:Fallback>
                  <p:oleObj r:id="rId5" imgW="152599" imgH="228898" progId="Equation.DSMT4">
                    <p:embed/>
                    <p:pic>
                      <p:nvPicPr>
                        <p:cNvPr id="0" name="Object 3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41" y="0"/>
                          <a:ext cx="233" cy="273"/>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1" name="Group 39">
            <a:extLst>
              <a:ext uri="{FF2B5EF4-FFF2-40B4-BE49-F238E27FC236}">
                <a16:creationId xmlns:a16="http://schemas.microsoft.com/office/drawing/2014/main" id="{15FF79CD-3761-4710-973E-4511AE641B6A}"/>
              </a:ext>
            </a:extLst>
          </p:cNvPr>
          <p:cNvGrpSpPr>
            <a:grpSpLocks/>
          </p:cNvGrpSpPr>
          <p:nvPr/>
        </p:nvGrpSpPr>
        <p:grpSpPr bwMode="auto">
          <a:xfrm>
            <a:off x="182563" y="4924425"/>
            <a:ext cx="8602662" cy="1885950"/>
            <a:chOff x="0" y="0"/>
            <a:chExt cx="5419" cy="1188"/>
          </a:xfrm>
        </p:grpSpPr>
        <p:grpSp>
          <p:nvGrpSpPr>
            <p:cNvPr id="57384" name="Group 40">
              <a:extLst>
                <a:ext uri="{FF2B5EF4-FFF2-40B4-BE49-F238E27FC236}">
                  <a16:creationId xmlns:a16="http://schemas.microsoft.com/office/drawing/2014/main" id="{310074D7-10C7-4281-8A45-BEA9FA406DE9}"/>
                </a:ext>
              </a:extLst>
            </p:cNvPr>
            <p:cNvGrpSpPr>
              <a:grpSpLocks/>
            </p:cNvGrpSpPr>
            <p:nvPr/>
          </p:nvGrpSpPr>
          <p:grpSpPr bwMode="auto">
            <a:xfrm>
              <a:off x="0" y="0"/>
              <a:ext cx="5419" cy="1188"/>
              <a:chOff x="0" y="0"/>
              <a:chExt cx="4822" cy="1052"/>
            </a:xfrm>
          </p:grpSpPr>
          <p:pic>
            <p:nvPicPr>
              <p:cNvPr id="57387" name="Picture 37">
                <a:extLst>
                  <a:ext uri="{FF2B5EF4-FFF2-40B4-BE49-F238E27FC236}">
                    <a16:creationId xmlns:a16="http://schemas.microsoft.com/office/drawing/2014/main" id="{A6832D27-66EA-4722-B718-C28E5D4C974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4822" cy="1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88" name="Text Box 38">
                <a:extLst>
                  <a:ext uri="{FF2B5EF4-FFF2-40B4-BE49-F238E27FC236}">
                    <a16:creationId xmlns:a16="http://schemas.microsoft.com/office/drawing/2014/main" id="{FBD67054-2CF3-4AEC-8D98-0126F6FE9E90}"/>
                  </a:ext>
                </a:extLst>
              </p:cNvPr>
              <p:cNvSpPr txBox="1">
                <a:spLocks noChangeArrowheads="1"/>
              </p:cNvSpPr>
              <p:nvPr/>
            </p:nvSpPr>
            <p:spPr bwMode="auto">
              <a:xfrm>
                <a:off x="1051" y="688"/>
                <a:ext cx="384" cy="227"/>
              </a:xfrm>
              <a:prstGeom prst="rect">
                <a:avLst/>
              </a:prstGeom>
              <a:solidFill>
                <a:srgbClr val="CCFFFF"/>
              </a:solidFill>
              <a:ln w="9525">
                <a:solidFill>
                  <a:srgbClr val="3366FF"/>
                </a:solidFill>
                <a:miter lim="800000"/>
                <a:headEnd/>
                <a:tailEnd/>
              </a:ln>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eaLnBrk="1" hangingPunct="1">
                  <a:spcBef>
                    <a:spcPct val="50000"/>
                  </a:spcBef>
                  <a:buFont typeface="Arial" panose="020B0604020202020204" pitchFamily="34" charset="0"/>
                  <a:buNone/>
                </a:pPr>
                <a:r>
                  <a:rPr lang="en-US" altLang="zh-CN" sz="2000" b="1">
                    <a:ea typeface="宋体" panose="02010600030101010101" pitchFamily="2" charset="-122"/>
                  </a:rPr>
                  <a:t>p</a:t>
                </a:r>
                <a:r>
                  <a:rPr lang="en-US" altLang="zh-CN" sz="2000" b="1" baseline="-25000">
                    <a:ea typeface="宋体" panose="02010600030101010101" pitchFamily="2" charset="-122"/>
                  </a:rPr>
                  <a:t>r</a:t>
                </a:r>
              </a:p>
            </p:txBody>
          </p:sp>
        </p:grpSp>
        <p:graphicFrame>
          <p:nvGraphicFramePr>
            <p:cNvPr id="57385" name="Object 43">
              <a:extLst>
                <a:ext uri="{FF2B5EF4-FFF2-40B4-BE49-F238E27FC236}">
                  <a16:creationId xmlns:a16="http://schemas.microsoft.com/office/drawing/2014/main" id="{D0F150E2-4342-4649-8F2B-69EBE29CD2AD}"/>
                </a:ext>
              </a:extLst>
            </p:cNvPr>
            <p:cNvGraphicFramePr>
              <a:graphicFrameLocks noChangeAspect="1"/>
            </p:cNvGraphicFramePr>
            <p:nvPr/>
          </p:nvGraphicFramePr>
          <p:xfrm>
            <a:off x="1453" y="355"/>
            <a:ext cx="194" cy="291"/>
          </p:xfrm>
          <a:graphic>
            <a:graphicData uri="http://schemas.openxmlformats.org/presentationml/2006/ole">
              <mc:AlternateContent xmlns:mc="http://schemas.openxmlformats.org/markup-compatibility/2006">
                <mc:Choice xmlns:v="urn:schemas-microsoft-com:vml" Requires="v">
                  <p:oleObj spid="_x0000_s57393" r:id="rId8" imgW="152599" imgH="228898" progId="Equation.DSMT4">
                    <p:embed/>
                  </p:oleObj>
                </mc:Choice>
                <mc:Fallback>
                  <p:oleObj r:id="rId8" imgW="152599" imgH="228898" progId="Equation.DSMT4">
                    <p:embed/>
                    <p:pic>
                      <p:nvPicPr>
                        <p:cNvPr id="0" name="Object 4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53" y="355"/>
                          <a:ext cx="194" cy="291"/>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86" name="Object 44">
              <a:extLst>
                <a:ext uri="{FF2B5EF4-FFF2-40B4-BE49-F238E27FC236}">
                  <a16:creationId xmlns:a16="http://schemas.microsoft.com/office/drawing/2014/main" id="{C1366CCE-3A2E-44D6-A433-4101238772B7}"/>
                </a:ext>
              </a:extLst>
            </p:cNvPr>
            <p:cNvGraphicFramePr>
              <a:graphicFrameLocks noChangeAspect="1"/>
            </p:cNvGraphicFramePr>
            <p:nvPr/>
          </p:nvGraphicFramePr>
          <p:xfrm>
            <a:off x="1167" y="718"/>
            <a:ext cx="740" cy="402"/>
          </p:xfrm>
          <a:graphic>
            <a:graphicData uri="http://schemas.openxmlformats.org/presentationml/2006/ole">
              <mc:AlternateContent xmlns:mc="http://schemas.openxmlformats.org/markup-compatibility/2006">
                <mc:Choice xmlns:v="urn:schemas-microsoft-com:vml" Requires="v">
                  <p:oleObj spid="_x0000_s57394" r:id="rId9" imgW="749300" imgH="406400" progId="Equation.DSMT4">
                    <p:embed/>
                  </p:oleObj>
                </mc:Choice>
                <mc:Fallback>
                  <p:oleObj r:id="rId9" imgW="749300" imgH="406400" progId="Equation.DSMT4">
                    <p:embed/>
                    <p:pic>
                      <p:nvPicPr>
                        <p:cNvPr id="0" name="Object 4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67" y="718"/>
                          <a:ext cx="740" cy="402"/>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57383" name="Rectangle 52">
            <a:extLst>
              <a:ext uri="{FF2B5EF4-FFF2-40B4-BE49-F238E27FC236}">
                <a16:creationId xmlns:a16="http://schemas.microsoft.com/office/drawing/2014/main" id="{AE2432CF-343F-415E-9077-5694734EACC4}"/>
              </a:ext>
            </a:extLst>
          </p:cNvPr>
          <p:cNvSpPr>
            <a:spLocks noChangeArrowheads="1"/>
          </p:cNvSpPr>
          <p:nvPr/>
        </p:nvSpPr>
        <p:spPr bwMode="auto">
          <a:xfrm>
            <a:off x="401638" y="808038"/>
            <a:ext cx="5105400"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eaLnBrk="1" hangingPunct="1">
              <a:buFont typeface="Arial" panose="020B0604020202020204" pitchFamily="34" charset="0"/>
              <a:buNone/>
            </a:pPr>
            <a:r>
              <a:rPr lang="en-US" altLang="zh-CN" sz="3100" b="1">
                <a:solidFill>
                  <a:srgbClr val="0033CC"/>
                </a:solidFill>
                <a:latin typeface="楷体_GB2312" pitchFamily="1" charset="-122"/>
              </a:rPr>
              <a:t>(1)</a:t>
            </a:r>
            <a:r>
              <a:rPr lang="zh-CN" altLang="en-US" sz="3100" b="1">
                <a:solidFill>
                  <a:srgbClr val="0033CC"/>
                </a:solidFill>
                <a:latin typeface="楷体_GB2312" pitchFamily="1" charset="-122"/>
              </a:rPr>
              <a:t>统计原始图象的直方图</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linds(horizontal)">
                                      <p:cBhvr>
                                        <p:cTn id="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B340DC8D-1F65-4776-B1C9-7DE72CBEFA8B}"/>
              </a:ext>
            </a:extLst>
          </p:cNvPr>
          <p:cNvSpPr>
            <a:spLocks noGrp="1" noChangeArrowheads="1"/>
          </p:cNvSpPr>
          <p:nvPr>
            <p:ph type="title" idx="4294967295"/>
          </p:nvPr>
        </p:nvSpPr>
        <p:spPr>
          <a:xfrm>
            <a:off x="0" y="725488"/>
            <a:ext cx="5105400" cy="593725"/>
          </a:xfrm>
        </p:spPr>
        <p:txBody>
          <a:bodyPr>
            <a:normAutofit/>
          </a:bodyPr>
          <a:lstStyle/>
          <a:p>
            <a:pPr eaLnBrk="1" fontAlgn="auto" hangingPunct="1">
              <a:spcAft>
                <a:spcPts val="0"/>
              </a:spcAft>
              <a:defRPr/>
            </a:pPr>
            <a:r>
              <a:rPr lang="zh-CN" altLang="en-US" sz="3100" b="1" dirty="0">
                <a:solidFill>
                  <a:srgbClr val="0033CC"/>
                </a:solidFill>
                <a:effectLst>
                  <a:outerShdw blurRad="38100" dist="38100" dir="2700000" algn="tl">
                    <a:srgbClr val="C0C0C0"/>
                  </a:outerShdw>
                </a:effectLst>
                <a:ea typeface="楷体_GB2312" pitchFamily="1" charset="-122"/>
              </a:rPr>
              <a:t>(2)计算</a:t>
            </a:r>
            <a:r>
              <a:rPr lang="zh-CN" altLang="en-US" sz="3100" b="1" dirty="0">
                <a:solidFill>
                  <a:srgbClr val="0033CC"/>
                </a:solidFill>
                <a:effectLst>
                  <a:outerShdw blurRad="38100" dist="38100" dir="2700000" algn="tl">
                    <a:srgbClr val="C0C0C0"/>
                  </a:outerShdw>
                </a:effectLst>
                <a:latin typeface="楷体_GB2312" pitchFamily="1" charset="-122"/>
                <a:ea typeface="楷体_GB2312" pitchFamily="1" charset="-122"/>
              </a:rPr>
              <a:t>直方图累积分布函数</a:t>
            </a:r>
          </a:p>
        </p:txBody>
      </p:sp>
      <p:graphicFrame>
        <p:nvGraphicFramePr>
          <p:cNvPr id="58371" name="Object 3">
            <a:extLst>
              <a:ext uri="{FF2B5EF4-FFF2-40B4-BE49-F238E27FC236}">
                <a16:creationId xmlns:a16="http://schemas.microsoft.com/office/drawing/2014/main" id="{A97F4CC6-AD9E-436D-BE94-D4496D63DDB9}"/>
              </a:ext>
            </a:extLst>
          </p:cNvPr>
          <p:cNvGraphicFramePr>
            <a:graphicFrameLocks noGrp="1" noChangeAspect="1"/>
          </p:cNvGraphicFramePr>
          <p:nvPr>
            <p:ph idx="4294967295"/>
          </p:nvPr>
        </p:nvGraphicFramePr>
        <p:xfrm>
          <a:off x="0" y="1268413"/>
          <a:ext cx="3797300" cy="942975"/>
        </p:xfrm>
        <a:graphic>
          <a:graphicData uri="http://schemas.openxmlformats.org/presentationml/2006/ole">
            <mc:AlternateContent xmlns:mc="http://schemas.openxmlformats.org/markup-compatibility/2006">
              <mc:Choice xmlns:v="urn:schemas-microsoft-com:vml" Requires="v">
                <p:oleObj spid="_x0000_s58382" r:id="rId3" imgW="1842300" imgH="457399" progId="Equation.DSMT4">
                  <p:embed/>
                </p:oleObj>
              </mc:Choice>
              <mc:Fallback>
                <p:oleObj r:id="rId3" imgW="1842300" imgH="457399" progId="Equation.DSMT4">
                  <p:embed/>
                  <p:pic>
                    <p:nvPicPr>
                      <p:cNvPr id="0" name="Object 3"/>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268413"/>
                        <a:ext cx="3797300" cy="942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4">
            <a:extLst>
              <a:ext uri="{FF2B5EF4-FFF2-40B4-BE49-F238E27FC236}">
                <a16:creationId xmlns:a16="http://schemas.microsoft.com/office/drawing/2014/main" id="{E92FE2FE-5750-48A9-A366-A6762A9DC5F0}"/>
              </a:ext>
            </a:extLst>
          </p:cNvPr>
          <p:cNvGrpSpPr>
            <a:grpSpLocks/>
          </p:cNvGrpSpPr>
          <p:nvPr/>
        </p:nvGrpSpPr>
        <p:grpSpPr bwMode="auto">
          <a:xfrm>
            <a:off x="0" y="2435225"/>
            <a:ext cx="9144000" cy="3305175"/>
            <a:chOff x="0" y="0"/>
            <a:chExt cx="5760" cy="2082"/>
          </a:xfrm>
        </p:grpSpPr>
        <p:grpSp>
          <p:nvGrpSpPr>
            <p:cNvPr id="58375" name="Group 5">
              <a:extLst>
                <a:ext uri="{FF2B5EF4-FFF2-40B4-BE49-F238E27FC236}">
                  <a16:creationId xmlns:a16="http://schemas.microsoft.com/office/drawing/2014/main" id="{B9FD3CBA-967C-4203-9D5D-01455ECE8F5F}"/>
                </a:ext>
              </a:extLst>
            </p:cNvPr>
            <p:cNvGrpSpPr>
              <a:grpSpLocks/>
            </p:cNvGrpSpPr>
            <p:nvPr/>
          </p:nvGrpSpPr>
          <p:grpSpPr bwMode="auto">
            <a:xfrm>
              <a:off x="0" y="0"/>
              <a:ext cx="5760" cy="2082"/>
              <a:chOff x="0" y="0"/>
              <a:chExt cx="5760" cy="2082"/>
            </a:xfrm>
          </p:grpSpPr>
          <p:pic>
            <p:nvPicPr>
              <p:cNvPr id="58379" name="Picture 5">
                <a:extLst>
                  <a:ext uri="{FF2B5EF4-FFF2-40B4-BE49-F238E27FC236}">
                    <a16:creationId xmlns:a16="http://schemas.microsoft.com/office/drawing/2014/main" id="{13547220-7A9B-4D60-B8B4-0C32CDFDEC0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5760" cy="2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80" name="Text Box 6">
                <a:extLst>
                  <a:ext uri="{FF2B5EF4-FFF2-40B4-BE49-F238E27FC236}">
                    <a16:creationId xmlns:a16="http://schemas.microsoft.com/office/drawing/2014/main" id="{AC917E0D-44F0-4B1C-A27C-27B348E92602}"/>
                  </a:ext>
                </a:extLst>
              </p:cNvPr>
              <p:cNvSpPr txBox="1">
                <a:spLocks noChangeArrowheads="1"/>
              </p:cNvSpPr>
              <p:nvPr/>
            </p:nvSpPr>
            <p:spPr bwMode="auto">
              <a:xfrm>
                <a:off x="1260" y="1075"/>
                <a:ext cx="470" cy="257"/>
              </a:xfrm>
              <a:prstGeom prst="rect">
                <a:avLst/>
              </a:prstGeom>
              <a:solidFill>
                <a:srgbClr val="0000FF"/>
              </a:solidFill>
              <a:ln w="9525">
                <a:solidFill>
                  <a:schemeClr val="hlink"/>
                </a:solidFill>
                <a:miter lim="800000"/>
                <a:headEnd/>
                <a:tailEnd/>
              </a:ln>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2000">
                    <a:solidFill>
                      <a:srgbClr val="FFFF66"/>
                    </a:solidFill>
                    <a:latin typeface="Verdana" panose="020B0604030504040204" pitchFamily="34" charset="0"/>
                  </a:rPr>
                  <a:t>p</a:t>
                </a:r>
                <a:r>
                  <a:rPr lang="en-US" altLang="zh-CN" sz="2000" baseline="-25000">
                    <a:solidFill>
                      <a:srgbClr val="FFFF66"/>
                    </a:solidFill>
                    <a:latin typeface="Verdana" panose="020B0604030504040204" pitchFamily="34" charset="0"/>
                  </a:rPr>
                  <a:t>r</a:t>
                </a:r>
              </a:p>
            </p:txBody>
          </p:sp>
          <p:sp>
            <p:nvSpPr>
              <p:cNvPr id="58381" name="Text Box 7">
                <a:extLst>
                  <a:ext uri="{FF2B5EF4-FFF2-40B4-BE49-F238E27FC236}">
                    <a16:creationId xmlns:a16="http://schemas.microsoft.com/office/drawing/2014/main" id="{E83A32CB-FC3E-4BED-86B6-C6B0E6C0581D}"/>
                  </a:ext>
                </a:extLst>
              </p:cNvPr>
              <p:cNvSpPr txBox="1">
                <a:spLocks noChangeArrowheads="1"/>
              </p:cNvSpPr>
              <p:nvPr/>
            </p:nvSpPr>
            <p:spPr bwMode="auto">
              <a:xfrm>
                <a:off x="1869" y="1647"/>
                <a:ext cx="421" cy="256"/>
              </a:xfrm>
              <a:prstGeom prst="rect">
                <a:avLst/>
              </a:prstGeom>
              <a:solidFill>
                <a:srgbClr val="0000FF"/>
              </a:solidFill>
              <a:ln w="9525">
                <a:solidFill>
                  <a:schemeClr val="hlink"/>
                </a:solidFill>
                <a:miter lim="800000"/>
                <a:headEnd/>
                <a:tailEnd/>
              </a:ln>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2000">
                    <a:solidFill>
                      <a:srgbClr val="FFFF66"/>
                    </a:solidFill>
                    <a:latin typeface="Verdana" panose="020B0604030504040204" pitchFamily="34" charset="0"/>
                  </a:rPr>
                  <a:t>s</a:t>
                </a:r>
                <a:r>
                  <a:rPr lang="en-US" altLang="zh-CN" sz="2000" baseline="-25000">
                    <a:solidFill>
                      <a:srgbClr val="FFFF66"/>
                    </a:solidFill>
                    <a:latin typeface="Verdana" panose="020B0604030504040204" pitchFamily="34" charset="0"/>
                  </a:rPr>
                  <a:t>k</a:t>
                </a:r>
              </a:p>
            </p:txBody>
          </p:sp>
        </p:grpSp>
        <p:graphicFrame>
          <p:nvGraphicFramePr>
            <p:cNvPr id="58376" name="Object 9">
              <a:extLst>
                <a:ext uri="{FF2B5EF4-FFF2-40B4-BE49-F238E27FC236}">
                  <a16:creationId xmlns:a16="http://schemas.microsoft.com/office/drawing/2014/main" id="{834E24AE-7C6E-4072-A986-DA288DCFCD0D}"/>
                </a:ext>
              </a:extLst>
            </p:cNvPr>
            <p:cNvGraphicFramePr>
              <a:graphicFrameLocks noChangeAspect="1"/>
            </p:cNvGraphicFramePr>
            <p:nvPr/>
          </p:nvGraphicFramePr>
          <p:xfrm>
            <a:off x="1565" y="535"/>
            <a:ext cx="194" cy="291"/>
          </p:xfrm>
          <a:graphic>
            <a:graphicData uri="http://schemas.openxmlformats.org/presentationml/2006/ole">
              <mc:AlternateContent xmlns:mc="http://schemas.openxmlformats.org/markup-compatibility/2006">
                <mc:Choice xmlns:v="urn:schemas-microsoft-com:vml" Requires="v">
                  <p:oleObj spid="_x0000_s58383" r:id="rId6" imgW="152599" imgH="228898" progId="Equation.DSMT4">
                    <p:embed/>
                  </p:oleObj>
                </mc:Choice>
                <mc:Fallback>
                  <p:oleObj r:id="rId6" imgW="152599" imgH="228898" progId="Equation.DSMT4">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65" y="535"/>
                          <a:ext cx="194" cy="291"/>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8377" name="Object 10">
              <a:extLst>
                <a:ext uri="{FF2B5EF4-FFF2-40B4-BE49-F238E27FC236}">
                  <a16:creationId xmlns:a16="http://schemas.microsoft.com/office/drawing/2014/main" id="{B7460D26-7C20-4240-87A8-9BE0F0122CA6}"/>
                </a:ext>
              </a:extLst>
            </p:cNvPr>
            <p:cNvGraphicFramePr>
              <a:graphicFrameLocks noChangeAspect="1"/>
            </p:cNvGraphicFramePr>
            <p:nvPr/>
          </p:nvGraphicFramePr>
          <p:xfrm>
            <a:off x="1247" y="1034"/>
            <a:ext cx="740" cy="402"/>
          </p:xfrm>
          <a:graphic>
            <a:graphicData uri="http://schemas.openxmlformats.org/presentationml/2006/ole">
              <mc:AlternateContent xmlns:mc="http://schemas.openxmlformats.org/markup-compatibility/2006">
                <mc:Choice xmlns:v="urn:schemas-microsoft-com:vml" Requires="v">
                  <p:oleObj spid="_x0000_s58384" r:id="rId8" imgW="749300" imgH="406400" progId="Equation.DSMT4">
                    <p:embed/>
                  </p:oleObj>
                </mc:Choice>
                <mc:Fallback>
                  <p:oleObj r:id="rId8" imgW="749300" imgH="406400" progId="Equation.DSMT4">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47" y="1034"/>
                          <a:ext cx="740" cy="402"/>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8378" name="Object 11">
              <a:extLst>
                <a:ext uri="{FF2B5EF4-FFF2-40B4-BE49-F238E27FC236}">
                  <a16:creationId xmlns:a16="http://schemas.microsoft.com/office/drawing/2014/main" id="{ED69A108-CB0D-498F-9197-D9E30AE291CC}"/>
                </a:ext>
              </a:extLst>
            </p:cNvPr>
            <p:cNvGraphicFramePr>
              <a:graphicFrameLocks noChangeAspect="1"/>
            </p:cNvGraphicFramePr>
            <p:nvPr/>
          </p:nvGraphicFramePr>
          <p:xfrm>
            <a:off x="1861" y="1533"/>
            <a:ext cx="701" cy="467"/>
          </p:xfrm>
          <a:graphic>
            <a:graphicData uri="http://schemas.openxmlformats.org/presentationml/2006/ole">
              <mc:AlternateContent xmlns:mc="http://schemas.openxmlformats.org/markup-compatibility/2006">
                <mc:Choice xmlns:v="urn:schemas-microsoft-com:vml" Requires="v">
                  <p:oleObj spid="_x0000_s58385" r:id="rId10" imgW="686098" imgH="457399" progId="Equation.DSMT4">
                    <p:embed/>
                  </p:oleObj>
                </mc:Choice>
                <mc:Fallback>
                  <p:oleObj r:id="rId10" imgW="686098" imgH="457399" progId="Equation.DSMT4">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61" y="1533"/>
                          <a:ext cx="701" cy="467"/>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3" name="矩形 12">
            <a:extLst>
              <a:ext uri="{FF2B5EF4-FFF2-40B4-BE49-F238E27FC236}">
                <a16:creationId xmlns:a16="http://schemas.microsoft.com/office/drawing/2014/main" id="{4AE77AF6-8F5B-4FC4-8F5A-66CC5E56174E}"/>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58374" name="TextBox 23">
            <a:extLst>
              <a:ext uri="{FF2B5EF4-FFF2-40B4-BE49-F238E27FC236}">
                <a16:creationId xmlns:a16="http://schemas.microsoft.com/office/drawing/2014/main" id="{59FDA694-5E66-4B19-8DFB-35CD886D9A8C}"/>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zh-CN" altLang="en-US" b="1">
                <a:solidFill>
                  <a:schemeClr val="bg1"/>
                </a:solidFill>
                <a:latin typeface="微软雅黑" panose="020B0503020204020204" pitchFamily="34" charset="-122"/>
                <a:ea typeface="微软雅黑" panose="020B0503020204020204" pitchFamily="34" charset="-122"/>
              </a:rPr>
              <a:t>3.3.1 直方图均衡化处理步骤</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2">
            <a:extLst>
              <a:ext uri="{FF2B5EF4-FFF2-40B4-BE49-F238E27FC236}">
                <a16:creationId xmlns:a16="http://schemas.microsoft.com/office/drawing/2014/main" id="{D88D18A1-ABEB-4970-9B06-048890F06F6D}"/>
              </a:ext>
            </a:extLst>
          </p:cNvPr>
          <p:cNvSpPr txBox="1">
            <a:spLocks noChangeArrowheads="1"/>
          </p:cNvSpPr>
          <p:nvPr/>
        </p:nvSpPr>
        <p:spPr bwMode="auto">
          <a:xfrm>
            <a:off x="431800" y="755650"/>
            <a:ext cx="8280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800">
                <a:latin typeface="楷体_GB2312" pitchFamily="1" charset="-122"/>
                <a:ea typeface="楷体_GB2312" pitchFamily="1" charset="-122"/>
              </a:rPr>
              <a:t>(3)</a:t>
            </a:r>
            <a:r>
              <a:rPr lang="zh-CN" altLang="en-US" sz="2800">
                <a:latin typeface="楷体_GB2312" pitchFamily="1" charset="-122"/>
                <a:ea typeface="楷体_GB2312" pitchFamily="1" charset="-122"/>
              </a:rPr>
              <a:t>用</a:t>
            </a:r>
            <a:r>
              <a:rPr lang="zh-CN" altLang="en-US" sz="2800" b="1">
                <a:solidFill>
                  <a:srgbClr val="0033CC"/>
                </a:solidFill>
                <a:latin typeface="楷体_GB2312" pitchFamily="1" charset="-122"/>
                <a:ea typeface="楷体_GB2312" pitchFamily="1" charset="-122"/>
              </a:rPr>
              <a:t>累积分布函数作变换函数</a:t>
            </a:r>
            <a:r>
              <a:rPr lang="zh-CN" altLang="en-US" sz="2800">
                <a:latin typeface="楷体_GB2312" pitchFamily="1" charset="-122"/>
                <a:ea typeface="楷体_GB2312" pitchFamily="1" charset="-122"/>
              </a:rPr>
              <a:t>进行图像</a:t>
            </a:r>
            <a:r>
              <a:rPr lang="zh-CN" altLang="en-US" sz="2800" b="1">
                <a:solidFill>
                  <a:srgbClr val="0033CC"/>
                </a:solidFill>
                <a:latin typeface="楷体_GB2312" pitchFamily="1" charset="-122"/>
                <a:ea typeface="楷体_GB2312" pitchFamily="1" charset="-122"/>
              </a:rPr>
              <a:t>灰度变换</a:t>
            </a:r>
            <a:r>
              <a:rPr lang="zh-CN" altLang="en-US" sz="2800">
                <a:solidFill>
                  <a:srgbClr val="0033CC"/>
                </a:solidFill>
                <a:latin typeface="楷体_GB2312" pitchFamily="1" charset="-122"/>
                <a:ea typeface="楷体_GB2312" pitchFamily="1" charset="-122"/>
              </a:rPr>
              <a:t>      </a:t>
            </a:r>
          </a:p>
        </p:txBody>
      </p:sp>
      <p:pic>
        <p:nvPicPr>
          <p:cNvPr id="59395" name="Picture 4">
            <a:extLst>
              <a:ext uri="{FF2B5EF4-FFF2-40B4-BE49-F238E27FC236}">
                <a16:creationId xmlns:a16="http://schemas.microsoft.com/office/drawing/2014/main" id="{28BEE9A2-3685-4174-B052-805E23135C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276475"/>
            <a:ext cx="8920163" cy="369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9396" name="Object 5">
            <a:extLst>
              <a:ext uri="{FF2B5EF4-FFF2-40B4-BE49-F238E27FC236}">
                <a16:creationId xmlns:a16="http://schemas.microsoft.com/office/drawing/2014/main" id="{A5B9F65E-B1DD-4FA8-8A59-A2D7AB936052}"/>
              </a:ext>
            </a:extLst>
          </p:cNvPr>
          <p:cNvGraphicFramePr>
            <a:graphicFrameLocks noChangeAspect="1"/>
          </p:cNvGraphicFramePr>
          <p:nvPr/>
        </p:nvGraphicFramePr>
        <p:xfrm>
          <a:off x="2411413" y="2994025"/>
          <a:ext cx="307975" cy="461963"/>
        </p:xfrm>
        <a:graphic>
          <a:graphicData uri="http://schemas.openxmlformats.org/presentationml/2006/ole">
            <mc:AlternateContent xmlns:mc="http://schemas.openxmlformats.org/markup-compatibility/2006">
              <mc:Choice xmlns:v="urn:schemas-microsoft-com:vml" Requires="v">
                <p:oleObj spid="_x0000_s59404" r:id="rId4" imgW="152599" imgH="228898" progId="Equation.DSMT4">
                  <p:embed/>
                </p:oleObj>
              </mc:Choice>
              <mc:Fallback>
                <p:oleObj r:id="rId4" imgW="152599" imgH="228898"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11413" y="2994025"/>
                        <a:ext cx="307975" cy="461963"/>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397" name="Object 6">
            <a:extLst>
              <a:ext uri="{FF2B5EF4-FFF2-40B4-BE49-F238E27FC236}">
                <a16:creationId xmlns:a16="http://schemas.microsoft.com/office/drawing/2014/main" id="{FC76FB75-E702-48C2-89CC-D0031A95B513}"/>
              </a:ext>
            </a:extLst>
          </p:cNvPr>
          <p:cNvGraphicFramePr>
            <a:graphicFrameLocks noChangeAspect="1"/>
          </p:cNvGraphicFramePr>
          <p:nvPr/>
        </p:nvGraphicFramePr>
        <p:xfrm>
          <a:off x="1979613" y="3641725"/>
          <a:ext cx="1174750" cy="638175"/>
        </p:xfrm>
        <a:graphic>
          <a:graphicData uri="http://schemas.openxmlformats.org/presentationml/2006/ole">
            <mc:AlternateContent xmlns:mc="http://schemas.openxmlformats.org/markup-compatibility/2006">
              <mc:Choice xmlns:v="urn:schemas-microsoft-com:vml" Requires="v">
                <p:oleObj spid="_x0000_s59405" r:id="rId6" imgW="749300" imgH="406400" progId="Equation.DSMT4">
                  <p:embed/>
                </p:oleObj>
              </mc:Choice>
              <mc:Fallback>
                <p:oleObj r:id="rId6" imgW="749300" imgH="406400" progId="Equation.DSMT4">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79613" y="3641725"/>
                        <a:ext cx="1174750" cy="63817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398" name="Object 7">
            <a:extLst>
              <a:ext uri="{FF2B5EF4-FFF2-40B4-BE49-F238E27FC236}">
                <a16:creationId xmlns:a16="http://schemas.microsoft.com/office/drawing/2014/main" id="{9036113E-FC02-432D-9BFC-A33B42CC0A0C}"/>
              </a:ext>
            </a:extLst>
          </p:cNvPr>
          <p:cNvGraphicFramePr>
            <a:graphicFrameLocks noChangeAspect="1"/>
          </p:cNvGraphicFramePr>
          <p:nvPr/>
        </p:nvGraphicFramePr>
        <p:xfrm>
          <a:off x="2916238" y="4362450"/>
          <a:ext cx="1112837" cy="741363"/>
        </p:xfrm>
        <a:graphic>
          <a:graphicData uri="http://schemas.openxmlformats.org/presentationml/2006/ole">
            <mc:AlternateContent xmlns:mc="http://schemas.openxmlformats.org/markup-compatibility/2006">
              <mc:Choice xmlns:v="urn:schemas-microsoft-com:vml" Requires="v">
                <p:oleObj spid="_x0000_s59406" r:id="rId8" imgW="686098" imgH="457399" progId="Equation.DSMT4">
                  <p:embed/>
                </p:oleObj>
              </mc:Choice>
              <mc:Fallback>
                <p:oleObj r:id="rId8" imgW="686098" imgH="457399" progId="Equation.DSMT4">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16238" y="4362450"/>
                        <a:ext cx="1112837" cy="741363"/>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9399" name="Object 8">
            <a:extLst>
              <a:ext uri="{FF2B5EF4-FFF2-40B4-BE49-F238E27FC236}">
                <a16:creationId xmlns:a16="http://schemas.microsoft.com/office/drawing/2014/main" id="{30E21439-D31B-4F8D-B914-2DAD130D1829}"/>
              </a:ext>
            </a:extLst>
          </p:cNvPr>
          <p:cNvGraphicFramePr>
            <a:graphicFrameLocks noChangeAspect="1"/>
          </p:cNvGraphicFramePr>
          <p:nvPr/>
        </p:nvGraphicFramePr>
        <p:xfrm>
          <a:off x="1763713" y="5370513"/>
          <a:ext cx="2303462" cy="433387"/>
        </p:xfrm>
        <a:graphic>
          <a:graphicData uri="http://schemas.openxmlformats.org/presentationml/2006/ole">
            <mc:AlternateContent xmlns:mc="http://schemas.openxmlformats.org/markup-compatibility/2006">
              <mc:Choice xmlns:v="urn:schemas-microsoft-com:vml" Requires="v">
                <p:oleObj spid="_x0000_s59407" r:id="rId10" imgW="2134526" imgH="279521" progId="Equation.DSMT4">
                  <p:embed/>
                </p:oleObj>
              </mc:Choice>
              <mc:Fallback>
                <p:oleObj r:id="rId10" imgW="2134526" imgH="279521" progId="Equation.DSMT4">
                  <p:embed/>
                  <p:pic>
                    <p:nvPicPr>
                      <p:cNvPr id="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63713" y="5370513"/>
                        <a:ext cx="2303462" cy="433387"/>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400" name="对象 9">
            <a:extLst>
              <a:ext uri="{FF2B5EF4-FFF2-40B4-BE49-F238E27FC236}">
                <a16:creationId xmlns:a16="http://schemas.microsoft.com/office/drawing/2014/main" id="{B7896829-1AAC-4FF3-B40A-3899C4340BF6}"/>
              </a:ext>
            </a:extLst>
          </p:cNvPr>
          <p:cNvGraphicFramePr>
            <a:graphicFrameLocks noChangeAspect="1"/>
          </p:cNvGraphicFramePr>
          <p:nvPr/>
        </p:nvGraphicFramePr>
        <p:xfrm>
          <a:off x="1258888" y="1427163"/>
          <a:ext cx="4132262" cy="600075"/>
        </p:xfrm>
        <a:graphic>
          <a:graphicData uri="http://schemas.openxmlformats.org/presentationml/2006/ole">
            <mc:AlternateContent xmlns:mc="http://schemas.openxmlformats.org/markup-compatibility/2006">
              <mc:Choice xmlns:v="urn:schemas-microsoft-com:vml" Requires="v">
                <p:oleObj spid="_x0000_s59408" name="Equation" r:id="rId12" imgW="1574800" imgH="228600" progId="Equation.DSMT4">
                  <p:embed/>
                </p:oleObj>
              </mc:Choice>
              <mc:Fallback>
                <p:oleObj name="Equation" r:id="rId12" imgW="1574800" imgH="228600" progId="Equation.DSMT4">
                  <p:embed/>
                  <p:pic>
                    <p:nvPicPr>
                      <p:cNvPr id="0" name="对象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58888" y="1427163"/>
                        <a:ext cx="4132262"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9401" name="文本框 10">
            <a:extLst>
              <a:ext uri="{FF2B5EF4-FFF2-40B4-BE49-F238E27FC236}">
                <a16:creationId xmlns:a16="http://schemas.microsoft.com/office/drawing/2014/main" id="{C5E74CD5-FC8A-435F-90D9-C8F341AAE0B8}"/>
              </a:ext>
            </a:extLst>
          </p:cNvPr>
          <p:cNvSpPr txBox="1">
            <a:spLocks noChangeArrowheads="1"/>
          </p:cNvSpPr>
          <p:nvPr/>
        </p:nvSpPr>
        <p:spPr bwMode="auto">
          <a:xfrm>
            <a:off x="5629275" y="1385888"/>
            <a:ext cx="16462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r>
              <a:rPr lang="zh-CN" altLang="en-US"/>
              <a:t>取整数</a:t>
            </a:r>
          </a:p>
        </p:txBody>
      </p:sp>
      <p:sp>
        <p:nvSpPr>
          <p:cNvPr id="12" name="矩形 11">
            <a:extLst>
              <a:ext uri="{FF2B5EF4-FFF2-40B4-BE49-F238E27FC236}">
                <a16:creationId xmlns:a16="http://schemas.microsoft.com/office/drawing/2014/main" id="{1407E0F7-223B-4794-9F96-68FC6D3AB555}"/>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59403" name="TextBox 23">
            <a:extLst>
              <a:ext uri="{FF2B5EF4-FFF2-40B4-BE49-F238E27FC236}">
                <a16:creationId xmlns:a16="http://schemas.microsoft.com/office/drawing/2014/main" id="{F7E30C93-F12A-4F27-96C7-450D13F8D536}"/>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zh-CN" altLang="en-US" b="1">
                <a:solidFill>
                  <a:schemeClr val="bg1"/>
                </a:solidFill>
                <a:latin typeface="微软雅黑" panose="020B0503020204020204" pitchFamily="34" charset="-122"/>
                <a:ea typeface="微软雅黑" panose="020B0503020204020204" pitchFamily="34" charset="-122"/>
              </a:rPr>
              <a:t>3.3.1 直方图均衡化处理步骤</a:t>
            </a: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0418" name="Group 2">
            <a:extLst>
              <a:ext uri="{FF2B5EF4-FFF2-40B4-BE49-F238E27FC236}">
                <a16:creationId xmlns:a16="http://schemas.microsoft.com/office/drawing/2014/main" id="{F8784062-D3B1-43BB-B86F-F77AED39599E}"/>
              </a:ext>
            </a:extLst>
          </p:cNvPr>
          <p:cNvGrpSpPr>
            <a:grpSpLocks noChangeAspect="1"/>
          </p:cNvGrpSpPr>
          <p:nvPr/>
        </p:nvGrpSpPr>
        <p:grpSpPr bwMode="auto">
          <a:xfrm>
            <a:off x="0" y="1412875"/>
            <a:ext cx="9094788" cy="4724400"/>
            <a:chOff x="0" y="0"/>
            <a:chExt cx="5729" cy="2976"/>
          </a:xfrm>
        </p:grpSpPr>
        <p:pic>
          <p:nvPicPr>
            <p:cNvPr id="60430" name="Picture 4">
              <a:extLst>
                <a:ext uri="{FF2B5EF4-FFF2-40B4-BE49-F238E27FC236}">
                  <a16:creationId xmlns:a16="http://schemas.microsoft.com/office/drawing/2014/main" id="{AC585259-46AE-4863-8B3A-4E392A4F0C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729" cy="2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0431" name="Object 4">
              <a:extLst>
                <a:ext uri="{FF2B5EF4-FFF2-40B4-BE49-F238E27FC236}">
                  <a16:creationId xmlns:a16="http://schemas.microsoft.com/office/drawing/2014/main" id="{1254C5B6-8610-4126-B5B4-5F850C00885B}"/>
                </a:ext>
              </a:extLst>
            </p:cNvPr>
            <p:cNvGraphicFramePr>
              <a:graphicFrameLocks noChangeAspect="1"/>
            </p:cNvGraphicFramePr>
            <p:nvPr/>
          </p:nvGraphicFramePr>
          <p:xfrm>
            <a:off x="1247" y="771"/>
            <a:ext cx="740" cy="402"/>
          </p:xfrm>
          <a:graphic>
            <a:graphicData uri="http://schemas.openxmlformats.org/presentationml/2006/ole">
              <mc:AlternateContent xmlns:mc="http://schemas.openxmlformats.org/markup-compatibility/2006">
                <mc:Choice xmlns:v="urn:schemas-microsoft-com:vml" Requires="v">
                  <p:oleObj spid="_x0000_s60436" r:id="rId4" imgW="749300" imgH="406400" progId="Equation.DSMT4">
                    <p:embed/>
                  </p:oleObj>
                </mc:Choice>
                <mc:Fallback>
                  <p:oleObj r:id="rId4" imgW="749300" imgH="406400"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47" y="771"/>
                          <a:ext cx="740" cy="402"/>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432" name="Object 5">
              <a:extLst>
                <a:ext uri="{FF2B5EF4-FFF2-40B4-BE49-F238E27FC236}">
                  <a16:creationId xmlns:a16="http://schemas.microsoft.com/office/drawing/2014/main" id="{288FAB4F-4736-4573-AD10-B86DA16BBC7E}"/>
                </a:ext>
              </a:extLst>
            </p:cNvPr>
            <p:cNvGraphicFramePr>
              <a:graphicFrameLocks noChangeAspect="1"/>
            </p:cNvGraphicFramePr>
            <p:nvPr/>
          </p:nvGraphicFramePr>
          <p:xfrm>
            <a:off x="1565" y="408"/>
            <a:ext cx="194" cy="291"/>
          </p:xfrm>
          <a:graphic>
            <a:graphicData uri="http://schemas.openxmlformats.org/presentationml/2006/ole">
              <mc:AlternateContent xmlns:mc="http://schemas.openxmlformats.org/markup-compatibility/2006">
                <mc:Choice xmlns:v="urn:schemas-microsoft-com:vml" Requires="v">
                  <p:oleObj spid="_x0000_s60437" r:id="rId6" imgW="152599" imgH="228898" progId="Equation.DSMT4">
                    <p:embed/>
                  </p:oleObj>
                </mc:Choice>
                <mc:Fallback>
                  <p:oleObj r:id="rId6" imgW="152599" imgH="228898"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65" y="408"/>
                          <a:ext cx="194" cy="291"/>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433" name="Object 6">
              <a:extLst>
                <a:ext uri="{FF2B5EF4-FFF2-40B4-BE49-F238E27FC236}">
                  <a16:creationId xmlns:a16="http://schemas.microsoft.com/office/drawing/2014/main" id="{0CE443C0-2D5E-4E44-A9A1-8F4505CE6680}"/>
                </a:ext>
              </a:extLst>
            </p:cNvPr>
            <p:cNvGraphicFramePr>
              <a:graphicFrameLocks noChangeAspect="1"/>
            </p:cNvGraphicFramePr>
            <p:nvPr/>
          </p:nvGraphicFramePr>
          <p:xfrm>
            <a:off x="1837" y="1270"/>
            <a:ext cx="680" cy="370"/>
          </p:xfrm>
          <a:graphic>
            <a:graphicData uri="http://schemas.openxmlformats.org/presentationml/2006/ole">
              <mc:AlternateContent xmlns:mc="http://schemas.openxmlformats.org/markup-compatibility/2006">
                <mc:Choice xmlns:v="urn:schemas-microsoft-com:vml" Requires="v">
                  <p:oleObj spid="_x0000_s60438" r:id="rId8" imgW="686098" imgH="457399" progId="Equation.DSMT4">
                    <p:embed/>
                  </p:oleObj>
                </mc:Choice>
                <mc:Fallback>
                  <p:oleObj r:id="rId8" imgW="686098" imgH="457399" progId="Equation.DSMT4">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37" y="1270"/>
                          <a:ext cx="680" cy="370"/>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0434" name="Object 7">
              <a:extLst>
                <a:ext uri="{FF2B5EF4-FFF2-40B4-BE49-F238E27FC236}">
                  <a16:creationId xmlns:a16="http://schemas.microsoft.com/office/drawing/2014/main" id="{1A5551C0-525F-4057-AB7D-7EA4A3F55B2C}"/>
                </a:ext>
              </a:extLst>
            </p:cNvPr>
            <p:cNvGraphicFramePr>
              <a:graphicFrameLocks noChangeAspect="1"/>
            </p:cNvGraphicFramePr>
            <p:nvPr/>
          </p:nvGraphicFramePr>
          <p:xfrm>
            <a:off x="1156" y="1814"/>
            <a:ext cx="1451" cy="273"/>
          </p:xfrm>
          <a:graphic>
            <a:graphicData uri="http://schemas.openxmlformats.org/presentationml/2006/ole">
              <mc:AlternateContent xmlns:mc="http://schemas.openxmlformats.org/markup-compatibility/2006">
                <mc:Choice xmlns:v="urn:schemas-microsoft-com:vml" Requires="v">
                  <p:oleObj spid="_x0000_s60439" r:id="rId10" imgW="2134526" imgH="279521" progId="Equation.DSMT4">
                    <p:embed/>
                  </p:oleObj>
                </mc:Choice>
                <mc:Fallback>
                  <p:oleObj r:id="rId10" imgW="2134526" imgH="279521" progId="Equation.DSMT4">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56" y="1814"/>
                          <a:ext cx="1451" cy="273"/>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435" name="Object 8">
              <a:extLst>
                <a:ext uri="{FF2B5EF4-FFF2-40B4-BE49-F238E27FC236}">
                  <a16:creationId xmlns:a16="http://schemas.microsoft.com/office/drawing/2014/main" id="{7B1D774B-7D74-4EF6-8409-1769AD643A9F}"/>
                </a:ext>
              </a:extLst>
            </p:cNvPr>
            <p:cNvGraphicFramePr>
              <a:graphicFrameLocks noChangeAspect="1"/>
            </p:cNvGraphicFramePr>
            <p:nvPr/>
          </p:nvGraphicFramePr>
          <p:xfrm>
            <a:off x="1701" y="2223"/>
            <a:ext cx="872" cy="291"/>
          </p:xfrm>
          <a:graphic>
            <a:graphicData uri="http://schemas.openxmlformats.org/presentationml/2006/ole">
              <mc:AlternateContent xmlns:mc="http://schemas.openxmlformats.org/markup-compatibility/2006">
                <mc:Choice xmlns:v="urn:schemas-microsoft-com:vml" Requires="v">
                  <p:oleObj spid="_x0000_s60440" r:id="rId12" imgW="686396" imgH="228799" progId="Equation.DSMT4">
                    <p:embed/>
                  </p:oleObj>
                </mc:Choice>
                <mc:Fallback>
                  <p:oleObj r:id="rId12" imgW="686396" imgH="228799" progId="Equation.DSMT4">
                    <p:embed/>
                    <p:pic>
                      <p:nvPicPr>
                        <p:cNvPr id="0" name="Object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01" y="2223"/>
                          <a:ext cx="872" cy="291"/>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6089" name="Line 11">
            <a:extLst>
              <a:ext uri="{FF2B5EF4-FFF2-40B4-BE49-F238E27FC236}">
                <a16:creationId xmlns:a16="http://schemas.microsoft.com/office/drawing/2014/main" id="{1E59EF35-E7F3-4A6B-9987-C29FFF7BFE26}"/>
              </a:ext>
            </a:extLst>
          </p:cNvPr>
          <p:cNvSpPr>
            <a:spLocks noChangeShapeType="1"/>
          </p:cNvSpPr>
          <p:nvPr/>
        </p:nvSpPr>
        <p:spPr bwMode="auto">
          <a:xfrm>
            <a:off x="4643438" y="3213100"/>
            <a:ext cx="360362" cy="2447925"/>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090" name="Line 12">
            <a:extLst>
              <a:ext uri="{FF2B5EF4-FFF2-40B4-BE49-F238E27FC236}">
                <a16:creationId xmlns:a16="http://schemas.microsoft.com/office/drawing/2014/main" id="{7BB57097-0622-46B9-B3EF-B68202D1BE6A}"/>
              </a:ext>
            </a:extLst>
          </p:cNvPr>
          <p:cNvSpPr>
            <a:spLocks noChangeShapeType="1"/>
          </p:cNvSpPr>
          <p:nvPr/>
        </p:nvSpPr>
        <p:spPr bwMode="auto">
          <a:xfrm>
            <a:off x="5219700" y="3213100"/>
            <a:ext cx="1008063" cy="252095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091" name="Line 13">
            <a:extLst>
              <a:ext uri="{FF2B5EF4-FFF2-40B4-BE49-F238E27FC236}">
                <a16:creationId xmlns:a16="http://schemas.microsoft.com/office/drawing/2014/main" id="{D2206805-EBFA-47C3-B4DE-1444825ECB68}"/>
              </a:ext>
            </a:extLst>
          </p:cNvPr>
          <p:cNvSpPr>
            <a:spLocks noChangeShapeType="1"/>
          </p:cNvSpPr>
          <p:nvPr/>
        </p:nvSpPr>
        <p:spPr bwMode="auto">
          <a:xfrm>
            <a:off x="5795963" y="3213100"/>
            <a:ext cx="1584325" cy="2447925"/>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3" name="Group 12">
            <a:extLst>
              <a:ext uri="{FF2B5EF4-FFF2-40B4-BE49-F238E27FC236}">
                <a16:creationId xmlns:a16="http://schemas.microsoft.com/office/drawing/2014/main" id="{7A29BF05-7121-4C0E-A234-0A6703FA634A}"/>
              </a:ext>
            </a:extLst>
          </p:cNvPr>
          <p:cNvGrpSpPr>
            <a:grpSpLocks/>
          </p:cNvGrpSpPr>
          <p:nvPr/>
        </p:nvGrpSpPr>
        <p:grpSpPr bwMode="auto">
          <a:xfrm>
            <a:off x="6151563" y="3067050"/>
            <a:ext cx="1876425" cy="2593975"/>
            <a:chOff x="0" y="0"/>
            <a:chExt cx="1182" cy="1634"/>
          </a:xfrm>
        </p:grpSpPr>
        <p:sp>
          <p:nvSpPr>
            <p:cNvPr id="60428" name="AutoShape 14">
              <a:extLst>
                <a:ext uri="{FF2B5EF4-FFF2-40B4-BE49-F238E27FC236}">
                  <a16:creationId xmlns:a16="http://schemas.microsoft.com/office/drawing/2014/main" id="{DDB349AD-FF61-4469-B6AA-D0382B765880}"/>
                </a:ext>
              </a:extLst>
            </p:cNvPr>
            <p:cNvSpPr>
              <a:spLocks/>
            </p:cNvSpPr>
            <p:nvPr/>
          </p:nvSpPr>
          <p:spPr bwMode="auto">
            <a:xfrm rot="-5569944">
              <a:off x="205" y="-205"/>
              <a:ext cx="182" cy="592"/>
            </a:xfrm>
            <a:prstGeom prst="leftBrace">
              <a:avLst>
                <a:gd name="adj1" fmla="val 27106"/>
                <a:gd name="adj2" fmla="val 50000"/>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3200">
                <a:latin typeface="Verdana" panose="020B0604030504040204" pitchFamily="34" charset="0"/>
                <a:ea typeface="楷体_GB2312" pitchFamily="1" charset="-122"/>
              </a:endParaRPr>
            </a:p>
          </p:txBody>
        </p:sp>
        <p:sp>
          <p:nvSpPr>
            <p:cNvPr id="60429" name="Line 15">
              <a:extLst>
                <a:ext uri="{FF2B5EF4-FFF2-40B4-BE49-F238E27FC236}">
                  <a16:creationId xmlns:a16="http://schemas.microsoft.com/office/drawing/2014/main" id="{5566583B-BCDC-4C5B-BD36-FF6025E60511}"/>
                </a:ext>
              </a:extLst>
            </p:cNvPr>
            <p:cNvSpPr>
              <a:spLocks noChangeShapeType="1"/>
            </p:cNvSpPr>
            <p:nvPr/>
          </p:nvSpPr>
          <p:spPr bwMode="auto">
            <a:xfrm>
              <a:off x="275" y="183"/>
              <a:ext cx="907" cy="1451"/>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4" name="Group 15">
            <a:extLst>
              <a:ext uri="{FF2B5EF4-FFF2-40B4-BE49-F238E27FC236}">
                <a16:creationId xmlns:a16="http://schemas.microsoft.com/office/drawing/2014/main" id="{B5EE02FD-5C12-4DAA-A38F-DEB1717BC1E2}"/>
              </a:ext>
            </a:extLst>
          </p:cNvPr>
          <p:cNvGrpSpPr>
            <a:grpSpLocks/>
          </p:cNvGrpSpPr>
          <p:nvPr/>
        </p:nvGrpSpPr>
        <p:grpSpPr bwMode="auto">
          <a:xfrm>
            <a:off x="7523163" y="3133725"/>
            <a:ext cx="1223962" cy="2527300"/>
            <a:chOff x="0" y="0"/>
            <a:chExt cx="771" cy="1592"/>
          </a:xfrm>
        </p:grpSpPr>
        <p:sp>
          <p:nvSpPr>
            <p:cNvPr id="60426" name="AutoShape 18">
              <a:extLst>
                <a:ext uri="{FF2B5EF4-FFF2-40B4-BE49-F238E27FC236}">
                  <a16:creationId xmlns:a16="http://schemas.microsoft.com/office/drawing/2014/main" id="{A5560544-BCD2-412D-AA23-388F2B8060F4}"/>
                </a:ext>
              </a:extLst>
            </p:cNvPr>
            <p:cNvSpPr>
              <a:spLocks/>
            </p:cNvSpPr>
            <p:nvPr/>
          </p:nvSpPr>
          <p:spPr bwMode="auto">
            <a:xfrm rot="-5569944">
              <a:off x="295" y="-295"/>
              <a:ext cx="182" cy="771"/>
            </a:xfrm>
            <a:prstGeom prst="leftBrace">
              <a:avLst>
                <a:gd name="adj1" fmla="val 35302"/>
                <a:gd name="adj2" fmla="val 50000"/>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3200">
                <a:latin typeface="Verdana" panose="020B0604030504040204" pitchFamily="34" charset="0"/>
                <a:ea typeface="楷体_GB2312" pitchFamily="1" charset="-122"/>
              </a:endParaRPr>
            </a:p>
          </p:txBody>
        </p:sp>
        <p:sp>
          <p:nvSpPr>
            <p:cNvPr id="60427" name="Line 19">
              <a:extLst>
                <a:ext uri="{FF2B5EF4-FFF2-40B4-BE49-F238E27FC236}">
                  <a16:creationId xmlns:a16="http://schemas.microsoft.com/office/drawing/2014/main" id="{CED5FBEF-B4A7-4BA7-92A7-560DA13048F6}"/>
                </a:ext>
              </a:extLst>
            </p:cNvPr>
            <p:cNvSpPr>
              <a:spLocks noChangeShapeType="1"/>
            </p:cNvSpPr>
            <p:nvPr/>
          </p:nvSpPr>
          <p:spPr bwMode="auto">
            <a:xfrm>
              <a:off x="409" y="231"/>
              <a:ext cx="317" cy="1361"/>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9" name="矩形 18">
            <a:extLst>
              <a:ext uri="{FF2B5EF4-FFF2-40B4-BE49-F238E27FC236}">
                <a16:creationId xmlns:a16="http://schemas.microsoft.com/office/drawing/2014/main" id="{2077444F-A984-46EB-B62D-6AE07341B3A1}"/>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60425" name="TextBox 23">
            <a:extLst>
              <a:ext uri="{FF2B5EF4-FFF2-40B4-BE49-F238E27FC236}">
                <a16:creationId xmlns:a16="http://schemas.microsoft.com/office/drawing/2014/main" id="{B4A93A7D-661F-4755-A875-469462F46D0F}"/>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zh-CN" altLang="en-US" b="1">
                <a:solidFill>
                  <a:schemeClr val="bg1"/>
                </a:solidFill>
                <a:latin typeface="微软雅黑" panose="020B0503020204020204" pitchFamily="34" charset="-122"/>
                <a:ea typeface="微软雅黑" panose="020B0503020204020204" pitchFamily="34" charset="-122"/>
              </a:rPr>
              <a:t>3.3.1 直方图均衡化处理步骤</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6089"/>
                                        </p:tgtEl>
                                        <p:attrNameLst>
                                          <p:attrName>style.visibility</p:attrName>
                                        </p:attrNameLst>
                                      </p:cBhvr>
                                      <p:to>
                                        <p:strVal val="visible"/>
                                      </p:to>
                                    </p:set>
                                    <p:animEffect transition="in" filter="blinds(horizontal)">
                                      <p:cBhvr>
                                        <p:cTn id="7" dur="500"/>
                                        <p:tgtEl>
                                          <p:spTgt spid="4608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6090"/>
                                        </p:tgtEl>
                                        <p:attrNameLst>
                                          <p:attrName>style.visibility</p:attrName>
                                        </p:attrNameLst>
                                      </p:cBhvr>
                                      <p:to>
                                        <p:strVal val="visible"/>
                                      </p:to>
                                    </p:set>
                                    <p:animEffect transition="in" filter="blinds(horizontal)">
                                      <p:cBhvr>
                                        <p:cTn id="12" dur="500"/>
                                        <p:tgtEl>
                                          <p:spTgt spid="4609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6091"/>
                                        </p:tgtEl>
                                        <p:attrNameLst>
                                          <p:attrName>style.visibility</p:attrName>
                                        </p:attrNameLst>
                                      </p:cBhvr>
                                      <p:to>
                                        <p:strVal val="visible"/>
                                      </p:to>
                                    </p:set>
                                    <p:animEffect transition="in" filter="blinds(horizontal)">
                                      <p:cBhvr>
                                        <p:cTn id="17" dur="500"/>
                                        <p:tgtEl>
                                          <p:spTgt spid="4609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500"/>
                                        <p:tgtEl>
                                          <p:spTgt spid="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blinds(horizontal)">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Text Box 6">
            <a:extLst>
              <a:ext uri="{FF2B5EF4-FFF2-40B4-BE49-F238E27FC236}">
                <a16:creationId xmlns:a16="http://schemas.microsoft.com/office/drawing/2014/main" id="{5E628ADB-431E-406A-B92B-B3B1919E5FFA}"/>
              </a:ext>
            </a:extLst>
          </p:cNvPr>
          <p:cNvSpPr txBox="1">
            <a:spLocks noChangeArrowheads="1"/>
          </p:cNvSpPr>
          <p:nvPr/>
        </p:nvSpPr>
        <p:spPr bwMode="auto">
          <a:xfrm>
            <a:off x="323850" y="4656138"/>
            <a:ext cx="8713788"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zh-CN" altLang="en-US" sz="2800" b="1">
                <a:latin typeface="楷体_GB2312" pitchFamily="1" charset="-122"/>
                <a:ea typeface="楷体_GB2312" pitchFamily="1" charset="-122"/>
              </a:rPr>
              <a:t>小结：</a:t>
            </a:r>
            <a:r>
              <a:rPr lang="en-US" altLang="zh-CN" sz="2800" b="1">
                <a:latin typeface="楷体_GB2312" pitchFamily="1" charset="-122"/>
                <a:ea typeface="楷体_GB2312" pitchFamily="1" charset="-122"/>
              </a:rPr>
              <a:t>1</a:t>
            </a:r>
            <a:r>
              <a:rPr lang="zh-CN" altLang="en-US" sz="2800" b="1">
                <a:latin typeface="楷体_GB2312" pitchFamily="1" charset="-122"/>
                <a:ea typeface="楷体_GB2312" pitchFamily="1" charset="-122"/>
              </a:rPr>
              <a:t>）因为直方图是近似的概率密度函数，所以用离散灰度级进行变换时很少得到完全平坦的结果；</a:t>
            </a:r>
          </a:p>
          <a:p>
            <a:pPr eaLnBrk="1" hangingPunct="1">
              <a:lnSpc>
                <a:spcPct val="120000"/>
              </a:lnSpc>
              <a:spcBef>
                <a:spcPct val="0"/>
              </a:spcBef>
              <a:buClrTx/>
              <a:buSzTx/>
              <a:buFont typeface="Arial" panose="020B0604020202020204" pitchFamily="34" charset="0"/>
              <a:buNone/>
            </a:pPr>
            <a:r>
              <a:rPr lang="zh-CN" altLang="en-US" sz="2800" b="1">
                <a:latin typeface="楷体_GB2312" pitchFamily="1" charset="-122"/>
                <a:ea typeface="楷体_GB2312" pitchFamily="1" charset="-122"/>
              </a:rPr>
              <a:t>       </a:t>
            </a:r>
            <a:r>
              <a:rPr lang="en-US" altLang="zh-CN" sz="2800" b="1">
                <a:latin typeface="楷体_GB2312" pitchFamily="1" charset="-122"/>
                <a:ea typeface="楷体_GB2312" pitchFamily="1" charset="-122"/>
              </a:rPr>
              <a:t>2</a:t>
            </a:r>
            <a:r>
              <a:rPr lang="zh-CN" altLang="en-US" sz="2800" b="1">
                <a:latin typeface="楷体_GB2312" pitchFamily="1" charset="-122"/>
                <a:ea typeface="楷体_GB2312" pitchFamily="1" charset="-122"/>
              </a:rPr>
              <a:t>） 变换后灰度级减少，即出现灰度</a:t>
            </a:r>
            <a:r>
              <a:rPr lang="zh-CN" altLang="en-US" sz="2800" b="1">
                <a:latin typeface="Arial" panose="020B0604020202020204" pitchFamily="34" charset="0"/>
                <a:ea typeface="楷体_GB2312" pitchFamily="1" charset="-122"/>
              </a:rPr>
              <a:t>“</a:t>
            </a:r>
            <a:r>
              <a:rPr lang="zh-CN" altLang="en-US" sz="2800" b="1">
                <a:latin typeface="楷体_GB2312" pitchFamily="1" charset="-122"/>
                <a:ea typeface="楷体_GB2312" pitchFamily="1" charset="-122"/>
              </a:rPr>
              <a:t>简并</a:t>
            </a:r>
            <a:r>
              <a:rPr lang="zh-CN" altLang="en-US" sz="2800" b="1">
                <a:latin typeface="Arial" panose="020B0604020202020204" pitchFamily="34" charset="0"/>
                <a:ea typeface="楷体_GB2312" pitchFamily="1" charset="-122"/>
              </a:rPr>
              <a:t>”</a:t>
            </a:r>
            <a:r>
              <a:rPr lang="zh-CN" altLang="en-US" sz="2800" b="1">
                <a:latin typeface="楷体_GB2312" pitchFamily="1" charset="-122"/>
                <a:ea typeface="楷体_GB2312" pitchFamily="1" charset="-122"/>
              </a:rPr>
              <a:t>现象，造成一些灰度层次的损失。</a:t>
            </a:r>
            <a:endParaRPr lang="zh-CN" altLang="en-US" sz="2800" b="1">
              <a:latin typeface="Verdana" panose="020B0604030504040204" pitchFamily="34" charset="0"/>
              <a:ea typeface="楷体_GB2312" pitchFamily="1" charset="-122"/>
            </a:endParaRPr>
          </a:p>
        </p:txBody>
      </p:sp>
      <p:pic>
        <p:nvPicPr>
          <p:cNvPr id="61443" name="Picture 30">
            <a:extLst>
              <a:ext uri="{FF2B5EF4-FFF2-40B4-BE49-F238E27FC236}">
                <a16:creationId xmlns:a16="http://schemas.microsoft.com/office/drawing/2014/main" id="{CC89F18B-32BB-49FE-9186-48CE72FD15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663" y="981075"/>
            <a:ext cx="8702675" cy="347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A3ACCD17-13C7-4FEA-8C4E-969921477905}"/>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61445" name="TextBox 23">
            <a:extLst>
              <a:ext uri="{FF2B5EF4-FFF2-40B4-BE49-F238E27FC236}">
                <a16:creationId xmlns:a16="http://schemas.microsoft.com/office/drawing/2014/main" id="{E3C8575E-4D80-4C63-9D5A-D0226A4C2C6B}"/>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zh-CN" altLang="en-US" b="1">
                <a:solidFill>
                  <a:schemeClr val="bg1"/>
                </a:solidFill>
                <a:latin typeface="微软雅黑" panose="020B0503020204020204" pitchFamily="34" charset="-122"/>
                <a:ea typeface="微软雅黑" panose="020B0503020204020204" pitchFamily="34" charset="-122"/>
              </a:rPr>
              <a:t>3.3.1 均衡化处理后的直方图</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animEffect transition="in" filter="blinds(horizontal)">
                                      <p:cBhvr>
                                        <p:cTn id="7" dur="500"/>
                                        <p:tgtEl>
                                          <p:spTgt spid="4710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7107">
                                            <p:txEl>
                                              <p:pRg st="1" end="1"/>
                                            </p:txEl>
                                          </p:spTgt>
                                        </p:tgtEl>
                                        <p:attrNameLst>
                                          <p:attrName>style.visibility</p:attrName>
                                        </p:attrNameLst>
                                      </p:cBhvr>
                                      <p:to>
                                        <p:strVal val="visible"/>
                                      </p:to>
                                    </p:set>
                                    <p:animEffect transition="in" filter="blinds(horizontal)">
                                      <p:cBhvr>
                                        <p:cTn id="12" dur="500"/>
                                        <p:tgtEl>
                                          <p:spTgt spid="4710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6" name="Picture 2">
            <a:extLst>
              <a:ext uri="{FF2B5EF4-FFF2-40B4-BE49-F238E27FC236}">
                <a16:creationId xmlns:a16="http://schemas.microsoft.com/office/drawing/2014/main" id="{CB1A0745-9D55-4B27-B703-155EA4840D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613" y="2205038"/>
            <a:ext cx="5384800" cy="3398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67" name="Text Box 3">
            <a:extLst>
              <a:ext uri="{FF2B5EF4-FFF2-40B4-BE49-F238E27FC236}">
                <a16:creationId xmlns:a16="http://schemas.microsoft.com/office/drawing/2014/main" id="{6D8681B5-274C-48C9-A082-D582B11BB851}"/>
              </a:ext>
            </a:extLst>
          </p:cNvPr>
          <p:cNvSpPr txBox="1">
            <a:spLocks noChangeArrowheads="1"/>
          </p:cNvSpPr>
          <p:nvPr/>
        </p:nvSpPr>
        <p:spPr bwMode="auto">
          <a:xfrm>
            <a:off x="723900" y="508000"/>
            <a:ext cx="42291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3200" b="1">
                <a:latin typeface="Verdana" panose="020B0604030504040204" pitchFamily="34" charset="0"/>
                <a:ea typeface="楷体_GB2312" pitchFamily="1" charset="-122"/>
              </a:rPr>
              <a:t>练习：</a:t>
            </a:r>
          </a:p>
        </p:txBody>
      </p:sp>
      <p:sp>
        <p:nvSpPr>
          <p:cNvPr id="62468" name="Rectangle 4">
            <a:extLst>
              <a:ext uri="{FF2B5EF4-FFF2-40B4-BE49-F238E27FC236}">
                <a16:creationId xmlns:a16="http://schemas.microsoft.com/office/drawing/2014/main" id="{A6D1FC5D-C073-4D0A-BCF8-B935AFD05131}"/>
              </a:ext>
            </a:extLst>
          </p:cNvPr>
          <p:cNvSpPr>
            <a:spLocks noChangeArrowheads="1"/>
          </p:cNvSpPr>
          <p:nvPr/>
        </p:nvSpPr>
        <p:spPr bwMode="auto">
          <a:xfrm>
            <a:off x="539750" y="1196975"/>
            <a:ext cx="822325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3200" b="1">
                <a:solidFill>
                  <a:schemeClr val="tx2"/>
                </a:solidFill>
                <a:latin typeface="楷体_GB2312" pitchFamily="1" charset="-122"/>
                <a:ea typeface="楷体_GB2312" pitchFamily="1" charset="-122"/>
              </a:rPr>
              <a:t>对</a:t>
            </a:r>
            <a:r>
              <a:rPr lang="en-US" altLang="zh-CN" sz="3200" b="1">
                <a:solidFill>
                  <a:schemeClr val="tx2"/>
                </a:solidFill>
                <a:latin typeface="楷体_GB2312" pitchFamily="1" charset="-122"/>
                <a:ea typeface="楷体_GB2312" pitchFamily="1" charset="-122"/>
              </a:rPr>
              <a:t>8×8</a:t>
            </a:r>
            <a:r>
              <a:rPr lang="zh-CN" altLang="en-US" sz="3200" b="1">
                <a:solidFill>
                  <a:schemeClr val="tx2"/>
                </a:solidFill>
                <a:latin typeface="楷体_GB2312" pitchFamily="1" charset="-122"/>
                <a:ea typeface="楷体_GB2312" pitchFamily="1" charset="-122"/>
              </a:rPr>
              <a:t>的图像</a:t>
            </a:r>
            <a:r>
              <a:rPr lang="en-US" altLang="zh-CN" sz="3200" b="1">
                <a:solidFill>
                  <a:schemeClr val="tx2"/>
                </a:solidFill>
                <a:latin typeface="楷体_GB2312" pitchFamily="1" charset="-122"/>
                <a:ea typeface="楷体_GB2312" pitchFamily="1" charset="-122"/>
              </a:rPr>
              <a:t>,</a:t>
            </a:r>
            <a:r>
              <a:rPr lang="zh-CN" altLang="en-US" sz="3200" b="1">
                <a:solidFill>
                  <a:schemeClr val="tx2"/>
                </a:solidFill>
                <a:latin typeface="楷体_GB2312" pitchFamily="1" charset="-122"/>
                <a:ea typeface="楷体_GB2312" pitchFamily="1" charset="-122"/>
              </a:rPr>
              <a:t>灰度级</a:t>
            </a:r>
            <a:r>
              <a:rPr lang="en-US" altLang="zh-CN" sz="3200" b="1">
                <a:solidFill>
                  <a:schemeClr val="tx2"/>
                </a:solidFill>
                <a:latin typeface="楷体_GB2312" pitchFamily="1" charset="-122"/>
                <a:ea typeface="楷体_GB2312" pitchFamily="1" charset="-122"/>
              </a:rPr>
              <a:t>L=8</a:t>
            </a:r>
            <a:r>
              <a:rPr lang="zh-CN" altLang="en-US" sz="3200" b="1">
                <a:solidFill>
                  <a:schemeClr val="tx2"/>
                </a:solidFill>
                <a:latin typeface="楷体_GB2312" pitchFamily="1" charset="-122"/>
                <a:ea typeface="楷体_GB2312" pitchFamily="1" charset="-122"/>
              </a:rPr>
              <a:t>，对其进行直方图均衡</a:t>
            </a:r>
          </a:p>
        </p:txBody>
      </p:sp>
      <p:graphicFrame>
        <p:nvGraphicFramePr>
          <p:cNvPr id="62469" name="Object 5">
            <a:extLst>
              <a:ext uri="{FF2B5EF4-FFF2-40B4-BE49-F238E27FC236}">
                <a16:creationId xmlns:a16="http://schemas.microsoft.com/office/drawing/2014/main" id="{FA4CFE88-4F43-488A-A950-57661502BDF4}"/>
              </a:ext>
            </a:extLst>
          </p:cNvPr>
          <p:cNvGraphicFramePr>
            <a:graphicFrameLocks noChangeAspect="1"/>
          </p:cNvGraphicFramePr>
          <p:nvPr/>
        </p:nvGraphicFramePr>
        <p:xfrm>
          <a:off x="3492500" y="5734050"/>
          <a:ext cx="2012950" cy="414338"/>
        </p:xfrm>
        <a:graphic>
          <a:graphicData uri="http://schemas.openxmlformats.org/presentationml/2006/ole">
            <mc:AlternateContent xmlns:mc="http://schemas.openxmlformats.org/markup-compatibility/2006">
              <mc:Choice xmlns:v="urn:schemas-microsoft-com:vml" Requires="v">
                <p:oleObj spid="_x0000_s62470" r:id="rId4" imgW="863600" imgH="177800" progId="Equation.DSMT4">
                  <p:embed/>
                </p:oleObj>
              </mc:Choice>
              <mc:Fallback>
                <p:oleObj r:id="rId4" imgW="863600" imgH="17780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92500" y="5734050"/>
                        <a:ext cx="2012950" cy="414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63490" name="Rectangle 3">
            <a:extLst>
              <a:ext uri="{FF2B5EF4-FFF2-40B4-BE49-F238E27FC236}">
                <a16:creationId xmlns:a16="http://schemas.microsoft.com/office/drawing/2014/main" id="{BFD91F29-3402-4D8F-8CD9-35E170DE2379}"/>
              </a:ext>
            </a:extLst>
          </p:cNvPr>
          <p:cNvSpPr>
            <a:spLocks noChangeArrowheads="1"/>
          </p:cNvSpPr>
          <p:nvPr/>
        </p:nvSpPr>
        <p:spPr bwMode="auto">
          <a:xfrm>
            <a:off x="539750" y="0"/>
            <a:ext cx="71659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3200" b="1">
                <a:latin typeface="Verdana" panose="020B0604030504040204" pitchFamily="34" charset="0"/>
                <a:ea typeface="楷体_GB2312" pitchFamily="1" charset="-122"/>
              </a:rPr>
              <a:t>图像的直方图均衡化计算过程列表</a:t>
            </a:r>
          </a:p>
        </p:txBody>
      </p:sp>
      <p:graphicFrame>
        <p:nvGraphicFramePr>
          <p:cNvPr id="49155" name="Group 3">
            <a:extLst>
              <a:ext uri="{FF2B5EF4-FFF2-40B4-BE49-F238E27FC236}">
                <a16:creationId xmlns:a16="http://schemas.microsoft.com/office/drawing/2014/main" id="{7D10E4BE-0283-4989-BB35-2CBE80391F85}"/>
              </a:ext>
            </a:extLst>
          </p:cNvPr>
          <p:cNvGraphicFramePr>
            <a:graphicFrameLocks noGrp="1"/>
          </p:cNvGraphicFramePr>
          <p:nvPr/>
        </p:nvGraphicFramePr>
        <p:xfrm>
          <a:off x="179388" y="692150"/>
          <a:ext cx="8856662" cy="6134100"/>
        </p:xfrm>
        <a:graphic>
          <a:graphicData uri="http://schemas.openxmlformats.org/drawingml/2006/table">
            <a:tbl>
              <a:tblPr/>
              <a:tblGrid>
                <a:gridCol w="720725">
                  <a:extLst>
                    <a:ext uri="{9D8B030D-6E8A-4147-A177-3AD203B41FA5}">
                      <a16:colId xmlns:a16="http://schemas.microsoft.com/office/drawing/2014/main" val="20000"/>
                    </a:ext>
                  </a:extLst>
                </a:gridCol>
                <a:gridCol w="647700">
                  <a:extLst>
                    <a:ext uri="{9D8B030D-6E8A-4147-A177-3AD203B41FA5}">
                      <a16:colId xmlns:a16="http://schemas.microsoft.com/office/drawing/2014/main" val="20001"/>
                    </a:ext>
                  </a:extLst>
                </a:gridCol>
                <a:gridCol w="1223962">
                  <a:extLst>
                    <a:ext uri="{9D8B030D-6E8A-4147-A177-3AD203B41FA5}">
                      <a16:colId xmlns:a16="http://schemas.microsoft.com/office/drawing/2014/main" val="20002"/>
                    </a:ext>
                  </a:extLst>
                </a:gridCol>
                <a:gridCol w="1944688">
                  <a:extLst>
                    <a:ext uri="{9D8B030D-6E8A-4147-A177-3AD203B41FA5}">
                      <a16:colId xmlns:a16="http://schemas.microsoft.com/office/drawing/2014/main" val="20003"/>
                    </a:ext>
                  </a:extLst>
                </a:gridCol>
                <a:gridCol w="576262">
                  <a:extLst>
                    <a:ext uri="{9D8B030D-6E8A-4147-A177-3AD203B41FA5}">
                      <a16:colId xmlns:a16="http://schemas.microsoft.com/office/drawing/2014/main" val="20004"/>
                    </a:ext>
                  </a:extLst>
                </a:gridCol>
                <a:gridCol w="647700">
                  <a:extLst>
                    <a:ext uri="{9D8B030D-6E8A-4147-A177-3AD203B41FA5}">
                      <a16:colId xmlns:a16="http://schemas.microsoft.com/office/drawing/2014/main" val="20005"/>
                    </a:ext>
                  </a:extLst>
                </a:gridCol>
                <a:gridCol w="1368425">
                  <a:extLst>
                    <a:ext uri="{9D8B030D-6E8A-4147-A177-3AD203B41FA5}">
                      <a16:colId xmlns:a16="http://schemas.microsoft.com/office/drawing/2014/main" val="20006"/>
                    </a:ext>
                  </a:extLst>
                </a:gridCol>
                <a:gridCol w="1727200">
                  <a:extLst>
                    <a:ext uri="{9D8B030D-6E8A-4147-A177-3AD203B41FA5}">
                      <a16:colId xmlns:a16="http://schemas.microsoft.com/office/drawing/2014/main" val="20007"/>
                    </a:ext>
                  </a:extLst>
                </a:gridCol>
              </a:tblGrid>
              <a:tr h="568325">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zh-CN" altLang="zh-CN"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zh-CN" altLang="zh-CN"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zh-CN" altLang="zh-CN"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zh-CN" altLang="zh-CN"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zh-CN" altLang="zh-CN"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zh-CN" altLang="zh-CN"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zh-CN" altLang="zh-CN"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sz="2000" b="1" i="0" u="none" strike="noStrike" cap="none" normalizeH="0" baseline="0">
                          <a:ln>
                            <a:noFill/>
                          </a:ln>
                          <a:solidFill>
                            <a:schemeClr val="tx1"/>
                          </a:solidFill>
                          <a:effectLst/>
                          <a:latin typeface="Verdana" pitchFamily="34" charset="0"/>
                          <a:ea typeface="楷体_GB2312" pitchFamily="1" charset="-122"/>
                        </a:rPr>
                        <a:t>修改原始图像</a:t>
                      </a:r>
                      <a:endParaRPr kumimoji="0" lang="zh-CN" sz="2000" b="1"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568325">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ea typeface="宋体" pitchFamily="2" charset="-122"/>
                        </a:rPr>
                        <a:t>0</a:t>
                      </a:r>
                      <a:endParaRPr kumimoji="0" lang="en-US"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ea typeface="宋体" pitchFamily="2" charset="-122"/>
                        </a:rPr>
                        <a:t>8</a:t>
                      </a:r>
                      <a:endParaRPr kumimoji="0" lang="en-US"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ea typeface="宋体" pitchFamily="2" charset="-122"/>
                        </a:rPr>
                        <a:t>0.125</a:t>
                      </a:r>
                      <a:endParaRPr kumimoji="0" lang="en-US"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ea typeface="宋体" pitchFamily="2" charset="-122"/>
                        </a:rPr>
                        <a:t>0.125</a:t>
                      </a:r>
                      <a:endParaRPr kumimoji="0" lang="en-US"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ea typeface="宋体" pitchFamily="2" charset="-122"/>
                        </a:rPr>
                        <a:t>1</a:t>
                      </a:r>
                      <a:endParaRPr kumimoji="0" lang="en-US"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ea typeface="宋体" pitchFamily="2" charset="-122"/>
                        </a:rPr>
                        <a:t>8</a:t>
                      </a:r>
                      <a:endParaRPr kumimoji="0" lang="en-US"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ea typeface="宋体" pitchFamily="2" charset="-122"/>
                        </a:rPr>
                        <a:t>0.125</a:t>
                      </a:r>
                      <a:endParaRPr kumimoji="0" lang="en-US"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zh-CN" altLang="zh-CN"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566738">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ea typeface="宋体" pitchFamily="2" charset="-122"/>
                        </a:rPr>
                        <a:t>1</a:t>
                      </a:r>
                      <a:endParaRPr kumimoji="0" lang="en-US"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ea typeface="宋体" pitchFamily="2" charset="-122"/>
                        </a:rPr>
                        <a:t>0</a:t>
                      </a:r>
                      <a:endParaRPr kumimoji="0" lang="en-US"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ea typeface="宋体" pitchFamily="2" charset="-122"/>
                        </a:rPr>
                        <a:t>0.0</a:t>
                      </a:r>
                      <a:endParaRPr kumimoji="0" lang="en-US"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ea typeface="宋体" pitchFamily="2" charset="-122"/>
                        </a:rPr>
                        <a:t>0.125</a:t>
                      </a:r>
                      <a:endParaRPr kumimoji="0" lang="en-US"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ea typeface="宋体" pitchFamily="2" charset="-122"/>
                        </a:rPr>
                        <a:t>1</a:t>
                      </a:r>
                      <a:endParaRPr kumimoji="0" lang="en-US"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ea typeface="宋体" pitchFamily="2" charset="-122"/>
                        </a:rPr>
                        <a:t>0</a:t>
                      </a:r>
                      <a:endParaRPr kumimoji="0" lang="en-US"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ea typeface="宋体" pitchFamily="2" charset="-122"/>
                        </a:rPr>
                        <a:t>0.0</a:t>
                      </a:r>
                      <a:endParaRPr kumimoji="0" lang="en-US"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zh-CN" altLang="zh-CN"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568325">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ea typeface="宋体" pitchFamily="2" charset="-122"/>
                        </a:rPr>
                        <a:t>2</a:t>
                      </a:r>
                      <a:endParaRPr kumimoji="0" lang="en-US"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ea typeface="宋体" pitchFamily="2" charset="-122"/>
                        </a:rPr>
                        <a:t>0</a:t>
                      </a:r>
                      <a:endParaRPr kumimoji="0" lang="en-US"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ea typeface="宋体" pitchFamily="2" charset="-122"/>
                        </a:rPr>
                        <a:t>0.0</a:t>
                      </a:r>
                      <a:endParaRPr kumimoji="0" lang="en-US"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ea typeface="宋体" pitchFamily="2" charset="-122"/>
                        </a:rPr>
                        <a:t>0.125</a:t>
                      </a:r>
                      <a:endParaRPr kumimoji="0" lang="en-US"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ea typeface="宋体" pitchFamily="2" charset="-122"/>
                        </a:rPr>
                        <a:t>1</a:t>
                      </a:r>
                      <a:endParaRPr kumimoji="0" lang="en-US"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ea typeface="宋体" pitchFamily="2" charset="-122"/>
                        </a:rPr>
                        <a:t>0</a:t>
                      </a:r>
                      <a:endParaRPr kumimoji="0" lang="en-US"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ea typeface="宋体" pitchFamily="2" charset="-122"/>
                        </a:rPr>
                        <a:t>0.0</a:t>
                      </a:r>
                      <a:endParaRPr kumimoji="0" lang="en-US"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zh-CN" altLang="zh-CN"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568325">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ea typeface="宋体" pitchFamily="2" charset="-122"/>
                        </a:rPr>
                        <a:t>3</a:t>
                      </a:r>
                      <a:endParaRPr kumimoji="0" lang="en-US"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ea typeface="宋体" pitchFamily="2" charset="-122"/>
                        </a:rPr>
                        <a:t>0</a:t>
                      </a:r>
                      <a:endParaRPr kumimoji="0" lang="en-US"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ea typeface="宋体" pitchFamily="2" charset="-122"/>
                        </a:rPr>
                        <a:t>0.0</a:t>
                      </a:r>
                      <a:endParaRPr kumimoji="0" lang="en-US"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ea typeface="宋体" pitchFamily="2" charset="-122"/>
                        </a:rPr>
                        <a:t>0.125</a:t>
                      </a:r>
                      <a:endParaRPr kumimoji="0" lang="en-US"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ea typeface="宋体" pitchFamily="2" charset="-122"/>
                        </a:rPr>
                        <a:t>1</a:t>
                      </a:r>
                      <a:endParaRPr kumimoji="0" lang="en-US"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ea typeface="宋体" pitchFamily="2" charset="-122"/>
                        </a:rPr>
                        <a:t>0</a:t>
                      </a:r>
                      <a:endParaRPr kumimoji="0" lang="en-US"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ea typeface="宋体" pitchFamily="2" charset="-122"/>
                        </a:rPr>
                        <a:t>0.0</a:t>
                      </a:r>
                      <a:endParaRPr kumimoji="0" lang="en-US"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zh-CN" altLang="zh-CN"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701675">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ea typeface="宋体" pitchFamily="2" charset="-122"/>
                        </a:rPr>
                        <a:t>4</a:t>
                      </a:r>
                      <a:endParaRPr kumimoji="0" lang="en-US"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ea typeface="宋体" pitchFamily="2" charset="-122"/>
                        </a:rPr>
                        <a:t>31</a:t>
                      </a:r>
                      <a:endParaRPr kumimoji="0" lang="en-US"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ea typeface="宋体" pitchFamily="2" charset="-122"/>
                        </a:rPr>
                        <a:t>0.484</a:t>
                      </a:r>
                      <a:endParaRPr kumimoji="0" lang="en-US"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000" b="0" i="0" u="none" strike="noStrike" cap="none" normalizeH="0" baseline="0">
                          <a:ln>
                            <a:noFill/>
                          </a:ln>
                          <a:solidFill>
                            <a:schemeClr val="tx1"/>
                          </a:solidFill>
                          <a:effectLst/>
                          <a:latin typeface="Verdana" pitchFamily="34" charset="0"/>
                          <a:ea typeface="宋体" pitchFamily="2" charset="-122"/>
                        </a:rPr>
                        <a:t>0.125+0.484=0.609</a:t>
                      </a:r>
                      <a:endParaRPr kumimoji="0" lang="en-US" sz="20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ea typeface="宋体" pitchFamily="2" charset="-122"/>
                        </a:rPr>
                        <a:t>4</a:t>
                      </a:r>
                      <a:endParaRPr kumimoji="0" lang="en-US"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ea typeface="宋体" pitchFamily="2" charset="-122"/>
                        </a:rPr>
                        <a:t>31</a:t>
                      </a:r>
                      <a:endParaRPr kumimoji="0" lang="en-US"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ea typeface="宋体" pitchFamily="2" charset="-122"/>
                        </a:rPr>
                        <a:t>0.484</a:t>
                      </a:r>
                      <a:endParaRPr kumimoji="0" lang="en-US"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zh-CN" altLang="zh-CN"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701675">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ea typeface="宋体" pitchFamily="2" charset="-122"/>
                        </a:rPr>
                        <a:t>5</a:t>
                      </a:r>
                      <a:endParaRPr kumimoji="0" lang="en-US"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ea typeface="宋体" pitchFamily="2" charset="-122"/>
                        </a:rPr>
                        <a:t>16</a:t>
                      </a:r>
                      <a:endParaRPr kumimoji="0" lang="en-US"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ea typeface="宋体" pitchFamily="2" charset="-122"/>
                        </a:rPr>
                        <a:t>0.25</a:t>
                      </a:r>
                      <a:endParaRPr kumimoji="0" lang="en-US"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000" b="0" i="0" u="none" strike="noStrike" cap="none" normalizeH="0" baseline="0">
                          <a:ln>
                            <a:noFill/>
                          </a:ln>
                          <a:solidFill>
                            <a:schemeClr val="tx1"/>
                          </a:solidFill>
                          <a:effectLst/>
                          <a:latin typeface="Verdana" pitchFamily="34" charset="0"/>
                          <a:ea typeface="宋体" pitchFamily="2" charset="-122"/>
                        </a:rPr>
                        <a:t>0.609+0.25=0.859</a:t>
                      </a:r>
                      <a:endParaRPr kumimoji="0" lang="en-US" sz="20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ea typeface="宋体" pitchFamily="2" charset="-122"/>
                        </a:rPr>
                        <a:t>6</a:t>
                      </a:r>
                      <a:endParaRPr kumimoji="0" lang="en-US"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ea typeface="宋体" pitchFamily="2" charset="-122"/>
                        </a:rPr>
                        <a:t>16</a:t>
                      </a:r>
                      <a:endParaRPr kumimoji="0" lang="en-US"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ea typeface="宋体" pitchFamily="2" charset="-122"/>
                        </a:rPr>
                        <a:t>0.25</a:t>
                      </a:r>
                      <a:endParaRPr kumimoji="0" lang="en-US"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zh-CN" altLang="zh-CN"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1189038">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ea typeface="宋体" pitchFamily="2" charset="-122"/>
                        </a:rPr>
                        <a:t>6</a:t>
                      </a:r>
                      <a:endParaRPr kumimoji="0" lang="en-US"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ea typeface="宋体" pitchFamily="2" charset="-122"/>
                        </a:rPr>
                        <a:t>8</a:t>
                      </a:r>
                      <a:endParaRPr kumimoji="0" lang="en-US"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ea typeface="宋体" pitchFamily="2" charset="-122"/>
                        </a:rPr>
                        <a:t>0.125</a:t>
                      </a:r>
                      <a:endParaRPr kumimoji="0" lang="en-US"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000" b="0" i="0" u="none" strike="noStrike" cap="none" normalizeH="0" baseline="0">
                          <a:ln>
                            <a:noFill/>
                          </a:ln>
                          <a:solidFill>
                            <a:schemeClr val="tx1"/>
                          </a:solidFill>
                          <a:effectLst/>
                          <a:latin typeface="Verdana" pitchFamily="34" charset="0"/>
                          <a:ea typeface="宋体" pitchFamily="2" charset="-122"/>
                        </a:rPr>
                        <a:t>0.859+0.125=0.984</a:t>
                      </a:r>
                      <a:endParaRPr kumimoji="0" lang="en-US" sz="20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ea typeface="宋体" pitchFamily="2" charset="-122"/>
                        </a:rPr>
                        <a:t>7</a:t>
                      </a:r>
                      <a:endParaRPr kumimoji="0" lang="en-US"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ea typeface="宋体" pitchFamily="2" charset="-122"/>
                        </a:rPr>
                        <a:t>9</a:t>
                      </a:r>
                      <a:endParaRPr kumimoji="0" lang="en-US"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400" b="0" i="0" u="none" strike="noStrike" cap="none" normalizeH="0" baseline="0">
                          <a:ln>
                            <a:noFill/>
                          </a:ln>
                          <a:solidFill>
                            <a:schemeClr val="tx1"/>
                          </a:solidFill>
                          <a:effectLst/>
                          <a:latin typeface="Verdana" pitchFamily="34" charset="0"/>
                          <a:ea typeface="宋体" pitchFamily="2" charset="-122"/>
                        </a:rPr>
                        <a:t>0.125+0.016=0.141</a:t>
                      </a:r>
                      <a:endParaRPr kumimoji="0" lang="en-US" sz="24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zh-CN" altLang="zh-CN"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r h="701675">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ea typeface="宋体" pitchFamily="2" charset="-122"/>
                        </a:rPr>
                        <a:t>7</a:t>
                      </a:r>
                      <a:endParaRPr kumimoji="0" lang="en-US"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ea typeface="宋体" pitchFamily="2" charset="-122"/>
                        </a:rPr>
                        <a:t>1</a:t>
                      </a:r>
                      <a:endParaRPr kumimoji="0" lang="en-US"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ea typeface="宋体" pitchFamily="2" charset="-122"/>
                        </a:rPr>
                        <a:t>0.016</a:t>
                      </a:r>
                      <a:endParaRPr kumimoji="0" lang="en-US"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000" b="0" i="0" u="none" strike="noStrike" cap="none" normalizeH="0" baseline="0">
                          <a:ln>
                            <a:noFill/>
                          </a:ln>
                          <a:solidFill>
                            <a:schemeClr val="tx1"/>
                          </a:solidFill>
                          <a:effectLst/>
                          <a:latin typeface="Verdana" pitchFamily="34" charset="0"/>
                          <a:ea typeface="宋体" pitchFamily="2" charset="-122"/>
                        </a:rPr>
                        <a:t>0.984+0.016=1</a:t>
                      </a:r>
                      <a:endParaRPr kumimoji="0" lang="en-US" sz="20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ea typeface="宋体" pitchFamily="2" charset="-122"/>
                        </a:rPr>
                        <a:t>7</a:t>
                      </a:r>
                      <a:endParaRPr kumimoji="0" lang="en-US"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ea typeface="宋体" pitchFamily="2" charset="-122"/>
                        </a:rPr>
                        <a:t>9</a:t>
                      </a:r>
                      <a:endParaRPr kumimoji="0" lang="en-US"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ea typeface="宋体" pitchFamily="2" charset="-122"/>
                        </a:rPr>
                        <a:t>0.141</a:t>
                      </a:r>
                      <a:endParaRPr kumimoji="0" lang="en-US"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zh-CN" altLang="zh-CN" sz="2600" b="0" i="0" u="none" strike="noStrike" cap="none" normalizeH="0" baseline="0">
                        <a:ln>
                          <a:noFill/>
                        </a:ln>
                        <a:solidFill>
                          <a:srgbClr val="7F7F7F"/>
                        </a:solidFill>
                        <a:effectLst/>
                        <a:latin typeface="Century Gothic" pitchFamily="34" charset="0"/>
                        <a:ea typeface="宋体"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8"/>
                  </a:ext>
                </a:extLst>
              </a:tr>
            </a:tbl>
          </a:graphicData>
        </a:graphic>
      </p:graphicFrame>
      <p:graphicFrame>
        <p:nvGraphicFramePr>
          <p:cNvPr id="63583" name="Object 95">
            <a:extLst>
              <a:ext uri="{FF2B5EF4-FFF2-40B4-BE49-F238E27FC236}">
                <a16:creationId xmlns:a16="http://schemas.microsoft.com/office/drawing/2014/main" id="{60E2A2F1-6716-4979-B389-A053454F0826}"/>
              </a:ext>
            </a:extLst>
          </p:cNvPr>
          <p:cNvGraphicFramePr>
            <a:graphicFrameLocks noChangeAspect="1"/>
          </p:cNvGraphicFramePr>
          <p:nvPr/>
        </p:nvGraphicFramePr>
        <p:xfrm>
          <a:off x="468313" y="692150"/>
          <a:ext cx="355600" cy="533400"/>
        </p:xfrm>
        <a:graphic>
          <a:graphicData uri="http://schemas.openxmlformats.org/presentationml/2006/ole">
            <mc:AlternateContent xmlns:mc="http://schemas.openxmlformats.org/markup-compatibility/2006">
              <mc:Choice xmlns:v="urn:schemas-microsoft-com:vml" Requires="v">
                <p:oleObj spid="_x0000_s63595" r:id="rId3" imgW="152599" imgH="228898" progId="Equation.DSMT4">
                  <p:embed/>
                </p:oleObj>
              </mc:Choice>
              <mc:Fallback>
                <p:oleObj r:id="rId3" imgW="152599" imgH="228898" progId="Equation.DSMT4">
                  <p:embed/>
                  <p:pic>
                    <p:nvPicPr>
                      <p:cNvPr id="0" name="Object 9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313" y="692150"/>
                        <a:ext cx="3556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84" name="Object 96">
            <a:extLst>
              <a:ext uri="{FF2B5EF4-FFF2-40B4-BE49-F238E27FC236}">
                <a16:creationId xmlns:a16="http://schemas.microsoft.com/office/drawing/2014/main" id="{1509E6DF-ECBA-46D3-90B9-3CCD748A3D59}"/>
              </a:ext>
            </a:extLst>
          </p:cNvPr>
          <p:cNvGraphicFramePr>
            <a:graphicFrameLocks noChangeAspect="1"/>
          </p:cNvGraphicFramePr>
          <p:nvPr/>
        </p:nvGraphicFramePr>
        <p:xfrm>
          <a:off x="1116013" y="692150"/>
          <a:ext cx="414337" cy="533400"/>
        </p:xfrm>
        <a:graphic>
          <a:graphicData uri="http://schemas.openxmlformats.org/presentationml/2006/ole">
            <mc:AlternateContent xmlns:mc="http://schemas.openxmlformats.org/markup-compatibility/2006">
              <mc:Choice xmlns:v="urn:schemas-microsoft-com:vml" Requires="v">
                <p:oleObj spid="_x0000_s63596" r:id="rId5" imgW="177954" imgH="228799" progId="Equation.DSMT4">
                  <p:embed/>
                </p:oleObj>
              </mc:Choice>
              <mc:Fallback>
                <p:oleObj r:id="rId5" imgW="177954" imgH="228799" progId="Equation.DSMT4">
                  <p:embed/>
                  <p:pic>
                    <p:nvPicPr>
                      <p:cNvPr id="0" name="Object 9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16013" y="692150"/>
                        <a:ext cx="414337"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85" name="Object 97">
            <a:extLst>
              <a:ext uri="{FF2B5EF4-FFF2-40B4-BE49-F238E27FC236}">
                <a16:creationId xmlns:a16="http://schemas.microsoft.com/office/drawing/2014/main" id="{75CA76E7-F1D0-4263-A5A0-D85009DB3BA5}"/>
              </a:ext>
            </a:extLst>
          </p:cNvPr>
          <p:cNvGraphicFramePr>
            <a:graphicFrameLocks noChangeAspect="1"/>
          </p:cNvGraphicFramePr>
          <p:nvPr/>
        </p:nvGraphicFramePr>
        <p:xfrm>
          <a:off x="1619250" y="692150"/>
          <a:ext cx="1079500" cy="587375"/>
        </p:xfrm>
        <a:graphic>
          <a:graphicData uri="http://schemas.openxmlformats.org/presentationml/2006/ole">
            <mc:AlternateContent xmlns:mc="http://schemas.openxmlformats.org/markup-compatibility/2006">
              <mc:Choice xmlns:v="urn:schemas-microsoft-com:vml" Requires="v">
                <p:oleObj spid="_x0000_s63597" r:id="rId7" imgW="749300" imgH="406400" progId="Equation.DSMT4">
                  <p:embed/>
                </p:oleObj>
              </mc:Choice>
              <mc:Fallback>
                <p:oleObj r:id="rId7" imgW="749300" imgH="406400" progId="Equation.DSMT4">
                  <p:embed/>
                  <p:pic>
                    <p:nvPicPr>
                      <p:cNvPr id="0" name="Object 9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19250" y="692150"/>
                        <a:ext cx="1079500" cy="587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86" name="Object 98">
            <a:extLst>
              <a:ext uri="{FF2B5EF4-FFF2-40B4-BE49-F238E27FC236}">
                <a16:creationId xmlns:a16="http://schemas.microsoft.com/office/drawing/2014/main" id="{CA3141B0-C424-4530-B811-0FA7DE404521}"/>
              </a:ext>
            </a:extLst>
          </p:cNvPr>
          <p:cNvGraphicFramePr>
            <a:graphicFrameLocks noChangeAspect="1"/>
          </p:cNvGraphicFramePr>
          <p:nvPr/>
        </p:nvGraphicFramePr>
        <p:xfrm>
          <a:off x="3059113" y="696913"/>
          <a:ext cx="1225550" cy="574675"/>
        </p:xfrm>
        <a:graphic>
          <a:graphicData uri="http://schemas.openxmlformats.org/presentationml/2006/ole">
            <mc:AlternateContent xmlns:mc="http://schemas.openxmlformats.org/markup-compatibility/2006">
              <mc:Choice xmlns:v="urn:schemas-microsoft-com:vml" Requires="v">
                <p:oleObj spid="_x0000_s63598" r:id="rId9" imgW="889000" imgH="444500" progId="Equation.DSMT4">
                  <p:embed/>
                </p:oleObj>
              </mc:Choice>
              <mc:Fallback>
                <p:oleObj r:id="rId9" imgW="889000" imgH="444500" progId="Equation.DSMT4">
                  <p:embed/>
                  <p:pic>
                    <p:nvPicPr>
                      <p:cNvPr id="0" name="Object 9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59113" y="696913"/>
                        <a:ext cx="1225550" cy="574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87" name="Object 99">
            <a:extLst>
              <a:ext uri="{FF2B5EF4-FFF2-40B4-BE49-F238E27FC236}">
                <a16:creationId xmlns:a16="http://schemas.microsoft.com/office/drawing/2014/main" id="{152CE58A-E5BD-4730-AF3E-17435F240E82}"/>
              </a:ext>
            </a:extLst>
          </p:cNvPr>
          <p:cNvGraphicFramePr>
            <a:graphicFrameLocks noChangeAspect="1"/>
          </p:cNvGraphicFramePr>
          <p:nvPr/>
        </p:nvGraphicFramePr>
        <p:xfrm>
          <a:off x="4787900" y="908050"/>
          <a:ext cx="503238" cy="300038"/>
        </p:xfrm>
        <a:graphic>
          <a:graphicData uri="http://schemas.openxmlformats.org/presentationml/2006/ole">
            <mc:AlternateContent xmlns:mc="http://schemas.openxmlformats.org/markup-compatibility/2006">
              <mc:Choice xmlns:v="urn:schemas-microsoft-com:vml" Requires="v">
                <p:oleObj spid="_x0000_s63599" r:id="rId11" imgW="343198" imgH="203377" progId="Equation.DSMT4">
                  <p:embed/>
                </p:oleObj>
              </mc:Choice>
              <mc:Fallback>
                <p:oleObj r:id="rId11" imgW="343198" imgH="203377" progId="Equation.DSMT4">
                  <p:embed/>
                  <p:pic>
                    <p:nvPicPr>
                      <p:cNvPr id="0" name="Object 9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787900" y="908050"/>
                        <a:ext cx="503238" cy="300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88" name="Object 100">
            <a:extLst>
              <a:ext uri="{FF2B5EF4-FFF2-40B4-BE49-F238E27FC236}">
                <a16:creationId xmlns:a16="http://schemas.microsoft.com/office/drawing/2014/main" id="{7DE32E45-E809-4C8C-9412-94E57AA849B6}"/>
              </a:ext>
            </a:extLst>
          </p:cNvPr>
          <p:cNvGraphicFramePr>
            <a:graphicFrameLocks noChangeAspect="1"/>
          </p:cNvGraphicFramePr>
          <p:nvPr/>
        </p:nvGraphicFramePr>
        <p:xfrm>
          <a:off x="5940425" y="692150"/>
          <a:ext cx="1354138" cy="587375"/>
        </p:xfrm>
        <a:graphic>
          <a:graphicData uri="http://schemas.openxmlformats.org/presentationml/2006/ole">
            <mc:AlternateContent xmlns:mc="http://schemas.openxmlformats.org/markup-compatibility/2006">
              <mc:Choice xmlns:v="urn:schemas-microsoft-com:vml" Requires="v">
                <p:oleObj spid="_x0000_s63600" r:id="rId13" imgW="939800" imgH="406400" progId="Equation.DSMT4">
                  <p:embed/>
                </p:oleObj>
              </mc:Choice>
              <mc:Fallback>
                <p:oleObj r:id="rId13" imgW="939800" imgH="406400" progId="Equation.DSMT4">
                  <p:embed/>
                  <p:pic>
                    <p:nvPicPr>
                      <p:cNvPr id="0" name="Object 10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940425" y="692150"/>
                        <a:ext cx="1354138" cy="587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89" name="Object 101">
            <a:extLst>
              <a:ext uri="{FF2B5EF4-FFF2-40B4-BE49-F238E27FC236}">
                <a16:creationId xmlns:a16="http://schemas.microsoft.com/office/drawing/2014/main" id="{DA71605E-04B7-43B6-A75F-07A9908961F0}"/>
              </a:ext>
            </a:extLst>
          </p:cNvPr>
          <p:cNvGraphicFramePr>
            <a:graphicFrameLocks noChangeAspect="1"/>
          </p:cNvGraphicFramePr>
          <p:nvPr/>
        </p:nvGraphicFramePr>
        <p:xfrm>
          <a:off x="5435600" y="765175"/>
          <a:ext cx="414338" cy="533400"/>
        </p:xfrm>
        <a:graphic>
          <a:graphicData uri="http://schemas.openxmlformats.org/presentationml/2006/ole">
            <mc:AlternateContent xmlns:mc="http://schemas.openxmlformats.org/markup-compatibility/2006">
              <mc:Choice xmlns:v="urn:schemas-microsoft-com:vml" Requires="v">
                <p:oleObj spid="_x0000_s63601" r:id="rId15" imgW="177954" imgH="228799" progId="Equation.DSMT4">
                  <p:embed/>
                </p:oleObj>
              </mc:Choice>
              <mc:Fallback>
                <p:oleObj r:id="rId15" imgW="177954" imgH="228799" progId="Equation.DSMT4">
                  <p:embed/>
                  <p:pic>
                    <p:nvPicPr>
                      <p:cNvPr id="0" name="Object 10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435600" y="765175"/>
                        <a:ext cx="414338"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90" name="Object 102">
            <a:extLst>
              <a:ext uri="{FF2B5EF4-FFF2-40B4-BE49-F238E27FC236}">
                <a16:creationId xmlns:a16="http://schemas.microsoft.com/office/drawing/2014/main" id="{F06E3EFD-5057-479C-8128-9C1C08B10700}"/>
              </a:ext>
            </a:extLst>
          </p:cNvPr>
          <p:cNvGraphicFramePr>
            <a:graphicFrameLocks noChangeAspect="1"/>
          </p:cNvGraphicFramePr>
          <p:nvPr/>
        </p:nvGraphicFramePr>
        <p:xfrm>
          <a:off x="6877050" y="188913"/>
          <a:ext cx="2012950" cy="414337"/>
        </p:xfrm>
        <a:graphic>
          <a:graphicData uri="http://schemas.openxmlformats.org/presentationml/2006/ole">
            <mc:AlternateContent xmlns:mc="http://schemas.openxmlformats.org/markup-compatibility/2006">
              <mc:Choice xmlns:v="urn:schemas-microsoft-com:vml" Requires="v">
                <p:oleObj spid="_x0000_s63602" r:id="rId17" imgW="863600" imgH="177800" progId="Equation.DSMT4">
                  <p:embed/>
                </p:oleObj>
              </mc:Choice>
              <mc:Fallback>
                <p:oleObj r:id="rId17" imgW="863600" imgH="177800" progId="Equation.DSMT4">
                  <p:embed/>
                  <p:pic>
                    <p:nvPicPr>
                      <p:cNvPr id="0" name="Object 10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877050" y="188913"/>
                        <a:ext cx="2012950" cy="414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91" name="Object 103">
            <a:extLst>
              <a:ext uri="{FF2B5EF4-FFF2-40B4-BE49-F238E27FC236}">
                <a16:creationId xmlns:a16="http://schemas.microsoft.com/office/drawing/2014/main" id="{20242397-0913-4999-A384-43FA4DBC566B}"/>
              </a:ext>
            </a:extLst>
          </p:cNvPr>
          <p:cNvGraphicFramePr>
            <a:graphicFrameLocks noChangeAspect="1"/>
          </p:cNvGraphicFramePr>
          <p:nvPr/>
        </p:nvGraphicFramePr>
        <p:xfrm>
          <a:off x="7380288" y="1341438"/>
          <a:ext cx="1576387" cy="361950"/>
        </p:xfrm>
        <a:graphic>
          <a:graphicData uri="http://schemas.openxmlformats.org/presentationml/2006/ole">
            <mc:AlternateContent xmlns:mc="http://schemas.openxmlformats.org/markup-compatibility/2006">
              <mc:Choice xmlns:v="urn:schemas-microsoft-com:vml" Requires="v">
                <p:oleObj spid="_x0000_s63603" r:id="rId19" imgW="774700" imgH="177800" progId="Equation.DSMT4">
                  <p:embed/>
                </p:oleObj>
              </mc:Choice>
              <mc:Fallback>
                <p:oleObj r:id="rId19" imgW="774700" imgH="177800" progId="Equation.DSMT4">
                  <p:embed/>
                  <p:pic>
                    <p:nvPicPr>
                      <p:cNvPr id="0" name="Object 10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380288" y="1341438"/>
                        <a:ext cx="1576387" cy="361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92" name="Object 104">
            <a:extLst>
              <a:ext uri="{FF2B5EF4-FFF2-40B4-BE49-F238E27FC236}">
                <a16:creationId xmlns:a16="http://schemas.microsoft.com/office/drawing/2014/main" id="{03A9DB53-0D2B-4E59-9FDF-300CB03DF085}"/>
              </a:ext>
            </a:extLst>
          </p:cNvPr>
          <p:cNvGraphicFramePr>
            <a:graphicFrameLocks noChangeAspect="1"/>
          </p:cNvGraphicFramePr>
          <p:nvPr/>
        </p:nvGraphicFramePr>
        <p:xfrm>
          <a:off x="7653338" y="3716338"/>
          <a:ext cx="965200" cy="409575"/>
        </p:xfrm>
        <a:graphic>
          <a:graphicData uri="http://schemas.openxmlformats.org/presentationml/2006/ole">
            <mc:AlternateContent xmlns:mc="http://schemas.openxmlformats.org/markup-compatibility/2006">
              <mc:Choice xmlns:v="urn:schemas-microsoft-com:vml" Requires="v">
                <p:oleObj spid="_x0000_s63604" r:id="rId21" imgW="419282" imgH="177877" progId="Equation.DSMT4">
                  <p:embed/>
                </p:oleObj>
              </mc:Choice>
              <mc:Fallback>
                <p:oleObj r:id="rId21" imgW="419282" imgH="177877" progId="Equation.DSMT4">
                  <p:embed/>
                  <p:pic>
                    <p:nvPicPr>
                      <p:cNvPr id="0" name="Object 10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653338" y="3716338"/>
                        <a:ext cx="965200" cy="409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93" name="Object 105">
            <a:extLst>
              <a:ext uri="{FF2B5EF4-FFF2-40B4-BE49-F238E27FC236}">
                <a16:creationId xmlns:a16="http://schemas.microsoft.com/office/drawing/2014/main" id="{7630512F-B53A-4D6A-B139-0102827C8694}"/>
              </a:ext>
            </a:extLst>
          </p:cNvPr>
          <p:cNvGraphicFramePr>
            <a:graphicFrameLocks noChangeAspect="1"/>
          </p:cNvGraphicFramePr>
          <p:nvPr/>
        </p:nvGraphicFramePr>
        <p:xfrm>
          <a:off x="7667625" y="4437063"/>
          <a:ext cx="965200" cy="409575"/>
        </p:xfrm>
        <a:graphic>
          <a:graphicData uri="http://schemas.openxmlformats.org/presentationml/2006/ole">
            <mc:AlternateContent xmlns:mc="http://schemas.openxmlformats.org/markup-compatibility/2006">
              <mc:Choice xmlns:v="urn:schemas-microsoft-com:vml" Requires="v">
                <p:oleObj spid="_x0000_s63605" r:id="rId23" imgW="419282" imgH="177877" progId="Equation.DSMT4">
                  <p:embed/>
                </p:oleObj>
              </mc:Choice>
              <mc:Fallback>
                <p:oleObj r:id="rId23" imgW="419282" imgH="177877" progId="Equation.DSMT4">
                  <p:embed/>
                  <p:pic>
                    <p:nvPicPr>
                      <p:cNvPr id="0" name="Object 105"/>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667625" y="4437063"/>
                        <a:ext cx="965200" cy="409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94" name="Object 106">
            <a:extLst>
              <a:ext uri="{FF2B5EF4-FFF2-40B4-BE49-F238E27FC236}">
                <a16:creationId xmlns:a16="http://schemas.microsoft.com/office/drawing/2014/main" id="{84EA73B4-06AC-496C-AD06-CEC529FAEFE5}"/>
              </a:ext>
            </a:extLst>
          </p:cNvPr>
          <p:cNvGraphicFramePr>
            <a:graphicFrameLocks noChangeAspect="1"/>
          </p:cNvGraphicFramePr>
          <p:nvPr/>
        </p:nvGraphicFramePr>
        <p:xfrm>
          <a:off x="7524750" y="5084763"/>
          <a:ext cx="1257300" cy="409575"/>
        </p:xfrm>
        <a:graphic>
          <a:graphicData uri="http://schemas.openxmlformats.org/presentationml/2006/ole">
            <mc:AlternateContent xmlns:mc="http://schemas.openxmlformats.org/markup-compatibility/2006">
              <mc:Choice xmlns:v="urn:schemas-microsoft-com:vml" Requires="v">
                <p:oleObj spid="_x0000_s63606" r:id="rId25" imgW="546100" imgH="177800" progId="Equation.DSMT4">
                  <p:embed/>
                </p:oleObj>
              </mc:Choice>
              <mc:Fallback>
                <p:oleObj r:id="rId25" imgW="546100" imgH="177800" progId="Equation.DSMT4">
                  <p:embed/>
                  <p:pic>
                    <p:nvPicPr>
                      <p:cNvPr id="0" name="Object 106"/>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7524750" y="5084763"/>
                        <a:ext cx="1257300" cy="409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A2ABAC32-A248-4157-BA57-5C793E7E4733}"/>
              </a:ext>
            </a:extLst>
          </p:cNvPr>
          <p:cNvGrpSpPr>
            <a:grpSpLocks/>
          </p:cNvGrpSpPr>
          <p:nvPr/>
        </p:nvGrpSpPr>
        <p:grpSpPr bwMode="auto">
          <a:xfrm>
            <a:off x="179388" y="692150"/>
            <a:ext cx="8856662" cy="6126163"/>
            <a:chOff x="0" y="0"/>
            <a:chExt cx="5579" cy="3859"/>
          </a:xfrm>
        </p:grpSpPr>
        <p:sp>
          <p:nvSpPr>
            <p:cNvPr id="64527" name="Rectangle 4">
              <a:extLst>
                <a:ext uri="{FF2B5EF4-FFF2-40B4-BE49-F238E27FC236}">
                  <a16:creationId xmlns:a16="http://schemas.microsoft.com/office/drawing/2014/main" id="{95A17BBA-ADC0-4F36-8895-0AF75520F863}"/>
                </a:ext>
              </a:extLst>
            </p:cNvPr>
            <p:cNvSpPr>
              <a:spLocks noChangeArrowheads="1"/>
            </p:cNvSpPr>
            <p:nvPr/>
          </p:nvSpPr>
          <p:spPr bwMode="auto">
            <a:xfrm>
              <a:off x="4491" y="3418"/>
              <a:ext cx="1088" cy="44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endParaRPr lang="zh-CN" altLang="en-US">
                <a:latin typeface="Verdana" panose="020B0604030504040204" pitchFamily="34" charset="0"/>
              </a:endParaRPr>
            </a:p>
          </p:txBody>
        </p:sp>
        <p:sp>
          <p:nvSpPr>
            <p:cNvPr id="64528" name="Rectangle 5">
              <a:extLst>
                <a:ext uri="{FF2B5EF4-FFF2-40B4-BE49-F238E27FC236}">
                  <a16:creationId xmlns:a16="http://schemas.microsoft.com/office/drawing/2014/main" id="{45422C34-60F1-4A57-A3F5-1F323E8A6B61}"/>
                </a:ext>
              </a:extLst>
            </p:cNvPr>
            <p:cNvSpPr>
              <a:spLocks noChangeArrowheads="1"/>
            </p:cNvSpPr>
            <p:nvPr/>
          </p:nvSpPr>
          <p:spPr bwMode="auto">
            <a:xfrm>
              <a:off x="3629" y="3418"/>
              <a:ext cx="862" cy="44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a:latin typeface="Verdana" panose="020B0604030504040204" pitchFamily="34" charset="0"/>
                </a:rPr>
                <a:t>0.141</a:t>
              </a:r>
            </a:p>
          </p:txBody>
        </p:sp>
        <p:sp>
          <p:nvSpPr>
            <p:cNvPr id="64529" name="Rectangle 6">
              <a:extLst>
                <a:ext uri="{FF2B5EF4-FFF2-40B4-BE49-F238E27FC236}">
                  <a16:creationId xmlns:a16="http://schemas.microsoft.com/office/drawing/2014/main" id="{6FC8B94D-4265-4380-91BD-28AE6D6F82CB}"/>
                </a:ext>
              </a:extLst>
            </p:cNvPr>
            <p:cNvSpPr>
              <a:spLocks noChangeArrowheads="1"/>
            </p:cNvSpPr>
            <p:nvPr/>
          </p:nvSpPr>
          <p:spPr bwMode="auto">
            <a:xfrm>
              <a:off x="3221" y="3418"/>
              <a:ext cx="408" cy="44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a:latin typeface="Verdana" panose="020B0604030504040204" pitchFamily="34" charset="0"/>
                </a:rPr>
                <a:t>9</a:t>
              </a:r>
            </a:p>
          </p:txBody>
        </p:sp>
        <p:sp>
          <p:nvSpPr>
            <p:cNvPr id="64530" name="Rectangle 7">
              <a:extLst>
                <a:ext uri="{FF2B5EF4-FFF2-40B4-BE49-F238E27FC236}">
                  <a16:creationId xmlns:a16="http://schemas.microsoft.com/office/drawing/2014/main" id="{235C36B7-8AD2-413E-BB6A-E4E4E7E691AA}"/>
                </a:ext>
              </a:extLst>
            </p:cNvPr>
            <p:cNvSpPr>
              <a:spLocks noChangeArrowheads="1"/>
            </p:cNvSpPr>
            <p:nvPr/>
          </p:nvSpPr>
          <p:spPr bwMode="auto">
            <a:xfrm>
              <a:off x="2858" y="3418"/>
              <a:ext cx="363" cy="44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a:latin typeface="Verdana" panose="020B0604030504040204" pitchFamily="34" charset="0"/>
                </a:rPr>
                <a:t>7</a:t>
              </a:r>
            </a:p>
          </p:txBody>
        </p:sp>
        <p:sp>
          <p:nvSpPr>
            <p:cNvPr id="64531" name="Rectangle 8">
              <a:extLst>
                <a:ext uri="{FF2B5EF4-FFF2-40B4-BE49-F238E27FC236}">
                  <a16:creationId xmlns:a16="http://schemas.microsoft.com/office/drawing/2014/main" id="{421D6829-A014-46C3-BA4B-31952C52E58F}"/>
                </a:ext>
              </a:extLst>
            </p:cNvPr>
            <p:cNvSpPr>
              <a:spLocks noChangeArrowheads="1"/>
            </p:cNvSpPr>
            <p:nvPr/>
          </p:nvSpPr>
          <p:spPr bwMode="auto">
            <a:xfrm>
              <a:off x="1633" y="3418"/>
              <a:ext cx="1225" cy="44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sz="2000">
                  <a:latin typeface="Verdana" panose="020B0604030504040204" pitchFamily="34" charset="0"/>
                </a:rPr>
                <a:t>0.984+0.016=1</a:t>
              </a:r>
            </a:p>
          </p:txBody>
        </p:sp>
        <p:sp>
          <p:nvSpPr>
            <p:cNvPr id="64532" name="Rectangle 9">
              <a:extLst>
                <a:ext uri="{FF2B5EF4-FFF2-40B4-BE49-F238E27FC236}">
                  <a16:creationId xmlns:a16="http://schemas.microsoft.com/office/drawing/2014/main" id="{857FAC6A-DBBF-466D-96E0-867D174106CA}"/>
                </a:ext>
              </a:extLst>
            </p:cNvPr>
            <p:cNvSpPr>
              <a:spLocks noChangeArrowheads="1"/>
            </p:cNvSpPr>
            <p:nvPr/>
          </p:nvSpPr>
          <p:spPr bwMode="auto">
            <a:xfrm>
              <a:off x="862" y="3418"/>
              <a:ext cx="771" cy="44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a:latin typeface="Verdana" panose="020B0604030504040204" pitchFamily="34" charset="0"/>
                </a:rPr>
                <a:t>0.016</a:t>
              </a:r>
            </a:p>
          </p:txBody>
        </p:sp>
        <p:sp>
          <p:nvSpPr>
            <p:cNvPr id="64533" name="Rectangle 10">
              <a:extLst>
                <a:ext uri="{FF2B5EF4-FFF2-40B4-BE49-F238E27FC236}">
                  <a16:creationId xmlns:a16="http://schemas.microsoft.com/office/drawing/2014/main" id="{5918F90A-01AA-4B05-9357-BBD4EE6CDBB3}"/>
                </a:ext>
              </a:extLst>
            </p:cNvPr>
            <p:cNvSpPr>
              <a:spLocks noChangeArrowheads="1"/>
            </p:cNvSpPr>
            <p:nvPr/>
          </p:nvSpPr>
          <p:spPr bwMode="auto">
            <a:xfrm>
              <a:off x="454" y="3418"/>
              <a:ext cx="408" cy="44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a:latin typeface="Verdana" panose="020B0604030504040204" pitchFamily="34" charset="0"/>
                </a:rPr>
                <a:t>1</a:t>
              </a:r>
            </a:p>
          </p:txBody>
        </p:sp>
        <p:sp>
          <p:nvSpPr>
            <p:cNvPr id="64534" name="Rectangle 11">
              <a:extLst>
                <a:ext uri="{FF2B5EF4-FFF2-40B4-BE49-F238E27FC236}">
                  <a16:creationId xmlns:a16="http://schemas.microsoft.com/office/drawing/2014/main" id="{550EA083-112B-4B92-99C7-114D746EC754}"/>
                </a:ext>
              </a:extLst>
            </p:cNvPr>
            <p:cNvSpPr>
              <a:spLocks noChangeArrowheads="1"/>
            </p:cNvSpPr>
            <p:nvPr/>
          </p:nvSpPr>
          <p:spPr bwMode="auto">
            <a:xfrm>
              <a:off x="0" y="3418"/>
              <a:ext cx="454" cy="44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a:latin typeface="Verdana" panose="020B0604030504040204" pitchFamily="34" charset="0"/>
                </a:rPr>
                <a:t>7</a:t>
              </a:r>
            </a:p>
          </p:txBody>
        </p:sp>
        <p:sp>
          <p:nvSpPr>
            <p:cNvPr id="64535" name="Rectangle 12">
              <a:extLst>
                <a:ext uri="{FF2B5EF4-FFF2-40B4-BE49-F238E27FC236}">
                  <a16:creationId xmlns:a16="http://schemas.microsoft.com/office/drawing/2014/main" id="{19581DB2-9281-4F52-A639-5FDFF43E5DFB}"/>
                </a:ext>
              </a:extLst>
            </p:cNvPr>
            <p:cNvSpPr>
              <a:spLocks noChangeArrowheads="1"/>
            </p:cNvSpPr>
            <p:nvPr/>
          </p:nvSpPr>
          <p:spPr bwMode="auto">
            <a:xfrm>
              <a:off x="4491" y="2671"/>
              <a:ext cx="1088" cy="74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endParaRPr lang="zh-CN" altLang="en-US">
                <a:latin typeface="Verdana" panose="020B0604030504040204" pitchFamily="34" charset="0"/>
              </a:endParaRPr>
            </a:p>
          </p:txBody>
        </p:sp>
        <p:sp>
          <p:nvSpPr>
            <p:cNvPr id="64536" name="Rectangle 13">
              <a:extLst>
                <a:ext uri="{FF2B5EF4-FFF2-40B4-BE49-F238E27FC236}">
                  <a16:creationId xmlns:a16="http://schemas.microsoft.com/office/drawing/2014/main" id="{01237EF5-26D3-4961-8221-6430E256CD87}"/>
                </a:ext>
              </a:extLst>
            </p:cNvPr>
            <p:cNvSpPr>
              <a:spLocks noChangeArrowheads="1"/>
            </p:cNvSpPr>
            <p:nvPr/>
          </p:nvSpPr>
          <p:spPr bwMode="auto">
            <a:xfrm>
              <a:off x="3629" y="2671"/>
              <a:ext cx="862" cy="74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sz="2400">
                  <a:latin typeface="Verdana" panose="020B0604030504040204" pitchFamily="34" charset="0"/>
                </a:rPr>
                <a:t>0.125+0.016=0.141</a:t>
              </a:r>
            </a:p>
          </p:txBody>
        </p:sp>
        <p:sp>
          <p:nvSpPr>
            <p:cNvPr id="64537" name="Rectangle 14">
              <a:extLst>
                <a:ext uri="{FF2B5EF4-FFF2-40B4-BE49-F238E27FC236}">
                  <a16:creationId xmlns:a16="http://schemas.microsoft.com/office/drawing/2014/main" id="{77762E30-EB29-492F-B1D3-EDE60D75BF14}"/>
                </a:ext>
              </a:extLst>
            </p:cNvPr>
            <p:cNvSpPr>
              <a:spLocks noChangeArrowheads="1"/>
            </p:cNvSpPr>
            <p:nvPr/>
          </p:nvSpPr>
          <p:spPr bwMode="auto">
            <a:xfrm>
              <a:off x="3221" y="2671"/>
              <a:ext cx="408" cy="74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a:latin typeface="Verdana" panose="020B0604030504040204" pitchFamily="34" charset="0"/>
                </a:rPr>
                <a:t>9</a:t>
              </a:r>
            </a:p>
          </p:txBody>
        </p:sp>
        <p:sp>
          <p:nvSpPr>
            <p:cNvPr id="64538" name="Rectangle 15">
              <a:extLst>
                <a:ext uri="{FF2B5EF4-FFF2-40B4-BE49-F238E27FC236}">
                  <a16:creationId xmlns:a16="http://schemas.microsoft.com/office/drawing/2014/main" id="{8E042183-9813-4FB4-8BC5-E8068096B8F4}"/>
                </a:ext>
              </a:extLst>
            </p:cNvPr>
            <p:cNvSpPr>
              <a:spLocks noChangeArrowheads="1"/>
            </p:cNvSpPr>
            <p:nvPr/>
          </p:nvSpPr>
          <p:spPr bwMode="auto">
            <a:xfrm>
              <a:off x="2858" y="2671"/>
              <a:ext cx="363" cy="74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a:latin typeface="Verdana" panose="020B0604030504040204" pitchFamily="34" charset="0"/>
                </a:rPr>
                <a:t>7</a:t>
              </a:r>
            </a:p>
          </p:txBody>
        </p:sp>
        <p:sp>
          <p:nvSpPr>
            <p:cNvPr id="64539" name="Rectangle 16">
              <a:extLst>
                <a:ext uri="{FF2B5EF4-FFF2-40B4-BE49-F238E27FC236}">
                  <a16:creationId xmlns:a16="http://schemas.microsoft.com/office/drawing/2014/main" id="{0DBCCD75-285B-4FF7-8310-1DB378672EF8}"/>
                </a:ext>
              </a:extLst>
            </p:cNvPr>
            <p:cNvSpPr>
              <a:spLocks noChangeArrowheads="1"/>
            </p:cNvSpPr>
            <p:nvPr/>
          </p:nvSpPr>
          <p:spPr bwMode="auto">
            <a:xfrm>
              <a:off x="1633" y="2671"/>
              <a:ext cx="1225" cy="74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sz="2000">
                  <a:latin typeface="Verdana" panose="020B0604030504040204" pitchFamily="34" charset="0"/>
                </a:rPr>
                <a:t>0.859+0.125=0.984</a:t>
              </a:r>
            </a:p>
          </p:txBody>
        </p:sp>
        <p:sp>
          <p:nvSpPr>
            <p:cNvPr id="64540" name="Rectangle 17">
              <a:extLst>
                <a:ext uri="{FF2B5EF4-FFF2-40B4-BE49-F238E27FC236}">
                  <a16:creationId xmlns:a16="http://schemas.microsoft.com/office/drawing/2014/main" id="{B5666E49-838D-4A8D-ACCE-C15AF94FE626}"/>
                </a:ext>
              </a:extLst>
            </p:cNvPr>
            <p:cNvSpPr>
              <a:spLocks noChangeArrowheads="1"/>
            </p:cNvSpPr>
            <p:nvPr/>
          </p:nvSpPr>
          <p:spPr bwMode="auto">
            <a:xfrm>
              <a:off x="862" y="2671"/>
              <a:ext cx="771" cy="74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a:latin typeface="Verdana" panose="020B0604030504040204" pitchFamily="34" charset="0"/>
                </a:rPr>
                <a:t>0.125</a:t>
              </a:r>
            </a:p>
          </p:txBody>
        </p:sp>
        <p:sp>
          <p:nvSpPr>
            <p:cNvPr id="64541" name="Rectangle 18">
              <a:extLst>
                <a:ext uri="{FF2B5EF4-FFF2-40B4-BE49-F238E27FC236}">
                  <a16:creationId xmlns:a16="http://schemas.microsoft.com/office/drawing/2014/main" id="{BC41F9CB-A008-46B5-820D-9DD8A9F0DFCF}"/>
                </a:ext>
              </a:extLst>
            </p:cNvPr>
            <p:cNvSpPr>
              <a:spLocks noChangeArrowheads="1"/>
            </p:cNvSpPr>
            <p:nvPr/>
          </p:nvSpPr>
          <p:spPr bwMode="auto">
            <a:xfrm>
              <a:off x="454" y="2671"/>
              <a:ext cx="408" cy="74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a:latin typeface="Verdana" panose="020B0604030504040204" pitchFamily="34" charset="0"/>
                </a:rPr>
                <a:t>8</a:t>
              </a:r>
            </a:p>
          </p:txBody>
        </p:sp>
        <p:sp>
          <p:nvSpPr>
            <p:cNvPr id="64542" name="Rectangle 19">
              <a:extLst>
                <a:ext uri="{FF2B5EF4-FFF2-40B4-BE49-F238E27FC236}">
                  <a16:creationId xmlns:a16="http://schemas.microsoft.com/office/drawing/2014/main" id="{57E7866E-ADD2-4CE2-A595-7C970E5EF29B}"/>
                </a:ext>
              </a:extLst>
            </p:cNvPr>
            <p:cNvSpPr>
              <a:spLocks noChangeArrowheads="1"/>
            </p:cNvSpPr>
            <p:nvPr/>
          </p:nvSpPr>
          <p:spPr bwMode="auto">
            <a:xfrm>
              <a:off x="0" y="2671"/>
              <a:ext cx="454" cy="74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a:latin typeface="Verdana" panose="020B0604030504040204" pitchFamily="34" charset="0"/>
                </a:rPr>
                <a:t>6</a:t>
              </a:r>
            </a:p>
          </p:txBody>
        </p:sp>
        <p:sp>
          <p:nvSpPr>
            <p:cNvPr id="64543" name="Rectangle 20">
              <a:extLst>
                <a:ext uri="{FF2B5EF4-FFF2-40B4-BE49-F238E27FC236}">
                  <a16:creationId xmlns:a16="http://schemas.microsoft.com/office/drawing/2014/main" id="{0AA36DEA-51CE-4E5C-A383-AEC2DAB4F811}"/>
                </a:ext>
              </a:extLst>
            </p:cNvPr>
            <p:cNvSpPr>
              <a:spLocks noChangeArrowheads="1"/>
            </p:cNvSpPr>
            <p:nvPr/>
          </p:nvSpPr>
          <p:spPr bwMode="auto">
            <a:xfrm>
              <a:off x="4491" y="2230"/>
              <a:ext cx="1088" cy="44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endParaRPr lang="zh-CN" altLang="en-US">
                <a:latin typeface="Verdana" panose="020B0604030504040204" pitchFamily="34" charset="0"/>
              </a:endParaRPr>
            </a:p>
          </p:txBody>
        </p:sp>
        <p:sp>
          <p:nvSpPr>
            <p:cNvPr id="64544" name="Rectangle 21">
              <a:extLst>
                <a:ext uri="{FF2B5EF4-FFF2-40B4-BE49-F238E27FC236}">
                  <a16:creationId xmlns:a16="http://schemas.microsoft.com/office/drawing/2014/main" id="{A5E4F020-37CA-4E12-AB25-F686F26AE5BA}"/>
                </a:ext>
              </a:extLst>
            </p:cNvPr>
            <p:cNvSpPr>
              <a:spLocks noChangeArrowheads="1"/>
            </p:cNvSpPr>
            <p:nvPr/>
          </p:nvSpPr>
          <p:spPr bwMode="auto">
            <a:xfrm>
              <a:off x="3629" y="2230"/>
              <a:ext cx="862" cy="44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a:latin typeface="Verdana" panose="020B0604030504040204" pitchFamily="34" charset="0"/>
                </a:rPr>
                <a:t>0.25</a:t>
              </a:r>
            </a:p>
          </p:txBody>
        </p:sp>
        <p:sp>
          <p:nvSpPr>
            <p:cNvPr id="64545" name="Rectangle 22">
              <a:extLst>
                <a:ext uri="{FF2B5EF4-FFF2-40B4-BE49-F238E27FC236}">
                  <a16:creationId xmlns:a16="http://schemas.microsoft.com/office/drawing/2014/main" id="{8AEAB7B9-C3D9-4CD2-AE46-9D7DB3F9066D}"/>
                </a:ext>
              </a:extLst>
            </p:cNvPr>
            <p:cNvSpPr>
              <a:spLocks noChangeArrowheads="1"/>
            </p:cNvSpPr>
            <p:nvPr/>
          </p:nvSpPr>
          <p:spPr bwMode="auto">
            <a:xfrm>
              <a:off x="3221" y="2230"/>
              <a:ext cx="408" cy="44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a:latin typeface="Verdana" panose="020B0604030504040204" pitchFamily="34" charset="0"/>
                </a:rPr>
                <a:t>16</a:t>
              </a:r>
            </a:p>
          </p:txBody>
        </p:sp>
        <p:sp>
          <p:nvSpPr>
            <p:cNvPr id="64546" name="Rectangle 23">
              <a:extLst>
                <a:ext uri="{FF2B5EF4-FFF2-40B4-BE49-F238E27FC236}">
                  <a16:creationId xmlns:a16="http://schemas.microsoft.com/office/drawing/2014/main" id="{AEE1B0B4-E217-4DD0-9CB5-17F794240D1E}"/>
                </a:ext>
              </a:extLst>
            </p:cNvPr>
            <p:cNvSpPr>
              <a:spLocks noChangeArrowheads="1"/>
            </p:cNvSpPr>
            <p:nvPr/>
          </p:nvSpPr>
          <p:spPr bwMode="auto">
            <a:xfrm>
              <a:off x="2858" y="2230"/>
              <a:ext cx="363" cy="44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a:latin typeface="Verdana" panose="020B0604030504040204" pitchFamily="34" charset="0"/>
                </a:rPr>
                <a:t>6</a:t>
              </a:r>
            </a:p>
          </p:txBody>
        </p:sp>
        <p:sp>
          <p:nvSpPr>
            <p:cNvPr id="64547" name="Rectangle 24">
              <a:extLst>
                <a:ext uri="{FF2B5EF4-FFF2-40B4-BE49-F238E27FC236}">
                  <a16:creationId xmlns:a16="http://schemas.microsoft.com/office/drawing/2014/main" id="{5B807CA6-323D-46F2-B7F1-CCDB55550005}"/>
                </a:ext>
              </a:extLst>
            </p:cNvPr>
            <p:cNvSpPr>
              <a:spLocks noChangeArrowheads="1"/>
            </p:cNvSpPr>
            <p:nvPr/>
          </p:nvSpPr>
          <p:spPr bwMode="auto">
            <a:xfrm>
              <a:off x="1633" y="2230"/>
              <a:ext cx="1225" cy="44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sz="2000">
                  <a:latin typeface="Verdana" panose="020B0604030504040204" pitchFamily="34" charset="0"/>
                </a:rPr>
                <a:t>0.609+0.25=0.859</a:t>
              </a:r>
            </a:p>
          </p:txBody>
        </p:sp>
        <p:sp>
          <p:nvSpPr>
            <p:cNvPr id="64548" name="Rectangle 25">
              <a:extLst>
                <a:ext uri="{FF2B5EF4-FFF2-40B4-BE49-F238E27FC236}">
                  <a16:creationId xmlns:a16="http://schemas.microsoft.com/office/drawing/2014/main" id="{E3CAB549-757C-4FE5-AF20-69FF11BC8D92}"/>
                </a:ext>
              </a:extLst>
            </p:cNvPr>
            <p:cNvSpPr>
              <a:spLocks noChangeArrowheads="1"/>
            </p:cNvSpPr>
            <p:nvPr/>
          </p:nvSpPr>
          <p:spPr bwMode="auto">
            <a:xfrm>
              <a:off x="862" y="2230"/>
              <a:ext cx="771" cy="44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a:latin typeface="Verdana" panose="020B0604030504040204" pitchFamily="34" charset="0"/>
                </a:rPr>
                <a:t>0.25</a:t>
              </a:r>
            </a:p>
          </p:txBody>
        </p:sp>
        <p:sp>
          <p:nvSpPr>
            <p:cNvPr id="64549" name="Rectangle 26">
              <a:extLst>
                <a:ext uri="{FF2B5EF4-FFF2-40B4-BE49-F238E27FC236}">
                  <a16:creationId xmlns:a16="http://schemas.microsoft.com/office/drawing/2014/main" id="{DB45A295-095C-46EE-BCB9-B19EEAB1A462}"/>
                </a:ext>
              </a:extLst>
            </p:cNvPr>
            <p:cNvSpPr>
              <a:spLocks noChangeArrowheads="1"/>
            </p:cNvSpPr>
            <p:nvPr/>
          </p:nvSpPr>
          <p:spPr bwMode="auto">
            <a:xfrm>
              <a:off x="454" y="2230"/>
              <a:ext cx="408" cy="44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a:latin typeface="Verdana" panose="020B0604030504040204" pitchFamily="34" charset="0"/>
                </a:rPr>
                <a:t>16</a:t>
              </a:r>
            </a:p>
          </p:txBody>
        </p:sp>
        <p:sp>
          <p:nvSpPr>
            <p:cNvPr id="64550" name="Rectangle 27">
              <a:extLst>
                <a:ext uri="{FF2B5EF4-FFF2-40B4-BE49-F238E27FC236}">
                  <a16:creationId xmlns:a16="http://schemas.microsoft.com/office/drawing/2014/main" id="{815B12DD-1C3F-49FD-B9C2-D274605E18B5}"/>
                </a:ext>
              </a:extLst>
            </p:cNvPr>
            <p:cNvSpPr>
              <a:spLocks noChangeArrowheads="1"/>
            </p:cNvSpPr>
            <p:nvPr/>
          </p:nvSpPr>
          <p:spPr bwMode="auto">
            <a:xfrm>
              <a:off x="0" y="2230"/>
              <a:ext cx="454" cy="44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a:latin typeface="Verdana" panose="020B0604030504040204" pitchFamily="34" charset="0"/>
                </a:rPr>
                <a:t>5</a:t>
              </a:r>
            </a:p>
          </p:txBody>
        </p:sp>
        <p:sp>
          <p:nvSpPr>
            <p:cNvPr id="64551" name="Rectangle 28">
              <a:extLst>
                <a:ext uri="{FF2B5EF4-FFF2-40B4-BE49-F238E27FC236}">
                  <a16:creationId xmlns:a16="http://schemas.microsoft.com/office/drawing/2014/main" id="{FFCDA541-D572-4E43-9874-4999CC4B4BFA}"/>
                </a:ext>
              </a:extLst>
            </p:cNvPr>
            <p:cNvSpPr>
              <a:spLocks noChangeArrowheads="1"/>
            </p:cNvSpPr>
            <p:nvPr/>
          </p:nvSpPr>
          <p:spPr bwMode="auto">
            <a:xfrm>
              <a:off x="4491" y="1789"/>
              <a:ext cx="1088" cy="44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endParaRPr lang="zh-CN" altLang="en-US">
                <a:latin typeface="Verdana" panose="020B0604030504040204" pitchFamily="34" charset="0"/>
              </a:endParaRPr>
            </a:p>
          </p:txBody>
        </p:sp>
        <p:sp>
          <p:nvSpPr>
            <p:cNvPr id="64552" name="Rectangle 29">
              <a:extLst>
                <a:ext uri="{FF2B5EF4-FFF2-40B4-BE49-F238E27FC236}">
                  <a16:creationId xmlns:a16="http://schemas.microsoft.com/office/drawing/2014/main" id="{97F15CBB-EFFC-4AAB-943C-74D4749059EA}"/>
                </a:ext>
              </a:extLst>
            </p:cNvPr>
            <p:cNvSpPr>
              <a:spLocks noChangeArrowheads="1"/>
            </p:cNvSpPr>
            <p:nvPr/>
          </p:nvSpPr>
          <p:spPr bwMode="auto">
            <a:xfrm>
              <a:off x="3629" y="1789"/>
              <a:ext cx="862" cy="44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a:latin typeface="Verdana" panose="020B0604030504040204" pitchFamily="34" charset="0"/>
                </a:rPr>
                <a:t>0.484</a:t>
              </a:r>
            </a:p>
          </p:txBody>
        </p:sp>
        <p:sp>
          <p:nvSpPr>
            <p:cNvPr id="64553" name="Rectangle 30">
              <a:extLst>
                <a:ext uri="{FF2B5EF4-FFF2-40B4-BE49-F238E27FC236}">
                  <a16:creationId xmlns:a16="http://schemas.microsoft.com/office/drawing/2014/main" id="{8739D6ED-E115-42F2-8DA8-CE7ACE971C9C}"/>
                </a:ext>
              </a:extLst>
            </p:cNvPr>
            <p:cNvSpPr>
              <a:spLocks noChangeArrowheads="1"/>
            </p:cNvSpPr>
            <p:nvPr/>
          </p:nvSpPr>
          <p:spPr bwMode="auto">
            <a:xfrm>
              <a:off x="3221" y="1789"/>
              <a:ext cx="408" cy="44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a:latin typeface="Verdana" panose="020B0604030504040204" pitchFamily="34" charset="0"/>
                </a:rPr>
                <a:t>31</a:t>
              </a:r>
            </a:p>
          </p:txBody>
        </p:sp>
        <p:sp>
          <p:nvSpPr>
            <p:cNvPr id="64554" name="Rectangle 31">
              <a:extLst>
                <a:ext uri="{FF2B5EF4-FFF2-40B4-BE49-F238E27FC236}">
                  <a16:creationId xmlns:a16="http://schemas.microsoft.com/office/drawing/2014/main" id="{13C23739-5167-4ACA-B2CB-7CFFAC22F53E}"/>
                </a:ext>
              </a:extLst>
            </p:cNvPr>
            <p:cNvSpPr>
              <a:spLocks noChangeArrowheads="1"/>
            </p:cNvSpPr>
            <p:nvPr/>
          </p:nvSpPr>
          <p:spPr bwMode="auto">
            <a:xfrm>
              <a:off x="2858" y="1789"/>
              <a:ext cx="363" cy="44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a:latin typeface="Verdana" panose="020B0604030504040204" pitchFamily="34" charset="0"/>
                </a:rPr>
                <a:t>4</a:t>
              </a:r>
            </a:p>
          </p:txBody>
        </p:sp>
        <p:sp>
          <p:nvSpPr>
            <p:cNvPr id="64555" name="Rectangle 32">
              <a:extLst>
                <a:ext uri="{FF2B5EF4-FFF2-40B4-BE49-F238E27FC236}">
                  <a16:creationId xmlns:a16="http://schemas.microsoft.com/office/drawing/2014/main" id="{4DCD3984-D776-49BD-80E6-8C36440D0A2D}"/>
                </a:ext>
              </a:extLst>
            </p:cNvPr>
            <p:cNvSpPr>
              <a:spLocks noChangeArrowheads="1"/>
            </p:cNvSpPr>
            <p:nvPr/>
          </p:nvSpPr>
          <p:spPr bwMode="auto">
            <a:xfrm>
              <a:off x="1633" y="1789"/>
              <a:ext cx="1225" cy="44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sz="2000">
                  <a:latin typeface="Verdana" panose="020B0604030504040204" pitchFamily="34" charset="0"/>
                </a:rPr>
                <a:t>0.125+0.484=0.609</a:t>
              </a:r>
            </a:p>
          </p:txBody>
        </p:sp>
        <p:sp>
          <p:nvSpPr>
            <p:cNvPr id="64556" name="Rectangle 33">
              <a:extLst>
                <a:ext uri="{FF2B5EF4-FFF2-40B4-BE49-F238E27FC236}">
                  <a16:creationId xmlns:a16="http://schemas.microsoft.com/office/drawing/2014/main" id="{C0D7571F-5C98-4660-BC2D-A88BCF5090DC}"/>
                </a:ext>
              </a:extLst>
            </p:cNvPr>
            <p:cNvSpPr>
              <a:spLocks noChangeArrowheads="1"/>
            </p:cNvSpPr>
            <p:nvPr/>
          </p:nvSpPr>
          <p:spPr bwMode="auto">
            <a:xfrm>
              <a:off x="862" y="1789"/>
              <a:ext cx="771" cy="44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a:latin typeface="Verdana" panose="020B0604030504040204" pitchFamily="34" charset="0"/>
                </a:rPr>
                <a:t>0.484</a:t>
              </a:r>
            </a:p>
          </p:txBody>
        </p:sp>
        <p:sp>
          <p:nvSpPr>
            <p:cNvPr id="64557" name="Rectangle 34">
              <a:extLst>
                <a:ext uri="{FF2B5EF4-FFF2-40B4-BE49-F238E27FC236}">
                  <a16:creationId xmlns:a16="http://schemas.microsoft.com/office/drawing/2014/main" id="{EF8ED2EB-4C4D-41E4-A460-4598E3C514D4}"/>
                </a:ext>
              </a:extLst>
            </p:cNvPr>
            <p:cNvSpPr>
              <a:spLocks noChangeArrowheads="1"/>
            </p:cNvSpPr>
            <p:nvPr/>
          </p:nvSpPr>
          <p:spPr bwMode="auto">
            <a:xfrm>
              <a:off x="454" y="1789"/>
              <a:ext cx="408" cy="44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a:latin typeface="Verdana" panose="020B0604030504040204" pitchFamily="34" charset="0"/>
                </a:rPr>
                <a:t>31</a:t>
              </a:r>
            </a:p>
          </p:txBody>
        </p:sp>
        <p:sp>
          <p:nvSpPr>
            <p:cNvPr id="64558" name="Rectangle 35">
              <a:extLst>
                <a:ext uri="{FF2B5EF4-FFF2-40B4-BE49-F238E27FC236}">
                  <a16:creationId xmlns:a16="http://schemas.microsoft.com/office/drawing/2014/main" id="{00398246-E33A-49BF-8D6E-CA223E372E12}"/>
                </a:ext>
              </a:extLst>
            </p:cNvPr>
            <p:cNvSpPr>
              <a:spLocks noChangeArrowheads="1"/>
            </p:cNvSpPr>
            <p:nvPr/>
          </p:nvSpPr>
          <p:spPr bwMode="auto">
            <a:xfrm>
              <a:off x="0" y="1789"/>
              <a:ext cx="454" cy="44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a:latin typeface="Verdana" panose="020B0604030504040204" pitchFamily="34" charset="0"/>
                </a:rPr>
                <a:t>4</a:t>
              </a:r>
            </a:p>
          </p:txBody>
        </p:sp>
        <p:sp>
          <p:nvSpPr>
            <p:cNvPr id="64559" name="Rectangle 36">
              <a:extLst>
                <a:ext uri="{FF2B5EF4-FFF2-40B4-BE49-F238E27FC236}">
                  <a16:creationId xmlns:a16="http://schemas.microsoft.com/office/drawing/2014/main" id="{BFF12111-16BA-4617-AC14-89C5FDCAEF0E}"/>
                </a:ext>
              </a:extLst>
            </p:cNvPr>
            <p:cNvSpPr>
              <a:spLocks noChangeArrowheads="1"/>
            </p:cNvSpPr>
            <p:nvPr/>
          </p:nvSpPr>
          <p:spPr bwMode="auto">
            <a:xfrm>
              <a:off x="4491" y="1431"/>
              <a:ext cx="1088" cy="35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endParaRPr lang="zh-CN" altLang="en-US">
                <a:latin typeface="Verdana" panose="020B0604030504040204" pitchFamily="34" charset="0"/>
              </a:endParaRPr>
            </a:p>
          </p:txBody>
        </p:sp>
        <p:sp>
          <p:nvSpPr>
            <p:cNvPr id="64560" name="Rectangle 37">
              <a:extLst>
                <a:ext uri="{FF2B5EF4-FFF2-40B4-BE49-F238E27FC236}">
                  <a16:creationId xmlns:a16="http://schemas.microsoft.com/office/drawing/2014/main" id="{3266EF23-1959-4C02-829E-6C506F3A7CAF}"/>
                </a:ext>
              </a:extLst>
            </p:cNvPr>
            <p:cNvSpPr>
              <a:spLocks noChangeArrowheads="1"/>
            </p:cNvSpPr>
            <p:nvPr/>
          </p:nvSpPr>
          <p:spPr bwMode="auto">
            <a:xfrm>
              <a:off x="3629" y="1431"/>
              <a:ext cx="862" cy="35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a:latin typeface="Verdana" panose="020B0604030504040204" pitchFamily="34" charset="0"/>
                </a:rPr>
                <a:t>0.0</a:t>
              </a:r>
            </a:p>
          </p:txBody>
        </p:sp>
        <p:sp>
          <p:nvSpPr>
            <p:cNvPr id="64561" name="Rectangle 38">
              <a:extLst>
                <a:ext uri="{FF2B5EF4-FFF2-40B4-BE49-F238E27FC236}">
                  <a16:creationId xmlns:a16="http://schemas.microsoft.com/office/drawing/2014/main" id="{C48DC199-1EE2-45F2-95CB-4E79997F7502}"/>
                </a:ext>
              </a:extLst>
            </p:cNvPr>
            <p:cNvSpPr>
              <a:spLocks noChangeArrowheads="1"/>
            </p:cNvSpPr>
            <p:nvPr/>
          </p:nvSpPr>
          <p:spPr bwMode="auto">
            <a:xfrm>
              <a:off x="3221" y="1431"/>
              <a:ext cx="408" cy="35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a:latin typeface="Verdana" panose="020B0604030504040204" pitchFamily="34" charset="0"/>
                </a:rPr>
                <a:t>0</a:t>
              </a:r>
            </a:p>
          </p:txBody>
        </p:sp>
        <p:sp>
          <p:nvSpPr>
            <p:cNvPr id="64562" name="Rectangle 39">
              <a:extLst>
                <a:ext uri="{FF2B5EF4-FFF2-40B4-BE49-F238E27FC236}">
                  <a16:creationId xmlns:a16="http://schemas.microsoft.com/office/drawing/2014/main" id="{07BA1B61-A809-46D1-8E23-E23C16E3F395}"/>
                </a:ext>
              </a:extLst>
            </p:cNvPr>
            <p:cNvSpPr>
              <a:spLocks noChangeArrowheads="1"/>
            </p:cNvSpPr>
            <p:nvPr/>
          </p:nvSpPr>
          <p:spPr bwMode="auto">
            <a:xfrm>
              <a:off x="2858" y="1431"/>
              <a:ext cx="363" cy="35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a:latin typeface="Verdana" panose="020B0604030504040204" pitchFamily="34" charset="0"/>
                </a:rPr>
                <a:t>1</a:t>
              </a:r>
            </a:p>
          </p:txBody>
        </p:sp>
        <p:sp>
          <p:nvSpPr>
            <p:cNvPr id="64563" name="Rectangle 40">
              <a:extLst>
                <a:ext uri="{FF2B5EF4-FFF2-40B4-BE49-F238E27FC236}">
                  <a16:creationId xmlns:a16="http://schemas.microsoft.com/office/drawing/2014/main" id="{56FCE8FD-912E-4B19-AEB3-DE4857D52B58}"/>
                </a:ext>
              </a:extLst>
            </p:cNvPr>
            <p:cNvSpPr>
              <a:spLocks noChangeArrowheads="1"/>
            </p:cNvSpPr>
            <p:nvPr/>
          </p:nvSpPr>
          <p:spPr bwMode="auto">
            <a:xfrm>
              <a:off x="1633" y="1431"/>
              <a:ext cx="1225" cy="35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a:latin typeface="Verdana" panose="020B0604030504040204" pitchFamily="34" charset="0"/>
                </a:rPr>
                <a:t>0.125</a:t>
              </a:r>
            </a:p>
          </p:txBody>
        </p:sp>
        <p:sp>
          <p:nvSpPr>
            <p:cNvPr id="64564" name="Rectangle 41">
              <a:extLst>
                <a:ext uri="{FF2B5EF4-FFF2-40B4-BE49-F238E27FC236}">
                  <a16:creationId xmlns:a16="http://schemas.microsoft.com/office/drawing/2014/main" id="{5C1C2AC1-1491-4C99-B109-901673CEF6F3}"/>
                </a:ext>
              </a:extLst>
            </p:cNvPr>
            <p:cNvSpPr>
              <a:spLocks noChangeArrowheads="1"/>
            </p:cNvSpPr>
            <p:nvPr/>
          </p:nvSpPr>
          <p:spPr bwMode="auto">
            <a:xfrm>
              <a:off x="862" y="1431"/>
              <a:ext cx="771" cy="35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a:latin typeface="Verdana" panose="020B0604030504040204" pitchFamily="34" charset="0"/>
                </a:rPr>
                <a:t>0.0</a:t>
              </a:r>
            </a:p>
          </p:txBody>
        </p:sp>
        <p:sp>
          <p:nvSpPr>
            <p:cNvPr id="64565" name="Rectangle 42">
              <a:extLst>
                <a:ext uri="{FF2B5EF4-FFF2-40B4-BE49-F238E27FC236}">
                  <a16:creationId xmlns:a16="http://schemas.microsoft.com/office/drawing/2014/main" id="{7E786E16-183A-4E84-9DED-A1BB3EBDF279}"/>
                </a:ext>
              </a:extLst>
            </p:cNvPr>
            <p:cNvSpPr>
              <a:spLocks noChangeArrowheads="1"/>
            </p:cNvSpPr>
            <p:nvPr/>
          </p:nvSpPr>
          <p:spPr bwMode="auto">
            <a:xfrm>
              <a:off x="454" y="1431"/>
              <a:ext cx="408" cy="35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a:latin typeface="Verdana" panose="020B0604030504040204" pitchFamily="34" charset="0"/>
                </a:rPr>
                <a:t>0</a:t>
              </a:r>
            </a:p>
          </p:txBody>
        </p:sp>
        <p:sp>
          <p:nvSpPr>
            <p:cNvPr id="64566" name="Rectangle 43">
              <a:extLst>
                <a:ext uri="{FF2B5EF4-FFF2-40B4-BE49-F238E27FC236}">
                  <a16:creationId xmlns:a16="http://schemas.microsoft.com/office/drawing/2014/main" id="{662A315F-8989-4920-91B6-296313F7FC13}"/>
                </a:ext>
              </a:extLst>
            </p:cNvPr>
            <p:cNvSpPr>
              <a:spLocks noChangeArrowheads="1"/>
            </p:cNvSpPr>
            <p:nvPr/>
          </p:nvSpPr>
          <p:spPr bwMode="auto">
            <a:xfrm>
              <a:off x="0" y="1431"/>
              <a:ext cx="454" cy="35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a:latin typeface="Verdana" panose="020B0604030504040204" pitchFamily="34" charset="0"/>
                </a:rPr>
                <a:t>3</a:t>
              </a:r>
            </a:p>
          </p:txBody>
        </p:sp>
        <p:sp>
          <p:nvSpPr>
            <p:cNvPr id="64567" name="Rectangle 44">
              <a:extLst>
                <a:ext uri="{FF2B5EF4-FFF2-40B4-BE49-F238E27FC236}">
                  <a16:creationId xmlns:a16="http://schemas.microsoft.com/office/drawing/2014/main" id="{A1B8B977-69FC-4E6C-8369-B6B7BDD8B2C3}"/>
                </a:ext>
              </a:extLst>
            </p:cNvPr>
            <p:cNvSpPr>
              <a:spLocks noChangeArrowheads="1"/>
            </p:cNvSpPr>
            <p:nvPr/>
          </p:nvSpPr>
          <p:spPr bwMode="auto">
            <a:xfrm>
              <a:off x="4491" y="1073"/>
              <a:ext cx="1088" cy="35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endParaRPr lang="zh-CN" altLang="en-US">
                <a:latin typeface="Verdana" panose="020B0604030504040204" pitchFamily="34" charset="0"/>
              </a:endParaRPr>
            </a:p>
          </p:txBody>
        </p:sp>
        <p:sp>
          <p:nvSpPr>
            <p:cNvPr id="64568" name="Rectangle 45">
              <a:extLst>
                <a:ext uri="{FF2B5EF4-FFF2-40B4-BE49-F238E27FC236}">
                  <a16:creationId xmlns:a16="http://schemas.microsoft.com/office/drawing/2014/main" id="{775DCC1F-1ACA-4C34-ABA0-B3DDCD663353}"/>
                </a:ext>
              </a:extLst>
            </p:cNvPr>
            <p:cNvSpPr>
              <a:spLocks noChangeArrowheads="1"/>
            </p:cNvSpPr>
            <p:nvPr/>
          </p:nvSpPr>
          <p:spPr bwMode="auto">
            <a:xfrm>
              <a:off x="3629" y="1073"/>
              <a:ext cx="862" cy="35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a:latin typeface="Verdana" panose="020B0604030504040204" pitchFamily="34" charset="0"/>
                </a:rPr>
                <a:t>0.0</a:t>
              </a:r>
            </a:p>
          </p:txBody>
        </p:sp>
        <p:sp>
          <p:nvSpPr>
            <p:cNvPr id="64569" name="Rectangle 46">
              <a:extLst>
                <a:ext uri="{FF2B5EF4-FFF2-40B4-BE49-F238E27FC236}">
                  <a16:creationId xmlns:a16="http://schemas.microsoft.com/office/drawing/2014/main" id="{AFB53971-88CF-49F8-AB68-B5ECA2AB06F3}"/>
                </a:ext>
              </a:extLst>
            </p:cNvPr>
            <p:cNvSpPr>
              <a:spLocks noChangeArrowheads="1"/>
            </p:cNvSpPr>
            <p:nvPr/>
          </p:nvSpPr>
          <p:spPr bwMode="auto">
            <a:xfrm>
              <a:off x="3221" y="1073"/>
              <a:ext cx="408" cy="35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a:latin typeface="Verdana" panose="020B0604030504040204" pitchFamily="34" charset="0"/>
                </a:rPr>
                <a:t>0</a:t>
              </a:r>
            </a:p>
          </p:txBody>
        </p:sp>
        <p:sp>
          <p:nvSpPr>
            <p:cNvPr id="64570" name="Rectangle 47">
              <a:extLst>
                <a:ext uri="{FF2B5EF4-FFF2-40B4-BE49-F238E27FC236}">
                  <a16:creationId xmlns:a16="http://schemas.microsoft.com/office/drawing/2014/main" id="{27B24B5D-E2B5-4C78-AC0D-A21CA5BBE96F}"/>
                </a:ext>
              </a:extLst>
            </p:cNvPr>
            <p:cNvSpPr>
              <a:spLocks noChangeArrowheads="1"/>
            </p:cNvSpPr>
            <p:nvPr/>
          </p:nvSpPr>
          <p:spPr bwMode="auto">
            <a:xfrm>
              <a:off x="2858" y="1073"/>
              <a:ext cx="363" cy="35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a:latin typeface="Verdana" panose="020B0604030504040204" pitchFamily="34" charset="0"/>
                </a:rPr>
                <a:t>1</a:t>
              </a:r>
            </a:p>
          </p:txBody>
        </p:sp>
        <p:sp>
          <p:nvSpPr>
            <p:cNvPr id="64571" name="Rectangle 48">
              <a:extLst>
                <a:ext uri="{FF2B5EF4-FFF2-40B4-BE49-F238E27FC236}">
                  <a16:creationId xmlns:a16="http://schemas.microsoft.com/office/drawing/2014/main" id="{4B594AC0-4F36-4C32-B3C2-1D7366CE4973}"/>
                </a:ext>
              </a:extLst>
            </p:cNvPr>
            <p:cNvSpPr>
              <a:spLocks noChangeArrowheads="1"/>
            </p:cNvSpPr>
            <p:nvPr/>
          </p:nvSpPr>
          <p:spPr bwMode="auto">
            <a:xfrm>
              <a:off x="1633" y="1073"/>
              <a:ext cx="1225" cy="35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a:latin typeface="Verdana" panose="020B0604030504040204" pitchFamily="34" charset="0"/>
                </a:rPr>
                <a:t>0.125</a:t>
              </a:r>
            </a:p>
          </p:txBody>
        </p:sp>
        <p:sp>
          <p:nvSpPr>
            <p:cNvPr id="64572" name="Rectangle 49">
              <a:extLst>
                <a:ext uri="{FF2B5EF4-FFF2-40B4-BE49-F238E27FC236}">
                  <a16:creationId xmlns:a16="http://schemas.microsoft.com/office/drawing/2014/main" id="{E58DF250-D54B-4BBA-AB5D-598C2A288AFC}"/>
                </a:ext>
              </a:extLst>
            </p:cNvPr>
            <p:cNvSpPr>
              <a:spLocks noChangeArrowheads="1"/>
            </p:cNvSpPr>
            <p:nvPr/>
          </p:nvSpPr>
          <p:spPr bwMode="auto">
            <a:xfrm>
              <a:off x="862" y="1073"/>
              <a:ext cx="771" cy="35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a:latin typeface="Verdana" panose="020B0604030504040204" pitchFamily="34" charset="0"/>
                </a:rPr>
                <a:t>0.0</a:t>
              </a:r>
            </a:p>
          </p:txBody>
        </p:sp>
        <p:sp>
          <p:nvSpPr>
            <p:cNvPr id="64573" name="Rectangle 50">
              <a:extLst>
                <a:ext uri="{FF2B5EF4-FFF2-40B4-BE49-F238E27FC236}">
                  <a16:creationId xmlns:a16="http://schemas.microsoft.com/office/drawing/2014/main" id="{8DD5FBFC-E7D9-4660-B680-DD84EE92D817}"/>
                </a:ext>
              </a:extLst>
            </p:cNvPr>
            <p:cNvSpPr>
              <a:spLocks noChangeArrowheads="1"/>
            </p:cNvSpPr>
            <p:nvPr/>
          </p:nvSpPr>
          <p:spPr bwMode="auto">
            <a:xfrm>
              <a:off x="454" y="1073"/>
              <a:ext cx="408" cy="35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a:latin typeface="Verdana" panose="020B0604030504040204" pitchFamily="34" charset="0"/>
                </a:rPr>
                <a:t>0</a:t>
              </a:r>
            </a:p>
          </p:txBody>
        </p:sp>
        <p:sp>
          <p:nvSpPr>
            <p:cNvPr id="64574" name="Rectangle 51">
              <a:extLst>
                <a:ext uri="{FF2B5EF4-FFF2-40B4-BE49-F238E27FC236}">
                  <a16:creationId xmlns:a16="http://schemas.microsoft.com/office/drawing/2014/main" id="{76A74AA0-CEBA-4DDF-8B91-B6AC911B590D}"/>
                </a:ext>
              </a:extLst>
            </p:cNvPr>
            <p:cNvSpPr>
              <a:spLocks noChangeArrowheads="1"/>
            </p:cNvSpPr>
            <p:nvPr/>
          </p:nvSpPr>
          <p:spPr bwMode="auto">
            <a:xfrm>
              <a:off x="0" y="1073"/>
              <a:ext cx="454" cy="35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a:latin typeface="Verdana" panose="020B0604030504040204" pitchFamily="34" charset="0"/>
                </a:rPr>
                <a:t>2</a:t>
              </a:r>
            </a:p>
          </p:txBody>
        </p:sp>
        <p:sp>
          <p:nvSpPr>
            <p:cNvPr id="64575" name="Rectangle 52">
              <a:extLst>
                <a:ext uri="{FF2B5EF4-FFF2-40B4-BE49-F238E27FC236}">
                  <a16:creationId xmlns:a16="http://schemas.microsoft.com/office/drawing/2014/main" id="{9F4CB768-1E1F-46E4-9D9D-EDBDBDE947A6}"/>
                </a:ext>
              </a:extLst>
            </p:cNvPr>
            <p:cNvSpPr>
              <a:spLocks noChangeArrowheads="1"/>
            </p:cNvSpPr>
            <p:nvPr/>
          </p:nvSpPr>
          <p:spPr bwMode="auto">
            <a:xfrm>
              <a:off x="4491" y="716"/>
              <a:ext cx="1088" cy="35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endParaRPr lang="zh-CN" altLang="en-US">
                <a:latin typeface="Verdana" panose="020B0604030504040204" pitchFamily="34" charset="0"/>
              </a:endParaRPr>
            </a:p>
          </p:txBody>
        </p:sp>
        <p:sp>
          <p:nvSpPr>
            <p:cNvPr id="64576" name="Rectangle 53">
              <a:extLst>
                <a:ext uri="{FF2B5EF4-FFF2-40B4-BE49-F238E27FC236}">
                  <a16:creationId xmlns:a16="http://schemas.microsoft.com/office/drawing/2014/main" id="{1104E81C-91BD-4FF5-9876-1B304ACBDC43}"/>
                </a:ext>
              </a:extLst>
            </p:cNvPr>
            <p:cNvSpPr>
              <a:spLocks noChangeArrowheads="1"/>
            </p:cNvSpPr>
            <p:nvPr/>
          </p:nvSpPr>
          <p:spPr bwMode="auto">
            <a:xfrm>
              <a:off x="3629" y="716"/>
              <a:ext cx="862" cy="35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a:latin typeface="Verdana" panose="020B0604030504040204" pitchFamily="34" charset="0"/>
                </a:rPr>
                <a:t>0.0</a:t>
              </a:r>
            </a:p>
          </p:txBody>
        </p:sp>
        <p:sp>
          <p:nvSpPr>
            <p:cNvPr id="64577" name="Rectangle 54">
              <a:extLst>
                <a:ext uri="{FF2B5EF4-FFF2-40B4-BE49-F238E27FC236}">
                  <a16:creationId xmlns:a16="http://schemas.microsoft.com/office/drawing/2014/main" id="{2B8DEB3D-1412-465E-9F20-C035D1A721D4}"/>
                </a:ext>
              </a:extLst>
            </p:cNvPr>
            <p:cNvSpPr>
              <a:spLocks noChangeArrowheads="1"/>
            </p:cNvSpPr>
            <p:nvPr/>
          </p:nvSpPr>
          <p:spPr bwMode="auto">
            <a:xfrm>
              <a:off x="3221" y="716"/>
              <a:ext cx="408" cy="35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a:latin typeface="Verdana" panose="020B0604030504040204" pitchFamily="34" charset="0"/>
                </a:rPr>
                <a:t>0</a:t>
              </a:r>
            </a:p>
          </p:txBody>
        </p:sp>
        <p:sp>
          <p:nvSpPr>
            <p:cNvPr id="64578" name="Rectangle 55">
              <a:extLst>
                <a:ext uri="{FF2B5EF4-FFF2-40B4-BE49-F238E27FC236}">
                  <a16:creationId xmlns:a16="http://schemas.microsoft.com/office/drawing/2014/main" id="{CA45396C-459E-47B8-90AB-9C4BBD3E4080}"/>
                </a:ext>
              </a:extLst>
            </p:cNvPr>
            <p:cNvSpPr>
              <a:spLocks noChangeArrowheads="1"/>
            </p:cNvSpPr>
            <p:nvPr/>
          </p:nvSpPr>
          <p:spPr bwMode="auto">
            <a:xfrm>
              <a:off x="2858" y="716"/>
              <a:ext cx="363" cy="35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a:latin typeface="Verdana" panose="020B0604030504040204" pitchFamily="34" charset="0"/>
                </a:rPr>
                <a:t>1</a:t>
              </a:r>
            </a:p>
          </p:txBody>
        </p:sp>
        <p:sp>
          <p:nvSpPr>
            <p:cNvPr id="64579" name="Rectangle 56">
              <a:extLst>
                <a:ext uri="{FF2B5EF4-FFF2-40B4-BE49-F238E27FC236}">
                  <a16:creationId xmlns:a16="http://schemas.microsoft.com/office/drawing/2014/main" id="{467E2C23-7984-4C50-AF90-13AB4E9DF96F}"/>
                </a:ext>
              </a:extLst>
            </p:cNvPr>
            <p:cNvSpPr>
              <a:spLocks noChangeArrowheads="1"/>
            </p:cNvSpPr>
            <p:nvPr/>
          </p:nvSpPr>
          <p:spPr bwMode="auto">
            <a:xfrm>
              <a:off x="1633" y="716"/>
              <a:ext cx="1225" cy="35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a:latin typeface="Verdana" panose="020B0604030504040204" pitchFamily="34" charset="0"/>
                </a:rPr>
                <a:t>0.125</a:t>
              </a:r>
            </a:p>
          </p:txBody>
        </p:sp>
        <p:sp>
          <p:nvSpPr>
            <p:cNvPr id="64580" name="Rectangle 57">
              <a:extLst>
                <a:ext uri="{FF2B5EF4-FFF2-40B4-BE49-F238E27FC236}">
                  <a16:creationId xmlns:a16="http://schemas.microsoft.com/office/drawing/2014/main" id="{9BE88D89-65E6-4294-B2F4-8FB4AF84752E}"/>
                </a:ext>
              </a:extLst>
            </p:cNvPr>
            <p:cNvSpPr>
              <a:spLocks noChangeArrowheads="1"/>
            </p:cNvSpPr>
            <p:nvPr/>
          </p:nvSpPr>
          <p:spPr bwMode="auto">
            <a:xfrm>
              <a:off x="862" y="716"/>
              <a:ext cx="771" cy="35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a:latin typeface="Verdana" panose="020B0604030504040204" pitchFamily="34" charset="0"/>
                </a:rPr>
                <a:t>0.0</a:t>
              </a:r>
            </a:p>
          </p:txBody>
        </p:sp>
        <p:sp>
          <p:nvSpPr>
            <p:cNvPr id="64581" name="Rectangle 58">
              <a:extLst>
                <a:ext uri="{FF2B5EF4-FFF2-40B4-BE49-F238E27FC236}">
                  <a16:creationId xmlns:a16="http://schemas.microsoft.com/office/drawing/2014/main" id="{6F5D1FAB-24AF-43AD-AD13-BD60D0221706}"/>
                </a:ext>
              </a:extLst>
            </p:cNvPr>
            <p:cNvSpPr>
              <a:spLocks noChangeArrowheads="1"/>
            </p:cNvSpPr>
            <p:nvPr/>
          </p:nvSpPr>
          <p:spPr bwMode="auto">
            <a:xfrm>
              <a:off x="454" y="716"/>
              <a:ext cx="408" cy="35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a:latin typeface="Verdana" panose="020B0604030504040204" pitchFamily="34" charset="0"/>
                </a:rPr>
                <a:t>0</a:t>
              </a:r>
            </a:p>
          </p:txBody>
        </p:sp>
        <p:sp>
          <p:nvSpPr>
            <p:cNvPr id="64582" name="Rectangle 59">
              <a:extLst>
                <a:ext uri="{FF2B5EF4-FFF2-40B4-BE49-F238E27FC236}">
                  <a16:creationId xmlns:a16="http://schemas.microsoft.com/office/drawing/2014/main" id="{9740BA57-6810-4C64-A717-798CD283FCEA}"/>
                </a:ext>
              </a:extLst>
            </p:cNvPr>
            <p:cNvSpPr>
              <a:spLocks noChangeArrowheads="1"/>
            </p:cNvSpPr>
            <p:nvPr/>
          </p:nvSpPr>
          <p:spPr bwMode="auto">
            <a:xfrm>
              <a:off x="0" y="716"/>
              <a:ext cx="454" cy="35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a:latin typeface="Verdana" panose="020B0604030504040204" pitchFamily="34" charset="0"/>
                </a:rPr>
                <a:t>1</a:t>
              </a:r>
            </a:p>
          </p:txBody>
        </p:sp>
        <p:sp>
          <p:nvSpPr>
            <p:cNvPr id="64583" name="Rectangle 60">
              <a:extLst>
                <a:ext uri="{FF2B5EF4-FFF2-40B4-BE49-F238E27FC236}">
                  <a16:creationId xmlns:a16="http://schemas.microsoft.com/office/drawing/2014/main" id="{677CC398-E1C2-41B6-92CA-B2B30FE77B2D}"/>
                </a:ext>
              </a:extLst>
            </p:cNvPr>
            <p:cNvSpPr>
              <a:spLocks noChangeArrowheads="1"/>
            </p:cNvSpPr>
            <p:nvPr/>
          </p:nvSpPr>
          <p:spPr bwMode="auto">
            <a:xfrm>
              <a:off x="4491" y="358"/>
              <a:ext cx="1088" cy="35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endParaRPr lang="zh-CN" altLang="en-US">
                <a:latin typeface="Verdana" panose="020B0604030504040204" pitchFamily="34" charset="0"/>
              </a:endParaRPr>
            </a:p>
          </p:txBody>
        </p:sp>
        <p:sp>
          <p:nvSpPr>
            <p:cNvPr id="64584" name="Rectangle 61">
              <a:extLst>
                <a:ext uri="{FF2B5EF4-FFF2-40B4-BE49-F238E27FC236}">
                  <a16:creationId xmlns:a16="http://schemas.microsoft.com/office/drawing/2014/main" id="{CEF7143D-FD2A-4C67-87FA-0DAD37A7F09D}"/>
                </a:ext>
              </a:extLst>
            </p:cNvPr>
            <p:cNvSpPr>
              <a:spLocks noChangeArrowheads="1"/>
            </p:cNvSpPr>
            <p:nvPr/>
          </p:nvSpPr>
          <p:spPr bwMode="auto">
            <a:xfrm>
              <a:off x="3629" y="358"/>
              <a:ext cx="862" cy="35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a:latin typeface="Verdana" panose="020B0604030504040204" pitchFamily="34" charset="0"/>
                </a:rPr>
                <a:t>0.125</a:t>
              </a:r>
            </a:p>
          </p:txBody>
        </p:sp>
        <p:sp>
          <p:nvSpPr>
            <p:cNvPr id="64585" name="Rectangle 62">
              <a:extLst>
                <a:ext uri="{FF2B5EF4-FFF2-40B4-BE49-F238E27FC236}">
                  <a16:creationId xmlns:a16="http://schemas.microsoft.com/office/drawing/2014/main" id="{4B5657F0-0721-444A-B465-F39200184F2E}"/>
                </a:ext>
              </a:extLst>
            </p:cNvPr>
            <p:cNvSpPr>
              <a:spLocks noChangeArrowheads="1"/>
            </p:cNvSpPr>
            <p:nvPr/>
          </p:nvSpPr>
          <p:spPr bwMode="auto">
            <a:xfrm>
              <a:off x="3221" y="358"/>
              <a:ext cx="408" cy="35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a:latin typeface="Verdana" panose="020B0604030504040204" pitchFamily="34" charset="0"/>
                </a:rPr>
                <a:t>8</a:t>
              </a:r>
            </a:p>
          </p:txBody>
        </p:sp>
        <p:sp>
          <p:nvSpPr>
            <p:cNvPr id="64586" name="Rectangle 63">
              <a:extLst>
                <a:ext uri="{FF2B5EF4-FFF2-40B4-BE49-F238E27FC236}">
                  <a16:creationId xmlns:a16="http://schemas.microsoft.com/office/drawing/2014/main" id="{89F1B99A-65A0-47EC-8244-A79D4E0C9648}"/>
                </a:ext>
              </a:extLst>
            </p:cNvPr>
            <p:cNvSpPr>
              <a:spLocks noChangeArrowheads="1"/>
            </p:cNvSpPr>
            <p:nvPr/>
          </p:nvSpPr>
          <p:spPr bwMode="auto">
            <a:xfrm>
              <a:off x="2858" y="358"/>
              <a:ext cx="363" cy="35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a:latin typeface="Verdana" panose="020B0604030504040204" pitchFamily="34" charset="0"/>
                </a:rPr>
                <a:t>1</a:t>
              </a:r>
            </a:p>
          </p:txBody>
        </p:sp>
        <p:sp>
          <p:nvSpPr>
            <p:cNvPr id="64587" name="Rectangle 64">
              <a:extLst>
                <a:ext uri="{FF2B5EF4-FFF2-40B4-BE49-F238E27FC236}">
                  <a16:creationId xmlns:a16="http://schemas.microsoft.com/office/drawing/2014/main" id="{9640E0DF-56F5-42DE-8650-8555E25C48C2}"/>
                </a:ext>
              </a:extLst>
            </p:cNvPr>
            <p:cNvSpPr>
              <a:spLocks noChangeArrowheads="1"/>
            </p:cNvSpPr>
            <p:nvPr/>
          </p:nvSpPr>
          <p:spPr bwMode="auto">
            <a:xfrm>
              <a:off x="1633" y="358"/>
              <a:ext cx="1225" cy="35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a:latin typeface="Verdana" panose="020B0604030504040204" pitchFamily="34" charset="0"/>
                </a:rPr>
                <a:t>0.125</a:t>
              </a:r>
            </a:p>
          </p:txBody>
        </p:sp>
        <p:sp>
          <p:nvSpPr>
            <p:cNvPr id="64588" name="Rectangle 65">
              <a:extLst>
                <a:ext uri="{FF2B5EF4-FFF2-40B4-BE49-F238E27FC236}">
                  <a16:creationId xmlns:a16="http://schemas.microsoft.com/office/drawing/2014/main" id="{312C4706-0CDA-4E8C-A1A1-05073547B73B}"/>
                </a:ext>
              </a:extLst>
            </p:cNvPr>
            <p:cNvSpPr>
              <a:spLocks noChangeArrowheads="1"/>
            </p:cNvSpPr>
            <p:nvPr/>
          </p:nvSpPr>
          <p:spPr bwMode="auto">
            <a:xfrm>
              <a:off x="862" y="358"/>
              <a:ext cx="771" cy="35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a:latin typeface="Verdana" panose="020B0604030504040204" pitchFamily="34" charset="0"/>
                </a:rPr>
                <a:t>0.125</a:t>
              </a:r>
            </a:p>
          </p:txBody>
        </p:sp>
        <p:sp>
          <p:nvSpPr>
            <p:cNvPr id="64589" name="Rectangle 66">
              <a:extLst>
                <a:ext uri="{FF2B5EF4-FFF2-40B4-BE49-F238E27FC236}">
                  <a16:creationId xmlns:a16="http://schemas.microsoft.com/office/drawing/2014/main" id="{2ED0FDFF-AB31-4FE2-B695-C9672BB14950}"/>
                </a:ext>
              </a:extLst>
            </p:cNvPr>
            <p:cNvSpPr>
              <a:spLocks noChangeArrowheads="1"/>
            </p:cNvSpPr>
            <p:nvPr/>
          </p:nvSpPr>
          <p:spPr bwMode="auto">
            <a:xfrm>
              <a:off x="454" y="358"/>
              <a:ext cx="408" cy="35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a:latin typeface="Verdana" panose="020B0604030504040204" pitchFamily="34" charset="0"/>
                </a:rPr>
                <a:t>8</a:t>
              </a:r>
            </a:p>
          </p:txBody>
        </p:sp>
        <p:sp>
          <p:nvSpPr>
            <p:cNvPr id="64590" name="Rectangle 67">
              <a:extLst>
                <a:ext uri="{FF2B5EF4-FFF2-40B4-BE49-F238E27FC236}">
                  <a16:creationId xmlns:a16="http://schemas.microsoft.com/office/drawing/2014/main" id="{6050680E-F88E-4CB6-AB94-E16F804D141B}"/>
                </a:ext>
              </a:extLst>
            </p:cNvPr>
            <p:cNvSpPr>
              <a:spLocks noChangeArrowheads="1"/>
            </p:cNvSpPr>
            <p:nvPr/>
          </p:nvSpPr>
          <p:spPr bwMode="auto">
            <a:xfrm>
              <a:off x="0" y="358"/>
              <a:ext cx="454" cy="35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accent2"/>
                </a:buClr>
                <a:buSzTx/>
                <a:buFont typeface="Wingdings" panose="05000000000000000000" pitchFamily="2" charset="2"/>
                <a:buNone/>
              </a:pPr>
              <a:r>
                <a:rPr lang="en-US" altLang="zh-CN">
                  <a:latin typeface="Verdana" panose="020B0604030504040204" pitchFamily="34" charset="0"/>
                </a:rPr>
                <a:t>0</a:t>
              </a:r>
            </a:p>
          </p:txBody>
        </p:sp>
        <p:sp>
          <p:nvSpPr>
            <p:cNvPr id="64591" name="Rectangle 68">
              <a:extLst>
                <a:ext uri="{FF2B5EF4-FFF2-40B4-BE49-F238E27FC236}">
                  <a16:creationId xmlns:a16="http://schemas.microsoft.com/office/drawing/2014/main" id="{D00071B1-D427-4F14-82E4-0659B5FE69D9}"/>
                </a:ext>
              </a:extLst>
            </p:cNvPr>
            <p:cNvSpPr>
              <a:spLocks noChangeArrowheads="1"/>
            </p:cNvSpPr>
            <p:nvPr/>
          </p:nvSpPr>
          <p:spPr bwMode="auto">
            <a:xfrm>
              <a:off x="4491" y="0"/>
              <a:ext cx="1088" cy="35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buClr>
                  <a:schemeClr val="accent2"/>
                </a:buClr>
                <a:buSzTx/>
                <a:buFont typeface="Wingdings" panose="05000000000000000000" pitchFamily="2" charset="2"/>
                <a:buNone/>
              </a:pPr>
              <a:r>
                <a:rPr lang="zh-CN" altLang="en-US" sz="2000" b="1">
                  <a:latin typeface="Verdana" panose="020B0604030504040204" pitchFamily="34" charset="0"/>
                  <a:ea typeface="楷体_GB2312" pitchFamily="1" charset="-122"/>
                </a:rPr>
                <a:t>修改原始图像</a:t>
              </a:r>
            </a:p>
          </p:txBody>
        </p:sp>
        <p:sp>
          <p:nvSpPr>
            <p:cNvPr id="64592" name="Rectangle 69">
              <a:extLst>
                <a:ext uri="{FF2B5EF4-FFF2-40B4-BE49-F238E27FC236}">
                  <a16:creationId xmlns:a16="http://schemas.microsoft.com/office/drawing/2014/main" id="{FCD8E8E6-9AFD-4F52-82D2-E3FD74D51788}"/>
                </a:ext>
              </a:extLst>
            </p:cNvPr>
            <p:cNvSpPr>
              <a:spLocks noChangeArrowheads="1"/>
            </p:cNvSpPr>
            <p:nvPr/>
          </p:nvSpPr>
          <p:spPr bwMode="auto">
            <a:xfrm>
              <a:off x="3629" y="0"/>
              <a:ext cx="862" cy="35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buClr>
                  <a:schemeClr val="accent2"/>
                </a:buClr>
                <a:buSzTx/>
                <a:buFont typeface="Wingdings" panose="05000000000000000000" pitchFamily="2" charset="2"/>
                <a:buNone/>
              </a:pPr>
              <a:endParaRPr lang="zh-CN" altLang="en-US">
                <a:latin typeface="Verdana" panose="020B0604030504040204" pitchFamily="34" charset="0"/>
              </a:endParaRPr>
            </a:p>
          </p:txBody>
        </p:sp>
        <p:sp>
          <p:nvSpPr>
            <p:cNvPr id="64593" name="Rectangle 70">
              <a:extLst>
                <a:ext uri="{FF2B5EF4-FFF2-40B4-BE49-F238E27FC236}">
                  <a16:creationId xmlns:a16="http://schemas.microsoft.com/office/drawing/2014/main" id="{230CF48A-16F2-4B71-B12E-FC8A62F704DD}"/>
                </a:ext>
              </a:extLst>
            </p:cNvPr>
            <p:cNvSpPr>
              <a:spLocks noChangeArrowheads="1"/>
            </p:cNvSpPr>
            <p:nvPr/>
          </p:nvSpPr>
          <p:spPr bwMode="auto">
            <a:xfrm>
              <a:off x="3221" y="0"/>
              <a:ext cx="408" cy="35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buClr>
                  <a:schemeClr val="accent2"/>
                </a:buClr>
                <a:buSzTx/>
                <a:buFont typeface="Wingdings" panose="05000000000000000000" pitchFamily="2" charset="2"/>
                <a:buNone/>
              </a:pPr>
              <a:endParaRPr lang="zh-CN" altLang="en-US">
                <a:latin typeface="Verdana" panose="020B0604030504040204" pitchFamily="34" charset="0"/>
              </a:endParaRPr>
            </a:p>
          </p:txBody>
        </p:sp>
        <p:sp>
          <p:nvSpPr>
            <p:cNvPr id="64594" name="Rectangle 71">
              <a:extLst>
                <a:ext uri="{FF2B5EF4-FFF2-40B4-BE49-F238E27FC236}">
                  <a16:creationId xmlns:a16="http://schemas.microsoft.com/office/drawing/2014/main" id="{DE32BD88-4FBE-4207-AFD5-16C08A7EE622}"/>
                </a:ext>
              </a:extLst>
            </p:cNvPr>
            <p:cNvSpPr>
              <a:spLocks noChangeArrowheads="1"/>
            </p:cNvSpPr>
            <p:nvPr/>
          </p:nvSpPr>
          <p:spPr bwMode="auto">
            <a:xfrm>
              <a:off x="2858" y="0"/>
              <a:ext cx="363" cy="35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buClr>
                  <a:schemeClr val="accent2"/>
                </a:buClr>
                <a:buSzTx/>
                <a:buFont typeface="Wingdings" panose="05000000000000000000" pitchFamily="2" charset="2"/>
                <a:buNone/>
              </a:pPr>
              <a:endParaRPr lang="zh-CN" altLang="en-US">
                <a:latin typeface="Verdana" panose="020B0604030504040204" pitchFamily="34" charset="0"/>
              </a:endParaRPr>
            </a:p>
          </p:txBody>
        </p:sp>
        <p:sp>
          <p:nvSpPr>
            <p:cNvPr id="64595" name="Rectangle 72">
              <a:extLst>
                <a:ext uri="{FF2B5EF4-FFF2-40B4-BE49-F238E27FC236}">
                  <a16:creationId xmlns:a16="http://schemas.microsoft.com/office/drawing/2014/main" id="{FEFB846A-72AE-4F98-B06A-512837E27CE2}"/>
                </a:ext>
              </a:extLst>
            </p:cNvPr>
            <p:cNvSpPr>
              <a:spLocks noChangeArrowheads="1"/>
            </p:cNvSpPr>
            <p:nvPr/>
          </p:nvSpPr>
          <p:spPr bwMode="auto">
            <a:xfrm>
              <a:off x="1633" y="0"/>
              <a:ext cx="1225" cy="35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buClr>
                  <a:schemeClr val="accent2"/>
                </a:buClr>
                <a:buSzTx/>
                <a:buFont typeface="Wingdings" panose="05000000000000000000" pitchFamily="2" charset="2"/>
                <a:buNone/>
              </a:pPr>
              <a:endParaRPr lang="zh-CN" altLang="en-US">
                <a:latin typeface="Verdana" panose="020B0604030504040204" pitchFamily="34" charset="0"/>
              </a:endParaRPr>
            </a:p>
          </p:txBody>
        </p:sp>
        <p:sp>
          <p:nvSpPr>
            <p:cNvPr id="64596" name="Rectangle 73">
              <a:extLst>
                <a:ext uri="{FF2B5EF4-FFF2-40B4-BE49-F238E27FC236}">
                  <a16:creationId xmlns:a16="http://schemas.microsoft.com/office/drawing/2014/main" id="{D23BB0C1-C86D-4502-8AB5-45C83627341E}"/>
                </a:ext>
              </a:extLst>
            </p:cNvPr>
            <p:cNvSpPr>
              <a:spLocks noChangeArrowheads="1"/>
            </p:cNvSpPr>
            <p:nvPr/>
          </p:nvSpPr>
          <p:spPr bwMode="auto">
            <a:xfrm>
              <a:off x="862" y="0"/>
              <a:ext cx="771" cy="35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buClr>
                  <a:schemeClr val="accent2"/>
                </a:buClr>
                <a:buSzTx/>
                <a:buFont typeface="Wingdings" panose="05000000000000000000" pitchFamily="2" charset="2"/>
                <a:buNone/>
              </a:pPr>
              <a:endParaRPr lang="zh-CN" altLang="en-US">
                <a:latin typeface="Verdana" panose="020B0604030504040204" pitchFamily="34" charset="0"/>
              </a:endParaRPr>
            </a:p>
          </p:txBody>
        </p:sp>
        <p:sp>
          <p:nvSpPr>
            <p:cNvPr id="64597" name="Rectangle 74">
              <a:extLst>
                <a:ext uri="{FF2B5EF4-FFF2-40B4-BE49-F238E27FC236}">
                  <a16:creationId xmlns:a16="http://schemas.microsoft.com/office/drawing/2014/main" id="{F3EE9384-BE71-4961-AB06-54D7C6070C57}"/>
                </a:ext>
              </a:extLst>
            </p:cNvPr>
            <p:cNvSpPr>
              <a:spLocks noChangeArrowheads="1"/>
            </p:cNvSpPr>
            <p:nvPr/>
          </p:nvSpPr>
          <p:spPr bwMode="auto">
            <a:xfrm>
              <a:off x="454" y="0"/>
              <a:ext cx="408" cy="35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buClr>
                  <a:schemeClr val="accent2"/>
                </a:buClr>
                <a:buSzTx/>
                <a:buFont typeface="Wingdings" panose="05000000000000000000" pitchFamily="2" charset="2"/>
                <a:buNone/>
              </a:pPr>
              <a:endParaRPr lang="zh-CN" altLang="en-US">
                <a:latin typeface="Verdana" panose="020B0604030504040204" pitchFamily="34" charset="0"/>
              </a:endParaRPr>
            </a:p>
          </p:txBody>
        </p:sp>
        <p:sp>
          <p:nvSpPr>
            <p:cNvPr id="64598" name="Rectangle 75">
              <a:extLst>
                <a:ext uri="{FF2B5EF4-FFF2-40B4-BE49-F238E27FC236}">
                  <a16:creationId xmlns:a16="http://schemas.microsoft.com/office/drawing/2014/main" id="{074DFC91-3304-4D1A-8D1B-1FDD99CD2B3E}"/>
                </a:ext>
              </a:extLst>
            </p:cNvPr>
            <p:cNvSpPr>
              <a:spLocks noChangeArrowheads="1"/>
            </p:cNvSpPr>
            <p:nvPr/>
          </p:nvSpPr>
          <p:spPr bwMode="auto">
            <a:xfrm>
              <a:off x="0" y="0"/>
              <a:ext cx="454" cy="35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buClr>
                  <a:schemeClr val="accent2"/>
                </a:buClr>
                <a:buSzTx/>
                <a:buFont typeface="Wingdings" panose="05000000000000000000" pitchFamily="2" charset="2"/>
                <a:buNone/>
              </a:pPr>
              <a:endParaRPr lang="zh-CN" altLang="en-US">
                <a:latin typeface="Verdana" panose="020B0604030504040204" pitchFamily="34" charset="0"/>
              </a:endParaRPr>
            </a:p>
          </p:txBody>
        </p:sp>
        <p:sp>
          <p:nvSpPr>
            <p:cNvPr id="64599" name="Line 76">
              <a:extLst>
                <a:ext uri="{FF2B5EF4-FFF2-40B4-BE49-F238E27FC236}">
                  <a16:creationId xmlns:a16="http://schemas.microsoft.com/office/drawing/2014/main" id="{4843447A-3B06-42B2-8986-149406B8D83E}"/>
                </a:ext>
              </a:extLst>
            </p:cNvPr>
            <p:cNvSpPr>
              <a:spLocks noChangeShapeType="1"/>
            </p:cNvSpPr>
            <p:nvPr/>
          </p:nvSpPr>
          <p:spPr bwMode="auto">
            <a:xfrm>
              <a:off x="0" y="0"/>
              <a:ext cx="5579"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600" name="Line 77">
              <a:extLst>
                <a:ext uri="{FF2B5EF4-FFF2-40B4-BE49-F238E27FC236}">
                  <a16:creationId xmlns:a16="http://schemas.microsoft.com/office/drawing/2014/main" id="{A2D78B26-185B-4D07-90BB-1223D20B652E}"/>
                </a:ext>
              </a:extLst>
            </p:cNvPr>
            <p:cNvSpPr>
              <a:spLocks noChangeShapeType="1"/>
            </p:cNvSpPr>
            <p:nvPr/>
          </p:nvSpPr>
          <p:spPr bwMode="auto">
            <a:xfrm>
              <a:off x="0" y="358"/>
              <a:ext cx="557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601" name="Line 78">
              <a:extLst>
                <a:ext uri="{FF2B5EF4-FFF2-40B4-BE49-F238E27FC236}">
                  <a16:creationId xmlns:a16="http://schemas.microsoft.com/office/drawing/2014/main" id="{402133DF-D43A-44B4-92F8-761C1F36F10A}"/>
                </a:ext>
              </a:extLst>
            </p:cNvPr>
            <p:cNvSpPr>
              <a:spLocks noChangeShapeType="1"/>
            </p:cNvSpPr>
            <p:nvPr/>
          </p:nvSpPr>
          <p:spPr bwMode="auto">
            <a:xfrm>
              <a:off x="0" y="716"/>
              <a:ext cx="557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602" name="Line 79">
              <a:extLst>
                <a:ext uri="{FF2B5EF4-FFF2-40B4-BE49-F238E27FC236}">
                  <a16:creationId xmlns:a16="http://schemas.microsoft.com/office/drawing/2014/main" id="{774ABAE6-2DF2-42B7-B703-11165883A6F3}"/>
                </a:ext>
              </a:extLst>
            </p:cNvPr>
            <p:cNvSpPr>
              <a:spLocks noChangeShapeType="1"/>
            </p:cNvSpPr>
            <p:nvPr/>
          </p:nvSpPr>
          <p:spPr bwMode="auto">
            <a:xfrm>
              <a:off x="0" y="1073"/>
              <a:ext cx="557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603" name="Line 80">
              <a:extLst>
                <a:ext uri="{FF2B5EF4-FFF2-40B4-BE49-F238E27FC236}">
                  <a16:creationId xmlns:a16="http://schemas.microsoft.com/office/drawing/2014/main" id="{215517C0-F17A-4F39-A336-D626B1D2F8C0}"/>
                </a:ext>
              </a:extLst>
            </p:cNvPr>
            <p:cNvSpPr>
              <a:spLocks noChangeShapeType="1"/>
            </p:cNvSpPr>
            <p:nvPr/>
          </p:nvSpPr>
          <p:spPr bwMode="auto">
            <a:xfrm>
              <a:off x="0" y="1431"/>
              <a:ext cx="557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604" name="Line 81">
              <a:extLst>
                <a:ext uri="{FF2B5EF4-FFF2-40B4-BE49-F238E27FC236}">
                  <a16:creationId xmlns:a16="http://schemas.microsoft.com/office/drawing/2014/main" id="{FACE061A-3CC8-4B93-BE6F-BE871E9359B9}"/>
                </a:ext>
              </a:extLst>
            </p:cNvPr>
            <p:cNvSpPr>
              <a:spLocks noChangeShapeType="1"/>
            </p:cNvSpPr>
            <p:nvPr/>
          </p:nvSpPr>
          <p:spPr bwMode="auto">
            <a:xfrm>
              <a:off x="0" y="1789"/>
              <a:ext cx="557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605" name="Line 82">
              <a:extLst>
                <a:ext uri="{FF2B5EF4-FFF2-40B4-BE49-F238E27FC236}">
                  <a16:creationId xmlns:a16="http://schemas.microsoft.com/office/drawing/2014/main" id="{0BEBCABA-A28A-4552-B4B1-638123FB5963}"/>
                </a:ext>
              </a:extLst>
            </p:cNvPr>
            <p:cNvSpPr>
              <a:spLocks noChangeShapeType="1"/>
            </p:cNvSpPr>
            <p:nvPr/>
          </p:nvSpPr>
          <p:spPr bwMode="auto">
            <a:xfrm>
              <a:off x="0" y="2230"/>
              <a:ext cx="557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606" name="Line 83">
              <a:extLst>
                <a:ext uri="{FF2B5EF4-FFF2-40B4-BE49-F238E27FC236}">
                  <a16:creationId xmlns:a16="http://schemas.microsoft.com/office/drawing/2014/main" id="{027EAABF-DB41-44E2-8D06-9972364194F6}"/>
                </a:ext>
              </a:extLst>
            </p:cNvPr>
            <p:cNvSpPr>
              <a:spLocks noChangeShapeType="1"/>
            </p:cNvSpPr>
            <p:nvPr/>
          </p:nvSpPr>
          <p:spPr bwMode="auto">
            <a:xfrm>
              <a:off x="0" y="2671"/>
              <a:ext cx="557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607" name="Line 84">
              <a:extLst>
                <a:ext uri="{FF2B5EF4-FFF2-40B4-BE49-F238E27FC236}">
                  <a16:creationId xmlns:a16="http://schemas.microsoft.com/office/drawing/2014/main" id="{D9447FBC-82CC-4708-9663-2B2B69FFD498}"/>
                </a:ext>
              </a:extLst>
            </p:cNvPr>
            <p:cNvSpPr>
              <a:spLocks noChangeShapeType="1"/>
            </p:cNvSpPr>
            <p:nvPr/>
          </p:nvSpPr>
          <p:spPr bwMode="auto">
            <a:xfrm>
              <a:off x="0" y="3418"/>
              <a:ext cx="557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608" name="Line 85">
              <a:extLst>
                <a:ext uri="{FF2B5EF4-FFF2-40B4-BE49-F238E27FC236}">
                  <a16:creationId xmlns:a16="http://schemas.microsoft.com/office/drawing/2014/main" id="{6B2C8B70-1C3F-4BC1-AD19-A3672ED349A8}"/>
                </a:ext>
              </a:extLst>
            </p:cNvPr>
            <p:cNvSpPr>
              <a:spLocks noChangeShapeType="1"/>
            </p:cNvSpPr>
            <p:nvPr/>
          </p:nvSpPr>
          <p:spPr bwMode="auto">
            <a:xfrm>
              <a:off x="0" y="3859"/>
              <a:ext cx="5579"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609" name="Line 86">
              <a:extLst>
                <a:ext uri="{FF2B5EF4-FFF2-40B4-BE49-F238E27FC236}">
                  <a16:creationId xmlns:a16="http://schemas.microsoft.com/office/drawing/2014/main" id="{06B3BEBB-B8E2-43FD-BC4F-F4A81CC681CE}"/>
                </a:ext>
              </a:extLst>
            </p:cNvPr>
            <p:cNvSpPr>
              <a:spLocks noChangeShapeType="1"/>
            </p:cNvSpPr>
            <p:nvPr/>
          </p:nvSpPr>
          <p:spPr bwMode="auto">
            <a:xfrm>
              <a:off x="0" y="0"/>
              <a:ext cx="0" cy="3859"/>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610" name="Line 87">
              <a:extLst>
                <a:ext uri="{FF2B5EF4-FFF2-40B4-BE49-F238E27FC236}">
                  <a16:creationId xmlns:a16="http://schemas.microsoft.com/office/drawing/2014/main" id="{39E1FE4F-FA8B-48FF-98DC-D1E2DD870D42}"/>
                </a:ext>
              </a:extLst>
            </p:cNvPr>
            <p:cNvSpPr>
              <a:spLocks noChangeShapeType="1"/>
            </p:cNvSpPr>
            <p:nvPr/>
          </p:nvSpPr>
          <p:spPr bwMode="auto">
            <a:xfrm>
              <a:off x="454" y="0"/>
              <a:ext cx="0" cy="385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611" name="Line 88">
              <a:extLst>
                <a:ext uri="{FF2B5EF4-FFF2-40B4-BE49-F238E27FC236}">
                  <a16:creationId xmlns:a16="http://schemas.microsoft.com/office/drawing/2014/main" id="{546415B7-601A-40F1-8F57-D61363D72364}"/>
                </a:ext>
              </a:extLst>
            </p:cNvPr>
            <p:cNvSpPr>
              <a:spLocks noChangeShapeType="1"/>
            </p:cNvSpPr>
            <p:nvPr/>
          </p:nvSpPr>
          <p:spPr bwMode="auto">
            <a:xfrm>
              <a:off x="862" y="0"/>
              <a:ext cx="0" cy="385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612" name="Line 89">
              <a:extLst>
                <a:ext uri="{FF2B5EF4-FFF2-40B4-BE49-F238E27FC236}">
                  <a16:creationId xmlns:a16="http://schemas.microsoft.com/office/drawing/2014/main" id="{AB1B99B4-AF92-4C73-B0B4-3BB43A47E721}"/>
                </a:ext>
              </a:extLst>
            </p:cNvPr>
            <p:cNvSpPr>
              <a:spLocks noChangeShapeType="1"/>
            </p:cNvSpPr>
            <p:nvPr/>
          </p:nvSpPr>
          <p:spPr bwMode="auto">
            <a:xfrm>
              <a:off x="1633" y="0"/>
              <a:ext cx="0" cy="385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613" name="Line 90">
              <a:extLst>
                <a:ext uri="{FF2B5EF4-FFF2-40B4-BE49-F238E27FC236}">
                  <a16:creationId xmlns:a16="http://schemas.microsoft.com/office/drawing/2014/main" id="{8F0196C4-1A80-4558-ACB7-3F75043C8242}"/>
                </a:ext>
              </a:extLst>
            </p:cNvPr>
            <p:cNvSpPr>
              <a:spLocks noChangeShapeType="1"/>
            </p:cNvSpPr>
            <p:nvPr/>
          </p:nvSpPr>
          <p:spPr bwMode="auto">
            <a:xfrm>
              <a:off x="2858" y="0"/>
              <a:ext cx="0" cy="385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614" name="Line 91">
              <a:extLst>
                <a:ext uri="{FF2B5EF4-FFF2-40B4-BE49-F238E27FC236}">
                  <a16:creationId xmlns:a16="http://schemas.microsoft.com/office/drawing/2014/main" id="{59A2EB7A-92AB-4697-93EE-6C270BB28CCC}"/>
                </a:ext>
              </a:extLst>
            </p:cNvPr>
            <p:cNvSpPr>
              <a:spLocks noChangeShapeType="1"/>
            </p:cNvSpPr>
            <p:nvPr/>
          </p:nvSpPr>
          <p:spPr bwMode="auto">
            <a:xfrm>
              <a:off x="3221" y="0"/>
              <a:ext cx="0" cy="385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615" name="Line 92">
              <a:extLst>
                <a:ext uri="{FF2B5EF4-FFF2-40B4-BE49-F238E27FC236}">
                  <a16:creationId xmlns:a16="http://schemas.microsoft.com/office/drawing/2014/main" id="{A5B9CE49-E140-459B-86F8-258F4B736B3E}"/>
                </a:ext>
              </a:extLst>
            </p:cNvPr>
            <p:cNvSpPr>
              <a:spLocks noChangeShapeType="1"/>
            </p:cNvSpPr>
            <p:nvPr/>
          </p:nvSpPr>
          <p:spPr bwMode="auto">
            <a:xfrm>
              <a:off x="3629" y="0"/>
              <a:ext cx="0" cy="385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616" name="Line 93">
              <a:extLst>
                <a:ext uri="{FF2B5EF4-FFF2-40B4-BE49-F238E27FC236}">
                  <a16:creationId xmlns:a16="http://schemas.microsoft.com/office/drawing/2014/main" id="{18F74AA2-F721-4339-B7B2-58238F399CF8}"/>
                </a:ext>
              </a:extLst>
            </p:cNvPr>
            <p:cNvSpPr>
              <a:spLocks noChangeShapeType="1"/>
            </p:cNvSpPr>
            <p:nvPr/>
          </p:nvSpPr>
          <p:spPr bwMode="auto">
            <a:xfrm>
              <a:off x="4491" y="0"/>
              <a:ext cx="0" cy="385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617" name="Line 94">
              <a:extLst>
                <a:ext uri="{FF2B5EF4-FFF2-40B4-BE49-F238E27FC236}">
                  <a16:creationId xmlns:a16="http://schemas.microsoft.com/office/drawing/2014/main" id="{5C83BFA8-7EB2-407E-A284-0AC0B874C455}"/>
                </a:ext>
              </a:extLst>
            </p:cNvPr>
            <p:cNvSpPr>
              <a:spLocks noChangeShapeType="1"/>
            </p:cNvSpPr>
            <p:nvPr/>
          </p:nvSpPr>
          <p:spPr bwMode="auto">
            <a:xfrm>
              <a:off x="5579" y="0"/>
              <a:ext cx="0" cy="3859"/>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64618" name="Object 94">
              <a:extLst>
                <a:ext uri="{FF2B5EF4-FFF2-40B4-BE49-F238E27FC236}">
                  <a16:creationId xmlns:a16="http://schemas.microsoft.com/office/drawing/2014/main" id="{15336431-FC42-465B-B240-6046010100A0}"/>
                </a:ext>
              </a:extLst>
            </p:cNvPr>
            <p:cNvGraphicFramePr>
              <a:graphicFrameLocks noChangeAspect="1"/>
            </p:cNvGraphicFramePr>
            <p:nvPr/>
          </p:nvGraphicFramePr>
          <p:xfrm>
            <a:off x="182" y="0"/>
            <a:ext cx="224" cy="336"/>
          </p:xfrm>
          <a:graphic>
            <a:graphicData uri="http://schemas.openxmlformats.org/presentationml/2006/ole">
              <mc:AlternateContent xmlns:mc="http://schemas.openxmlformats.org/markup-compatibility/2006">
                <mc:Choice xmlns:v="urn:schemas-microsoft-com:vml" Requires="v">
                  <p:oleObj spid="_x0000_s64629" r:id="rId3" imgW="152599" imgH="228898" progId="Equation.DSMT4">
                    <p:embed/>
                  </p:oleObj>
                </mc:Choice>
                <mc:Fallback>
                  <p:oleObj r:id="rId3" imgW="152599" imgH="228898" progId="Equation.DSMT4">
                    <p:embed/>
                    <p:pic>
                      <p:nvPicPr>
                        <p:cNvPr id="0" name="Object 9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 y="0"/>
                          <a:ext cx="224"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619" name="Object 95">
              <a:extLst>
                <a:ext uri="{FF2B5EF4-FFF2-40B4-BE49-F238E27FC236}">
                  <a16:creationId xmlns:a16="http://schemas.microsoft.com/office/drawing/2014/main" id="{EB2C1521-2C60-4A66-B6A3-EF12E172BC00}"/>
                </a:ext>
              </a:extLst>
            </p:cNvPr>
            <p:cNvGraphicFramePr>
              <a:graphicFrameLocks noChangeAspect="1"/>
            </p:cNvGraphicFramePr>
            <p:nvPr/>
          </p:nvGraphicFramePr>
          <p:xfrm>
            <a:off x="590" y="0"/>
            <a:ext cx="261" cy="336"/>
          </p:xfrm>
          <a:graphic>
            <a:graphicData uri="http://schemas.openxmlformats.org/presentationml/2006/ole">
              <mc:AlternateContent xmlns:mc="http://schemas.openxmlformats.org/markup-compatibility/2006">
                <mc:Choice xmlns:v="urn:schemas-microsoft-com:vml" Requires="v">
                  <p:oleObj spid="_x0000_s64630" r:id="rId5" imgW="177954" imgH="228799" progId="Equation.DSMT4">
                    <p:embed/>
                  </p:oleObj>
                </mc:Choice>
                <mc:Fallback>
                  <p:oleObj r:id="rId5" imgW="177954" imgH="228799" progId="Equation.DSMT4">
                    <p:embed/>
                    <p:pic>
                      <p:nvPicPr>
                        <p:cNvPr id="0" name="Object 9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0" y="0"/>
                          <a:ext cx="261"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620" name="Object 96">
              <a:extLst>
                <a:ext uri="{FF2B5EF4-FFF2-40B4-BE49-F238E27FC236}">
                  <a16:creationId xmlns:a16="http://schemas.microsoft.com/office/drawing/2014/main" id="{DEC3BF57-DC3C-4EAA-B701-04571670C0A6}"/>
                </a:ext>
              </a:extLst>
            </p:cNvPr>
            <p:cNvGraphicFramePr>
              <a:graphicFrameLocks noChangeAspect="1"/>
            </p:cNvGraphicFramePr>
            <p:nvPr/>
          </p:nvGraphicFramePr>
          <p:xfrm>
            <a:off x="907" y="0"/>
            <a:ext cx="680" cy="370"/>
          </p:xfrm>
          <a:graphic>
            <a:graphicData uri="http://schemas.openxmlformats.org/presentationml/2006/ole">
              <mc:AlternateContent xmlns:mc="http://schemas.openxmlformats.org/markup-compatibility/2006">
                <mc:Choice xmlns:v="urn:schemas-microsoft-com:vml" Requires="v">
                  <p:oleObj spid="_x0000_s64631" r:id="rId7" imgW="749300" imgH="406400" progId="Equation.DSMT4">
                    <p:embed/>
                  </p:oleObj>
                </mc:Choice>
                <mc:Fallback>
                  <p:oleObj r:id="rId7" imgW="749300" imgH="406400" progId="Equation.DSMT4">
                    <p:embed/>
                    <p:pic>
                      <p:nvPicPr>
                        <p:cNvPr id="0" name="Object 9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07" y="0"/>
                          <a:ext cx="680" cy="3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621" name="Object 97">
              <a:extLst>
                <a:ext uri="{FF2B5EF4-FFF2-40B4-BE49-F238E27FC236}">
                  <a16:creationId xmlns:a16="http://schemas.microsoft.com/office/drawing/2014/main" id="{AE24E249-3CDE-4F6D-83F3-F6D751301600}"/>
                </a:ext>
              </a:extLst>
            </p:cNvPr>
            <p:cNvGraphicFramePr>
              <a:graphicFrameLocks noChangeAspect="1"/>
            </p:cNvGraphicFramePr>
            <p:nvPr/>
          </p:nvGraphicFramePr>
          <p:xfrm>
            <a:off x="1814" y="3"/>
            <a:ext cx="772" cy="362"/>
          </p:xfrm>
          <a:graphic>
            <a:graphicData uri="http://schemas.openxmlformats.org/presentationml/2006/ole">
              <mc:AlternateContent xmlns:mc="http://schemas.openxmlformats.org/markup-compatibility/2006">
                <mc:Choice xmlns:v="urn:schemas-microsoft-com:vml" Requires="v">
                  <p:oleObj spid="_x0000_s64632" r:id="rId9" imgW="889000" imgH="444500" progId="Equation.DSMT4">
                    <p:embed/>
                  </p:oleObj>
                </mc:Choice>
                <mc:Fallback>
                  <p:oleObj r:id="rId9" imgW="889000" imgH="444500" progId="Equation.DSMT4">
                    <p:embed/>
                    <p:pic>
                      <p:nvPicPr>
                        <p:cNvPr id="0" name="Object 9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14" y="3"/>
                          <a:ext cx="772" cy="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622" name="Object 98">
              <a:extLst>
                <a:ext uri="{FF2B5EF4-FFF2-40B4-BE49-F238E27FC236}">
                  <a16:creationId xmlns:a16="http://schemas.microsoft.com/office/drawing/2014/main" id="{72B58244-670B-4252-BFC6-A9DE09FAF850}"/>
                </a:ext>
              </a:extLst>
            </p:cNvPr>
            <p:cNvGraphicFramePr>
              <a:graphicFrameLocks noChangeAspect="1"/>
            </p:cNvGraphicFramePr>
            <p:nvPr/>
          </p:nvGraphicFramePr>
          <p:xfrm>
            <a:off x="2903" y="136"/>
            <a:ext cx="317" cy="189"/>
          </p:xfrm>
          <a:graphic>
            <a:graphicData uri="http://schemas.openxmlformats.org/presentationml/2006/ole">
              <mc:AlternateContent xmlns:mc="http://schemas.openxmlformats.org/markup-compatibility/2006">
                <mc:Choice xmlns:v="urn:schemas-microsoft-com:vml" Requires="v">
                  <p:oleObj spid="_x0000_s64633" r:id="rId11" imgW="343198" imgH="203377" progId="Equation.DSMT4">
                    <p:embed/>
                  </p:oleObj>
                </mc:Choice>
                <mc:Fallback>
                  <p:oleObj r:id="rId11" imgW="343198" imgH="203377" progId="Equation.DSMT4">
                    <p:embed/>
                    <p:pic>
                      <p:nvPicPr>
                        <p:cNvPr id="0" name="Object 9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03" y="136"/>
                          <a:ext cx="317" cy="1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623" name="Object 99">
              <a:extLst>
                <a:ext uri="{FF2B5EF4-FFF2-40B4-BE49-F238E27FC236}">
                  <a16:creationId xmlns:a16="http://schemas.microsoft.com/office/drawing/2014/main" id="{753EBA81-7B64-4122-9128-FD90FF16421D}"/>
                </a:ext>
              </a:extLst>
            </p:cNvPr>
            <p:cNvGraphicFramePr>
              <a:graphicFrameLocks noChangeAspect="1"/>
            </p:cNvGraphicFramePr>
            <p:nvPr/>
          </p:nvGraphicFramePr>
          <p:xfrm>
            <a:off x="3629" y="0"/>
            <a:ext cx="853" cy="370"/>
          </p:xfrm>
          <a:graphic>
            <a:graphicData uri="http://schemas.openxmlformats.org/presentationml/2006/ole">
              <mc:AlternateContent xmlns:mc="http://schemas.openxmlformats.org/markup-compatibility/2006">
                <mc:Choice xmlns:v="urn:schemas-microsoft-com:vml" Requires="v">
                  <p:oleObj spid="_x0000_s64634" r:id="rId13" imgW="939800" imgH="406400" progId="Equation.DSMT4">
                    <p:embed/>
                  </p:oleObj>
                </mc:Choice>
                <mc:Fallback>
                  <p:oleObj r:id="rId13" imgW="939800" imgH="406400" progId="Equation.DSMT4">
                    <p:embed/>
                    <p:pic>
                      <p:nvPicPr>
                        <p:cNvPr id="0" name="Object 9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629" y="0"/>
                          <a:ext cx="853" cy="3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624" name="Object 100">
              <a:extLst>
                <a:ext uri="{FF2B5EF4-FFF2-40B4-BE49-F238E27FC236}">
                  <a16:creationId xmlns:a16="http://schemas.microsoft.com/office/drawing/2014/main" id="{1C34E14B-B547-4999-9A7A-98DC0429261D}"/>
                </a:ext>
              </a:extLst>
            </p:cNvPr>
            <p:cNvGraphicFramePr>
              <a:graphicFrameLocks noChangeAspect="1"/>
            </p:cNvGraphicFramePr>
            <p:nvPr/>
          </p:nvGraphicFramePr>
          <p:xfrm>
            <a:off x="3311" y="46"/>
            <a:ext cx="261" cy="336"/>
          </p:xfrm>
          <a:graphic>
            <a:graphicData uri="http://schemas.openxmlformats.org/presentationml/2006/ole">
              <mc:AlternateContent xmlns:mc="http://schemas.openxmlformats.org/markup-compatibility/2006">
                <mc:Choice xmlns:v="urn:schemas-microsoft-com:vml" Requires="v">
                  <p:oleObj spid="_x0000_s64635" r:id="rId15" imgW="177954" imgH="228799" progId="Equation.DSMT4">
                    <p:embed/>
                  </p:oleObj>
                </mc:Choice>
                <mc:Fallback>
                  <p:oleObj r:id="rId15" imgW="177954" imgH="228799" progId="Equation.DSMT4">
                    <p:embed/>
                    <p:pic>
                      <p:nvPicPr>
                        <p:cNvPr id="0" name="Object 10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311" y="46"/>
                          <a:ext cx="261"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625" name="Object 101">
              <a:extLst>
                <a:ext uri="{FF2B5EF4-FFF2-40B4-BE49-F238E27FC236}">
                  <a16:creationId xmlns:a16="http://schemas.microsoft.com/office/drawing/2014/main" id="{A200E145-B05E-40BB-A76C-E096DE9F34D4}"/>
                </a:ext>
              </a:extLst>
            </p:cNvPr>
            <p:cNvGraphicFramePr>
              <a:graphicFrameLocks noChangeAspect="1"/>
            </p:cNvGraphicFramePr>
            <p:nvPr/>
          </p:nvGraphicFramePr>
          <p:xfrm>
            <a:off x="4536" y="409"/>
            <a:ext cx="993" cy="228"/>
          </p:xfrm>
          <a:graphic>
            <a:graphicData uri="http://schemas.openxmlformats.org/presentationml/2006/ole">
              <mc:AlternateContent xmlns:mc="http://schemas.openxmlformats.org/markup-compatibility/2006">
                <mc:Choice xmlns:v="urn:schemas-microsoft-com:vml" Requires="v">
                  <p:oleObj spid="_x0000_s64636" r:id="rId17" imgW="774700" imgH="177800" progId="Equation.DSMT4">
                    <p:embed/>
                  </p:oleObj>
                </mc:Choice>
                <mc:Fallback>
                  <p:oleObj r:id="rId17" imgW="774700" imgH="177800" progId="Equation.DSMT4">
                    <p:embed/>
                    <p:pic>
                      <p:nvPicPr>
                        <p:cNvPr id="0" name="Object 10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536" y="409"/>
                          <a:ext cx="993"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626" name="Object 102">
              <a:extLst>
                <a:ext uri="{FF2B5EF4-FFF2-40B4-BE49-F238E27FC236}">
                  <a16:creationId xmlns:a16="http://schemas.microsoft.com/office/drawing/2014/main" id="{8A28C873-5170-4F36-8B2E-9AA32DDC6B03}"/>
                </a:ext>
              </a:extLst>
            </p:cNvPr>
            <p:cNvGraphicFramePr>
              <a:graphicFrameLocks noChangeAspect="1"/>
            </p:cNvGraphicFramePr>
            <p:nvPr/>
          </p:nvGraphicFramePr>
          <p:xfrm>
            <a:off x="4708" y="1905"/>
            <a:ext cx="608" cy="258"/>
          </p:xfrm>
          <a:graphic>
            <a:graphicData uri="http://schemas.openxmlformats.org/presentationml/2006/ole">
              <mc:AlternateContent xmlns:mc="http://schemas.openxmlformats.org/markup-compatibility/2006">
                <mc:Choice xmlns:v="urn:schemas-microsoft-com:vml" Requires="v">
                  <p:oleObj spid="_x0000_s64637" r:id="rId19" imgW="419282" imgH="177877" progId="Equation.DSMT4">
                    <p:embed/>
                  </p:oleObj>
                </mc:Choice>
                <mc:Fallback>
                  <p:oleObj r:id="rId19" imgW="419282" imgH="177877" progId="Equation.DSMT4">
                    <p:embed/>
                    <p:pic>
                      <p:nvPicPr>
                        <p:cNvPr id="0" name="Object 10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708" y="1905"/>
                          <a:ext cx="608"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627" name="Object 103">
              <a:extLst>
                <a:ext uri="{FF2B5EF4-FFF2-40B4-BE49-F238E27FC236}">
                  <a16:creationId xmlns:a16="http://schemas.microsoft.com/office/drawing/2014/main" id="{CD05EBA7-69B3-4798-865C-5C58C8CE066B}"/>
                </a:ext>
              </a:extLst>
            </p:cNvPr>
            <p:cNvGraphicFramePr>
              <a:graphicFrameLocks noChangeAspect="1"/>
            </p:cNvGraphicFramePr>
            <p:nvPr/>
          </p:nvGraphicFramePr>
          <p:xfrm>
            <a:off x="4717" y="2359"/>
            <a:ext cx="608" cy="258"/>
          </p:xfrm>
          <a:graphic>
            <a:graphicData uri="http://schemas.openxmlformats.org/presentationml/2006/ole">
              <mc:AlternateContent xmlns:mc="http://schemas.openxmlformats.org/markup-compatibility/2006">
                <mc:Choice xmlns:v="urn:schemas-microsoft-com:vml" Requires="v">
                  <p:oleObj spid="_x0000_s64638" r:id="rId21" imgW="419282" imgH="177877" progId="Equation.DSMT4">
                    <p:embed/>
                  </p:oleObj>
                </mc:Choice>
                <mc:Fallback>
                  <p:oleObj r:id="rId21" imgW="419282" imgH="177877" progId="Equation.DSMT4">
                    <p:embed/>
                    <p:pic>
                      <p:nvPicPr>
                        <p:cNvPr id="0" name="Object 10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717" y="2359"/>
                          <a:ext cx="608"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628" name="Object 104">
              <a:extLst>
                <a:ext uri="{FF2B5EF4-FFF2-40B4-BE49-F238E27FC236}">
                  <a16:creationId xmlns:a16="http://schemas.microsoft.com/office/drawing/2014/main" id="{5EE6967B-71AB-4466-8F6C-EA4240FD0D06}"/>
                </a:ext>
              </a:extLst>
            </p:cNvPr>
            <p:cNvGraphicFramePr>
              <a:graphicFrameLocks noChangeAspect="1"/>
            </p:cNvGraphicFramePr>
            <p:nvPr/>
          </p:nvGraphicFramePr>
          <p:xfrm>
            <a:off x="4627" y="2767"/>
            <a:ext cx="792" cy="258"/>
          </p:xfrm>
          <a:graphic>
            <a:graphicData uri="http://schemas.openxmlformats.org/presentationml/2006/ole">
              <mc:AlternateContent xmlns:mc="http://schemas.openxmlformats.org/markup-compatibility/2006">
                <mc:Choice xmlns:v="urn:schemas-microsoft-com:vml" Requires="v">
                  <p:oleObj spid="_x0000_s64639" r:id="rId23" imgW="546100" imgH="177800" progId="Equation.DSMT4">
                    <p:embed/>
                  </p:oleObj>
                </mc:Choice>
                <mc:Fallback>
                  <p:oleObj r:id="rId23" imgW="546100" imgH="177800" progId="Equation.DSMT4">
                    <p:embed/>
                    <p:pic>
                      <p:nvPicPr>
                        <p:cNvPr id="0" name="Object 104"/>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627" y="2767"/>
                          <a:ext cx="792"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4515" name="Rectangle 108">
            <a:extLst>
              <a:ext uri="{FF2B5EF4-FFF2-40B4-BE49-F238E27FC236}">
                <a16:creationId xmlns:a16="http://schemas.microsoft.com/office/drawing/2014/main" id="{89FCE720-816C-426C-84D3-E2D955B41AF3}"/>
              </a:ext>
            </a:extLst>
          </p:cNvPr>
          <p:cNvSpPr>
            <a:spLocks noChangeArrowheads="1"/>
          </p:cNvSpPr>
          <p:nvPr/>
        </p:nvSpPr>
        <p:spPr bwMode="auto">
          <a:xfrm>
            <a:off x="0" y="0"/>
            <a:ext cx="71659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3200" b="1">
                <a:latin typeface="Verdana" panose="020B0604030504040204" pitchFamily="34" charset="0"/>
                <a:ea typeface="楷体_GB2312" pitchFamily="1" charset="-122"/>
              </a:rPr>
              <a:t>图像的直方图均衡化计算过程列表</a:t>
            </a:r>
          </a:p>
        </p:txBody>
      </p:sp>
      <p:graphicFrame>
        <p:nvGraphicFramePr>
          <p:cNvPr id="64516" name="Object 106">
            <a:extLst>
              <a:ext uri="{FF2B5EF4-FFF2-40B4-BE49-F238E27FC236}">
                <a16:creationId xmlns:a16="http://schemas.microsoft.com/office/drawing/2014/main" id="{023EF2B3-46AC-480A-8244-F2F5AF5515A3}"/>
              </a:ext>
            </a:extLst>
          </p:cNvPr>
          <p:cNvGraphicFramePr>
            <a:graphicFrameLocks noChangeAspect="1"/>
          </p:cNvGraphicFramePr>
          <p:nvPr/>
        </p:nvGraphicFramePr>
        <p:xfrm>
          <a:off x="6732588" y="188913"/>
          <a:ext cx="2012950" cy="414337"/>
        </p:xfrm>
        <a:graphic>
          <a:graphicData uri="http://schemas.openxmlformats.org/presentationml/2006/ole">
            <mc:AlternateContent xmlns:mc="http://schemas.openxmlformats.org/markup-compatibility/2006">
              <mc:Choice xmlns:v="urn:schemas-microsoft-com:vml" Requires="v">
                <p:oleObj spid="_x0000_s64640" r:id="rId25" imgW="863600" imgH="177800" progId="Equation.DSMT4">
                  <p:embed/>
                </p:oleObj>
              </mc:Choice>
              <mc:Fallback>
                <p:oleObj r:id="rId25" imgW="863600" imgH="177800" progId="Equation.DSMT4">
                  <p:embed/>
                  <p:pic>
                    <p:nvPicPr>
                      <p:cNvPr id="0" name="Object 106"/>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732588" y="188913"/>
                        <a:ext cx="2012950" cy="414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 name="Group 107">
            <a:extLst>
              <a:ext uri="{FF2B5EF4-FFF2-40B4-BE49-F238E27FC236}">
                <a16:creationId xmlns:a16="http://schemas.microsoft.com/office/drawing/2014/main" id="{32531BA8-216A-470F-B259-B0B71036F86E}"/>
              </a:ext>
            </a:extLst>
          </p:cNvPr>
          <p:cNvGrpSpPr>
            <a:grpSpLocks/>
          </p:cNvGrpSpPr>
          <p:nvPr/>
        </p:nvGrpSpPr>
        <p:grpSpPr bwMode="auto">
          <a:xfrm>
            <a:off x="684213" y="1484313"/>
            <a:ext cx="4175125" cy="1800225"/>
            <a:chOff x="0" y="0"/>
            <a:chExt cx="2630" cy="1134"/>
          </a:xfrm>
        </p:grpSpPr>
        <p:sp>
          <p:nvSpPr>
            <p:cNvPr id="64523" name="Line 110">
              <a:extLst>
                <a:ext uri="{FF2B5EF4-FFF2-40B4-BE49-F238E27FC236}">
                  <a16:creationId xmlns:a16="http://schemas.microsoft.com/office/drawing/2014/main" id="{7719C9F0-7C37-439C-AF60-C02C47698295}"/>
                </a:ext>
              </a:extLst>
            </p:cNvPr>
            <p:cNvSpPr>
              <a:spLocks noChangeShapeType="1"/>
            </p:cNvSpPr>
            <p:nvPr/>
          </p:nvSpPr>
          <p:spPr bwMode="auto">
            <a:xfrm flipV="1">
              <a:off x="0" y="91"/>
              <a:ext cx="2630" cy="1043"/>
            </a:xfrm>
            <a:prstGeom prst="line">
              <a:avLst/>
            </a:prstGeom>
            <a:noFill/>
            <a:ln w="1905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524" name="Line 111">
              <a:extLst>
                <a:ext uri="{FF2B5EF4-FFF2-40B4-BE49-F238E27FC236}">
                  <a16:creationId xmlns:a16="http://schemas.microsoft.com/office/drawing/2014/main" id="{B1FB28EA-87F3-4F58-AF6D-6A3FFB2451A5}"/>
                </a:ext>
              </a:extLst>
            </p:cNvPr>
            <p:cNvSpPr>
              <a:spLocks noChangeShapeType="1"/>
            </p:cNvSpPr>
            <p:nvPr/>
          </p:nvSpPr>
          <p:spPr bwMode="auto">
            <a:xfrm flipV="1">
              <a:off x="0" y="46"/>
              <a:ext cx="2630" cy="725"/>
            </a:xfrm>
            <a:prstGeom prst="line">
              <a:avLst/>
            </a:prstGeom>
            <a:noFill/>
            <a:ln w="1905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525" name="Line 112">
              <a:extLst>
                <a:ext uri="{FF2B5EF4-FFF2-40B4-BE49-F238E27FC236}">
                  <a16:creationId xmlns:a16="http://schemas.microsoft.com/office/drawing/2014/main" id="{BA851F69-57B2-48E2-AC50-5FF9AF14626A}"/>
                </a:ext>
              </a:extLst>
            </p:cNvPr>
            <p:cNvSpPr>
              <a:spLocks noChangeShapeType="1"/>
            </p:cNvSpPr>
            <p:nvPr/>
          </p:nvSpPr>
          <p:spPr bwMode="auto">
            <a:xfrm flipV="1">
              <a:off x="0" y="0"/>
              <a:ext cx="2585" cy="409"/>
            </a:xfrm>
            <a:prstGeom prst="line">
              <a:avLst/>
            </a:prstGeom>
            <a:noFill/>
            <a:ln w="1905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526" name="Line 113">
              <a:extLst>
                <a:ext uri="{FF2B5EF4-FFF2-40B4-BE49-F238E27FC236}">
                  <a16:creationId xmlns:a16="http://schemas.microsoft.com/office/drawing/2014/main" id="{0AB3AE5E-3E4E-49DD-8703-631318C7D2E0}"/>
                </a:ext>
              </a:extLst>
            </p:cNvPr>
            <p:cNvSpPr>
              <a:spLocks noChangeShapeType="1"/>
            </p:cNvSpPr>
            <p:nvPr/>
          </p:nvSpPr>
          <p:spPr bwMode="auto">
            <a:xfrm>
              <a:off x="0" y="0"/>
              <a:ext cx="2585" cy="0"/>
            </a:xfrm>
            <a:prstGeom prst="line">
              <a:avLst/>
            </a:prstGeom>
            <a:noFill/>
            <a:ln w="1905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50288" name="Line 115">
            <a:extLst>
              <a:ext uri="{FF2B5EF4-FFF2-40B4-BE49-F238E27FC236}">
                <a16:creationId xmlns:a16="http://schemas.microsoft.com/office/drawing/2014/main" id="{A819E924-6B98-4850-8456-1A8696876560}"/>
              </a:ext>
            </a:extLst>
          </p:cNvPr>
          <p:cNvSpPr>
            <a:spLocks noChangeShapeType="1"/>
          </p:cNvSpPr>
          <p:nvPr/>
        </p:nvSpPr>
        <p:spPr bwMode="auto">
          <a:xfrm>
            <a:off x="684213" y="3860800"/>
            <a:ext cx="4248150" cy="0"/>
          </a:xfrm>
          <a:prstGeom prst="line">
            <a:avLst/>
          </a:prstGeom>
          <a:noFill/>
          <a:ln w="1905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89" name="Line 116">
            <a:extLst>
              <a:ext uri="{FF2B5EF4-FFF2-40B4-BE49-F238E27FC236}">
                <a16:creationId xmlns:a16="http://schemas.microsoft.com/office/drawing/2014/main" id="{607CE606-6377-4A36-AA6C-19A21AFC786C}"/>
              </a:ext>
            </a:extLst>
          </p:cNvPr>
          <p:cNvSpPr>
            <a:spLocks noChangeShapeType="1"/>
          </p:cNvSpPr>
          <p:nvPr/>
        </p:nvSpPr>
        <p:spPr bwMode="auto">
          <a:xfrm>
            <a:off x="755650" y="4437063"/>
            <a:ext cx="4103688" cy="0"/>
          </a:xfrm>
          <a:prstGeom prst="line">
            <a:avLst/>
          </a:prstGeom>
          <a:noFill/>
          <a:ln w="1905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4" name="Group 114">
            <a:extLst>
              <a:ext uri="{FF2B5EF4-FFF2-40B4-BE49-F238E27FC236}">
                <a16:creationId xmlns:a16="http://schemas.microsoft.com/office/drawing/2014/main" id="{F3CBC5D2-6A5F-4F0F-9D8B-60DFD22B1445}"/>
              </a:ext>
            </a:extLst>
          </p:cNvPr>
          <p:cNvGrpSpPr>
            <a:grpSpLocks/>
          </p:cNvGrpSpPr>
          <p:nvPr/>
        </p:nvGrpSpPr>
        <p:grpSpPr bwMode="auto">
          <a:xfrm>
            <a:off x="684213" y="5157788"/>
            <a:ext cx="4175125" cy="1295400"/>
            <a:chOff x="0" y="0"/>
            <a:chExt cx="2630" cy="816"/>
          </a:xfrm>
        </p:grpSpPr>
        <p:sp>
          <p:nvSpPr>
            <p:cNvPr id="64521" name="Line 117">
              <a:extLst>
                <a:ext uri="{FF2B5EF4-FFF2-40B4-BE49-F238E27FC236}">
                  <a16:creationId xmlns:a16="http://schemas.microsoft.com/office/drawing/2014/main" id="{7556F656-2BE1-4123-82CB-9D9980C3859E}"/>
                </a:ext>
              </a:extLst>
            </p:cNvPr>
            <p:cNvSpPr>
              <a:spLocks noChangeShapeType="1"/>
            </p:cNvSpPr>
            <p:nvPr/>
          </p:nvSpPr>
          <p:spPr bwMode="auto">
            <a:xfrm flipV="1">
              <a:off x="0" y="0"/>
              <a:ext cx="2630" cy="45"/>
            </a:xfrm>
            <a:prstGeom prst="line">
              <a:avLst/>
            </a:prstGeom>
            <a:noFill/>
            <a:ln w="1905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522" name="Line 118">
              <a:extLst>
                <a:ext uri="{FF2B5EF4-FFF2-40B4-BE49-F238E27FC236}">
                  <a16:creationId xmlns:a16="http://schemas.microsoft.com/office/drawing/2014/main" id="{00D3D083-4CD9-400A-A38E-B0E2187B736F}"/>
                </a:ext>
              </a:extLst>
            </p:cNvPr>
            <p:cNvSpPr>
              <a:spLocks noChangeShapeType="1"/>
            </p:cNvSpPr>
            <p:nvPr/>
          </p:nvSpPr>
          <p:spPr bwMode="auto">
            <a:xfrm flipV="1">
              <a:off x="0" y="90"/>
              <a:ext cx="2630" cy="726"/>
            </a:xfrm>
            <a:prstGeom prst="line">
              <a:avLst/>
            </a:prstGeom>
            <a:noFill/>
            <a:ln w="1905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50288"/>
                                        </p:tgtEl>
                                        <p:attrNameLst>
                                          <p:attrName>style.visibility</p:attrName>
                                        </p:attrNameLst>
                                      </p:cBhvr>
                                      <p:to>
                                        <p:strVal val="visible"/>
                                      </p:to>
                                    </p:set>
                                    <p:animEffect transition="in" filter="blinds(horizontal)">
                                      <p:cBhvr>
                                        <p:cTn id="17" dur="500"/>
                                        <p:tgtEl>
                                          <p:spTgt spid="5028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50289"/>
                                        </p:tgtEl>
                                        <p:attrNameLst>
                                          <p:attrName>style.visibility</p:attrName>
                                        </p:attrNameLst>
                                      </p:cBhvr>
                                      <p:to>
                                        <p:strVal val="visible"/>
                                      </p:to>
                                    </p:set>
                                    <p:animEffect transition="in" filter="blinds(horizontal)">
                                      <p:cBhvr>
                                        <p:cTn id="22" dur="500"/>
                                        <p:tgtEl>
                                          <p:spTgt spid="5028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blinds(horizontal)">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3">
            <a:extLst>
              <a:ext uri="{FF2B5EF4-FFF2-40B4-BE49-F238E27FC236}">
                <a16:creationId xmlns:a16="http://schemas.microsoft.com/office/drawing/2014/main" id="{C67424DD-EDC9-46BB-BF29-714ED8AFFF54}"/>
              </a:ext>
            </a:extLst>
          </p:cNvPr>
          <p:cNvSpPr>
            <a:spLocks noGrp="1" noChangeArrowheads="1"/>
          </p:cNvSpPr>
          <p:nvPr>
            <p:ph idx="4294967295"/>
          </p:nvPr>
        </p:nvSpPr>
        <p:spPr>
          <a:xfrm>
            <a:off x="161925" y="814388"/>
            <a:ext cx="8791575" cy="3025775"/>
          </a:xfrm>
          <a:solidFill>
            <a:schemeClr val="bg1"/>
          </a:solidFill>
        </p:spPr>
        <p:txBody>
          <a:bodyPr>
            <a:normAutofit/>
          </a:bodyPr>
          <a:lstStyle/>
          <a:p>
            <a:pPr marL="274320" indent="-274320" eaLnBrk="1" fontAlgn="auto" hangingPunct="1">
              <a:lnSpc>
                <a:spcPct val="110000"/>
              </a:lnSpc>
              <a:spcAft>
                <a:spcPts val="0"/>
              </a:spcAft>
              <a:buClr>
                <a:schemeClr val="accent3"/>
              </a:buClr>
              <a:buFont typeface="Wingdings 2"/>
              <a:buChar char=""/>
              <a:defRPr/>
            </a:pPr>
            <a:r>
              <a:rPr lang="zh-CN" altLang="en-US" b="1" dirty="0">
                <a:solidFill>
                  <a:srgbClr val="FF0000"/>
                </a:solidFill>
                <a:latin typeface="楷体_GB2312" pitchFamily="1" charset="-122"/>
                <a:ea typeface="楷体_GB2312" pitchFamily="1" charset="-122"/>
              </a:rPr>
              <a:t>直方图均衡化的缺陷：</a:t>
            </a:r>
            <a:r>
              <a:rPr lang="zh-CN" altLang="en-US" b="1" dirty="0">
                <a:latin typeface="楷体_GB2312" pitchFamily="1" charset="-122"/>
                <a:ea typeface="楷体_GB2312" pitchFamily="1" charset="-122"/>
              </a:rPr>
              <a:t>不能用于</a:t>
            </a:r>
            <a:r>
              <a:rPr lang="zh-CN" altLang="en-US" b="1" dirty="0">
                <a:solidFill>
                  <a:srgbClr val="FF5050"/>
                </a:solidFill>
                <a:latin typeface="楷体_GB2312" pitchFamily="1" charset="-122"/>
                <a:ea typeface="楷体_GB2312" pitchFamily="1" charset="-122"/>
              </a:rPr>
              <a:t>交互方式的图象增强</a:t>
            </a:r>
            <a:r>
              <a:rPr lang="zh-CN" altLang="en-US" b="1" dirty="0">
                <a:latin typeface="楷体_GB2312" pitchFamily="1" charset="-122"/>
                <a:ea typeface="楷体_GB2312" pitchFamily="1" charset="-122"/>
              </a:rPr>
              <a:t>应用，因为直方图均衡化只能产生唯一一个结果。</a:t>
            </a:r>
          </a:p>
          <a:p>
            <a:pPr marL="274320" indent="-274320" eaLnBrk="1" fontAlgn="auto" hangingPunct="1">
              <a:lnSpc>
                <a:spcPct val="110000"/>
              </a:lnSpc>
              <a:spcAft>
                <a:spcPts val="0"/>
              </a:spcAft>
              <a:buClr>
                <a:schemeClr val="accent3"/>
              </a:buClr>
              <a:buFont typeface="Wingdings 2"/>
              <a:buChar char=""/>
              <a:defRPr/>
            </a:pPr>
            <a:r>
              <a:rPr lang="zh-CN" altLang="en-US" b="1" dirty="0">
                <a:latin typeface="楷体_GB2312" pitchFamily="1" charset="-122"/>
                <a:ea typeface="楷体_GB2312" pitchFamily="1" charset="-122"/>
              </a:rPr>
              <a:t>恒定值直方图近似</a:t>
            </a:r>
          </a:p>
          <a:p>
            <a:pPr lvl="2" indent="-246888" eaLnBrk="1" fontAlgn="auto" hangingPunct="1">
              <a:lnSpc>
                <a:spcPct val="110000"/>
              </a:lnSpc>
              <a:spcAft>
                <a:spcPts val="0"/>
              </a:spcAft>
              <a:buFont typeface="Wingdings 2"/>
              <a:buChar char=""/>
              <a:defRPr/>
            </a:pPr>
            <a:r>
              <a:rPr lang="zh-CN" altLang="en-US" sz="2400" b="1" dirty="0">
                <a:latin typeface="楷体_GB2312" pitchFamily="1" charset="-122"/>
                <a:ea typeface="楷体_GB2312" pitchFamily="1" charset="-122"/>
              </a:rPr>
              <a:t>希望通过</a:t>
            </a:r>
            <a:r>
              <a:rPr lang="zh-CN" altLang="en-US" sz="2400" b="1" dirty="0">
                <a:solidFill>
                  <a:schemeClr val="accent2"/>
                </a:solidFill>
                <a:latin typeface="楷体_GB2312" pitchFamily="1" charset="-122"/>
                <a:ea typeface="楷体_GB2312" pitchFamily="1" charset="-122"/>
              </a:rPr>
              <a:t>一个指定的函数</a:t>
            </a:r>
            <a:r>
              <a:rPr lang="zh-CN" altLang="en-US" sz="2400" b="1" dirty="0">
                <a:latin typeface="楷体_GB2312" pitchFamily="1" charset="-122"/>
                <a:ea typeface="楷体_GB2312" pitchFamily="1" charset="-122"/>
              </a:rPr>
              <a:t>（如高斯函数）或用</a:t>
            </a:r>
            <a:r>
              <a:rPr lang="zh-CN" altLang="en-US" sz="2400" b="1" dirty="0">
                <a:solidFill>
                  <a:schemeClr val="accent2"/>
                </a:solidFill>
                <a:latin typeface="楷体_GB2312" pitchFamily="1" charset="-122"/>
                <a:ea typeface="楷体_GB2312" pitchFamily="1" charset="-122"/>
              </a:rPr>
              <a:t>交互图形</a:t>
            </a:r>
            <a:r>
              <a:rPr lang="zh-CN" altLang="en-US" sz="2400" b="1" dirty="0">
                <a:latin typeface="楷体_GB2312" pitchFamily="1" charset="-122"/>
                <a:ea typeface="楷体_GB2312" pitchFamily="1" charset="-122"/>
              </a:rPr>
              <a:t>产生一个特定的直方图。根据这个直方图确定一个灰度级变换</a:t>
            </a:r>
            <a:r>
              <a:rPr lang="en-US" altLang="zh-CN" sz="2400" b="1" dirty="0">
                <a:latin typeface="楷体_GB2312" pitchFamily="1" charset="-122"/>
                <a:ea typeface="楷体_GB2312" pitchFamily="1" charset="-122"/>
              </a:rPr>
              <a:t>T(r),</a:t>
            </a:r>
            <a:r>
              <a:rPr lang="zh-CN" altLang="en-US" sz="2400" b="1" dirty="0">
                <a:latin typeface="楷体_GB2312" pitchFamily="1" charset="-122"/>
                <a:ea typeface="楷体_GB2312" pitchFamily="1" charset="-122"/>
              </a:rPr>
              <a:t>使由</a:t>
            </a:r>
            <a:r>
              <a:rPr lang="en-US" altLang="zh-CN" sz="2400" b="1" dirty="0">
                <a:latin typeface="楷体_GB2312" pitchFamily="1" charset="-122"/>
                <a:ea typeface="楷体_GB2312" pitchFamily="1" charset="-122"/>
              </a:rPr>
              <a:t>T</a:t>
            </a:r>
            <a:r>
              <a:rPr lang="zh-CN" altLang="en-US" sz="2400" b="1" dirty="0">
                <a:latin typeface="楷体_GB2312" pitchFamily="1" charset="-122"/>
                <a:ea typeface="楷体_GB2312" pitchFamily="1" charset="-122"/>
              </a:rPr>
              <a:t>产生的新图象的直方图符合指定的直方图</a:t>
            </a:r>
          </a:p>
        </p:txBody>
      </p:sp>
      <p:sp>
        <p:nvSpPr>
          <p:cNvPr id="54276" name="Text Box 4">
            <a:extLst>
              <a:ext uri="{FF2B5EF4-FFF2-40B4-BE49-F238E27FC236}">
                <a16:creationId xmlns:a16="http://schemas.microsoft.com/office/drawing/2014/main" id="{F1FA0556-0EDB-4A8F-A444-C434B289CF74}"/>
              </a:ext>
            </a:extLst>
          </p:cNvPr>
          <p:cNvSpPr txBox="1">
            <a:spLocks noChangeArrowheads="1"/>
          </p:cNvSpPr>
          <p:nvPr/>
        </p:nvSpPr>
        <p:spPr bwMode="auto">
          <a:xfrm>
            <a:off x="190500" y="3644900"/>
            <a:ext cx="14287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1800" b="1">
                <a:latin typeface="Verdana" panose="020B0604030504040204" pitchFamily="34" charset="0"/>
              </a:rPr>
              <a:t>加标记的</a:t>
            </a:r>
            <a:r>
              <a:rPr lang="en-US" altLang="zh-CN" sz="1800" b="1">
                <a:latin typeface="Verdana" panose="020B0604030504040204" pitchFamily="34" charset="0"/>
              </a:rPr>
              <a:t>MRI </a:t>
            </a:r>
          </a:p>
        </p:txBody>
      </p:sp>
      <p:pic>
        <p:nvPicPr>
          <p:cNvPr id="54277" name="Picture 5">
            <a:extLst>
              <a:ext uri="{FF2B5EF4-FFF2-40B4-BE49-F238E27FC236}">
                <a16:creationId xmlns:a16="http://schemas.microsoft.com/office/drawing/2014/main" id="{82E29758-6E9B-4258-BE3C-F2F2569446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69100" y="4310063"/>
            <a:ext cx="2374900" cy="196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78" name="Picture 6">
            <a:extLst>
              <a:ext uri="{FF2B5EF4-FFF2-40B4-BE49-F238E27FC236}">
                <a16:creationId xmlns:a16="http://schemas.microsoft.com/office/drawing/2014/main" id="{EADECAAE-4821-452C-9B68-69DF0C408A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2150" y="4327525"/>
            <a:ext cx="2441575" cy="192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79" name="Picture 7">
            <a:extLst>
              <a:ext uri="{FF2B5EF4-FFF2-40B4-BE49-F238E27FC236}">
                <a16:creationId xmlns:a16="http://schemas.microsoft.com/office/drawing/2014/main" id="{E11CFC3A-EFF9-4D6D-8135-C7BBFAEAD8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17738" y="4243388"/>
            <a:ext cx="2333625" cy="2074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80" name="Picture 8">
            <a:extLst>
              <a:ext uri="{FF2B5EF4-FFF2-40B4-BE49-F238E27FC236}">
                <a16:creationId xmlns:a16="http://schemas.microsoft.com/office/drawing/2014/main" id="{81523532-E5EC-451F-A3E2-0E46783325B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0200" y="4235450"/>
            <a:ext cx="1992313" cy="200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a:extLst>
              <a:ext uri="{FF2B5EF4-FFF2-40B4-BE49-F238E27FC236}">
                <a16:creationId xmlns:a16="http://schemas.microsoft.com/office/drawing/2014/main" id="{23ABD48F-6056-4BE2-A51F-F9A2C3F201A0}"/>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65545" name="TextBox 23">
            <a:extLst>
              <a:ext uri="{FF2B5EF4-FFF2-40B4-BE49-F238E27FC236}">
                <a16:creationId xmlns:a16="http://schemas.microsoft.com/office/drawing/2014/main" id="{BF4DA671-8D06-465A-BE0D-774054CCED95}"/>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zh-CN" altLang="en-US" b="1">
                <a:solidFill>
                  <a:schemeClr val="bg1"/>
                </a:solidFill>
                <a:latin typeface="微软雅黑" panose="020B0503020204020204" pitchFamily="34" charset="-122"/>
                <a:ea typeface="微软雅黑" panose="020B0503020204020204" pitchFamily="34" charset="-122"/>
              </a:rPr>
              <a:t>直方图均衡化的缺陷</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4275">
                                            <p:bg/>
                                          </p:spTgt>
                                        </p:tgtEl>
                                        <p:attrNameLst>
                                          <p:attrName>style.visibility</p:attrName>
                                        </p:attrNameLst>
                                      </p:cBhvr>
                                      <p:to>
                                        <p:strVal val="visible"/>
                                      </p:to>
                                    </p:set>
                                    <p:animEffect transition="in" filter="blinds(horizontal)">
                                      <p:cBhvr>
                                        <p:cTn id="7" dur="500"/>
                                        <p:tgtEl>
                                          <p:spTgt spid="54275">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4275">
                                            <p:txEl>
                                              <p:pRg st="0" end="0"/>
                                            </p:txEl>
                                          </p:spTgt>
                                        </p:tgtEl>
                                        <p:attrNameLst>
                                          <p:attrName>style.visibility</p:attrName>
                                        </p:attrNameLst>
                                      </p:cBhvr>
                                      <p:to>
                                        <p:strVal val="visible"/>
                                      </p:to>
                                    </p:set>
                                    <p:animEffect transition="in" filter="blinds(horizontal)">
                                      <p:cBhvr>
                                        <p:cTn id="12" dur="500"/>
                                        <p:tgtEl>
                                          <p:spTgt spid="5427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4275">
                                            <p:txEl>
                                              <p:pRg st="1" end="1"/>
                                            </p:txEl>
                                          </p:spTgt>
                                        </p:tgtEl>
                                        <p:attrNameLst>
                                          <p:attrName>style.visibility</p:attrName>
                                        </p:attrNameLst>
                                      </p:cBhvr>
                                      <p:to>
                                        <p:strVal val="visible"/>
                                      </p:to>
                                    </p:set>
                                    <p:animEffect transition="in" filter="blinds(horizontal)">
                                      <p:cBhvr>
                                        <p:cTn id="17" dur="500"/>
                                        <p:tgtEl>
                                          <p:spTgt spid="54275">
                                            <p:txEl>
                                              <p:pRg st="1" end="1"/>
                                            </p:txEl>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54275">
                                            <p:txEl>
                                              <p:pRg st="2" end="2"/>
                                            </p:txEl>
                                          </p:spTgt>
                                        </p:tgtEl>
                                        <p:attrNameLst>
                                          <p:attrName>style.visibility</p:attrName>
                                        </p:attrNameLst>
                                      </p:cBhvr>
                                      <p:to>
                                        <p:strVal val="visible"/>
                                      </p:to>
                                    </p:set>
                                    <p:animEffect transition="in" filter="blinds(horizontal)">
                                      <p:cBhvr>
                                        <p:cTn id="20" dur="500"/>
                                        <p:tgtEl>
                                          <p:spTgt spid="54275">
                                            <p:txEl>
                                              <p:pRg st="2" end="2"/>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54276"/>
                                        </p:tgtEl>
                                        <p:attrNameLst>
                                          <p:attrName>style.visibility</p:attrName>
                                        </p:attrNameLst>
                                      </p:cBhvr>
                                      <p:to>
                                        <p:strVal val="visible"/>
                                      </p:to>
                                    </p:set>
                                    <p:animEffect transition="in" filter="blinds(horizontal)">
                                      <p:cBhvr>
                                        <p:cTn id="25" dur="500"/>
                                        <p:tgtEl>
                                          <p:spTgt spid="54276"/>
                                        </p:tgtEl>
                                      </p:cBhvr>
                                    </p:animEffect>
                                  </p:childTnLst>
                                </p:cTn>
                              </p:par>
                              <p:par>
                                <p:cTn id="26" presetID="3" presetClass="entr" presetSubtype="10" fill="hold" nodeType="withEffect">
                                  <p:stCondLst>
                                    <p:cond delay="0"/>
                                  </p:stCondLst>
                                  <p:childTnLst>
                                    <p:set>
                                      <p:cBhvr>
                                        <p:cTn id="27" dur="1" fill="hold">
                                          <p:stCondLst>
                                            <p:cond delay="0"/>
                                          </p:stCondLst>
                                        </p:cTn>
                                        <p:tgtEl>
                                          <p:spTgt spid="54277"/>
                                        </p:tgtEl>
                                        <p:attrNameLst>
                                          <p:attrName>style.visibility</p:attrName>
                                        </p:attrNameLst>
                                      </p:cBhvr>
                                      <p:to>
                                        <p:strVal val="visible"/>
                                      </p:to>
                                    </p:set>
                                    <p:animEffect transition="in" filter="blinds(horizontal)">
                                      <p:cBhvr>
                                        <p:cTn id="28" dur="500"/>
                                        <p:tgtEl>
                                          <p:spTgt spid="54277"/>
                                        </p:tgtEl>
                                      </p:cBhvr>
                                    </p:animEffect>
                                  </p:childTnLst>
                                </p:cTn>
                              </p:par>
                              <p:par>
                                <p:cTn id="29" presetID="3" presetClass="entr" presetSubtype="10" fill="hold" nodeType="withEffect">
                                  <p:stCondLst>
                                    <p:cond delay="0"/>
                                  </p:stCondLst>
                                  <p:childTnLst>
                                    <p:set>
                                      <p:cBhvr>
                                        <p:cTn id="30" dur="1" fill="hold">
                                          <p:stCondLst>
                                            <p:cond delay="0"/>
                                          </p:stCondLst>
                                        </p:cTn>
                                        <p:tgtEl>
                                          <p:spTgt spid="54278"/>
                                        </p:tgtEl>
                                        <p:attrNameLst>
                                          <p:attrName>style.visibility</p:attrName>
                                        </p:attrNameLst>
                                      </p:cBhvr>
                                      <p:to>
                                        <p:strVal val="visible"/>
                                      </p:to>
                                    </p:set>
                                    <p:animEffect transition="in" filter="blinds(horizontal)">
                                      <p:cBhvr>
                                        <p:cTn id="31" dur="500"/>
                                        <p:tgtEl>
                                          <p:spTgt spid="54278"/>
                                        </p:tgtEl>
                                      </p:cBhvr>
                                    </p:animEffect>
                                  </p:childTnLst>
                                </p:cTn>
                              </p:par>
                              <p:par>
                                <p:cTn id="32" presetID="3" presetClass="entr" presetSubtype="10" fill="hold" nodeType="withEffect">
                                  <p:stCondLst>
                                    <p:cond delay="0"/>
                                  </p:stCondLst>
                                  <p:childTnLst>
                                    <p:set>
                                      <p:cBhvr>
                                        <p:cTn id="33" dur="1" fill="hold">
                                          <p:stCondLst>
                                            <p:cond delay="0"/>
                                          </p:stCondLst>
                                        </p:cTn>
                                        <p:tgtEl>
                                          <p:spTgt spid="54279"/>
                                        </p:tgtEl>
                                        <p:attrNameLst>
                                          <p:attrName>style.visibility</p:attrName>
                                        </p:attrNameLst>
                                      </p:cBhvr>
                                      <p:to>
                                        <p:strVal val="visible"/>
                                      </p:to>
                                    </p:set>
                                    <p:animEffect transition="in" filter="blinds(horizontal)">
                                      <p:cBhvr>
                                        <p:cTn id="34" dur="500"/>
                                        <p:tgtEl>
                                          <p:spTgt spid="54279"/>
                                        </p:tgtEl>
                                      </p:cBhvr>
                                    </p:animEffect>
                                  </p:childTnLst>
                                </p:cTn>
                              </p:par>
                              <p:par>
                                <p:cTn id="35" presetID="3" presetClass="entr" presetSubtype="10" fill="hold" nodeType="withEffect">
                                  <p:stCondLst>
                                    <p:cond delay="0"/>
                                  </p:stCondLst>
                                  <p:childTnLst>
                                    <p:set>
                                      <p:cBhvr>
                                        <p:cTn id="36" dur="1" fill="hold">
                                          <p:stCondLst>
                                            <p:cond delay="0"/>
                                          </p:stCondLst>
                                        </p:cTn>
                                        <p:tgtEl>
                                          <p:spTgt spid="54280"/>
                                        </p:tgtEl>
                                        <p:attrNameLst>
                                          <p:attrName>style.visibility</p:attrName>
                                        </p:attrNameLst>
                                      </p:cBhvr>
                                      <p:to>
                                        <p:strVal val="visible"/>
                                      </p:to>
                                    </p:set>
                                    <p:animEffect transition="in" filter="blinds(horizontal)">
                                      <p:cBhvr>
                                        <p:cTn id="37" dur="500"/>
                                        <p:tgtEl>
                                          <p:spTgt spid="542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5" grpId="0" build="p" animBg="1" autoUpdateAnimBg="0"/>
      <p:bldP spid="54276" grpId="0"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3">
            <a:extLst>
              <a:ext uri="{FF2B5EF4-FFF2-40B4-BE49-F238E27FC236}">
                <a16:creationId xmlns:a16="http://schemas.microsoft.com/office/drawing/2014/main" id="{72B42E08-BBC9-4032-9DB1-6770C400C3A9}"/>
              </a:ext>
            </a:extLst>
          </p:cNvPr>
          <p:cNvSpPr>
            <a:spLocks noGrp="1" noChangeArrowheads="1"/>
          </p:cNvSpPr>
          <p:nvPr>
            <p:ph idx="4294967295"/>
          </p:nvPr>
        </p:nvSpPr>
        <p:spPr>
          <a:xfrm>
            <a:off x="539750" y="1003300"/>
            <a:ext cx="8435975" cy="5348288"/>
          </a:xfrm>
        </p:spPr>
        <p:txBody>
          <a:bodyPr>
            <a:normAutofit fontScale="92500"/>
          </a:bodyPr>
          <a:lstStyle/>
          <a:p>
            <a:pPr marL="274320" indent="-274320" eaLnBrk="1" fontAlgn="auto" hangingPunct="1">
              <a:lnSpc>
                <a:spcPct val="120000"/>
              </a:lnSpc>
              <a:spcAft>
                <a:spcPts val="0"/>
              </a:spcAft>
              <a:buClr>
                <a:schemeClr val="accent3"/>
              </a:buClr>
              <a:buFont typeface="Wingdings 2"/>
              <a:buChar char=""/>
              <a:defRPr/>
            </a:pPr>
            <a:r>
              <a:rPr lang="zh-CN" altLang="en-US" sz="3700" b="1" dirty="0">
                <a:latin typeface="楷体_GB2312" pitchFamily="1" charset="-122"/>
                <a:ea typeface="楷体_GB2312" pitchFamily="1" charset="-122"/>
              </a:rPr>
              <a:t>目的：</a:t>
            </a:r>
            <a:r>
              <a:rPr lang="zh-CN" altLang="en-US" b="1" dirty="0">
                <a:latin typeface="楷体_GB2312" pitchFamily="1" charset="-122"/>
                <a:ea typeface="楷体_GB2312" pitchFamily="1" charset="-122"/>
              </a:rPr>
              <a:t> </a:t>
            </a:r>
          </a:p>
          <a:p>
            <a:pPr marL="640080" lvl="1" indent="-246888" eaLnBrk="1" fontAlgn="auto" hangingPunct="1">
              <a:lnSpc>
                <a:spcPct val="120000"/>
              </a:lnSpc>
              <a:spcAft>
                <a:spcPts val="0"/>
              </a:spcAft>
              <a:buFont typeface="Wingdings 2"/>
              <a:buChar char=""/>
              <a:defRPr/>
            </a:pPr>
            <a:r>
              <a:rPr lang="zh-CN" altLang="en-US" sz="2600" b="1" dirty="0">
                <a:latin typeface="楷体_GB2312" pitchFamily="1" charset="-122"/>
                <a:ea typeface="楷体_GB2312" pitchFamily="1" charset="-122"/>
              </a:rPr>
              <a:t>将原始图象的直方图转换为期望的直方图的形状</a:t>
            </a:r>
            <a:endParaRPr lang="en-US" altLang="zh-CN" sz="2600" b="1" dirty="0">
              <a:latin typeface="楷体_GB2312" pitchFamily="1" charset="-122"/>
              <a:ea typeface="楷体_GB2312" pitchFamily="1" charset="-122"/>
            </a:endParaRPr>
          </a:p>
          <a:p>
            <a:pPr marL="640080" lvl="1" indent="-246888" eaLnBrk="1" fontAlgn="auto" hangingPunct="1">
              <a:lnSpc>
                <a:spcPct val="120000"/>
              </a:lnSpc>
              <a:spcAft>
                <a:spcPts val="0"/>
              </a:spcAft>
              <a:buFont typeface="Wingdings 2"/>
              <a:buChar char=""/>
              <a:defRPr/>
            </a:pPr>
            <a:endParaRPr lang="zh-CN" altLang="en-US" b="1" dirty="0">
              <a:latin typeface="楷体_GB2312" pitchFamily="1" charset="-122"/>
              <a:ea typeface="楷体_GB2312" pitchFamily="1" charset="-122"/>
            </a:endParaRPr>
          </a:p>
          <a:p>
            <a:pPr marL="274320" indent="-274320" eaLnBrk="1" fontAlgn="auto" hangingPunct="1">
              <a:lnSpc>
                <a:spcPct val="120000"/>
              </a:lnSpc>
              <a:spcAft>
                <a:spcPts val="0"/>
              </a:spcAft>
              <a:buClr>
                <a:schemeClr val="accent3"/>
              </a:buClr>
              <a:buFont typeface="Wingdings 2"/>
              <a:buChar char=""/>
              <a:defRPr/>
            </a:pPr>
            <a:r>
              <a:rPr lang="zh-CN" altLang="en-US" sz="3200" b="1" dirty="0">
                <a:latin typeface="楷体_GB2312" pitchFamily="1" charset="-122"/>
                <a:ea typeface="楷体_GB2312" pitchFamily="1" charset="-122"/>
              </a:rPr>
              <a:t>直方图规定化 </a:t>
            </a:r>
            <a:r>
              <a:rPr lang="en-US" sz="3200" b="1" dirty="0">
                <a:latin typeface="楷体_GB2312" pitchFamily="1" charset="-122"/>
                <a:ea typeface="楷体_GB2312" pitchFamily="1" charset="-122"/>
              </a:rPr>
              <a:t>:</a:t>
            </a:r>
            <a:r>
              <a:rPr lang="zh-CN" altLang="en-US" b="1" dirty="0">
                <a:solidFill>
                  <a:srgbClr val="0033CC"/>
                </a:solidFill>
                <a:latin typeface="楷体_GB2312" pitchFamily="1" charset="-122"/>
                <a:ea typeface="楷体_GB2312" pitchFamily="1" charset="-122"/>
              </a:rPr>
              <a:t>运用均衡化原理的基础</a:t>
            </a:r>
          </a:p>
          <a:p>
            <a:pPr marL="640080" lvl="1" indent="-246888" eaLnBrk="1" fontAlgn="auto" hangingPunct="1">
              <a:lnSpc>
                <a:spcPct val="120000"/>
              </a:lnSpc>
              <a:spcAft>
                <a:spcPts val="0"/>
              </a:spcAft>
              <a:buFont typeface="Wingdings 2"/>
              <a:buChar char=""/>
              <a:defRPr/>
            </a:pPr>
            <a:r>
              <a:rPr lang="zh-CN" altLang="en-US" sz="2800" b="1" dirty="0">
                <a:latin typeface="楷体_GB2312" pitchFamily="1" charset="-122"/>
                <a:ea typeface="楷体_GB2312" pitchFamily="1" charset="-122"/>
              </a:rPr>
              <a:t>算法思想：</a:t>
            </a:r>
          </a:p>
          <a:p>
            <a:pPr marL="640080" lvl="1" indent="-246888" eaLnBrk="1" fontAlgn="auto" hangingPunct="1">
              <a:lnSpc>
                <a:spcPct val="120000"/>
              </a:lnSpc>
              <a:spcAft>
                <a:spcPts val="0"/>
              </a:spcAft>
              <a:buFont typeface="Wingdings 2"/>
              <a:buChar char=""/>
              <a:defRPr/>
            </a:pPr>
            <a:r>
              <a:rPr lang="zh-CN" altLang="en-US" b="1" dirty="0">
                <a:latin typeface="楷体_GB2312" pitchFamily="1" charset="-122"/>
                <a:ea typeface="楷体_GB2312" pitchFamily="1" charset="-122"/>
              </a:rPr>
              <a:t>设</a:t>
            </a:r>
            <a:r>
              <a:rPr lang="en-US" sz="2600" b="1" dirty="0">
                <a:latin typeface="楷体_GB2312" pitchFamily="1" charset="-122"/>
                <a:ea typeface="楷体_GB2312" pitchFamily="1" charset="-122"/>
              </a:rPr>
              <a:t>:{</a:t>
            </a:r>
            <a:r>
              <a:rPr lang="en-US" sz="2600" b="1" dirty="0" err="1">
                <a:latin typeface="楷体_GB2312" pitchFamily="1" charset="-122"/>
                <a:ea typeface="楷体_GB2312" pitchFamily="1" charset="-122"/>
              </a:rPr>
              <a:t>r</a:t>
            </a:r>
            <a:r>
              <a:rPr lang="en-US" sz="2600" b="1" baseline="-25000" dirty="0" err="1">
                <a:latin typeface="楷体_GB2312" pitchFamily="1" charset="-122"/>
                <a:ea typeface="楷体_GB2312" pitchFamily="1" charset="-122"/>
              </a:rPr>
              <a:t>k</a:t>
            </a:r>
            <a:r>
              <a:rPr lang="en-US" sz="2600" b="1" dirty="0">
                <a:latin typeface="楷体_GB2312" pitchFamily="1" charset="-122"/>
                <a:ea typeface="楷体_GB2312" pitchFamily="1" charset="-122"/>
              </a:rPr>
              <a:t>}</a:t>
            </a:r>
            <a:r>
              <a:rPr lang="zh-CN" altLang="en-US" sz="2600" b="1" dirty="0">
                <a:latin typeface="楷体_GB2312" pitchFamily="1" charset="-122"/>
                <a:ea typeface="楷体_GB2312" pitchFamily="1" charset="-122"/>
              </a:rPr>
              <a:t>是原图象的灰度级</a:t>
            </a:r>
            <a:r>
              <a:rPr lang="en-US" sz="2600" b="1" dirty="0">
                <a:latin typeface="楷体_GB2312" pitchFamily="1" charset="-122"/>
                <a:ea typeface="楷体_GB2312" pitchFamily="1" charset="-122"/>
              </a:rPr>
              <a:t>,</a:t>
            </a:r>
          </a:p>
          <a:p>
            <a:pPr lvl="2" indent="-246888" eaLnBrk="1" fontAlgn="auto" hangingPunct="1">
              <a:lnSpc>
                <a:spcPct val="120000"/>
              </a:lnSpc>
              <a:spcAft>
                <a:spcPts val="0"/>
              </a:spcAft>
              <a:buFont typeface="Wingdings 2"/>
              <a:buChar char=""/>
              <a:defRPr/>
            </a:pPr>
            <a:r>
              <a:rPr lang="en-US" sz="2400" dirty="0">
                <a:latin typeface="楷体_GB2312" pitchFamily="1" charset="-122"/>
                <a:ea typeface="楷体_GB2312" pitchFamily="1" charset="-122"/>
              </a:rPr>
              <a:t>{</a:t>
            </a:r>
            <a:r>
              <a:rPr lang="en-US" sz="2400" dirty="0" err="1">
                <a:latin typeface="楷体_GB2312" pitchFamily="1" charset="-122"/>
                <a:ea typeface="楷体_GB2312" pitchFamily="1" charset="-122"/>
              </a:rPr>
              <a:t>z</a:t>
            </a:r>
            <a:r>
              <a:rPr lang="en-US" sz="2400" baseline="-25000" dirty="0" err="1">
                <a:latin typeface="楷体_GB2312" pitchFamily="1" charset="-122"/>
                <a:ea typeface="楷体_GB2312" pitchFamily="1" charset="-122"/>
              </a:rPr>
              <a:t>k</a:t>
            </a:r>
            <a:r>
              <a:rPr lang="en-US" sz="2400" dirty="0">
                <a:latin typeface="楷体_GB2312" pitchFamily="1" charset="-122"/>
                <a:ea typeface="楷体_GB2312" pitchFamily="1" charset="-122"/>
              </a:rPr>
              <a:t>}</a:t>
            </a:r>
            <a:r>
              <a:rPr lang="zh-CN" altLang="en-US" sz="2400" dirty="0">
                <a:latin typeface="楷体_GB2312" pitchFamily="1" charset="-122"/>
                <a:ea typeface="楷体_GB2312" pitchFamily="1" charset="-122"/>
              </a:rPr>
              <a:t>是符合指定直方图结果图象的灰度级</a:t>
            </a:r>
          </a:p>
          <a:p>
            <a:pPr marL="640080" lvl="1" indent="-246888" eaLnBrk="1" fontAlgn="auto" hangingPunct="1">
              <a:lnSpc>
                <a:spcPct val="120000"/>
              </a:lnSpc>
              <a:spcAft>
                <a:spcPts val="0"/>
              </a:spcAft>
              <a:buFont typeface="Wingdings 2"/>
              <a:buChar char=""/>
              <a:defRPr/>
            </a:pPr>
            <a:r>
              <a:rPr lang="zh-CN" altLang="en-US" b="1" dirty="0">
                <a:latin typeface="楷体_GB2312" pitchFamily="1" charset="-122"/>
                <a:ea typeface="楷体_GB2312" pitchFamily="1" charset="-122"/>
              </a:rPr>
              <a:t>目标：找到一个灰度级变换函数</a:t>
            </a:r>
            <a:r>
              <a:rPr lang="zh-CN" altLang="en-US" b="1" dirty="0">
                <a:solidFill>
                  <a:srgbClr val="0033CC"/>
                </a:solidFill>
                <a:latin typeface="楷体_GB2312" pitchFamily="1" charset="-122"/>
                <a:ea typeface="楷体_GB2312" pitchFamily="1" charset="-122"/>
              </a:rPr>
              <a:t> </a:t>
            </a:r>
            <a:r>
              <a:rPr lang="en-US" b="1" dirty="0">
                <a:solidFill>
                  <a:srgbClr val="0033CC"/>
                </a:solidFill>
                <a:effectLst>
                  <a:outerShdw blurRad="38100" dist="38100" dir="2700000" algn="tl">
                    <a:srgbClr val="C0C0C0"/>
                  </a:outerShdw>
                </a:effectLst>
                <a:latin typeface="楷体_GB2312" pitchFamily="1" charset="-122"/>
                <a:ea typeface="楷体_GB2312" pitchFamily="1" charset="-122"/>
              </a:rPr>
              <a:t>T</a:t>
            </a:r>
            <a:r>
              <a:rPr lang="en-US" b="1" dirty="0">
                <a:latin typeface="楷体_GB2312" pitchFamily="1" charset="-122"/>
                <a:ea typeface="楷体_GB2312" pitchFamily="1" charset="-122"/>
              </a:rPr>
              <a:t> ,</a:t>
            </a:r>
            <a:r>
              <a:rPr lang="zh-CN" altLang="en-US" b="1" dirty="0">
                <a:latin typeface="楷体_GB2312" pitchFamily="1" charset="-122"/>
                <a:ea typeface="楷体_GB2312" pitchFamily="1" charset="-122"/>
              </a:rPr>
              <a:t>使：</a:t>
            </a:r>
          </a:p>
          <a:p>
            <a:pPr lvl="2" indent="-246888" eaLnBrk="1" fontAlgn="auto" hangingPunct="1">
              <a:lnSpc>
                <a:spcPct val="120000"/>
              </a:lnSpc>
              <a:spcAft>
                <a:spcPts val="0"/>
              </a:spcAft>
              <a:buFont typeface="Wingdings 2"/>
              <a:buChar char=""/>
              <a:defRPr/>
            </a:pPr>
            <a:r>
              <a:rPr lang="zh-CN" altLang="en-US" sz="2600" b="1" dirty="0">
                <a:solidFill>
                  <a:schemeClr val="accent2"/>
                </a:solidFill>
                <a:effectLst>
                  <a:outerShdw blurRad="38100" dist="38100" dir="2700000" algn="tl">
                    <a:srgbClr val="C0C0C0"/>
                  </a:outerShdw>
                </a:effectLst>
                <a:latin typeface="楷体_GB2312" pitchFamily="1" charset="-122"/>
                <a:ea typeface="楷体_GB2312" pitchFamily="1" charset="-122"/>
              </a:rPr>
              <a:t>  </a:t>
            </a:r>
            <a:endParaRPr lang="zh-CN" altLang="en-US" sz="2600" b="1" dirty="0">
              <a:latin typeface="楷体_GB2312" pitchFamily="1" charset="-122"/>
              <a:ea typeface="楷体_GB2312" pitchFamily="1" charset="-122"/>
            </a:endParaRPr>
          </a:p>
          <a:p>
            <a:pPr lvl="2" indent="-246888" eaLnBrk="1" fontAlgn="auto" hangingPunct="1">
              <a:lnSpc>
                <a:spcPct val="120000"/>
              </a:lnSpc>
              <a:spcAft>
                <a:spcPts val="0"/>
              </a:spcAft>
              <a:buFont typeface="Wingdings 2"/>
              <a:buChar char=""/>
              <a:defRPr/>
            </a:pPr>
            <a:r>
              <a:rPr lang="zh-CN" altLang="en-US" sz="2600" b="1" dirty="0">
                <a:latin typeface="楷体_GB2312" pitchFamily="1" charset="-122"/>
                <a:ea typeface="楷体_GB2312" pitchFamily="1" charset="-122"/>
              </a:rPr>
              <a:t>从概率密度函数（直方图）入手</a:t>
            </a:r>
          </a:p>
        </p:txBody>
      </p:sp>
      <p:sp>
        <p:nvSpPr>
          <p:cNvPr id="66563" name="Text Box 4">
            <a:extLst>
              <a:ext uri="{FF2B5EF4-FFF2-40B4-BE49-F238E27FC236}">
                <a16:creationId xmlns:a16="http://schemas.microsoft.com/office/drawing/2014/main" id="{D108313B-3B15-4169-B71C-A41800A6A50B}"/>
              </a:ext>
            </a:extLst>
          </p:cNvPr>
          <p:cNvSpPr txBox="1">
            <a:spLocks noChangeArrowheads="1"/>
          </p:cNvSpPr>
          <p:nvPr/>
        </p:nvSpPr>
        <p:spPr bwMode="auto">
          <a:xfrm>
            <a:off x="1343025" y="5813425"/>
            <a:ext cx="1911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1800" b="1">
              <a:latin typeface="Verdana" panose="020B0604030504040204" pitchFamily="34" charset="0"/>
            </a:endParaRPr>
          </a:p>
        </p:txBody>
      </p:sp>
      <p:graphicFrame>
        <p:nvGraphicFramePr>
          <p:cNvPr id="55301" name="Object 5">
            <a:extLst>
              <a:ext uri="{FF2B5EF4-FFF2-40B4-BE49-F238E27FC236}">
                <a16:creationId xmlns:a16="http://schemas.microsoft.com/office/drawing/2014/main" id="{0ED647DA-4944-43C0-950A-ED651CFD83F0}"/>
              </a:ext>
            </a:extLst>
          </p:cNvPr>
          <p:cNvGraphicFramePr>
            <a:graphicFrameLocks noChangeAspect="1"/>
          </p:cNvGraphicFramePr>
          <p:nvPr/>
        </p:nvGraphicFramePr>
        <p:xfrm>
          <a:off x="1908175" y="5281613"/>
          <a:ext cx="3201988" cy="554037"/>
        </p:xfrm>
        <a:graphic>
          <a:graphicData uri="http://schemas.openxmlformats.org/presentationml/2006/ole">
            <mc:AlternateContent xmlns:mc="http://schemas.openxmlformats.org/markup-compatibility/2006">
              <mc:Choice xmlns:v="urn:schemas-microsoft-com:vml" Requires="v">
                <p:oleObj spid="_x0000_s66567" r:id="rId3" imgW="1638226" imgH="171450" progId="Equation.DSMT4">
                  <p:embed/>
                </p:oleObj>
              </mc:Choice>
              <mc:Fallback>
                <p:oleObj r:id="rId3" imgW="1638226" imgH="17145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8175" y="5281613"/>
                        <a:ext cx="3201988" cy="554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矩形 5">
            <a:extLst>
              <a:ext uri="{FF2B5EF4-FFF2-40B4-BE49-F238E27FC236}">
                <a16:creationId xmlns:a16="http://schemas.microsoft.com/office/drawing/2014/main" id="{1F822848-AA29-4F10-9628-6955CD2F0B5F}"/>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66566" name="TextBox 23">
            <a:extLst>
              <a:ext uri="{FF2B5EF4-FFF2-40B4-BE49-F238E27FC236}">
                <a16:creationId xmlns:a16="http://schemas.microsoft.com/office/drawing/2014/main" id="{570B05B0-631D-4C14-A283-00C8E029AF23}"/>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zh-CN" altLang="en-US" b="1">
                <a:solidFill>
                  <a:schemeClr val="bg1"/>
                </a:solidFill>
                <a:latin typeface="微软雅黑" panose="020B0503020204020204" pitchFamily="34" charset="-122"/>
                <a:ea typeface="微软雅黑" panose="020B0503020204020204" pitchFamily="34" charset="-122"/>
              </a:rPr>
              <a:t>直方图规定化（匹配）</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5299">
                                            <p:txEl>
                                              <p:pRg st="0" end="0"/>
                                            </p:txEl>
                                          </p:spTgt>
                                        </p:tgtEl>
                                        <p:attrNameLst>
                                          <p:attrName>style.visibility</p:attrName>
                                        </p:attrNameLst>
                                      </p:cBhvr>
                                      <p:to>
                                        <p:strVal val="visible"/>
                                      </p:to>
                                    </p:set>
                                    <p:animEffect transition="in" filter="blinds(horizontal)">
                                      <p:cBhvr>
                                        <p:cTn id="7" dur="500"/>
                                        <p:tgtEl>
                                          <p:spTgt spid="55299">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5299">
                                            <p:txEl>
                                              <p:pRg st="1" end="1"/>
                                            </p:txEl>
                                          </p:spTgt>
                                        </p:tgtEl>
                                        <p:attrNameLst>
                                          <p:attrName>style.visibility</p:attrName>
                                        </p:attrNameLst>
                                      </p:cBhvr>
                                      <p:to>
                                        <p:strVal val="visible"/>
                                      </p:to>
                                    </p:set>
                                    <p:animEffect transition="in" filter="blinds(horizontal)">
                                      <p:cBhvr>
                                        <p:cTn id="10" dur="500"/>
                                        <p:tgtEl>
                                          <p:spTgt spid="55299">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55299">
                                            <p:txEl>
                                              <p:pRg st="3" end="3"/>
                                            </p:txEl>
                                          </p:spTgt>
                                        </p:tgtEl>
                                        <p:attrNameLst>
                                          <p:attrName>style.visibility</p:attrName>
                                        </p:attrNameLst>
                                      </p:cBhvr>
                                      <p:to>
                                        <p:strVal val="visible"/>
                                      </p:to>
                                    </p:set>
                                    <p:animEffect transition="in" filter="blinds(horizontal)">
                                      <p:cBhvr>
                                        <p:cTn id="15" dur="500"/>
                                        <p:tgtEl>
                                          <p:spTgt spid="55299">
                                            <p:txEl>
                                              <p:pRg st="3" end="3"/>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55299">
                                            <p:txEl>
                                              <p:pRg st="4" end="4"/>
                                            </p:txEl>
                                          </p:spTgt>
                                        </p:tgtEl>
                                        <p:attrNameLst>
                                          <p:attrName>style.visibility</p:attrName>
                                        </p:attrNameLst>
                                      </p:cBhvr>
                                      <p:to>
                                        <p:strVal val="visible"/>
                                      </p:to>
                                    </p:set>
                                    <p:animEffect transition="in" filter="blinds(horizontal)">
                                      <p:cBhvr>
                                        <p:cTn id="20" dur="500"/>
                                        <p:tgtEl>
                                          <p:spTgt spid="55299">
                                            <p:txEl>
                                              <p:pRg st="4" end="4"/>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55299">
                                            <p:txEl>
                                              <p:pRg st="5" end="5"/>
                                            </p:txEl>
                                          </p:spTgt>
                                        </p:tgtEl>
                                        <p:attrNameLst>
                                          <p:attrName>style.visibility</p:attrName>
                                        </p:attrNameLst>
                                      </p:cBhvr>
                                      <p:to>
                                        <p:strVal val="visible"/>
                                      </p:to>
                                    </p:set>
                                    <p:animEffect transition="in" filter="blinds(horizontal)">
                                      <p:cBhvr>
                                        <p:cTn id="25" dur="500"/>
                                        <p:tgtEl>
                                          <p:spTgt spid="55299">
                                            <p:txEl>
                                              <p:pRg st="5" end="5"/>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55299">
                                            <p:txEl>
                                              <p:pRg st="6" end="6"/>
                                            </p:txEl>
                                          </p:spTgt>
                                        </p:tgtEl>
                                        <p:attrNameLst>
                                          <p:attrName>style.visibility</p:attrName>
                                        </p:attrNameLst>
                                      </p:cBhvr>
                                      <p:to>
                                        <p:strVal val="visible"/>
                                      </p:to>
                                    </p:set>
                                    <p:animEffect transition="in" filter="blinds(horizontal)">
                                      <p:cBhvr>
                                        <p:cTn id="28" dur="500"/>
                                        <p:tgtEl>
                                          <p:spTgt spid="55299">
                                            <p:txEl>
                                              <p:pRg st="6" end="6"/>
                                            </p:txEl>
                                          </p:spTgt>
                                        </p:tgtEl>
                                      </p:cBhvr>
                                    </p:animEffect>
                                  </p:childTnLst>
                                </p:cTn>
                              </p:par>
                              <p:par>
                                <p:cTn id="29" presetID="3" presetClass="entr" presetSubtype="10" fill="hold" nodeType="withEffect">
                                  <p:stCondLst>
                                    <p:cond delay="0"/>
                                  </p:stCondLst>
                                  <p:childTnLst>
                                    <p:set>
                                      <p:cBhvr>
                                        <p:cTn id="30" dur="1" fill="hold">
                                          <p:stCondLst>
                                            <p:cond delay="0"/>
                                          </p:stCondLst>
                                        </p:cTn>
                                        <p:tgtEl>
                                          <p:spTgt spid="55299">
                                            <p:txEl>
                                              <p:pRg st="7" end="7"/>
                                            </p:txEl>
                                          </p:spTgt>
                                        </p:tgtEl>
                                        <p:attrNameLst>
                                          <p:attrName>style.visibility</p:attrName>
                                        </p:attrNameLst>
                                      </p:cBhvr>
                                      <p:to>
                                        <p:strVal val="visible"/>
                                      </p:to>
                                    </p:set>
                                    <p:animEffect transition="in" filter="blinds(horizontal)">
                                      <p:cBhvr>
                                        <p:cTn id="31" dur="500"/>
                                        <p:tgtEl>
                                          <p:spTgt spid="55299">
                                            <p:txEl>
                                              <p:pRg st="7" end="7"/>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55299">
                                            <p:txEl>
                                              <p:pRg st="8" end="8"/>
                                            </p:txEl>
                                          </p:spTgt>
                                        </p:tgtEl>
                                        <p:attrNameLst>
                                          <p:attrName>style.visibility</p:attrName>
                                        </p:attrNameLst>
                                      </p:cBhvr>
                                      <p:to>
                                        <p:strVal val="visible"/>
                                      </p:to>
                                    </p:set>
                                    <p:animEffect transition="in" filter="blinds(horizontal)">
                                      <p:cBhvr>
                                        <p:cTn id="34" dur="500"/>
                                        <p:tgtEl>
                                          <p:spTgt spid="55299">
                                            <p:txEl>
                                              <p:pRg st="8" end="8"/>
                                            </p:txEl>
                                          </p:spTgt>
                                        </p:tgtEl>
                                      </p:cBhvr>
                                    </p:animEffect>
                                  </p:childTnLst>
                                </p:cTn>
                              </p:par>
                              <p:par>
                                <p:cTn id="35" presetID="3" presetClass="entr" presetSubtype="10" fill="hold" nodeType="withEffect">
                                  <p:stCondLst>
                                    <p:cond delay="0"/>
                                  </p:stCondLst>
                                  <p:childTnLst>
                                    <p:set>
                                      <p:cBhvr>
                                        <p:cTn id="36" dur="1" fill="hold">
                                          <p:stCondLst>
                                            <p:cond delay="0"/>
                                          </p:stCondLst>
                                        </p:cTn>
                                        <p:tgtEl>
                                          <p:spTgt spid="55299">
                                            <p:txEl>
                                              <p:pRg st="9" end="9"/>
                                            </p:txEl>
                                          </p:spTgt>
                                        </p:tgtEl>
                                        <p:attrNameLst>
                                          <p:attrName>style.visibility</p:attrName>
                                        </p:attrNameLst>
                                      </p:cBhvr>
                                      <p:to>
                                        <p:strVal val="visible"/>
                                      </p:to>
                                    </p:set>
                                    <p:animEffect transition="in" filter="blinds(horizontal)">
                                      <p:cBhvr>
                                        <p:cTn id="37" dur="500"/>
                                        <p:tgtEl>
                                          <p:spTgt spid="55299">
                                            <p:txEl>
                                              <p:pRg st="9" end="9"/>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55301"/>
                                        </p:tgtEl>
                                        <p:attrNameLst>
                                          <p:attrName>style.visibility</p:attrName>
                                        </p:attrNameLst>
                                      </p:cBhvr>
                                      <p:to>
                                        <p:strVal val="visible"/>
                                      </p:to>
                                    </p:set>
                                    <p:animEffect transition="in" filter="fade">
                                      <p:cBhvr>
                                        <p:cTn id="40" dur="500"/>
                                        <p:tgtEl>
                                          <p:spTgt spid="553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1">
            <a:extLst>
              <a:ext uri="{FF2B5EF4-FFF2-40B4-BE49-F238E27FC236}">
                <a16:creationId xmlns:a16="http://schemas.microsoft.com/office/drawing/2014/main" id="{1D003C52-ED1D-48F5-A129-0960B5B7C726}"/>
              </a:ext>
            </a:extLst>
          </p:cNvPr>
          <p:cNvSpPr>
            <a:spLocks noGrp="1" noChangeArrowheads="1"/>
          </p:cNvSpPr>
          <p:nvPr>
            <p:ph type="title" idx="4294967295"/>
          </p:nvPr>
        </p:nvSpPr>
        <p:spPr>
          <a:xfrm>
            <a:off x="0" y="903288"/>
            <a:ext cx="2374900" cy="496887"/>
          </a:xfrm>
        </p:spPr>
        <p:txBody>
          <a:bodyPr>
            <a:normAutofit fontScale="90000"/>
          </a:bodyPr>
          <a:lstStyle/>
          <a:p>
            <a:pPr eaLnBrk="1" fontAlgn="auto" hangingPunct="1">
              <a:spcAft>
                <a:spcPts val="0"/>
              </a:spcAft>
              <a:defRPr/>
            </a:pPr>
            <a:r>
              <a:rPr lang="zh-CN" altLang="en-US" sz="3400" b="1" dirty="0">
                <a:solidFill>
                  <a:srgbClr val="0033CC"/>
                </a:solidFill>
                <a:effectLst>
                  <a:outerShdw blurRad="38100" dist="38100" dir="2700000" algn="tl">
                    <a:srgbClr val="C0C0C0"/>
                  </a:outerShdw>
                </a:effectLst>
                <a:latin typeface="楷体_GB2312" pitchFamily="1" charset="-122"/>
                <a:ea typeface="楷体_GB2312" pitchFamily="1" charset="-122"/>
              </a:rPr>
              <a:t>算法思路：</a:t>
            </a:r>
          </a:p>
        </p:txBody>
      </p:sp>
      <p:sp>
        <p:nvSpPr>
          <p:cNvPr id="53251" name="Rectangle 2">
            <a:extLst>
              <a:ext uri="{FF2B5EF4-FFF2-40B4-BE49-F238E27FC236}">
                <a16:creationId xmlns:a16="http://schemas.microsoft.com/office/drawing/2014/main" id="{046E245B-CABC-4BC4-80BF-DA5506174B4F}"/>
              </a:ext>
            </a:extLst>
          </p:cNvPr>
          <p:cNvSpPr>
            <a:spLocks noGrp="1" noChangeArrowheads="1"/>
          </p:cNvSpPr>
          <p:nvPr>
            <p:ph idx="4294967295"/>
          </p:nvPr>
        </p:nvSpPr>
        <p:spPr>
          <a:xfrm>
            <a:off x="179388" y="2703513"/>
            <a:ext cx="8964612" cy="503237"/>
          </a:xfrm>
        </p:spPr>
        <p:txBody>
          <a:bodyPr>
            <a:normAutofit lnSpcReduction="10000"/>
          </a:bodyPr>
          <a:lstStyle/>
          <a:p>
            <a:pPr marL="640080" lvl="1" indent="-246888" eaLnBrk="1" fontAlgn="auto" hangingPunct="1">
              <a:spcAft>
                <a:spcPts val="0"/>
              </a:spcAft>
              <a:buFont typeface="Wingdings 2"/>
              <a:buChar char=""/>
              <a:defRPr/>
            </a:pPr>
            <a:r>
              <a:rPr lang="en-US" altLang="zh-CN" sz="2800" b="1" dirty="0">
                <a:latin typeface="楷体_GB2312" pitchFamily="1" charset="-122"/>
                <a:ea typeface="楷体_GB2312" pitchFamily="1" charset="-122"/>
              </a:rPr>
              <a:t>①</a:t>
            </a:r>
            <a:r>
              <a:rPr lang="zh-CN" altLang="en-US" sz="2800" b="1" dirty="0">
                <a:latin typeface="楷体_GB2312" pitchFamily="1" charset="-122"/>
                <a:ea typeface="楷体_GB2312" pitchFamily="1" charset="-122"/>
              </a:rPr>
              <a:t>分别对       ，      作</a:t>
            </a:r>
            <a:r>
              <a:rPr lang="zh-CN" altLang="en-US" sz="2800" b="1" dirty="0">
                <a:solidFill>
                  <a:schemeClr val="accent2"/>
                </a:solidFill>
                <a:latin typeface="楷体_GB2312" pitchFamily="1" charset="-122"/>
                <a:ea typeface="楷体_GB2312" pitchFamily="1" charset="-122"/>
              </a:rPr>
              <a:t>直方图均衡化处理</a:t>
            </a:r>
            <a:r>
              <a:rPr lang="zh-CN" altLang="en-US" sz="2800" b="1" dirty="0">
                <a:latin typeface="楷体_GB2312" pitchFamily="1" charset="-122"/>
                <a:ea typeface="楷体_GB2312" pitchFamily="1" charset="-122"/>
              </a:rPr>
              <a:t>则有：</a:t>
            </a:r>
          </a:p>
        </p:txBody>
      </p:sp>
      <p:sp>
        <p:nvSpPr>
          <p:cNvPr id="67588" name="Text Box 7">
            <a:extLst>
              <a:ext uri="{FF2B5EF4-FFF2-40B4-BE49-F238E27FC236}">
                <a16:creationId xmlns:a16="http://schemas.microsoft.com/office/drawing/2014/main" id="{F31DE8FD-CEAE-45EF-A366-7584D220E76F}"/>
              </a:ext>
            </a:extLst>
          </p:cNvPr>
          <p:cNvSpPr txBox="1">
            <a:spLocks noChangeArrowheads="1"/>
          </p:cNvSpPr>
          <p:nvPr/>
        </p:nvSpPr>
        <p:spPr bwMode="auto">
          <a:xfrm>
            <a:off x="323850" y="5151438"/>
            <a:ext cx="8407400"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2800" b="1">
                <a:latin typeface="楷体_GB2312" pitchFamily="1" charset="-122"/>
                <a:ea typeface="楷体_GB2312" pitchFamily="1" charset="-122"/>
              </a:rPr>
              <a:t>经上述变换后的灰度    </a:t>
            </a:r>
            <a:r>
              <a:rPr lang="zh-CN" altLang="en-US" sz="2800" b="1">
                <a:solidFill>
                  <a:schemeClr val="accent2"/>
                </a:solidFill>
                <a:latin typeface="楷体_GB2312" pitchFamily="1" charset="-122"/>
                <a:ea typeface="楷体_GB2312" pitchFamily="1" charset="-122"/>
              </a:rPr>
              <a:t>及  ，其密度函数是相同的均匀密度</a:t>
            </a:r>
            <a:r>
              <a:rPr lang="zh-CN" altLang="en-US" sz="2800" b="1">
                <a:latin typeface="楷体_GB2312" pitchFamily="1" charset="-122"/>
                <a:ea typeface="楷体_GB2312" pitchFamily="1" charset="-122"/>
              </a:rPr>
              <a:t>，再借助于直方图均衡化结果作媒介          实现从           的转换。</a:t>
            </a:r>
          </a:p>
        </p:txBody>
      </p:sp>
      <p:grpSp>
        <p:nvGrpSpPr>
          <p:cNvPr id="67589" name="Group 8">
            <a:extLst>
              <a:ext uri="{FF2B5EF4-FFF2-40B4-BE49-F238E27FC236}">
                <a16:creationId xmlns:a16="http://schemas.microsoft.com/office/drawing/2014/main" id="{46016140-58B5-4CDF-B828-09387E7CBC27}"/>
              </a:ext>
            </a:extLst>
          </p:cNvPr>
          <p:cNvGrpSpPr>
            <a:grpSpLocks/>
          </p:cNvGrpSpPr>
          <p:nvPr/>
        </p:nvGrpSpPr>
        <p:grpSpPr bwMode="auto">
          <a:xfrm>
            <a:off x="179388" y="1479550"/>
            <a:ext cx="8713787" cy="1100138"/>
            <a:chOff x="0" y="0"/>
            <a:chExt cx="5489" cy="693"/>
          </a:xfrm>
        </p:grpSpPr>
        <p:sp>
          <p:nvSpPr>
            <p:cNvPr id="67601" name="Rectangle 12">
              <a:extLst>
                <a:ext uri="{FF2B5EF4-FFF2-40B4-BE49-F238E27FC236}">
                  <a16:creationId xmlns:a16="http://schemas.microsoft.com/office/drawing/2014/main" id="{7F4FE98E-49DD-4D93-BC40-256C9189A154}"/>
                </a:ext>
              </a:extLst>
            </p:cNvPr>
            <p:cNvSpPr>
              <a:spLocks noChangeArrowheads="1"/>
            </p:cNvSpPr>
            <p:nvPr/>
          </p:nvSpPr>
          <p:spPr bwMode="auto">
            <a:xfrm>
              <a:off x="0" y="0"/>
              <a:ext cx="5489" cy="68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908050" indent="-436563">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lvl="1" eaLnBrk="1" hangingPunct="1">
                <a:buClr>
                  <a:schemeClr val="accent2"/>
                </a:buClr>
                <a:buSzTx/>
                <a:buFont typeface="Wingdings" panose="05000000000000000000" pitchFamily="2" charset="2"/>
                <a:buNone/>
              </a:pPr>
              <a:r>
                <a:rPr lang="zh-CN" altLang="en-US" sz="2800" b="1">
                  <a:latin typeface="楷体_GB2312" pitchFamily="1" charset="-122"/>
                  <a:ea typeface="楷体_GB2312" pitchFamily="1" charset="-122"/>
                </a:rPr>
                <a:t>已知</a:t>
              </a:r>
              <a:r>
                <a:rPr lang="en-US" altLang="zh-CN" sz="2800" b="1">
                  <a:latin typeface="楷体_GB2312" pitchFamily="1" charset="-122"/>
                  <a:ea typeface="楷体_GB2312" pitchFamily="1" charset="-122"/>
                </a:rPr>
                <a:t>:         </a:t>
              </a:r>
              <a:r>
                <a:rPr lang="zh-CN" altLang="en-US" sz="2800" b="1">
                  <a:latin typeface="楷体_GB2312" pitchFamily="1" charset="-122"/>
                  <a:ea typeface="楷体_GB2312" pitchFamily="1" charset="-122"/>
                </a:rPr>
                <a:t>为原图的灰度密度函数（直方图），</a:t>
              </a:r>
            </a:p>
            <a:p>
              <a:pPr lvl="1" eaLnBrk="1" hangingPunct="1">
                <a:buClr>
                  <a:schemeClr val="accent2"/>
                </a:buClr>
                <a:buSzTx/>
                <a:buFont typeface="Wingdings" panose="05000000000000000000" pitchFamily="2" charset="2"/>
                <a:buNone/>
              </a:pPr>
              <a:r>
                <a:rPr lang="zh-CN" altLang="en-US" sz="2800" b="1">
                  <a:latin typeface="楷体_GB2312" pitchFamily="1" charset="-122"/>
                  <a:ea typeface="楷体_GB2312" pitchFamily="1" charset="-122"/>
                </a:rPr>
                <a:t>      	    为希望得到的灰度密度函数（直方图）</a:t>
              </a:r>
            </a:p>
          </p:txBody>
        </p:sp>
        <p:graphicFrame>
          <p:nvGraphicFramePr>
            <p:cNvPr id="67602" name="Object 10">
              <a:extLst>
                <a:ext uri="{FF2B5EF4-FFF2-40B4-BE49-F238E27FC236}">
                  <a16:creationId xmlns:a16="http://schemas.microsoft.com/office/drawing/2014/main" id="{B920B176-8F35-43DD-ACE2-E4606F40A7D5}"/>
                </a:ext>
              </a:extLst>
            </p:cNvPr>
            <p:cNvGraphicFramePr>
              <a:graphicFrameLocks noChangeAspect="1"/>
            </p:cNvGraphicFramePr>
            <p:nvPr/>
          </p:nvGraphicFramePr>
          <p:xfrm>
            <a:off x="907" y="46"/>
            <a:ext cx="542" cy="302"/>
          </p:xfrm>
          <a:graphic>
            <a:graphicData uri="http://schemas.openxmlformats.org/presentationml/2006/ole">
              <mc:AlternateContent xmlns:mc="http://schemas.openxmlformats.org/markup-compatibility/2006">
                <mc:Choice xmlns:v="urn:schemas-microsoft-com:vml" Requires="v">
                  <p:oleObj spid="_x0000_s67604" r:id="rId3" imgW="381331" imgH="228799" progId="Equation.DSMT4">
                    <p:embed/>
                  </p:oleObj>
                </mc:Choice>
                <mc:Fallback>
                  <p:oleObj r:id="rId3" imgW="381331" imgH="228799" progId="Equation.DSMT4">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7" y="46"/>
                          <a:ext cx="542" cy="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603" name="Object 11">
              <a:extLst>
                <a:ext uri="{FF2B5EF4-FFF2-40B4-BE49-F238E27FC236}">
                  <a16:creationId xmlns:a16="http://schemas.microsoft.com/office/drawing/2014/main" id="{95FB42EB-A42A-4734-AB4A-A4E045C45EC5}"/>
                </a:ext>
              </a:extLst>
            </p:cNvPr>
            <p:cNvGraphicFramePr>
              <a:graphicFrameLocks noChangeAspect="1"/>
            </p:cNvGraphicFramePr>
            <p:nvPr/>
          </p:nvGraphicFramePr>
          <p:xfrm>
            <a:off x="862" y="363"/>
            <a:ext cx="592" cy="330"/>
          </p:xfrm>
          <a:graphic>
            <a:graphicData uri="http://schemas.openxmlformats.org/presentationml/2006/ole">
              <mc:AlternateContent xmlns:mc="http://schemas.openxmlformats.org/markup-compatibility/2006">
                <mc:Choice xmlns:v="urn:schemas-microsoft-com:vml" Requires="v">
                  <p:oleObj spid="_x0000_s67605" r:id="rId5" imgW="381331" imgH="228799" progId="Equation.DSMT4">
                    <p:embed/>
                  </p:oleObj>
                </mc:Choice>
                <mc:Fallback>
                  <p:oleObj r:id="rId5" imgW="381331" imgH="228799" progId="Equation.DSMT4">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2" y="363"/>
                          <a:ext cx="59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67590" name="Object 12">
            <a:extLst>
              <a:ext uri="{FF2B5EF4-FFF2-40B4-BE49-F238E27FC236}">
                <a16:creationId xmlns:a16="http://schemas.microsoft.com/office/drawing/2014/main" id="{0E2BB850-E846-46D2-B1BD-9C4325735073}"/>
              </a:ext>
            </a:extLst>
          </p:cNvPr>
          <p:cNvGraphicFramePr>
            <a:graphicFrameLocks noChangeAspect="1"/>
          </p:cNvGraphicFramePr>
          <p:nvPr/>
        </p:nvGraphicFramePr>
        <p:xfrm>
          <a:off x="2349500" y="2679700"/>
          <a:ext cx="747713" cy="454025"/>
        </p:xfrm>
        <a:graphic>
          <a:graphicData uri="http://schemas.openxmlformats.org/presentationml/2006/ole">
            <mc:AlternateContent xmlns:mc="http://schemas.openxmlformats.org/markup-compatibility/2006">
              <mc:Choice xmlns:v="urn:schemas-microsoft-com:vml" Requires="v">
                <p:oleObj spid="_x0000_s67606" r:id="rId7" imgW="381331" imgH="228799" progId="Equation.DSMT4">
                  <p:embed/>
                </p:oleObj>
              </mc:Choice>
              <mc:Fallback>
                <p:oleObj r:id="rId7" imgW="381331" imgH="228799" progId="Equation.DSMT4">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49500" y="2679700"/>
                        <a:ext cx="747713"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591" name="Object 13">
            <a:extLst>
              <a:ext uri="{FF2B5EF4-FFF2-40B4-BE49-F238E27FC236}">
                <a16:creationId xmlns:a16="http://schemas.microsoft.com/office/drawing/2014/main" id="{3013D3C1-8984-49E9-978B-0BA029D44755}"/>
              </a:ext>
            </a:extLst>
          </p:cNvPr>
          <p:cNvGraphicFramePr>
            <a:graphicFrameLocks noChangeAspect="1"/>
          </p:cNvGraphicFramePr>
          <p:nvPr/>
        </p:nvGraphicFramePr>
        <p:xfrm>
          <a:off x="3251200" y="2676525"/>
          <a:ext cx="747713" cy="454025"/>
        </p:xfrm>
        <a:graphic>
          <a:graphicData uri="http://schemas.openxmlformats.org/presentationml/2006/ole">
            <mc:AlternateContent xmlns:mc="http://schemas.openxmlformats.org/markup-compatibility/2006">
              <mc:Choice xmlns:v="urn:schemas-microsoft-com:vml" Requires="v">
                <p:oleObj spid="_x0000_s67607" r:id="rId8" imgW="381331" imgH="228799" progId="Equation.DSMT4">
                  <p:embed/>
                </p:oleObj>
              </mc:Choice>
              <mc:Fallback>
                <p:oleObj r:id="rId8" imgW="381331" imgH="228799" progId="Equation.DSMT4">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51200" y="2676525"/>
                        <a:ext cx="747713"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592" name="Object 14">
            <a:extLst>
              <a:ext uri="{FF2B5EF4-FFF2-40B4-BE49-F238E27FC236}">
                <a16:creationId xmlns:a16="http://schemas.microsoft.com/office/drawing/2014/main" id="{A550BEFB-FC34-4016-AD25-D22341B69314}"/>
              </a:ext>
            </a:extLst>
          </p:cNvPr>
          <p:cNvGraphicFramePr>
            <a:graphicFrameLocks noChangeAspect="1"/>
          </p:cNvGraphicFramePr>
          <p:nvPr/>
        </p:nvGraphicFramePr>
        <p:xfrm>
          <a:off x="3708400" y="5295900"/>
          <a:ext cx="290513" cy="355600"/>
        </p:xfrm>
        <a:graphic>
          <a:graphicData uri="http://schemas.openxmlformats.org/presentationml/2006/ole">
            <mc:AlternateContent xmlns:mc="http://schemas.openxmlformats.org/markup-compatibility/2006">
              <mc:Choice xmlns:v="urn:schemas-microsoft-com:vml" Requires="v">
                <p:oleObj spid="_x0000_s67608" r:id="rId9" imgW="114499" imgH="139943" progId="Equation.DSMT4">
                  <p:embed/>
                </p:oleObj>
              </mc:Choice>
              <mc:Fallback>
                <p:oleObj r:id="rId9" imgW="114499" imgH="139943" progId="Equation.DSMT4">
                  <p:embed/>
                  <p:pic>
                    <p:nvPicPr>
                      <p:cNvPr id="0" name="Object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08400" y="5295900"/>
                        <a:ext cx="290513"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593" name="Object 15">
            <a:extLst>
              <a:ext uri="{FF2B5EF4-FFF2-40B4-BE49-F238E27FC236}">
                <a16:creationId xmlns:a16="http://schemas.microsoft.com/office/drawing/2014/main" id="{A88097CA-EE64-4584-BE22-5BE7E4EE4B24}"/>
              </a:ext>
            </a:extLst>
          </p:cNvPr>
          <p:cNvGraphicFramePr>
            <a:graphicFrameLocks noChangeAspect="1"/>
          </p:cNvGraphicFramePr>
          <p:nvPr/>
        </p:nvGraphicFramePr>
        <p:xfrm>
          <a:off x="4356100" y="5295900"/>
          <a:ext cx="322263" cy="355600"/>
        </p:xfrm>
        <a:graphic>
          <a:graphicData uri="http://schemas.openxmlformats.org/presentationml/2006/ole">
            <mc:AlternateContent xmlns:mc="http://schemas.openxmlformats.org/markup-compatibility/2006">
              <mc:Choice xmlns:v="urn:schemas-microsoft-com:vml" Requires="v">
                <p:oleObj spid="_x0000_s67609" r:id="rId11" imgW="127110" imgH="139821" progId="Equation.DSMT4">
                  <p:embed/>
                </p:oleObj>
              </mc:Choice>
              <mc:Fallback>
                <p:oleObj r:id="rId11" imgW="127110" imgH="139821" progId="Equation.DSMT4">
                  <p:embed/>
                  <p:pic>
                    <p:nvPicPr>
                      <p:cNvPr id="0" name="Object 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56100" y="5295900"/>
                        <a:ext cx="322263"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594" name="Object 16">
            <a:extLst>
              <a:ext uri="{FF2B5EF4-FFF2-40B4-BE49-F238E27FC236}">
                <a16:creationId xmlns:a16="http://schemas.microsoft.com/office/drawing/2014/main" id="{DD7B1804-7C1E-404B-A452-1583DB0355FD}"/>
              </a:ext>
            </a:extLst>
          </p:cNvPr>
          <p:cNvGraphicFramePr>
            <a:graphicFrameLocks noChangeAspect="1"/>
          </p:cNvGraphicFramePr>
          <p:nvPr/>
        </p:nvGraphicFramePr>
        <p:xfrm>
          <a:off x="7180263" y="5584825"/>
          <a:ext cx="1120775" cy="498475"/>
        </p:xfrm>
        <a:graphic>
          <a:graphicData uri="http://schemas.openxmlformats.org/presentationml/2006/ole">
            <mc:AlternateContent xmlns:mc="http://schemas.openxmlformats.org/markup-compatibility/2006">
              <mc:Choice xmlns:v="urn:schemas-microsoft-com:vml" Requires="v">
                <p:oleObj spid="_x0000_s67610" r:id="rId13" imgW="457399" imgH="203288" progId="Equation.DSMT4">
                  <p:embed/>
                </p:oleObj>
              </mc:Choice>
              <mc:Fallback>
                <p:oleObj r:id="rId13" imgW="457399" imgH="203288" progId="Equation.DSMT4">
                  <p:embed/>
                  <p:pic>
                    <p:nvPicPr>
                      <p:cNvPr id="0" name="Object 1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180263" y="5584825"/>
                        <a:ext cx="1120775" cy="498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595" name="Object 17">
            <a:extLst>
              <a:ext uri="{FF2B5EF4-FFF2-40B4-BE49-F238E27FC236}">
                <a16:creationId xmlns:a16="http://schemas.microsoft.com/office/drawing/2014/main" id="{17630F45-EF1A-4E4D-B854-B549EEB2DB6F}"/>
              </a:ext>
            </a:extLst>
          </p:cNvPr>
          <p:cNvGraphicFramePr>
            <a:graphicFrameLocks noChangeAspect="1"/>
          </p:cNvGraphicFramePr>
          <p:nvPr/>
        </p:nvGraphicFramePr>
        <p:xfrm>
          <a:off x="1187450" y="6088063"/>
          <a:ext cx="1000125" cy="374650"/>
        </p:xfrm>
        <a:graphic>
          <a:graphicData uri="http://schemas.openxmlformats.org/presentationml/2006/ole">
            <mc:AlternateContent xmlns:mc="http://schemas.openxmlformats.org/markup-compatibility/2006">
              <mc:Choice xmlns:v="urn:schemas-microsoft-com:vml" Requires="v">
                <p:oleObj spid="_x0000_s67611" r:id="rId15" imgW="406400" imgH="63456" progId="Equation.DSMT4">
                  <p:embed/>
                </p:oleObj>
              </mc:Choice>
              <mc:Fallback>
                <p:oleObj r:id="rId15" imgW="406400" imgH="63456" progId="Equation.DSMT4">
                  <p:embed/>
                  <p:pic>
                    <p:nvPicPr>
                      <p:cNvPr id="0" name="Object 1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187450" y="6088063"/>
                        <a:ext cx="1000125" cy="374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 name="矩形 17">
            <a:extLst>
              <a:ext uri="{FF2B5EF4-FFF2-40B4-BE49-F238E27FC236}">
                <a16:creationId xmlns:a16="http://schemas.microsoft.com/office/drawing/2014/main" id="{BAD0E9E4-6F17-4721-9C5C-408B8977C740}"/>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67597" name="TextBox 23">
            <a:extLst>
              <a:ext uri="{FF2B5EF4-FFF2-40B4-BE49-F238E27FC236}">
                <a16:creationId xmlns:a16="http://schemas.microsoft.com/office/drawing/2014/main" id="{AF51DEA1-4585-4417-A2D6-71ECC1E9D05F}"/>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zh-CN" altLang="en-US" b="1">
                <a:solidFill>
                  <a:schemeClr val="bg1"/>
                </a:solidFill>
                <a:latin typeface="微软雅黑" panose="020B0503020204020204" pitchFamily="34" charset="-122"/>
                <a:ea typeface="微软雅黑" panose="020B0503020204020204" pitchFamily="34" charset="-122"/>
              </a:rPr>
              <a:t>直方图规定化（匹配）</a:t>
            </a:r>
          </a:p>
        </p:txBody>
      </p:sp>
      <p:graphicFrame>
        <p:nvGraphicFramePr>
          <p:cNvPr id="67598" name="对象 1">
            <a:extLst>
              <a:ext uri="{FF2B5EF4-FFF2-40B4-BE49-F238E27FC236}">
                <a16:creationId xmlns:a16="http://schemas.microsoft.com/office/drawing/2014/main" id="{353ED6D0-BBE4-4920-9560-A0FD0BEBD38F}"/>
              </a:ext>
            </a:extLst>
          </p:cNvPr>
          <p:cNvGraphicFramePr>
            <a:graphicFrameLocks noChangeAspect="1"/>
          </p:cNvGraphicFramePr>
          <p:nvPr/>
        </p:nvGraphicFramePr>
        <p:xfrm>
          <a:off x="4114800" y="3328988"/>
          <a:ext cx="914400" cy="198437"/>
        </p:xfrm>
        <a:graphic>
          <a:graphicData uri="http://schemas.openxmlformats.org/presentationml/2006/ole">
            <mc:AlternateContent xmlns:mc="http://schemas.openxmlformats.org/markup-compatibility/2006">
              <mc:Choice xmlns:v="urn:schemas-microsoft-com:vml" Requires="v">
                <p:oleObj spid="_x0000_s67612" name="Equation" r:id="rId17" imgW="435285" imgH="677109" progId="Equation.DSMT4">
                  <p:embed/>
                </p:oleObj>
              </mc:Choice>
              <mc:Fallback>
                <p:oleObj name="Equation" r:id="rId17" imgW="435285" imgH="677109" progId="Equation.DSMT4">
                  <p:embed/>
                  <p:pic>
                    <p:nvPicPr>
                      <p:cNvPr id="0" name="对象 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114800" y="3328988"/>
                        <a:ext cx="91440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599" name="对象 6">
            <a:extLst>
              <a:ext uri="{FF2B5EF4-FFF2-40B4-BE49-F238E27FC236}">
                <a16:creationId xmlns:a16="http://schemas.microsoft.com/office/drawing/2014/main" id="{0CF3C92A-690B-4390-A062-8BC1E9CBD338}"/>
              </a:ext>
            </a:extLst>
          </p:cNvPr>
          <p:cNvGraphicFramePr>
            <a:graphicFrameLocks noChangeAspect="1"/>
          </p:cNvGraphicFramePr>
          <p:nvPr/>
        </p:nvGraphicFramePr>
        <p:xfrm>
          <a:off x="1541463" y="3175000"/>
          <a:ext cx="4524375" cy="915988"/>
        </p:xfrm>
        <a:graphic>
          <a:graphicData uri="http://schemas.openxmlformats.org/presentationml/2006/ole">
            <mc:AlternateContent xmlns:mc="http://schemas.openxmlformats.org/markup-compatibility/2006">
              <mc:Choice xmlns:v="urn:schemas-microsoft-com:vml" Requires="v">
                <p:oleObj spid="_x0000_s67613" name="Equation" r:id="rId19" imgW="2197100" imgH="444500" progId="Equation.DSMT4">
                  <p:embed/>
                </p:oleObj>
              </mc:Choice>
              <mc:Fallback>
                <p:oleObj name="Equation" r:id="rId19" imgW="2197100" imgH="444500" progId="Equation.DSMT4">
                  <p:embed/>
                  <p:pic>
                    <p:nvPicPr>
                      <p:cNvPr id="0" name="对象 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541463" y="3175000"/>
                        <a:ext cx="4524375"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600" name="对象 7">
            <a:extLst>
              <a:ext uri="{FF2B5EF4-FFF2-40B4-BE49-F238E27FC236}">
                <a16:creationId xmlns:a16="http://schemas.microsoft.com/office/drawing/2014/main" id="{B4C8697E-07B6-4825-BAA2-34C2560D76D4}"/>
              </a:ext>
            </a:extLst>
          </p:cNvPr>
          <p:cNvGraphicFramePr>
            <a:graphicFrameLocks noChangeAspect="1"/>
          </p:cNvGraphicFramePr>
          <p:nvPr/>
        </p:nvGraphicFramePr>
        <p:xfrm>
          <a:off x="1509713" y="4102100"/>
          <a:ext cx="4476750" cy="895350"/>
        </p:xfrm>
        <a:graphic>
          <a:graphicData uri="http://schemas.openxmlformats.org/presentationml/2006/ole">
            <mc:AlternateContent xmlns:mc="http://schemas.openxmlformats.org/markup-compatibility/2006">
              <mc:Choice xmlns:v="urn:schemas-microsoft-com:vml" Requires="v">
                <p:oleObj spid="_x0000_s67614" name="Equation" r:id="rId21" imgW="2222500" imgH="444500" progId="Equation.DSMT4">
                  <p:embed/>
                </p:oleObj>
              </mc:Choice>
              <mc:Fallback>
                <p:oleObj name="Equation" r:id="rId21" imgW="2222500" imgH="444500" progId="Equation.DSMT4">
                  <p:embed/>
                  <p:pic>
                    <p:nvPicPr>
                      <p:cNvPr id="0" name="对象 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509713" y="4102100"/>
                        <a:ext cx="4476750"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8610" name="Group 2">
            <a:extLst>
              <a:ext uri="{FF2B5EF4-FFF2-40B4-BE49-F238E27FC236}">
                <a16:creationId xmlns:a16="http://schemas.microsoft.com/office/drawing/2014/main" id="{93067352-5D2F-4229-B4B0-5E09AF89D29C}"/>
              </a:ext>
            </a:extLst>
          </p:cNvPr>
          <p:cNvGrpSpPr>
            <a:grpSpLocks/>
          </p:cNvGrpSpPr>
          <p:nvPr/>
        </p:nvGrpSpPr>
        <p:grpSpPr bwMode="auto">
          <a:xfrm>
            <a:off x="179388" y="0"/>
            <a:ext cx="8964612" cy="5521325"/>
            <a:chOff x="0" y="0"/>
            <a:chExt cx="5647" cy="3478"/>
          </a:xfrm>
        </p:grpSpPr>
        <p:graphicFrame>
          <p:nvGraphicFramePr>
            <p:cNvPr id="68611" name="Object 3">
              <a:extLst>
                <a:ext uri="{FF2B5EF4-FFF2-40B4-BE49-F238E27FC236}">
                  <a16:creationId xmlns:a16="http://schemas.microsoft.com/office/drawing/2014/main" id="{CF40F3A3-CD37-412E-9F7F-86FF3CC5BA08}"/>
                </a:ext>
              </a:extLst>
            </p:cNvPr>
            <p:cNvGraphicFramePr>
              <a:graphicFrameLocks noChangeAspect="1"/>
            </p:cNvGraphicFramePr>
            <p:nvPr/>
          </p:nvGraphicFramePr>
          <p:xfrm>
            <a:off x="601" y="2977"/>
            <a:ext cx="3876" cy="501"/>
          </p:xfrm>
          <a:graphic>
            <a:graphicData uri="http://schemas.openxmlformats.org/presentationml/2006/ole">
              <mc:AlternateContent xmlns:mc="http://schemas.openxmlformats.org/markup-compatibility/2006">
                <mc:Choice xmlns:v="urn:schemas-microsoft-com:vml" Requires="v">
                  <p:oleObj spid="_x0000_s68617" r:id="rId3" imgW="2749710" imgH="234906" progId="Equation.DSMT4">
                    <p:embed/>
                  </p:oleObj>
                </mc:Choice>
                <mc:Fallback>
                  <p:oleObj r:id="rId3" imgW="2749710" imgH="234906"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 y="2977"/>
                          <a:ext cx="3876" cy="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8612" name="Rectangle 5">
              <a:extLst>
                <a:ext uri="{FF2B5EF4-FFF2-40B4-BE49-F238E27FC236}">
                  <a16:creationId xmlns:a16="http://schemas.microsoft.com/office/drawing/2014/main" id="{F5694A63-D291-4892-B7F0-4E03CCD3E038}"/>
                </a:ext>
              </a:extLst>
            </p:cNvPr>
            <p:cNvSpPr>
              <a:spLocks noChangeArrowheads="1"/>
            </p:cNvSpPr>
            <p:nvPr/>
          </p:nvSpPr>
          <p:spPr bwMode="auto">
            <a:xfrm>
              <a:off x="0" y="915"/>
              <a:ext cx="5307" cy="1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lvl="2" eaLnBrk="1" hangingPunct="1">
                <a:spcBef>
                  <a:spcPct val="0"/>
                </a:spcBef>
                <a:buClrTx/>
                <a:buSzTx/>
                <a:buFont typeface="Arial" panose="020B0604020202020204" pitchFamily="34" charset="0"/>
                <a:buNone/>
              </a:pPr>
              <a:r>
                <a:rPr lang="en-US" altLang="zh-CN" sz="2800" b="1">
                  <a:latin typeface="楷体_GB2312" pitchFamily="1" charset="-122"/>
                  <a:ea typeface="楷体_GB2312" pitchFamily="1" charset="-122"/>
                </a:rPr>
                <a:t>②</a:t>
              </a:r>
              <a:r>
                <a:rPr lang="zh-CN" altLang="en-US" sz="2800" b="1">
                  <a:latin typeface="楷体_GB2312" pitchFamily="1" charset="-122"/>
                  <a:ea typeface="楷体_GB2312" pitchFamily="1" charset="-122"/>
                </a:rPr>
                <a:t>求</a:t>
              </a:r>
              <a:r>
                <a:rPr lang="en-US" altLang="zh-CN" sz="2800" b="1">
                  <a:latin typeface="楷体_GB2312" pitchFamily="1" charset="-122"/>
                  <a:ea typeface="楷体_GB2312" pitchFamily="1" charset="-122"/>
                </a:rPr>
                <a:t>G</a:t>
              </a:r>
              <a:r>
                <a:rPr lang="zh-CN" altLang="en-US" sz="2800" b="1">
                  <a:latin typeface="楷体_GB2312" pitchFamily="1" charset="-122"/>
                  <a:ea typeface="楷体_GB2312" pitchFamily="1" charset="-122"/>
                </a:rPr>
                <a:t>变换的逆变换</a:t>
              </a:r>
            </a:p>
            <a:p>
              <a:pPr lvl="2" eaLnBrk="1" hangingPunct="1">
                <a:spcBef>
                  <a:spcPct val="0"/>
                </a:spcBef>
                <a:buClrTx/>
                <a:buSzTx/>
                <a:buFont typeface="Arial" panose="020B0604020202020204" pitchFamily="34" charset="0"/>
                <a:buNone/>
              </a:pPr>
              <a:r>
                <a:rPr lang="zh-CN" altLang="en-US" sz="2800" b="1">
                  <a:latin typeface="楷体_GB2312" pitchFamily="1" charset="-122"/>
                  <a:ea typeface="楷体_GB2312" pitchFamily="1" charset="-122"/>
                </a:rPr>
                <a:t>	</a:t>
              </a:r>
              <a:r>
                <a:rPr lang="zh-CN" altLang="en-US" sz="2800" b="1">
                  <a:solidFill>
                    <a:srgbClr val="FF0000"/>
                  </a:solidFill>
                  <a:latin typeface="楷体_GB2312" pitchFamily="1" charset="-122"/>
                  <a:ea typeface="楷体_GB2312" pitchFamily="1" charset="-122"/>
                </a:rPr>
                <a:t>	 </a:t>
              </a:r>
              <a:r>
                <a:rPr lang="zh-CN" altLang="en-US" sz="2800" b="1">
                  <a:latin typeface="楷体_GB2312" pitchFamily="1" charset="-122"/>
                  <a:ea typeface="楷体_GB2312" pitchFamily="1" charset="-122"/>
                </a:rPr>
                <a:t>	</a:t>
              </a:r>
            </a:p>
            <a:p>
              <a:pPr lvl="2" eaLnBrk="1" hangingPunct="1">
                <a:spcBef>
                  <a:spcPct val="0"/>
                </a:spcBef>
                <a:buClrTx/>
                <a:buSzTx/>
                <a:buFont typeface="Arial" panose="020B0604020202020204" pitchFamily="34" charset="0"/>
                <a:buNone/>
              </a:pPr>
              <a:r>
                <a:rPr lang="en-US" altLang="zh-CN" sz="2800" b="1">
                  <a:latin typeface="楷体_GB2312" pitchFamily="1" charset="-122"/>
                  <a:ea typeface="楷体_GB2312" pitchFamily="1" charset="-122"/>
                </a:rPr>
                <a:t>③</a:t>
              </a:r>
              <a:r>
                <a:rPr lang="zh-CN" altLang="en-US" sz="2800" b="1">
                  <a:latin typeface="楷体_GB2312" pitchFamily="1" charset="-122"/>
                  <a:ea typeface="楷体_GB2312" pitchFamily="1" charset="-122"/>
                </a:rPr>
                <a:t>根据均衡化的概念，</a:t>
              </a:r>
              <a:r>
                <a:rPr lang="en-US" altLang="zh-CN" sz="2800" b="1">
                  <a:latin typeface="楷体_GB2312" pitchFamily="1" charset="-122"/>
                  <a:ea typeface="楷体_GB2312" pitchFamily="1" charset="-122"/>
                </a:rPr>
                <a:t>s,v</a:t>
              </a:r>
              <a:r>
                <a:rPr lang="zh-CN" altLang="en-US" sz="2800" b="1">
                  <a:latin typeface="楷体_GB2312" pitchFamily="1" charset="-122"/>
                  <a:ea typeface="楷体_GB2312" pitchFamily="1" charset="-122"/>
                </a:rPr>
                <a:t>都是常量</a:t>
              </a:r>
              <a:r>
                <a:rPr lang="en-US" altLang="zh-CN" sz="2800" b="1">
                  <a:latin typeface="楷体_GB2312" pitchFamily="1" charset="-122"/>
                  <a:ea typeface="楷体_GB2312" pitchFamily="1" charset="-122"/>
                </a:rPr>
                <a:t>(</a:t>
              </a:r>
              <a:r>
                <a:rPr lang="zh-CN" altLang="en-US" sz="2800" b="1">
                  <a:latin typeface="楷体_GB2312" pitchFamily="1" charset="-122"/>
                  <a:ea typeface="楷体_GB2312" pitchFamily="1" charset="-122"/>
                </a:rPr>
                <a:t>分布相同的特点</a:t>
              </a:r>
              <a:r>
                <a:rPr lang="en-US" altLang="zh-CN" sz="2800" b="1">
                  <a:latin typeface="楷体_GB2312" pitchFamily="1" charset="-122"/>
                  <a:ea typeface="楷体_GB2312" pitchFamily="1" charset="-122"/>
                </a:rPr>
                <a:t>),</a:t>
              </a:r>
              <a:r>
                <a:rPr lang="zh-CN" altLang="en-US" sz="2800" b="1">
                  <a:latin typeface="楷体_GB2312" pitchFamily="1" charset="-122"/>
                  <a:ea typeface="楷体_GB2312" pitchFamily="1" charset="-122"/>
                </a:rPr>
                <a:t>用</a:t>
              </a:r>
              <a:r>
                <a:rPr lang="en-US" altLang="zh-CN" sz="2800" b="1">
                  <a:latin typeface="楷体_GB2312" pitchFamily="1" charset="-122"/>
                  <a:ea typeface="楷体_GB2312" pitchFamily="1" charset="-122"/>
                </a:rPr>
                <a:t>s</a:t>
              </a:r>
              <a:r>
                <a:rPr lang="zh-CN" altLang="en-US" sz="2800" b="1">
                  <a:latin typeface="楷体_GB2312" pitchFamily="1" charset="-122"/>
                  <a:ea typeface="楷体_GB2312" pitchFamily="1" charset="-122"/>
                </a:rPr>
                <a:t>替代</a:t>
              </a:r>
              <a:r>
                <a:rPr lang="en-US" altLang="zh-CN" sz="2800" b="1">
                  <a:latin typeface="楷体_GB2312" pitchFamily="1" charset="-122"/>
                  <a:ea typeface="楷体_GB2312" pitchFamily="1" charset="-122"/>
                </a:rPr>
                <a:t>v</a:t>
              </a:r>
              <a:r>
                <a:rPr lang="zh-CN" altLang="en-US" sz="2800" b="1">
                  <a:latin typeface="楷体_GB2312" pitchFamily="1" charset="-122"/>
                  <a:ea typeface="楷体_GB2312" pitchFamily="1" charset="-122"/>
                </a:rPr>
                <a:t>有</a:t>
              </a:r>
              <a:endParaRPr lang="zh-CN" altLang="en-US" sz="2800" b="1">
                <a:solidFill>
                  <a:srgbClr val="A20078"/>
                </a:solidFill>
                <a:latin typeface="楷体_GB2312" pitchFamily="1" charset="-122"/>
                <a:ea typeface="楷体_GB2312" pitchFamily="1" charset="-122"/>
              </a:endParaRPr>
            </a:p>
            <a:p>
              <a:pPr lvl="2" eaLnBrk="1" hangingPunct="1">
                <a:spcBef>
                  <a:spcPct val="0"/>
                </a:spcBef>
                <a:buClrTx/>
                <a:buSzTx/>
                <a:buFont typeface="Arial" panose="020B0604020202020204" pitchFamily="34" charset="0"/>
                <a:buNone/>
              </a:pPr>
              <a:r>
                <a:rPr lang="zh-CN" altLang="en-US" sz="2800" b="1">
                  <a:solidFill>
                    <a:srgbClr val="A20078"/>
                  </a:solidFill>
                  <a:latin typeface="楷体_GB2312" pitchFamily="1" charset="-122"/>
                  <a:ea typeface="楷体_GB2312" pitchFamily="1" charset="-122"/>
                </a:rPr>
                <a:t>			</a:t>
              </a:r>
              <a:endParaRPr lang="zh-CN" altLang="en-US" sz="2800" b="1">
                <a:solidFill>
                  <a:srgbClr val="993366"/>
                </a:solidFill>
                <a:latin typeface="楷体_GB2312" pitchFamily="1" charset="-122"/>
                <a:ea typeface="楷体_GB2312" pitchFamily="1" charset="-122"/>
              </a:endParaRPr>
            </a:p>
            <a:p>
              <a:pPr lvl="2" eaLnBrk="1" hangingPunct="1">
                <a:spcBef>
                  <a:spcPct val="0"/>
                </a:spcBef>
                <a:buClrTx/>
                <a:buSzTx/>
                <a:buFont typeface="Arial" panose="020B0604020202020204" pitchFamily="34" charset="0"/>
                <a:buNone/>
              </a:pPr>
              <a:endParaRPr lang="zh-CN" altLang="en-US" sz="2800" b="1">
                <a:latin typeface="楷体_GB2312" pitchFamily="1" charset="-122"/>
                <a:ea typeface="楷体_GB2312" pitchFamily="1" charset="-122"/>
              </a:endParaRPr>
            </a:p>
            <a:p>
              <a:pPr lvl="2" eaLnBrk="1" hangingPunct="1">
                <a:spcBef>
                  <a:spcPct val="0"/>
                </a:spcBef>
                <a:buClrTx/>
                <a:buSzTx/>
                <a:buFont typeface="Arial" panose="020B0604020202020204" pitchFamily="34" charset="0"/>
                <a:buNone/>
              </a:pPr>
              <a:r>
                <a:rPr lang="en-US" altLang="zh-CN" sz="2800" b="1">
                  <a:latin typeface="楷体_GB2312" pitchFamily="1" charset="-122"/>
                  <a:ea typeface="楷体_GB2312" pitchFamily="1" charset="-122"/>
                </a:rPr>
                <a:t>④</a:t>
              </a:r>
              <a:r>
                <a:rPr lang="zh-CN" altLang="en-US" sz="2800" b="1">
                  <a:latin typeface="楷体_GB2312" pitchFamily="1" charset="-122"/>
                  <a:ea typeface="楷体_GB2312" pitchFamily="1" charset="-122"/>
                </a:rPr>
                <a:t>建立的            联系</a:t>
              </a:r>
              <a:r>
                <a:rPr lang="en-US" altLang="zh-CN" sz="2800" b="1">
                  <a:latin typeface="楷体_GB2312" pitchFamily="1" charset="-122"/>
                  <a:ea typeface="楷体_GB2312" pitchFamily="1" charset="-122"/>
                </a:rPr>
                <a:t>,</a:t>
              </a:r>
              <a:r>
                <a:rPr lang="zh-CN" altLang="en-US" sz="2800" b="1">
                  <a:latin typeface="楷体_GB2312" pitchFamily="1" charset="-122"/>
                  <a:ea typeface="楷体_GB2312" pitchFamily="1" charset="-122"/>
                </a:rPr>
                <a:t>有：</a:t>
              </a:r>
            </a:p>
          </p:txBody>
        </p:sp>
        <p:graphicFrame>
          <p:nvGraphicFramePr>
            <p:cNvPr id="68613" name="Object 5">
              <a:extLst>
                <a:ext uri="{FF2B5EF4-FFF2-40B4-BE49-F238E27FC236}">
                  <a16:creationId xmlns:a16="http://schemas.microsoft.com/office/drawing/2014/main" id="{A9320117-DA84-4E2A-94D7-B8D05C843112}"/>
                </a:ext>
              </a:extLst>
            </p:cNvPr>
            <p:cNvGraphicFramePr>
              <a:graphicFrameLocks noChangeAspect="1"/>
            </p:cNvGraphicFramePr>
            <p:nvPr/>
          </p:nvGraphicFramePr>
          <p:xfrm>
            <a:off x="2903" y="1888"/>
            <a:ext cx="1134" cy="400"/>
          </p:xfrm>
          <a:graphic>
            <a:graphicData uri="http://schemas.openxmlformats.org/presentationml/2006/ole">
              <mc:AlternateContent xmlns:mc="http://schemas.openxmlformats.org/markup-compatibility/2006">
                <mc:Choice xmlns:v="urn:schemas-microsoft-com:vml" Requires="v">
                  <p:oleObj spid="_x0000_s68618" r:id="rId5" imgW="730336" imgH="171450" progId="Equation.DSMT4">
                    <p:embed/>
                  </p:oleObj>
                </mc:Choice>
                <mc:Fallback>
                  <p:oleObj r:id="rId5" imgW="730336" imgH="17145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03" y="1888"/>
                          <a:ext cx="1134" cy="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8614" name="Object 6">
              <a:extLst>
                <a:ext uri="{FF2B5EF4-FFF2-40B4-BE49-F238E27FC236}">
                  <a16:creationId xmlns:a16="http://schemas.microsoft.com/office/drawing/2014/main" id="{3B6CB1AE-BD13-4EAC-8BB0-A86BF849B5F3}"/>
                </a:ext>
              </a:extLst>
            </p:cNvPr>
            <p:cNvGraphicFramePr>
              <a:graphicFrameLocks noChangeAspect="1"/>
            </p:cNvGraphicFramePr>
            <p:nvPr/>
          </p:nvGraphicFramePr>
          <p:xfrm>
            <a:off x="3054" y="890"/>
            <a:ext cx="986" cy="352"/>
          </p:xfrm>
          <a:graphic>
            <a:graphicData uri="http://schemas.openxmlformats.org/presentationml/2006/ole">
              <mc:AlternateContent xmlns:mc="http://schemas.openxmlformats.org/markup-compatibility/2006">
                <mc:Choice xmlns:v="urn:schemas-microsoft-com:vml" Requires="v">
                  <p:oleObj spid="_x0000_s68619" r:id="rId7" imgW="819113" imgH="209681" progId="Equation.DSMT4">
                    <p:embed/>
                  </p:oleObj>
                </mc:Choice>
                <mc:Fallback>
                  <p:oleObj r:id="rId7" imgW="819113" imgH="209681"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54" y="890"/>
                          <a:ext cx="986" cy="3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8615" name="Rectangle 8">
              <a:extLst>
                <a:ext uri="{FF2B5EF4-FFF2-40B4-BE49-F238E27FC236}">
                  <a16:creationId xmlns:a16="http://schemas.microsoft.com/office/drawing/2014/main" id="{55F7369D-58CD-439F-B141-4B88AEB49955}"/>
                </a:ext>
              </a:extLst>
            </p:cNvPr>
            <p:cNvSpPr>
              <a:spLocks noChangeArrowheads="1"/>
            </p:cNvSpPr>
            <p:nvPr/>
          </p:nvSpPr>
          <p:spPr bwMode="auto">
            <a:xfrm>
              <a:off x="4082" y="0"/>
              <a:ext cx="1565" cy="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r" eaLnBrk="1" hangingPunct="1">
                <a:spcBef>
                  <a:spcPct val="0"/>
                </a:spcBef>
                <a:buClrTx/>
                <a:buSzTx/>
                <a:buFont typeface="Arial" panose="020B0604020202020204" pitchFamily="34" charset="0"/>
                <a:buNone/>
              </a:pPr>
              <a:r>
                <a:rPr lang="en-US" altLang="zh-CN" sz="2400" b="1" u="sng">
                  <a:solidFill>
                    <a:srgbClr val="000000"/>
                  </a:solidFill>
                  <a:latin typeface="Times New Roman" panose="02020603050405020304" pitchFamily="18" charset="0"/>
                  <a:ea typeface="楷体_GB2312" pitchFamily="1" charset="-122"/>
                </a:rPr>
                <a:t> 3.3.2直方图</a:t>
              </a:r>
              <a:r>
                <a:rPr lang="zh-CN" altLang="en-US" sz="2400" b="1" u="sng">
                  <a:solidFill>
                    <a:srgbClr val="000000"/>
                  </a:solidFill>
                  <a:latin typeface="Times New Roman" panose="02020603050405020304" pitchFamily="18" charset="0"/>
                  <a:ea typeface="楷体_GB2312" pitchFamily="1" charset="-122"/>
                </a:rPr>
                <a:t>匹配</a:t>
              </a:r>
            </a:p>
          </p:txBody>
        </p:sp>
        <p:graphicFrame>
          <p:nvGraphicFramePr>
            <p:cNvPr id="68616" name="Object 8">
              <a:extLst>
                <a:ext uri="{FF2B5EF4-FFF2-40B4-BE49-F238E27FC236}">
                  <a16:creationId xmlns:a16="http://schemas.microsoft.com/office/drawing/2014/main" id="{5D2A9645-B8C2-4237-9A17-A69AA779568D}"/>
                </a:ext>
              </a:extLst>
            </p:cNvPr>
            <p:cNvGraphicFramePr>
              <a:graphicFrameLocks noChangeAspect="1"/>
            </p:cNvGraphicFramePr>
            <p:nvPr/>
          </p:nvGraphicFramePr>
          <p:xfrm>
            <a:off x="1588" y="2614"/>
            <a:ext cx="630" cy="236"/>
          </p:xfrm>
          <a:graphic>
            <a:graphicData uri="http://schemas.openxmlformats.org/presentationml/2006/ole">
              <mc:AlternateContent xmlns:mc="http://schemas.openxmlformats.org/markup-compatibility/2006">
                <mc:Choice xmlns:v="urn:schemas-microsoft-com:vml" Requires="v">
                  <p:oleObj spid="_x0000_s68620" r:id="rId9" imgW="406400" imgH="63456" progId="Equation.DSMT4">
                    <p:embed/>
                  </p:oleObj>
                </mc:Choice>
                <mc:Fallback>
                  <p:oleObj r:id="rId9" imgW="406400" imgH="63456" progId="Equation.DSMT4">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88" y="2614"/>
                          <a:ext cx="630"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4">
            <a:extLst>
              <a:ext uri="{FF2B5EF4-FFF2-40B4-BE49-F238E27FC236}">
                <a16:creationId xmlns:a16="http://schemas.microsoft.com/office/drawing/2014/main" id="{64D1471D-776E-4453-8B70-05C82592559F}"/>
              </a:ext>
            </a:extLst>
          </p:cNvPr>
          <p:cNvSpPr>
            <a:spLocks noChangeArrowheads="1"/>
          </p:cNvSpPr>
          <p:nvPr/>
        </p:nvSpPr>
        <p:spPr bwMode="auto">
          <a:xfrm>
            <a:off x="250825" y="4652963"/>
            <a:ext cx="8640763"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en-US" altLang="zh-CN" sz="2800" b="1">
                <a:latin typeface="Times New Roman" panose="02020603050405020304" pitchFamily="18" charset="0"/>
                <a:ea typeface="楷体_GB2312" pitchFamily="1" charset="-122"/>
              </a:rPr>
              <a:t>(5) </a:t>
            </a:r>
            <a:r>
              <a:rPr lang="zh-CN" altLang="en-US" sz="2800" b="1">
                <a:latin typeface="Times New Roman" panose="02020603050405020304" pitchFamily="18" charset="0"/>
                <a:ea typeface="楷体_GB2312" pitchFamily="1" charset="-122"/>
              </a:rPr>
              <a:t>对于原始图像的每个像素</a:t>
            </a:r>
            <a:r>
              <a:rPr lang="en-US" altLang="zh-CN" sz="2800" b="1">
                <a:latin typeface="Times New Roman" panose="02020603050405020304" pitchFamily="18" charset="0"/>
                <a:ea typeface="楷体_GB2312" pitchFamily="1" charset="-122"/>
              </a:rPr>
              <a:t>,</a:t>
            </a:r>
            <a:r>
              <a:rPr lang="zh-CN" altLang="en-US" sz="2800" b="1">
                <a:latin typeface="Times New Roman" panose="02020603050405020304" pitchFamily="18" charset="0"/>
                <a:ea typeface="楷体_GB2312" pitchFamily="1" charset="-122"/>
              </a:rPr>
              <a:t>若像素值为</a:t>
            </a:r>
            <a:r>
              <a:rPr lang="en-US" altLang="zh-CN" sz="2800" b="1" i="1">
                <a:latin typeface="Times New Roman" panose="02020603050405020304" pitchFamily="18" charset="0"/>
                <a:ea typeface="楷体_GB2312" pitchFamily="1" charset="-122"/>
              </a:rPr>
              <a:t>r</a:t>
            </a:r>
            <a:r>
              <a:rPr lang="en-US" altLang="zh-CN" sz="2800" b="1" i="1" baseline="-25000">
                <a:latin typeface="Times New Roman" panose="02020603050405020304" pitchFamily="18" charset="0"/>
                <a:ea typeface="楷体_GB2312" pitchFamily="1" charset="-122"/>
              </a:rPr>
              <a:t>k</a:t>
            </a:r>
            <a:r>
              <a:rPr lang="en-US" altLang="zh-CN" sz="2800" b="1">
                <a:latin typeface="Times New Roman" panose="02020603050405020304" pitchFamily="18" charset="0"/>
                <a:ea typeface="楷体_GB2312" pitchFamily="1" charset="-122"/>
              </a:rPr>
              <a:t>,</a:t>
            </a:r>
            <a:r>
              <a:rPr lang="zh-CN" altLang="en-US" sz="2800" b="1">
                <a:latin typeface="Times New Roman" panose="02020603050405020304" pitchFamily="18" charset="0"/>
                <a:ea typeface="楷体_GB2312" pitchFamily="1" charset="-122"/>
              </a:rPr>
              <a:t>将该值映射到其对应的灰度级</a:t>
            </a:r>
            <a:r>
              <a:rPr lang="en-US" altLang="zh-CN" sz="2800" b="1" i="1">
                <a:latin typeface="Times New Roman" panose="02020603050405020304" pitchFamily="18" charset="0"/>
                <a:ea typeface="楷体_GB2312" pitchFamily="1" charset="-122"/>
              </a:rPr>
              <a:t>s</a:t>
            </a:r>
            <a:r>
              <a:rPr lang="en-US" altLang="zh-CN" sz="2800" b="1" i="1" baseline="-25000">
                <a:latin typeface="Times New Roman" panose="02020603050405020304" pitchFamily="18" charset="0"/>
                <a:ea typeface="楷体_GB2312" pitchFamily="1" charset="-122"/>
              </a:rPr>
              <a:t>k</a:t>
            </a:r>
            <a:r>
              <a:rPr lang="en-US" altLang="zh-CN" sz="2800" b="1">
                <a:latin typeface="Times New Roman" panose="02020603050405020304" pitchFamily="18" charset="0"/>
                <a:ea typeface="楷体_GB2312" pitchFamily="1" charset="-122"/>
              </a:rPr>
              <a:t>;</a:t>
            </a:r>
            <a:r>
              <a:rPr lang="zh-CN" altLang="en-US" sz="2800" b="1">
                <a:latin typeface="Times New Roman" panose="02020603050405020304" pitchFamily="18" charset="0"/>
                <a:ea typeface="楷体_GB2312" pitchFamily="1" charset="-122"/>
              </a:rPr>
              <a:t>然后映射灰度级</a:t>
            </a:r>
            <a:r>
              <a:rPr lang="en-US" altLang="zh-CN" sz="2800" b="1" i="1">
                <a:latin typeface="Times New Roman" panose="02020603050405020304" pitchFamily="18" charset="0"/>
                <a:ea typeface="楷体_GB2312" pitchFamily="1" charset="-122"/>
              </a:rPr>
              <a:t>s</a:t>
            </a:r>
            <a:r>
              <a:rPr lang="en-US" altLang="zh-CN" sz="2800" b="1" i="1" baseline="-25000">
                <a:latin typeface="Times New Roman" panose="02020603050405020304" pitchFamily="18" charset="0"/>
                <a:ea typeface="楷体_GB2312" pitchFamily="1" charset="-122"/>
              </a:rPr>
              <a:t>k</a:t>
            </a:r>
            <a:r>
              <a:rPr lang="zh-CN" altLang="en-US" sz="2800" b="1">
                <a:latin typeface="Times New Roman" panose="02020603050405020304" pitchFamily="18" charset="0"/>
                <a:ea typeface="楷体_GB2312" pitchFamily="1" charset="-122"/>
              </a:rPr>
              <a:t>到最终灰度级</a:t>
            </a:r>
            <a:r>
              <a:rPr lang="en-US" altLang="zh-CN" sz="2800" b="1" i="1">
                <a:latin typeface="Times New Roman" panose="02020603050405020304" pitchFamily="18" charset="0"/>
                <a:ea typeface="楷体_GB2312" pitchFamily="1" charset="-122"/>
              </a:rPr>
              <a:t>z</a:t>
            </a:r>
            <a:r>
              <a:rPr lang="en-US" altLang="zh-CN" sz="2800" b="1" i="1" baseline="-25000">
                <a:latin typeface="Times New Roman" panose="02020603050405020304" pitchFamily="18" charset="0"/>
                <a:ea typeface="楷体_GB2312" pitchFamily="1" charset="-122"/>
              </a:rPr>
              <a:t>k</a:t>
            </a:r>
            <a:r>
              <a:rPr lang="en-US" altLang="zh-CN" sz="2800" b="1">
                <a:latin typeface="Times New Roman" panose="02020603050405020304" pitchFamily="18" charset="0"/>
                <a:ea typeface="楷体_GB2312" pitchFamily="1" charset="-122"/>
              </a:rPr>
              <a:t>.</a:t>
            </a:r>
          </a:p>
        </p:txBody>
      </p:sp>
      <p:sp>
        <p:nvSpPr>
          <p:cNvPr id="69635" name="Rectangle 8">
            <a:extLst>
              <a:ext uri="{FF2B5EF4-FFF2-40B4-BE49-F238E27FC236}">
                <a16:creationId xmlns:a16="http://schemas.microsoft.com/office/drawing/2014/main" id="{2999E469-156F-4870-92C4-B042405B4F67}"/>
              </a:ext>
            </a:extLst>
          </p:cNvPr>
          <p:cNvSpPr>
            <a:spLocks noChangeArrowheads="1"/>
          </p:cNvSpPr>
          <p:nvPr/>
        </p:nvSpPr>
        <p:spPr bwMode="auto">
          <a:xfrm>
            <a:off x="-3298825" y="5949950"/>
            <a:ext cx="7772400" cy="611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800" b="1">
              <a:solidFill>
                <a:srgbClr val="000000"/>
              </a:solidFill>
              <a:latin typeface="Times New Roman" panose="02020603050405020304" pitchFamily="18" charset="0"/>
              <a:ea typeface="楷体_GB2312" pitchFamily="1" charset="-122"/>
            </a:endParaRPr>
          </a:p>
        </p:txBody>
      </p:sp>
      <p:sp>
        <p:nvSpPr>
          <p:cNvPr id="69636" name="Text Box 10">
            <a:extLst>
              <a:ext uri="{FF2B5EF4-FFF2-40B4-BE49-F238E27FC236}">
                <a16:creationId xmlns:a16="http://schemas.microsoft.com/office/drawing/2014/main" id="{A53E1C0D-B0A7-4285-A9F1-F01C4CA8A569}"/>
              </a:ext>
            </a:extLst>
          </p:cNvPr>
          <p:cNvSpPr txBox="1">
            <a:spLocks noChangeArrowheads="1"/>
          </p:cNvSpPr>
          <p:nvPr/>
        </p:nvSpPr>
        <p:spPr bwMode="auto">
          <a:xfrm>
            <a:off x="179388" y="1196975"/>
            <a:ext cx="48958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800" b="1">
                <a:latin typeface="楷体_GB2312" pitchFamily="1" charset="-122"/>
                <a:ea typeface="楷体_GB2312" pitchFamily="1" charset="-122"/>
              </a:rPr>
              <a:t>(1)</a:t>
            </a:r>
            <a:r>
              <a:rPr lang="zh-CN" altLang="en-US" sz="2800" b="1">
                <a:latin typeface="楷体_GB2312" pitchFamily="1" charset="-122"/>
                <a:ea typeface="楷体_GB2312" pitchFamily="1" charset="-122"/>
              </a:rPr>
              <a:t>求出已知图像的直方图</a:t>
            </a:r>
            <a:r>
              <a:rPr lang="zh-CN" altLang="en-US" sz="2800" b="1">
                <a:latin typeface="Times New Roman" panose="02020603050405020304" pitchFamily="18" charset="0"/>
                <a:ea typeface="楷体_GB2312" pitchFamily="1" charset="-122"/>
              </a:rPr>
              <a:t>  </a:t>
            </a:r>
          </a:p>
        </p:txBody>
      </p:sp>
      <p:grpSp>
        <p:nvGrpSpPr>
          <p:cNvPr id="69637" name="Group 5">
            <a:extLst>
              <a:ext uri="{FF2B5EF4-FFF2-40B4-BE49-F238E27FC236}">
                <a16:creationId xmlns:a16="http://schemas.microsoft.com/office/drawing/2014/main" id="{981A317A-5AF7-4E7C-A3E4-6BD9711CE0A5}"/>
              </a:ext>
            </a:extLst>
          </p:cNvPr>
          <p:cNvGrpSpPr>
            <a:grpSpLocks/>
          </p:cNvGrpSpPr>
          <p:nvPr/>
        </p:nvGrpSpPr>
        <p:grpSpPr bwMode="auto">
          <a:xfrm>
            <a:off x="206375" y="1700213"/>
            <a:ext cx="8582025" cy="906462"/>
            <a:chOff x="0" y="0"/>
            <a:chExt cx="5406" cy="571"/>
          </a:xfrm>
        </p:grpSpPr>
        <p:sp>
          <p:nvSpPr>
            <p:cNvPr id="69646" name="Rectangle 7">
              <a:extLst>
                <a:ext uri="{FF2B5EF4-FFF2-40B4-BE49-F238E27FC236}">
                  <a16:creationId xmlns:a16="http://schemas.microsoft.com/office/drawing/2014/main" id="{60A10725-B373-4F27-BEBC-7C252172780D}"/>
                </a:ext>
              </a:extLst>
            </p:cNvPr>
            <p:cNvSpPr>
              <a:spLocks noChangeArrowheads="1"/>
            </p:cNvSpPr>
            <p:nvPr/>
          </p:nvSpPr>
          <p:spPr bwMode="auto">
            <a:xfrm>
              <a:off x="0" y="136"/>
              <a:ext cx="540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800" b="1">
                  <a:latin typeface="Times New Roman" panose="02020603050405020304" pitchFamily="18" charset="0"/>
                  <a:ea typeface="楷体_GB2312" pitchFamily="1" charset="-122"/>
                </a:rPr>
                <a:t>(2)</a:t>
              </a:r>
              <a:r>
                <a:rPr lang="zh-CN" altLang="en-US" sz="2800" b="1">
                  <a:latin typeface="Times New Roman" panose="02020603050405020304" pitchFamily="18" charset="0"/>
                  <a:ea typeface="楷体_GB2312" pitchFamily="1" charset="-122"/>
                </a:rPr>
                <a:t>利用                   对每一灰度级</a:t>
              </a:r>
              <a:r>
                <a:rPr lang="en-US" altLang="zh-CN" sz="2800" b="1" i="1">
                  <a:latin typeface="Times New Roman" panose="02020603050405020304" pitchFamily="18" charset="0"/>
                  <a:ea typeface="楷体_GB2312" pitchFamily="1" charset="-122"/>
                </a:rPr>
                <a:t>r</a:t>
              </a:r>
              <a:r>
                <a:rPr lang="en-US" altLang="zh-CN" sz="2800" b="1" i="1" baseline="-25000">
                  <a:latin typeface="Times New Roman" panose="02020603050405020304" pitchFamily="18" charset="0"/>
                  <a:ea typeface="楷体_GB2312" pitchFamily="1" charset="-122"/>
                </a:rPr>
                <a:t>k</a:t>
              </a:r>
              <a:r>
                <a:rPr lang="zh-CN" altLang="en-US" sz="2800" b="1">
                  <a:latin typeface="Times New Roman" panose="02020603050405020304" pitchFamily="18" charset="0"/>
                  <a:ea typeface="楷体_GB2312" pitchFamily="1" charset="-122"/>
                </a:rPr>
                <a:t>预计算映射灰度级</a:t>
              </a:r>
              <a:r>
                <a:rPr lang="en-US" altLang="zh-CN" sz="2800" b="1" i="1">
                  <a:latin typeface="Times New Roman" panose="02020603050405020304" pitchFamily="18" charset="0"/>
                  <a:ea typeface="楷体_GB2312" pitchFamily="1" charset="-122"/>
                </a:rPr>
                <a:t>s</a:t>
              </a:r>
              <a:r>
                <a:rPr lang="en-US" altLang="zh-CN" sz="2800" b="1" i="1" baseline="-25000">
                  <a:latin typeface="Times New Roman" panose="02020603050405020304" pitchFamily="18" charset="0"/>
                  <a:ea typeface="楷体_GB2312" pitchFamily="1" charset="-122"/>
                </a:rPr>
                <a:t>k</a:t>
              </a:r>
              <a:r>
                <a:rPr lang="en-US" altLang="zh-CN" sz="2800" b="1">
                  <a:latin typeface="Times New Roman" panose="02020603050405020304" pitchFamily="18" charset="0"/>
                  <a:ea typeface="楷体_GB2312" pitchFamily="1" charset="-122"/>
                </a:rPr>
                <a:t>.</a:t>
              </a:r>
            </a:p>
          </p:txBody>
        </p:sp>
        <p:graphicFrame>
          <p:nvGraphicFramePr>
            <p:cNvPr id="69647" name="Object 7">
              <a:extLst>
                <a:ext uri="{FF2B5EF4-FFF2-40B4-BE49-F238E27FC236}">
                  <a16:creationId xmlns:a16="http://schemas.microsoft.com/office/drawing/2014/main" id="{75840E0F-A2E3-4285-B9EB-9C379E0416FC}"/>
                </a:ext>
              </a:extLst>
            </p:cNvPr>
            <p:cNvGraphicFramePr>
              <a:graphicFrameLocks noChangeAspect="1"/>
            </p:cNvGraphicFramePr>
            <p:nvPr/>
          </p:nvGraphicFramePr>
          <p:xfrm>
            <a:off x="809" y="0"/>
            <a:ext cx="887" cy="571"/>
          </p:xfrm>
          <a:graphic>
            <a:graphicData uri="http://schemas.openxmlformats.org/presentationml/2006/ole">
              <mc:AlternateContent xmlns:mc="http://schemas.openxmlformats.org/markup-compatibility/2006">
                <mc:Choice xmlns:v="urn:schemas-microsoft-com:vml" Requires="v">
                  <p:oleObj spid="_x0000_s69648" r:id="rId3" imgW="711509" imgH="457399" progId="Equation.DSMT4">
                    <p:embed/>
                  </p:oleObj>
                </mc:Choice>
                <mc:Fallback>
                  <p:oleObj r:id="rId3" imgW="711509" imgH="457399"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9" y="0"/>
                          <a:ext cx="887" cy="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69638" name="Group 8">
            <a:extLst>
              <a:ext uri="{FF2B5EF4-FFF2-40B4-BE49-F238E27FC236}">
                <a16:creationId xmlns:a16="http://schemas.microsoft.com/office/drawing/2014/main" id="{88910320-CD6E-47EA-9E9A-A878DD5775F7}"/>
              </a:ext>
            </a:extLst>
          </p:cNvPr>
          <p:cNvGrpSpPr>
            <a:grpSpLocks/>
          </p:cNvGrpSpPr>
          <p:nvPr/>
        </p:nvGrpSpPr>
        <p:grpSpPr bwMode="auto">
          <a:xfrm>
            <a:off x="250825" y="2708275"/>
            <a:ext cx="8583613" cy="757238"/>
            <a:chOff x="0" y="0"/>
            <a:chExt cx="5407" cy="477"/>
          </a:xfrm>
        </p:grpSpPr>
        <p:sp>
          <p:nvSpPr>
            <p:cNvPr id="69644" name="Rectangle 6">
              <a:extLst>
                <a:ext uri="{FF2B5EF4-FFF2-40B4-BE49-F238E27FC236}">
                  <a16:creationId xmlns:a16="http://schemas.microsoft.com/office/drawing/2014/main" id="{0549F19A-5CBC-4A6E-A66F-8B430F134B6F}"/>
                </a:ext>
              </a:extLst>
            </p:cNvPr>
            <p:cNvSpPr>
              <a:spLocks noChangeArrowheads="1"/>
            </p:cNvSpPr>
            <p:nvPr/>
          </p:nvSpPr>
          <p:spPr bwMode="auto">
            <a:xfrm>
              <a:off x="0" y="91"/>
              <a:ext cx="540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800" b="1">
                  <a:latin typeface="Times New Roman" panose="02020603050405020304" pitchFamily="18" charset="0"/>
                  <a:ea typeface="楷体_GB2312" pitchFamily="1" charset="-122"/>
                </a:rPr>
                <a:t>(3)</a:t>
              </a:r>
              <a:r>
                <a:rPr lang="zh-CN" altLang="en-US" sz="2800" b="1">
                  <a:latin typeface="Times New Roman" panose="02020603050405020304" pitchFamily="18" charset="0"/>
                  <a:ea typeface="楷体_GB2312" pitchFamily="1" charset="-122"/>
                </a:rPr>
                <a:t>利用                              从给定的</a:t>
              </a:r>
              <a:r>
                <a:rPr lang="en-US" altLang="zh-CN" sz="2800" b="1" i="1">
                  <a:latin typeface="Times New Roman" panose="02020603050405020304" pitchFamily="18" charset="0"/>
                  <a:ea typeface="楷体_GB2312" pitchFamily="1" charset="-122"/>
                </a:rPr>
                <a:t>P</a:t>
              </a:r>
              <a:r>
                <a:rPr lang="en-US" altLang="zh-CN" sz="2800" b="1" i="1" baseline="-25000">
                  <a:latin typeface="Times New Roman" panose="02020603050405020304" pitchFamily="18" charset="0"/>
                  <a:ea typeface="楷体_GB2312" pitchFamily="1" charset="-122"/>
                </a:rPr>
                <a:t>z</a:t>
              </a:r>
              <a:r>
                <a:rPr lang="en-US" altLang="zh-CN" sz="2800" b="1">
                  <a:latin typeface="Times New Roman" panose="02020603050405020304" pitchFamily="18" charset="0"/>
                  <a:ea typeface="楷体_GB2312" pitchFamily="1" charset="-122"/>
                </a:rPr>
                <a:t>(z)</a:t>
              </a:r>
              <a:r>
                <a:rPr lang="zh-CN" altLang="en-US" sz="2800" b="1">
                  <a:latin typeface="Times New Roman" panose="02020603050405020304" pitchFamily="18" charset="0"/>
                  <a:ea typeface="楷体_GB2312" pitchFamily="1" charset="-122"/>
                </a:rPr>
                <a:t>得到变换函数</a:t>
              </a:r>
              <a:r>
                <a:rPr lang="en-US" altLang="zh-CN" sz="2800" b="1" i="1">
                  <a:latin typeface="Times New Roman" panose="02020603050405020304" pitchFamily="18" charset="0"/>
                  <a:ea typeface="楷体_GB2312" pitchFamily="1" charset="-122"/>
                </a:rPr>
                <a:t>G</a:t>
              </a:r>
              <a:r>
                <a:rPr lang="en-US" altLang="zh-CN" sz="2800" b="1">
                  <a:latin typeface="Times New Roman" panose="02020603050405020304" pitchFamily="18" charset="0"/>
                  <a:ea typeface="楷体_GB2312" pitchFamily="1" charset="-122"/>
                </a:rPr>
                <a:t>.</a:t>
              </a:r>
            </a:p>
          </p:txBody>
        </p:sp>
        <p:graphicFrame>
          <p:nvGraphicFramePr>
            <p:cNvPr id="69645" name="Object 10">
              <a:extLst>
                <a:ext uri="{FF2B5EF4-FFF2-40B4-BE49-F238E27FC236}">
                  <a16:creationId xmlns:a16="http://schemas.microsoft.com/office/drawing/2014/main" id="{C340CA7E-5453-4A32-9CAC-61F0952EC714}"/>
                </a:ext>
              </a:extLst>
            </p:cNvPr>
            <p:cNvGraphicFramePr>
              <a:graphicFrameLocks noChangeAspect="1"/>
            </p:cNvGraphicFramePr>
            <p:nvPr/>
          </p:nvGraphicFramePr>
          <p:xfrm>
            <a:off x="839" y="0"/>
            <a:ext cx="1542" cy="477"/>
          </p:xfrm>
          <a:graphic>
            <a:graphicData uri="http://schemas.openxmlformats.org/presentationml/2006/ole">
              <mc:AlternateContent xmlns:mc="http://schemas.openxmlformats.org/markup-compatibility/2006">
                <mc:Choice xmlns:v="urn:schemas-microsoft-com:vml" Requires="v">
                  <p:oleObj spid="_x0000_s69649" r:id="rId5" imgW="1384901" imgH="431987" progId="Equation.DSMT4">
                    <p:embed/>
                  </p:oleObj>
                </mc:Choice>
                <mc:Fallback>
                  <p:oleObj r:id="rId5" imgW="1384901" imgH="431987" progId="Equation.DSMT4">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9" y="0"/>
                          <a:ext cx="1542" cy="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69639" name="Group 11">
            <a:extLst>
              <a:ext uri="{FF2B5EF4-FFF2-40B4-BE49-F238E27FC236}">
                <a16:creationId xmlns:a16="http://schemas.microsoft.com/office/drawing/2014/main" id="{B518357F-82BF-427E-866E-6345A7FCAC54}"/>
              </a:ext>
            </a:extLst>
          </p:cNvPr>
          <p:cNvGrpSpPr>
            <a:grpSpLocks/>
          </p:cNvGrpSpPr>
          <p:nvPr/>
        </p:nvGrpSpPr>
        <p:grpSpPr bwMode="auto">
          <a:xfrm>
            <a:off x="179388" y="3789363"/>
            <a:ext cx="7513637" cy="519112"/>
            <a:chOff x="0" y="0"/>
            <a:chExt cx="4733" cy="327"/>
          </a:xfrm>
        </p:grpSpPr>
        <p:sp>
          <p:nvSpPr>
            <p:cNvPr id="69642" name="Rectangle 5">
              <a:extLst>
                <a:ext uri="{FF2B5EF4-FFF2-40B4-BE49-F238E27FC236}">
                  <a16:creationId xmlns:a16="http://schemas.microsoft.com/office/drawing/2014/main" id="{A2C0A565-68D3-4FBB-A9E4-CB8D70FAD247}"/>
                </a:ext>
              </a:extLst>
            </p:cNvPr>
            <p:cNvSpPr>
              <a:spLocks noChangeArrowheads="1"/>
            </p:cNvSpPr>
            <p:nvPr/>
          </p:nvSpPr>
          <p:spPr bwMode="auto">
            <a:xfrm>
              <a:off x="0" y="0"/>
              <a:ext cx="252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800" b="1">
                  <a:latin typeface="Times New Roman" panose="02020603050405020304" pitchFamily="18" charset="0"/>
                  <a:ea typeface="楷体_GB2312" pitchFamily="1" charset="-122"/>
                </a:rPr>
                <a:t>(4) </a:t>
              </a:r>
              <a:r>
                <a:rPr lang="zh-CN" altLang="en-US" sz="2800" b="1">
                  <a:latin typeface="Times New Roman" panose="02020603050405020304" pitchFamily="18" charset="0"/>
                  <a:ea typeface="楷体_GB2312" pitchFamily="1" charset="-122"/>
                </a:rPr>
                <a:t>对一个</a:t>
              </a:r>
              <a:r>
                <a:rPr lang="en-US" altLang="zh-CN" sz="2800" b="1" i="1">
                  <a:latin typeface="Times New Roman" panose="02020603050405020304" pitchFamily="18" charset="0"/>
                  <a:ea typeface="楷体_GB2312" pitchFamily="1" charset="-122"/>
                </a:rPr>
                <a:t>s</a:t>
              </a:r>
              <a:r>
                <a:rPr lang="en-US" altLang="zh-CN" sz="2800" b="1" i="1" baseline="-25000">
                  <a:latin typeface="Times New Roman" panose="02020603050405020304" pitchFamily="18" charset="0"/>
                  <a:ea typeface="楷体_GB2312" pitchFamily="1" charset="-122"/>
                </a:rPr>
                <a:t>k</a:t>
              </a:r>
              <a:r>
                <a:rPr lang="zh-CN" altLang="en-US" sz="2800" b="1">
                  <a:latin typeface="Times New Roman" panose="02020603050405020304" pitchFamily="18" charset="0"/>
                  <a:ea typeface="楷体_GB2312" pitchFamily="1" charset="-122"/>
                </a:rPr>
                <a:t>值计算满足</a:t>
              </a:r>
            </a:p>
          </p:txBody>
        </p:sp>
        <p:graphicFrame>
          <p:nvGraphicFramePr>
            <p:cNvPr id="69643" name="Object 13">
              <a:extLst>
                <a:ext uri="{FF2B5EF4-FFF2-40B4-BE49-F238E27FC236}">
                  <a16:creationId xmlns:a16="http://schemas.microsoft.com/office/drawing/2014/main" id="{77CE4317-8139-437C-8C60-A1F5B7EEC052}"/>
                </a:ext>
              </a:extLst>
            </p:cNvPr>
            <p:cNvGraphicFramePr>
              <a:graphicFrameLocks noChangeAspect="1"/>
            </p:cNvGraphicFramePr>
            <p:nvPr/>
          </p:nvGraphicFramePr>
          <p:xfrm>
            <a:off x="2344" y="0"/>
            <a:ext cx="2389" cy="304"/>
          </p:xfrm>
          <a:graphic>
            <a:graphicData uri="http://schemas.openxmlformats.org/presentationml/2006/ole">
              <mc:AlternateContent xmlns:mc="http://schemas.openxmlformats.org/markup-compatibility/2006">
                <mc:Choice xmlns:v="urn:schemas-microsoft-com:vml" Requires="v">
                  <p:oleObj spid="_x0000_s69650" r:id="rId7" imgW="1969355" imgH="228699" progId="Equation.DSMT4">
                    <p:embed/>
                  </p:oleObj>
                </mc:Choice>
                <mc:Fallback>
                  <p:oleObj r:id="rId7" imgW="1969355" imgH="228699" progId="Equation.DSMT4">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44" y="0"/>
                          <a:ext cx="2389" cy="3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6" name="矩形 15">
            <a:extLst>
              <a:ext uri="{FF2B5EF4-FFF2-40B4-BE49-F238E27FC236}">
                <a16:creationId xmlns:a16="http://schemas.microsoft.com/office/drawing/2014/main" id="{2219B773-F85F-4982-B89B-0CA04149DE11}"/>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69641" name="TextBox 23">
            <a:extLst>
              <a:ext uri="{FF2B5EF4-FFF2-40B4-BE49-F238E27FC236}">
                <a16:creationId xmlns:a16="http://schemas.microsoft.com/office/drawing/2014/main" id="{0F9B38A5-79BC-49CE-A504-F091D05E725A}"/>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zh-CN" altLang="en-US" b="1">
                <a:solidFill>
                  <a:schemeClr val="bg1"/>
                </a:solidFill>
                <a:latin typeface="微软雅黑" panose="020B0503020204020204" pitchFamily="34" charset="-122"/>
                <a:ea typeface="微软雅黑" panose="020B0503020204020204" pitchFamily="34" charset="-122"/>
              </a:rPr>
              <a:t>直方图规定化（匹配）实现</a:t>
            </a: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961FD404-324B-4525-8A80-BAE948915E88}"/>
              </a:ext>
            </a:extLst>
          </p:cNvPr>
          <p:cNvSpPr>
            <a:spLocks noGrp="1" noChangeArrowheads="1"/>
          </p:cNvSpPr>
          <p:nvPr>
            <p:ph type="title" idx="4294967295"/>
          </p:nvPr>
        </p:nvSpPr>
        <p:spPr>
          <a:xfrm>
            <a:off x="115888" y="200025"/>
            <a:ext cx="8229600" cy="1360488"/>
          </a:xfrm>
        </p:spPr>
        <p:txBody>
          <a:bodyPr>
            <a:normAutofit/>
          </a:bodyPr>
          <a:lstStyle/>
          <a:p>
            <a:pPr algn="just" eaLnBrk="1" fontAlgn="auto" hangingPunct="1">
              <a:spcAft>
                <a:spcPts val="0"/>
              </a:spcAft>
              <a:defRPr/>
            </a:pPr>
            <a:r>
              <a:rPr lang="zh-CN" altLang="en-US" dirty="0">
                <a:solidFill>
                  <a:srgbClr val="0033CC"/>
                </a:solidFill>
                <a:effectLst>
                  <a:outerShdw blurRad="38100" dist="38100" dir="2700000" algn="tl">
                    <a:srgbClr val="C0C0C0"/>
                  </a:outerShdw>
                </a:effectLst>
                <a:latin typeface="宋体" pitchFamily="2" charset="-122"/>
              </a:rPr>
              <a:t>示例：</a:t>
            </a:r>
            <a:r>
              <a:rPr lang="zh-CN" altLang="en-US" dirty="0">
                <a:effectLst>
                  <a:outerShdw blurRad="38100" dist="38100" dir="2700000" algn="tl">
                    <a:srgbClr val="C0C0C0"/>
                  </a:outerShdw>
                </a:effectLst>
              </a:rPr>
              <a:t> </a:t>
            </a:r>
          </a:p>
        </p:txBody>
      </p:sp>
      <p:graphicFrame>
        <p:nvGraphicFramePr>
          <p:cNvPr id="70659" name="Object 3">
            <a:extLst>
              <a:ext uri="{FF2B5EF4-FFF2-40B4-BE49-F238E27FC236}">
                <a16:creationId xmlns:a16="http://schemas.microsoft.com/office/drawing/2014/main" id="{C206ED1C-66F3-4040-B3B6-888491ED1205}"/>
              </a:ext>
            </a:extLst>
          </p:cNvPr>
          <p:cNvGraphicFramePr>
            <a:graphicFrameLocks noGrp="1" noChangeAspect="1"/>
          </p:cNvGraphicFramePr>
          <p:nvPr>
            <p:ph sz="half" idx="4294967295"/>
          </p:nvPr>
        </p:nvGraphicFramePr>
        <p:xfrm>
          <a:off x="8529638" y="3935413"/>
          <a:ext cx="520700" cy="241300"/>
        </p:xfrm>
        <a:graphic>
          <a:graphicData uri="http://schemas.openxmlformats.org/presentationml/2006/ole">
            <mc:AlternateContent xmlns:mc="http://schemas.openxmlformats.org/markup-compatibility/2006">
              <mc:Choice xmlns:v="urn:schemas-microsoft-com:vml" Requires="v">
                <p:oleObj spid="_x0000_s70674" r:id="rId3" imgW="520926" imgH="241405" progId="Equation.3">
                  <p:embed/>
                </p:oleObj>
              </mc:Choice>
              <mc:Fallback>
                <p:oleObj r:id="rId3" imgW="520926" imgH="241405" progId="Equation.3">
                  <p:embed/>
                  <p:pic>
                    <p:nvPicPr>
                      <p:cNvPr id="0" name="Object 3"/>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29638" y="3935413"/>
                        <a:ext cx="520700"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660" name="Object 4">
            <a:extLst>
              <a:ext uri="{FF2B5EF4-FFF2-40B4-BE49-F238E27FC236}">
                <a16:creationId xmlns:a16="http://schemas.microsoft.com/office/drawing/2014/main" id="{3F74A5E1-835C-4B1D-92F1-118D9ABEBDBE}"/>
              </a:ext>
            </a:extLst>
          </p:cNvPr>
          <p:cNvGraphicFramePr>
            <a:graphicFrameLocks noGrp="1" noChangeAspect="1"/>
          </p:cNvGraphicFramePr>
          <p:nvPr>
            <p:ph sz="quarter" idx="4294967295"/>
          </p:nvPr>
        </p:nvGraphicFramePr>
        <p:xfrm>
          <a:off x="1809750" y="855663"/>
          <a:ext cx="1304925" cy="652462"/>
        </p:xfrm>
        <a:graphic>
          <a:graphicData uri="http://schemas.openxmlformats.org/presentationml/2006/ole">
            <mc:AlternateContent xmlns:mc="http://schemas.openxmlformats.org/markup-compatibility/2006">
              <mc:Choice xmlns:v="urn:schemas-microsoft-com:vml" Requires="v">
                <p:oleObj spid="_x0000_s70675" r:id="rId5" imgW="482810" imgH="241405" progId="Equation.DSMT4">
                  <p:embed/>
                </p:oleObj>
              </mc:Choice>
              <mc:Fallback>
                <p:oleObj r:id="rId5" imgW="482810" imgH="241405" progId="Equation.DSMT4">
                  <p:embed/>
                  <p:pic>
                    <p:nvPicPr>
                      <p:cNvPr id="0" name="Object 4"/>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09750" y="855663"/>
                        <a:ext cx="1304925" cy="652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70661" name="Picture 4">
            <a:extLst>
              <a:ext uri="{FF2B5EF4-FFF2-40B4-BE49-F238E27FC236}">
                <a16:creationId xmlns:a16="http://schemas.microsoft.com/office/drawing/2014/main" id="{CE48FE84-9387-4E32-AC96-0F6D42C2D1B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2875" y="1628775"/>
            <a:ext cx="885825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62" name="Text Box 5">
            <a:extLst>
              <a:ext uri="{FF2B5EF4-FFF2-40B4-BE49-F238E27FC236}">
                <a16:creationId xmlns:a16="http://schemas.microsoft.com/office/drawing/2014/main" id="{D6A4C9A1-F4C7-48BF-9689-B77FEB5A0034}"/>
              </a:ext>
            </a:extLst>
          </p:cNvPr>
          <p:cNvSpPr txBox="1">
            <a:spLocks noChangeArrowheads="1"/>
          </p:cNvSpPr>
          <p:nvPr/>
        </p:nvSpPr>
        <p:spPr bwMode="auto">
          <a:xfrm>
            <a:off x="3005138" y="3736975"/>
            <a:ext cx="546100" cy="406400"/>
          </a:xfrm>
          <a:prstGeom prst="rect">
            <a:avLst/>
          </a:prstGeom>
          <a:solidFill>
            <a:srgbClr val="CCFFFF"/>
          </a:solidFill>
          <a:ln w="9525">
            <a:solidFill>
              <a:schemeClr val="hlink"/>
            </a:solidFill>
            <a:miter lim="800000"/>
            <a:headEnd/>
            <a:tailEnd/>
          </a:ln>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2000">
                <a:latin typeface="Verdana" panose="020B0604030504040204" pitchFamily="34" charset="0"/>
              </a:rPr>
              <a:t>s</a:t>
            </a:r>
            <a:r>
              <a:rPr lang="en-US" altLang="zh-CN" sz="2000" baseline="-25000">
                <a:latin typeface="Verdana" panose="020B0604030504040204" pitchFamily="34" charset="0"/>
              </a:rPr>
              <a:t>k</a:t>
            </a:r>
          </a:p>
        </p:txBody>
      </p:sp>
      <p:sp>
        <p:nvSpPr>
          <p:cNvPr id="70663" name="Text Box 6">
            <a:extLst>
              <a:ext uri="{FF2B5EF4-FFF2-40B4-BE49-F238E27FC236}">
                <a16:creationId xmlns:a16="http://schemas.microsoft.com/office/drawing/2014/main" id="{FCA3F355-1313-4915-86E6-102091611436}"/>
              </a:ext>
            </a:extLst>
          </p:cNvPr>
          <p:cNvSpPr txBox="1">
            <a:spLocks noChangeArrowheads="1"/>
          </p:cNvSpPr>
          <p:nvPr/>
        </p:nvSpPr>
        <p:spPr bwMode="auto">
          <a:xfrm>
            <a:off x="2065338" y="2987675"/>
            <a:ext cx="609600" cy="406400"/>
          </a:xfrm>
          <a:prstGeom prst="rect">
            <a:avLst/>
          </a:prstGeom>
          <a:solidFill>
            <a:srgbClr val="CCFFFF"/>
          </a:solidFill>
          <a:ln w="9525">
            <a:solidFill>
              <a:schemeClr val="hlink"/>
            </a:solidFill>
            <a:miter lim="800000"/>
            <a:headEnd/>
            <a:tailEnd/>
          </a:ln>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2000">
                <a:latin typeface="Verdana" panose="020B0604030504040204" pitchFamily="34" charset="0"/>
              </a:rPr>
              <a:t>p</a:t>
            </a:r>
            <a:r>
              <a:rPr lang="en-US" altLang="zh-CN" sz="2000" baseline="-25000">
                <a:latin typeface="Verdana" panose="020B0604030504040204" pitchFamily="34" charset="0"/>
              </a:rPr>
              <a:t>r</a:t>
            </a:r>
          </a:p>
        </p:txBody>
      </p:sp>
      <p:sp>
        <p:nvSpPr>
          <p:cNvPr id="70664" name="Text Box 7">
            <a:extLst>
              <a:ext uri="{FF2B5EF4-FFF2-40B4-BE49-F238E27FC236}">
                <a16:creationId xmlns:a16="http://schemas.microsoft.com/office/drawing/2014/main" id="{566AD861-05FE-417E-B516-8E0CAFE279D5}"/>
              </a:ext>
            </a:extLst>
          </p:cNvPr>
          <p:cNvSpPr txBox="1">
            <a:spLocks noChangeArrowheads="1"/>
          </p:cNvSpPr>
          <p:nvPr/>
        </p:nvSpPr>
        <p:spPr bwMode="auto">
          <a:xfrm>
            <a:off x="2001838" y="4600575"/>
            <a:ext cx="1993900" cy="274638"/>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da-DK" altLang="en-US" sz="1200">
                <a:latin typeface="Verdana" panose="020B0604030504040204" pitchFamily="34" charset="0"/>
              </a:rPr>
              <a:t>S(k)</a:t>
            </a:r>
            <a:r>
              <a:rPr lang="da-DK" altLang="en-US" sz="1200" baseline="-25000">
                <a:latin typeface="Verdana" panose="020B0604030504040204" pitchFamily="34" charset="0"/>
              </a:rPr>
              <a:t>fin</a:t>
            </a:r>
            <a:r>
              <a:rPr lang="da-DK" altLang="en-US" sz="1200">
                <a:latin typeface="Verdana" panose="020B0604030504040204" pitchFamily="34" charset="0"/>
              </a:rPr>
              <a:t>=int[(L-1-0)s</a:t>
            </a:r>
            <a:r>
              <a:rPr lang="da-DK" altLang="en-US" sz="1200" baseline="-25000">
                <a:latin typeface="Verdana" panose="020B0604030504040204" pitchFamily="34" charset="0"/>
              </a:rPr>
              <a:t>k</a:t>
            </a:r>
            <a:r>
              <a:rPr lang="da-DK" altLang="en-US" sz="1200">
                <a:latin typeface="Verdana" panose="020B0604030504040204" pitchFamily="34" charset="0"/>
              </a:rPr>
              <a:t>+0.5]</a:t>
            </a:r>
            <a:endParaRPr lang="en-US" altLang="zh-CN" sz="1200">
              <a:latin typeface="Verdana" panose="020B0604030504040204" pitchFamily="34" charset="0"/>
            </a:endParaRPr>
          </a:p>
        </p:txBody>
      </p:sp>
      <p:sp>
        <p:nvSpPr>
          <p:cNvPr id="70665" name="Text Box 8">
            <a:extLst>
              <a:ext uri="{FF2B5EF4-FFF2-40B4-BE49-F238E27FC236}">
                <a16:creationId xmlns:a16="http://schemas.microsoft.com/office/drawing/2014/main" id="{5EDADF65-AA25-4821-9A0F-3A9527C37A42}"/>
              </a:ext>
            </a:extLst>
          </p:cNvPr>
          <p:cNvSpPr txBox="1">
            <a:spLocks noChangeArrowheads="1"/>
          </p:cNvSpPr>
          <p:nvPr/>
        </p:nvSpPr>
        <p:spPr bwMode="auto">
          <a:xfrm>
            <a:off x="3436938" y="5172075"/>
            <a:ext cx="546100" cy="406400"/>
          </a:xfrm>
          <a:prstGeom prst="rect">
            <a:avLst/>
          </a:prstGeom>
          <a:solidFill>
            <a:srgbClr val="CCFFFF"/>
          </a:solidFill>
          <a:ln w="9525">
            <a:solidFill>
              <a:schemeClr val="hlink"/>
            </a:solidFill>
            <a:miter lim="800000"/>
            <a:headEnd/>
            <a:tailEnd/>
          </a:ln>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2000">
                <a:latin typeface="Verdana" panose="020B0604030504040204" pitchFamily="34" charset="0"/>
              </a:rPr>
              <a:t>s</a:t>
            </a:r>
            <a:r>
              <a:rPr lang="en-US" altLang="zh-CN" sz="2000" baseline="-25000">
                <a:latin typeface="Verdana" panose="020B0604030504040204" pitchFamily="34" charset="0"/>
              </a:rPr>
              <a:t>k</a:t>
            </a:r>
          </a:p>
        </p:txBody>
      </p:sp>
      <p:sp>
        <p:nvSpPr>
          <p:cNvPr id="70666" name="Text Box 9">
            <a:extLst>
              <a:ext uri="{FF2B5EF4-FFF2-40B4-BE49-F238E27FC236}">
                <a16:creationId xmlns:a16="http://schemas.microsoft.com/office/drawing/2014/main" id="{DC9B91E7-9BF6-4EBE-A7E6-838B5200B5D6}"/>
              </a:ext>
            </a:extLst>
          </p:cNvPr>
          <p:cNvSpPr txBox="1">
            <a:spLocks noChangeArrowheads="1"/>
          </p:cNvSpPr>
          <p:nvPr/>
        </p:nvSpPr>
        <p:spPr bwMode="auto">
          <a:xfrm>
            <a:off x="2763838" y="5184775"/>
            <a:ext cx="546100" cy="406400"/>
          </a:xfrm>
          <a:prstGeom prst="rect">
            <a:avLst/>
          </a:prstGeom>
          <a:solidFill>
            <a:srgbClr val="CCFFFF"/>
          </a:solidFill>
          <a:ln w="9525">
            <a:solidFill>
              <a:schemeClr val="hlink"/>
            </a:solidFill>
            <a:miter lim="800000"/>
            <a:headEnd/>
            <a:tailEnd/>
          </a:ln>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2000">
                <a:latin typeface="Verdana" panose="020B0604030504040204" pitchFamily="34" charset="0"/>
              </a:rPr>
              <a:t>r</a:t>
            </a:r>
            <a:r>
              <a:rPr lang="en-US" altLang="zh-CN" sz="2000" baseline="-25000">
                <a:latin typeface="Verdana" panose="020B0604030504040204" pitchFamily="34" charset="0"/>
              </a:rPr>
              <a:t>k</a:t>
            </a:r>
          </a:p>
        </p:txBody>
      </p:sp>
      <p:graphicFrame>
        <p:nvGraphicFramePr>
          <p:cNvPr id="70667" name="Object 12">
            <a:extLst>
              <a:ext uri="{FF2B5EF4-FFF2-40B4-BE49-F238E27FC236}">
                <a16:creationId xmlns:a16="http://schemas.microsoft.com/office/drawing/2014/main" id="{FD07F7F8-4618-4B95-9AF2-1F99E49AA44C}"/>
              </a:ext>
            </a:extLst>
          </p:cNvPr>
          <p:cNvGraphicFramePr>
            <a:graphicFrameLocks noChangeAspect="1"/>
          </p:cNvGraphicFramePr>
          <p:nvPr/>
        </p:nvGraphicFramePr>
        <p:xfrm>
          <a:off x="2030413" y="2901950"/>
          <a:ext cx="1174750" cy="638175"/>
        </p:xfrm>
        <a:graphic>
          <a:graphicData uri="http://schemas.openxmlformats.org/presentationml/2006/ole">
            <mc:AlternateContent xmlns:mc="http://schemas.openxmlformats.org/markup-compatibility/2006">
              <mc:Choice xmlns:v="urn:schemas-microsoft-com:vml" Requires="v">
                <p:oleObj spid="_x0000_s70676" r:id="rId8" imgW="749300" imgH="406400" progId="Equation.DSMT4">
                  <p:embed/>
                </p:oleObj>
              </mc:Choice>
              <mc:Fallback>
                <p:oleObj r:id="rId8" imgW="749300" imgH="406400" progId="Equation.DSMT4">
                  <p:embed/>
                  <p:pic>
                    <p:nvPicPr>
                      <p:cNvPr id="0"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30413" y="2901950"/>
                        <a:ext cx="1174750" cy="63817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668" name="Object 13">
            <a:extLst>
              <a:ext uri="{FF2B5EF4-FFF2-40B4-BE49-F238E27FC236}">
                <a16:creationId xmlns:a16="http://schemas.microsoft.com/office/drawing/2014/main" id="{3C1AC6B4-7FD0-4077-A58F-AE484901E761}"/>
              </a:ext>
            </a:extLst>
          </p:cNvPr>
          <p:cNvGraphicFramePr>
            <a:graphicFrameLocks noChangeAspect="1"/>
          </p:cNvGraphicFramePr>
          <p:nvPr/>
        </p:nvGraphicFramePr>
        <p:xfrm>
          <a:off x="2533650" y="2327275"/>
          <a:ext cx="307975" cy="461963"/>
        </p:xfrm>
        <a:graphic>
          <a:graphicData uri="http://schemas.openxmlformats.org/presentationml/2006/ole">
            <mc:AlternateContent xmlns:mc="http://schemas.openxmlformats.org/markup-compatibility/2006">
              <mc:Choice xmlns:v="urn:schemas-microsoft-com:vml" Requires="v">
                <p:oleObj spid="_x0000_s70677" r:id="rId10" imgW="152599" imgH="228898" progId="Equation.DSMT4">
                  <p:embed/>
                </p:oleObj>
              </mc:Choice>
              <mc:Fallback>
                <p:oleObj r:id="rId10" imgW="152599" imgH="228898" progId="Equation.DSMT4">
                  <p:embed/>
                  <p:pic>
                    <p:nvPicPr>
                      <p:cNvPr id="0" name="Object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33650" y="2327275"/>
                        <a:ext cx="307975" cy="461963"/>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669" name="Object 14">
            <a:extLst>
              <a:ext uri="{FF2B5EF4-FFF2-40B4-BE49-F238E27FC236}">
                <a16:creationId xmlns:a16="http://schemas.microsoft.com/office/drawing/2014/main" id="{62E46250-C004-4D7A-B631-3D5C704FC880}"/>
              </a:ext>
            </a:extLst>
          </p:cNvPr>
          <p:cNvGraphicFramePr>
            <a:graphicFrameLocks noChangeAspect="1"/>
          </p:cNvGraphicFramePr>
          <p:nvPr/>
        </p:nvGraphicFramePr>
        <p:xfrm>
          <a:off x="2965450" y="3694113"/>
          <a:ext cx="1079500" cy="587375"/>
        </p:xfrm>
        <a:graphic>
          <a:graphicData uri="http://schemas.openxmlformats.org/presentationml/2006/ole">
            <mc:AlternateContent xmlns:mc="http://schemas.openxmlformats.org/markup-compatibility/2006">
              <mc:Choice xmlns:v="urn:schemas-microsoft-com:vml" Requires="v">
                <p:oleObj spid="_x0000_s70678" r:id="rId12" imgW="686098" imgH="457399" progId="Equation.DSMT4">
                  <p:embed/>
                </p:oleObj>
              </mc:Choice>
              <mc:Fallback>
                <p:oleObj r:id="rId12" imgW="686098" imgH="457399" progId="Equation.DSMT4">
                  <p:embed/>
                  <p:pic>
                    <p:nvPicPr>
                      <p:cNvPr id="0" name="Object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965450" y="3694113"/>
                        <a:ext cx="1079500" cy="587375"/>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0670" name="Object 15">
            <a:extLst>
              <a:ext uri="{FF2B5EF4-FFF2-40B4-BE49-F238E27FC236}">
                <a16:creationId xmlns:a16="http://schemas.microsoft.com/office/drawing/2014/main" id="{E6B1CB7E-CB34-46F1-AD11-D55552F718E3}"/>
              </a:ext>
            </a:extLst>
          </p:cNvPr>
          <p:cNvGraphicFramePr>
            <a:graphicFrameLocks noChangeAspect="1"/>
          </p:cNvGraphicFramePr>
          <p:nvPr/>
        </p:nvGraphicFramePr>
        <p:xfrm>
          <a:off x="1957388" y="4557713"/>
          <a:ext cx="2303462" cy="433387"/>
        </p:xfrm>
        <a:graphic>
          <a:graphicData uri="http://schemas.openxmlformats.org/presentationml/2006/ole">
            <mc:AlternateContent xmlns:mc="http://schemas.openxmlformats.org/markup-compatibility/2006">
              <mc:Choice xmlns:v="urn:schemas-microsoft-com:vml" Requires="v">
                <p:oleObj spid="_x0000_s70679" r:id="rId14" imgW="2134526" imgH="279521" progId="Equation.DSMT4">
                  <p:embed/>
                </p:oleObj>
              </mc:Choice>
              <mc:Fallback>
                <p:oleObj r:id="rId14" imgW="2134526" imgH="279521" progId="Equation.DSMT4">
                  <p:embed/>
                  <p:pic>
                    <p:nvPicPr>
                      <p:cNvPr id="0" name="Object 1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957388" y="4557713"/>
                        <a:ext cx="2303462" cy="433387"/>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671" name="Object 16">
            <a:extLst>
              <a:ext uri="{FF2B5EF4-FFF2-40B4-BE49-F238E27FC236}">
                <a16:creationId xmlns:a16="http://schemas.microsoft.com/office/drawing/2014/main" id="{E956CC91-B061-4862-AC1A-C8D81DE4E5A4}"/>
              </a:ext>
            </a:extLst>
          </p:cNvPr>
          <p:cNvGraphicFramePr>
            <a:graphicFrameLocks noChangeAspect="1"/>
          </p:cNvGraphicFramePr>
          <p:nvPr/>
        </p:nvGraphicFramePr>
        <p:xfrm>
          <a:off x="2749550" y="5135563"/>
          <a:ext cx="1384300" cy="461962"/>
        </p:xfrm>
        <a:graphic>
          <a:graphicData uri="http://schemas.openxmlformats.org/presentationml/2006/ole">
            <mc:AlternateContent xmlns:mc="http://schemas.openxmlformats.org/markup-compatibility/2006">
              <mc:Choice xmlns:v="urn:schemas-microsoft-com:vml" Requires="v">
                <p:oleObj spid="_x0000_s70680" r:id="rId16" imgW="686396" imgH="228799" progId="Equation.DSMT4">
                  <p:embed/>
                </p:oleObj>
              </mc:Choice>
              <mc:Fallback>
                <p:oleObj r:id="rId16" imgW="686396" imgH="228799" progId="Equation.DSMT4">
                  <p:embed/>
                  <p:pic>
                    <p:nvPicPr>
                      <p:cNvPr id="0" name="Object 1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749550" y="5135563"/>
                        <a:ext cx="1384300" cy="461962"/>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 name="矩形 16">
            <a:extLst>
              <a:ext uri="{FF2B5EF4-FFF2-40B4-BE49-F238E27FC236}">
                <a16:creationId xmlns:a16="http://schemas.microsoft.com/office/drawing/2014/main" id="{DD39BDA3-3A18-4FFE-A217-A3A51FB1191B}"/>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70673" name="TextBox 23">
            <a:extLst>
              <a:ext uri="{FF2B5EF4-FFF2-40B4-BE49-F238E27FC236}">
                <a16:creationId xmlns:a16="http://schemas.microsoft.com/office/drawing/2014/main" id="{E18294D1-E78E-449A-A061-880FD7446371}"/>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zh-CN" altLang="en-US" b="1">
                <a:solidFill>
                  <a:schemeClr val="bg1"/>
                </a:solidFill>
                <a:latin typeface="微软雅黑" panose="020B0503020204020204" pitchFamily="34" charset="-122"/>
                <a:ea typeface="微软雅黑" panose="020B0503020204020204" pitchFamily="34" charset="-122"/>
              </a:rPr>
              <a:t>直方图规定化（匹配）实现</a:t>
            </a: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682" name="Group 2">
            <a:extLst>
              <a:ext uri="{FF2B5EF4-FFF2-40B4-BE49-F238E27FC236}">
                <a16:creationId xmlns:a16="http://schemas.microsoft.com/office/drawing/2014/main" id="{D2C90E72-59C5-4AC5-9CE9-8BF43BF6C87C}"/>
              </a:ext>
            </a:extLst>
          </p:cNvPr>
          <p:cNvGrpSpPr>
            <a:grpSpLocks noChangeAspect="1"/>
          </p:cNvGrpSpPr>
          <p:nvPr/>
        </p:nvGrpSpPr>
        <p:grpSpPr bwMode="auto">
          <a:xfrm>
            <a:off x="323850" y="835025"/>
            <a:ext cx="8640763" cy="5572125"/>
            <a:chOff x="0" y="526"/>
            <a:chExt cx="5443" cy="3510"/>
          </a:xfrm>
        </p:grpSpPr>
        <p:pic>
          <p:nvPicPr>
            <p:cNvPr id="71685" name="Picture 19">
              <a:extLst>
                <a:ext uri="{FF2B5EF4-FFF2-40B4-BE49-F238E27FC236}">
                  <a16:creationId xmlns:a16="http://schemas.microsoft.com/office/drawing/2014/main" id="{515C9538-08AF-4348-859C-78B2423E7A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845"/>
              <a:ext cx="5352" cy="3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1686" name="Object 4">
              <a:extLst>
                <a:ext uri="{FF2B5EF4-FFF2-40B4-BE49-F238E27FC236}">
                  <a16:creationId xmlns:a16="http://schemas.microsoft.com/office/drawing/2014/main" id="{214E7A5E-031C-4467-AEB8-C900FCA0969A}"/>
                </a:ext>
              </a:extLst>
            </p:cNvPr>
            <p:cNvGraphicFramePr>
              <a:graphicFrameLocks noChangeAspect="1"/>
            </p:cNvGraphicFramePr>
            <p:nvPr/>
          </p:nvGraphicFramePr>
          <p:xfrm>
            <a:off x="137" y="526"/>
            <a:ext cx="778" cy="333"/>
          </p:xfrm>
          <a:graphic>
            <a:graphicData uri="http://schemas.openxmlformats.org/presentationml/2006/ole">
              <mc:AlternateContent xmlns:mc="http://schemas.openxmlformats.org/markup-compatibility/2006">
                <mc:Choice xmlns:v="urn:schemas-microsoft-com:vml" Requires="v">
                  <p:oleObj spid="_x0000_s71694" r:id="rId4" imgW="533632" imgH="228699" progId="Equation.DSMT4">
                    <p:embed/>
                  </p:oleObj>
                </mc:Choice>
                <mc:Fallback>
                  <p:oleObj r:id="rId4" imgW="533632" imgH="228699"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 y="526"/>
                          <a:ext cx="778" cy="3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71687" name="Picture 4">
              <a:extLst>
                <a:ext uri="{FF2B5EF4-FFF2-40B4-BE49-F238E27FC236}">
                  <a16:creationId xmlns:a16="http://schemas.microsoft.com/office/drawing/2014/main" id="{09369FC4-7999-4878-BA5D-5019B56B6A2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45" y="526"/>
              <a:ext cx="998" cy="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1688" name="Object 6">
              <a:extLst>
                <a:ext uri="{FF2B5EF4-FFF2-40B4-BE49-F238E27FC236}">
                  <a16:creationId xmlns:a16="http://schemas.microsoft.com/office/drawing/2014/main" id="{2D370DE8-FC64-4AEF-A753-CA1161DC9986}"/>
                </a:ext>
              </a:extLst>
            </p:cNvPr>
            <p:cNvGraphicFramePr>
              <a:graphicFrameLocks noChangeAspect="1"/>
            </p:cNvGraphicFramePr>
            <p:nvPr/>
          </p:nvGraphicFramePr>
          <p:xfrm>
            <a:off x="635" y="1570"/>
            <a:ext cx="210" cy="291"/>
          </p:xfrm>
          <a:graphic>
            <a:graphicData uri="http://schemas.openxmlformats.org/presentationml/2006/ole">
              <mc:AlternateContent xmlns:mc="http://schemas.openxmlformats.org/markup-compatibility/2006">
                <mc:Choice xmlns:v="urn:schemas-microsoft-com:vml" Requires="v">
                  <p:oleObj spid="_x0000_s71695" r:id="rId7" imgW="165315" imgH="228898" progId="Equation.DSMT4">
                    <p:embed/>
                  </p:oleObj>
                </mc:Choice>
                <mc:Fallback>
                  <p:oleObj r:id="rId7" imgW="165315" imgH="228898"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5" y="1570"/>
                          <a:ext cx="210" cy="291"/>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689" name="Object 7">
              <a:extLst>
                <a:ext uri="{FF2B5EF4-FFF2-40B4-BE49-F238E27FC236}">
                  <a16:creationId xmlns:a16="http://schemas.microsoft.com/office/drawing/2014/main" id="{51FEF707-ADDC-4837-BBEA-A6CE135378CD}"/>
                </a:ext>
              </a:extLst>
            </p:cNvPr>
            <p:cNvGraphicFramePr>
              <a:graphicFrameLocks noChangeAspect="1"/>
            </p:cNvGraphicFramePr>
            <p:nvPr/>
          </p:nvGraphicFramePr>
          <p:xfrm>
            <a:off x="1179" y="1933"/>
            <a:ext cx="348" cy="179"/>
          </p:xfrm>
          <a:graphic>
            <a:graphicData uri="http://schemas.openxmlformats.org/presentationml/2006/ole">
              <mc:AlternateContent xmlns:mc="http://schemas.openxmlformats.org/markup-compatibility/2006">
                <mc:Choice xmlns:v="urn:schemas-microsoft-com:vml" Requires="v">
                  <p:oleObj spid="_x0000_s71696" r:id="rId9" imgW="444693" imgH="228699" progId="Equation.DSMT4">
                    <p:embed/>
                  </p:oleObj>
                </mc:Choice>
                <mc:Fallback>
                  <p:oleObj r:id="rId9" imgW="444693" imgH="228699" progId="Equation.DSMT4">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79" y="1933"/>
                          <a:ext cx="348" cy="179"/>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690" name="Object 8">
              <a:extLst>
                <a:ext uri="{FF2B5EF4-FFF2-40B4-BE49-F238E27FC236}">
                  <a16:creationId xmlns:a16="http://schemas.microsoft.com/office/drawing/2014/main" id="{026B6D3B-E330-43F1-8677-C4B686A97DF7}"/>
                </a:ext>
              </a:extLst>
            </p:cNvPr>
            <p:cNvGraphicFramePr>
              <a:graphicFrameLocks noChangeAspect="1"/>
            </p:cNvGraphicFramePr>
            <p:nvPr/>
          </p:nvGraphicFramePr>
          <p:xfrm>
            <a:off x="915" y="2296"/>
            <a:ext cx="202" cy="280"/>
          </p:xfrm>
          <a:graphic>
            <a:graphicData uri="http://schemas.openxmlformats.org/presentationml/2006/ole">
              <mc:AlternateContent xmlns:mc="http://schemas.openxmlformats.org/markup-compatibility/2006">
                <mc:Choice xmlns:v="urn:schemas-microsoft-com:vml" Requires="v">
                  <p:oleObj spid="_x0000_s71697" r:id="rId11" imgW="165315" imgH="228898" progId="Equation.DSMT4">
                    <p:embed/>
                  </p:oleObj>
                </mc:Choice>
                <mc:Fallback>
                  <p:oleObj r:id="rId11" imgW="165315" imgH="228898" progId="Equation.DSMT4">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15" y="2296"/>
                          <a:ext cx="202" cy="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691" name="Object 9">
              <a:extLst>
                <a:ext uri="{FF2B5EF4-FFF2-40B4-BE49-F238E27FC236}">
                  <a16:creationId xmlns:a16="http://schemas.microsoft.com/office/drawing/2014/main" id="{D9561521-F4BC-413F-95BA-5A74CF64488F}"/>
                </a:ext>
              </a:extLst>
            </p:cNvPr>
            <p:cNvGraphicFramePr>
              <a:graphicFrameLocks noChangeAspect="1"/>
            </p:cNvGraphicFramePr>
            <p:nvPr/>
          </p:nvGraphicFramePr>
          <p:xfrm>
            <a:off x="462" y="2795"/>
            <a:ext cx="1796" cy="190"/>
          </p:xfrm>
          <a:graphic>
            <a:graphicData uri="http://schemas.openxmlformats.org/presentationml/2006/ole">
              <mc:AlternateContent xmlns:mc="http://schemas.openxmlformats.org/markup-compatibility/2006">
                <mc:Choice xmlns:v="urn:schemas-microsoft-com:vml" Requires="v">
                  <p:oleObj spid="_x0000_s71698" r:id="rId13" imgW="2641600" imgH="279400" progId="Equation.DSMT4">
                    <p:embed/>
                  </p:oleObj>
                </mc:Choice>
                <mc:Fallback>
                  <p:oleObj r:id="rId13" imgW="2641600" imgH="279400" progId="Equation.DSMT4">
                    <p:embed/>
                    <p:pic>
                      <p:nvPicPr>
                        <p:cNvPr id="0" name="Object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62" y="2795"/>
                          <a:ext cx="1796" cy="190"/>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692" name="Object 10">
              <a:extLst>
                <a:ext uri="{FF2B5EF4-FFF2-40B4-BE49-F238E27FC236}">
                  <a16:creationId xmlns:a16="http://schemas.microsoft.com/office/drawing/2014/main" id="{1617924C-2DDB-4B84-80B0-038CF0834576}"/>
                </a:ext>
              </a:extLst>
            </p:cNvPr>
            <p:cNvGraphicFramePr>
              <a:graphicFrameLocks noChangeAspect="1"/>
            </p:cNvGraphicFramePr>
            <p:nvPr/>
          </p:nvGraphicFramePr>
          <p:xfrm>
            <a:off x="777" y="3249"/>
            <a:ext cx="623" cy="212"/>
          </p:xfrm>
          <a:graphic>
            <a:graphicData uri="http://schemas.openxmlformats.org/presentationml/2006/ole">
              <mc:AlternateContent xmlns:mc="http://schemas.openxmlformats.org/markup-compatibility/2006">
                <mc:Choice xmlns:v="urn:schemas-microsoft-com:vml" Requires="v">
                  <p:oleObj spid="_x0000_s71699" r:id="rId15" imgW="673392" imgH="228699" progId="Equation.DSMT4">
                    <p:embed/>
                  </p:oleObj>
                </mc:Choice>
                <mc:Fallback>
                  <p:oleObj r:id="rId15" imgW="673392" imgH="228699" progId="Equation.DSMT4">
                    <p:embed/>
                    <p:pic>
                      <p:nvPicPr>
                        <p:cNvPr id="0" name="Object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77" y="3249"/>
                          <a:ext cx="623" cy="212"/>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693" name="Object 11">
              <a:extLst>
                <a:ext uri="{FF2B5EF4-FFF2-40B4-BE49-F238E27FC236}">
                  <a16:creationId xmlns:a16="http://schemas.microsoft.com/office/drawing/2014/main" id="{E12731E1-0320-44CA-A04C-0C03CCC91D68}"/>
                </a:ext>
              </a:extLst>
            </p:cNvPr>
            <p:cNvGraphicFramePr>
              <a:graphicFrameLocks noChangeAspect="1"/>
            </p:cNvGraphicFramePr>
            <p:nvPr/>
          </p:nvGraphicFramePr>
          <p:xfrm>
            <a:off x="782" y="3702"/>
            <a:ext cx="612" cy="212"/>
          </p:xfrm>
          <a:graphic>
            <a:graphicData uri="http://schemas.openxmlformats.org/presentationml/2006/ole">
              <mc:AlternateContent xmlns:mc="http://schemas.openxmlformats.org/markup-compatibility/2006">
                <mc:Choice xmlns:v="urn:schemas-microsoft-com:vml" Requires="v">
                  <p:oleObj spid="_x0000_s71700" r:id="rId17" imgW="742962" imgH="171450" progId="Equation.DSMT4">
                    <p:embed/>
                  </p:oleObj>
                </mc:Choice>
                <mc:Fallback>
                  <p:oleObj r:id="rId17" imgW="742962" imgH="171450" progId="Equation.DSMT4">
                    <p:embed/>
                    <p:pic>
                      <p:nvPicPr>
                        <p:cNvPr id="0" name="Object 1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82" y="3702"/>
                          <a:ext cx="612" cy="212"/>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2" name="矩形 11">
            <a:extLst>
              <a:ext uri="{FF2B5EF4-FFF2-40B4-BE49-F238E27FC236}">
                <a16:creationId xmlns:a16="http://schemas.microsoft.com/office/drawing/2014/main" id="{AAF8D46A-2214-494F-A7E3-0744A177715D}"/>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71684" name="TextBox 23">
            <a:extLst>
              <a:ext uri="{FF2B5EF4-FFF2-40B4-BE49-F238E27FC236}">
                <a16:creationId xmlns:a16="http://schemas.microsoft.com/office/drawing/2014/main" id="{782B064F-C5A6-4619-A71B-3556787BB6CF}"/>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zh-CN" altLang="en-US" b="1">
                <a:solidFill>
                  <a:schemeClr val="bg1"/>
                </a:solidFill>
                <a:latin typeface="微软雅黑" panose="020B0503020204020204" pitchFamily="34" charset="-122"/>
                <a:ea typeface="微软雅黑" panose="020B0503020204020204" pitchFamily="34" charset="-122"/>
              </a:rPr>
              <a:t>直方图规定化（匹配）实现</a:t>
            </a: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AAF8D46A-2214-494F-A7E3-0744A177715D}"/>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72707" name="TextBox 23">
            <a:extLst>
              <a:ext uri="{FF2B5EF4-FFF2-40B4-BE49-F238E27FC236}">
                <a16:creationId xmlns:a16="http://schemas.microsoft.com/office/drawing/2014/main" id="{4D49B22C-83A4-4B29-9E62-1702257238A8}"/>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zh-CN" altLang="en-US" b="1">
                <a:solidFill>
                  <a:schemeClr val="bg1"/>
                </a:solidFill>
                <a:latin typeface="微软雅黑" panose="020B0503020204020204" pitchFamily="34" charset="-122"/>
                <a:ea typeface="微软雅黑" panose="020B0503020204020204" pitchFamily="34" charset="-122"/>
              </a:rPr>
              <a:t>直方图规定化（匹配）实现</a:t>
            </a:r>
          </a:p>
        </p:txBody>
      </p:sp>
      <p:graphicFrame>
        <p:nvGraphicFramePr>
          <p:cNvPr id="14" name="Object 3">
            <a:extLst>
              <a:ext uri="{FF2B5EF4-FFF2-40B4-BE49-F238E27FC236}">
                <a16:creationId xmlns:a16="http://schemas.microsoft.com/office/drawing/2014/main" id="{F98868CF-EBC1-4566-AE94-9C4BD14E5C21}"/>
              </a:ext>
            </a:extLst>
          </p:cNvPr>
          <p:cNvGraphicFramePr>
            <a:graphicFrameLocks noChangeAspect="1"/>
          </p:cNvGraphicFramePr>
          <p:nvPr/>
        </p:nvGraphicFramePr>
        <p:xfrm>
          <a:off x="2176463" y="1555750"/>
          <a:ext cx="1446212" cy="2663825"/>
        </p:xfrm>
        <a:graphic>
          <a:graphicData uri="http://schemas.openxmlformats.org/presentationml/2006/ole">
            <mc:AlternateContent xmlns:mc="http://schemas.openxmlformats.org/markup-compatibility/2006">
              <mc:Choice xmlns:v="urn:schemas-microsoft-com:vml" Requires="v">
                <p:oleObj spid="_x0000_s72719" r:id="rId3" imgW="724214" imgH="1334079" progId="Equation.DSMT4">
                  <p:embed/>
                </p:oleObj>
              </mc:Choice>
              <mc:Fallback>
                <p:oleObj r:id="rId3" imgW="724214" imgH="1334079"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76463" y="1555750"/>
                        <a:ext cx="1446212" cy="2663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 name="Object 4">
            <a:extLst>
              <a:ext uri="{FF2B5EF4-FFF2-40B4-BE49-F238E27FC236}">
                <a16:creationId xmlns:a16="http://schemas.microsoft.com/office/drawing/2014/main" id="{9A2D19A8-20BD-44ED-B7E6-63D66550E535}"/>
              </a:ext>
            </a:extLst>
          </p:cNvPr>
          <p:cNvGraphicFramePr>
            <a:graphicFrameLocks noChangeAspect="1"/>
          </p:cNvGraphicFramePr>
          <p:nvPr/>
        </p:nvGraphicFramePr>
        <p:xfrm>
          <a:off x="5416550" y="1555750"/>
          <a:ext cx="1497013" cy="3197225"/>
        </p:xfrm>
        <a:graphic>
          <a:graphicData uri="http://schemas.openxmlformats.org/presentationml/2006/ole">
            <mc:AlternateContent xmlns:mc="http://schemas.openxmlformats.org/markup-compatibility/2006">
              <mc:Choice xmlns:v="urn:schemas-microsoft-com:vml" Requires="v">
                <p:oleObj spid="_x0000_s72720" r:id="rId5" imgW="749625" imgH="1600895" progId="Equation.DSMT4">
                  <p:embed/>
                </p:oleObj>
              </mc:Choice>
              <mc:Fallback>
                <p:oleObj r:id="rId5" imgW="749625" imgH="1600895"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16550" y="1555750"/>
                        <a:ext cx="1497013" cy="3197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710" name="Object 7">
            <a:extLst>
              <a:ext uri="{FF2B5EF4-FFF2-40B4-BE49-F238E27FC236}">
                <a16:creationId xmlns:a16="http://schemas.microsoft.com/office/drawing/2014/main" id="{C4F121E4-72A4-4823-A8F8-B42898C6C770}"/>
              </a:ext>
            </a:extLst>
          </p:cNvPr>
          <p:cNvGraphicFramePr>
            <a:graphicFrameLocks noChangeAspect="1"/>
          </p:cNvGraphicFramePr>
          <p:nvPr/>
        </p:nvGraphicFramePr>
        <p:xfrm>
          <a:off x="1763713" y="1050925"/>
          <a:ext cx="5362575" cy="633413"/>
        </p:xfrm>
        <a:graphic>
          <a:graphicData uri="http://schemas.openxmlformats.org/presentationml/2006/ole">
            <mc:AlternateContent xmlns:mc="http://schemas.openxmlformats.org/markup-compatibility/2006">
              <mc:Choice xmlns:v="urn:schemas-microsoft-com:vml" Requires="v">
                <p:oleObj spid="_x0000_s72721" r:id="rId7" imgW="1702539" imgH="279521" progId="Equation.DSMT4">
                  <p:embed/>
                </p:oleObj>
              </mc:Choice>
              <mc:Fallback>
                <p:oleObj r:id="rId7" imgW="1702539" imgH="279521"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63713" y="1050925"/>
                        <a:ext cx="5362575" cy="633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 name="Line 15">
            <a:extLst>
              <a:ext uri="{FF2B5EF4-FFF2-40B4-BE49-F238E27FC236}">
                <a16:creationId xmlns:a16="http://schemas.microsoft.com/office/drawing/2014/main" id="{95785EC2-A46B-40C6-843A-A2B54B258795}"/>
              </a:ext>
            </a:extLst>
          </p:cNvPr>
          <p:cNvSpPr>
            <a:spLocks noChangeShapeType="1"/>
          </p:cNvSpPr>
          <p:nvPr/>
        </p:nvSpPr>
        <p:spPr bwMode="auto">
          <a:xfrm>
            <a:off x="3473450" y="2274888"/>
            <a:ext cx="1871663" cy="431800"/>
          </a:xfrm>
          <a:prstGeom prst="line">
            <a:avLst/>
          </a:prstGeom>
          <a:noFill/>
          <a:ln w="38100">
            <a:solidFill>
              <a:srgbClr val="0033CC"/>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 name="Line 16">
            <a:extLst>
              <a:ext uri="{FF2B5EF4-FFF2-40B4-BE49-F238E27FC236}">
                <a16:creationId xmlns:a16="http://schemas.microsoft.com/office/drawing/2014/main" id="{46C0A586-0AC5-4DCD-90BF-DC2026013BEF}"/>
              </a:ext>
            </a:extLst>
          </p:cNvPr>
          <p:cNvSpPr>
            <a:spLocks noChangeShapeType="1"/>
          </p:cNvSpPr>
          <p:nvPr/>
        </p:nvSpPr>
        <p:spPr bwMode="auto">
          <a:xfrm>
            <a:off x="3328988" y="2779713"/>
            <a:ext cx="2016125" cy="360362"/>
          </a:xfrm>
          <a:prstGeom prst="line">
            <a:avLst/>
          </a:prstGeom>
          <a:noFill/>
          <a:ln w="38100">
            <a:solidFill>
              <a:srgbClr val="0033CC"/>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9" name="Group 12">
            <a:extLst>
              <a:ext uri="{FF2B5EF4-FFF2-40B4-BE49-F238E27FC236}">
                <a16:creationId xmlns:a16="http://schemas.microsoft.com/office/drawing/2014/main" id="{62BA80A6-BD4A-452B-BB11-06DB069022A0}"/>
              </a:ext>
            </a:extLst>
          </p:cNvPr>
          <p:cNvGrpSpPr>
            <a:grpSpLocks/>
          </p:cNvGrpSpPr>
          <p:nvPr/>
        </p:nvGrpSpPr>
        <p:grpSpPr bwMode="auto">
          <a:xfrm>
            <a:off x="3400425" y="3211513"/>
            <a:ext cx="2089150" cy="1152525"/>
            <a:chOff x="0" y="0"/>
            <a:chExt cx="1316" cy="726"/>
          </a:xfrm>
        </p:grpSpPr>
        <p:sp>
          <p:nvSpPr>
            <p:cNvPr id="72716" name="Line 17">
              <a:extLst>
                <a:ext uri="{FF2B5EF4-FFF2-40B4-BE49-F238E27FC236}">
                  <a16:creationId xmlns:a16="http://schemas.microsoft.com/office/drawing/2014/main" id="{2311FAAB-E576-4BC1-B437-4FCAC9399C0B}"/>
                </a:ext>
              </a:extLst>
            </p:cNvPr>
            <p:cNvSpPr>
              <a:spLocks noChangeShapeType="1"/>
            </p:cNvSpPr>
            <p:nvPr/>
          </p:nvSpPr>
          <p:spPr bwMode="auto">
            <a:xfrm>
              <a:off x="0" y="0"/>
              <a:ext cx="1225" cy="181"/>
            </a:xfrm>
            <a:prstGeom prst="line">
              <a:avLst/>
            </a:prstGeom>
            <a:noFill/>
            <a:ln w="38100">
              <a:solidFill>
                <a:srgbClr val="0033CC"/>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717" name="Line 18">
              <a:extLst>
                <a:ext uri="{FF2B5EF4-FFF2-40B4-BE49-F238E27FC236}">
                  <a16:creationId xmlns:a16="http://schemas.microsoft.com/office/drawing/2014/main" id="{FD3548C8-595D-46F1-9562-866129530C9E}"/>
                </a:ext>
              </a:extLst>
            </p:cNvPr>
            <p:cNvSpPr>
              <a:spLocks noChangeShapeType="1"/>
            </p:cNvSpPr>
            <p:nvPr/>
          </p:nvSpPr>
          <p:spPr bwMode="auto">
            <a:xfrm>
              <a:off x="46" y="272"/>
              <a:ext cx="1270" cy="227"/>
            </a:xfrm>
            <a:prstGeom prst="line">
              <a:avLst/>
            </a:prstGeom>
            <a:noFill/>
            <a:ln w="38100">
              <a:solidFill>
                <a:srgbClr val="0033CC"/>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718" name="Line 19">
              <a:extLst>
                <a:ext uri="{FF2B5EF4-FFF2-40B4-BE49-F238E27FC236}">
                  <a16:creationId xmlns:a16="http://schemas.microsoft.com/office/drawing/2014/main" id="{0767C9F1-7B79-4BF4-988A-F1AE44D1E28C}"/>
                </a:ext>
              </a:extLst>
            </p:cNvPr>
            <p:cNvSpPr>
              <a:spLocks noChangeShapeType="1"/>
            </p:cNvSpPr>
            <p:nvPr/>
          </p:nvSpPr>
          <p:spPr bwMode="auto">
            <a:xfrm>
              <a:off x="91" y="544"/>
              <a:ext cx="1179" cy="182"/>
            </a:xfrm>
            <a:prstGeom prst="line">
              <a:avLst/>
            </a:prstGeom>
            <a:noFill/>
            <a:ln w="38100">
              <a:solidFill>
                <a:srgbClr val="0033CC"/>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3" name="Rectangle 21">
            <a:extLst>
              <a:ext uri="{FF2B5EF4-FFF2-40B4-BE49-F238E27FC236}">
                <a16:creationId xmlns:a16="http://schemas.microsoft.com/office/drawing/2014/main" id="{A8294532-4838-4EF5-BD67-9543882527C2}"/>
              </a:ext>
            </a:extLst>
          </p:cNvPr>
          <p:cNvSpPr>
            <a:spLocks noChangeArrowheads="1"/>
          </p:cNvSpPr>
          <p:nvPr/>
        </p:nvSpPr>
        <p:spPr bwMode="auto">
          <a:xfrm>
            <a:off x="576263" y="5287963"/>
            <a:ext cx="304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304800">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just" eaLnBrk="1" hangingPunct="1">
              <a:buFont typeface="Arial" panose="020B0604020202020204" pitchFamily="34" charset="0"/>
              <a:buNone/>
            </a:pPr>
            <a:r>
              <a:rPr lang="zh-CN" altLang="en-US" sz="2800" b="1">
                <a:latin typeface="楷体_GB2312" pitchFamily="1" charset="-122"/>
              </a:rPr>
              <a:t>所以最后结果：</a:t>
            </a:r>
            <a:endParaRPr lang="zh-CN" altLang="en-US" sz="1500" b="1">
              <a:latin typeface="楷体_GB2312" pitchFamily="1" charset="-122"/>
            </a:endParaRPr>
          </a:p>
        </p:txBody>
      </p:sp>
      <p:graphicFrame>
        <p:nvGraphicFramePr>
          <p:cNvPr id="24" name="Object 17">
            <a:extLst>
              <a:ext uri="{FF2B5EF4-FFF2-40B4-BE49-F238E27FC236}">
                <a16:creationId xmlns:a16="http://schemas.microsoft.com/office/drawing/2014/main" id="{5BB20B97-A5D6-47A6-8F6C-576CCF4E69E1}"/>
              </a:ext>
            </a:extLst>
          </p:cNvPr>
          <p:cNvGraphicFramePr>
            <a:graphicFrameLocks noChangeAspect="1"/>
          </p:cNvGraphicFramePr>
          <p:nvPr/>
        </p:nvGraphicFramePr>
        <p:xfrm>
          <a:off x="3175000" y="4483100"/>
          <a:ext cx="2136775" cy="2312988"/>
        </p:xfrm>
        <a:graphic>
          <a:graphicData uri="http://schemas.openxmlformats.org/presentationml/2006/ole">
            <mc:AlternateContent xmlns:mc="http://schemas.openxmlformats.org/markup-compatibility/2006">
              <mc:Choice xmlns:v="urn:schemas-microsoft-com:vml" Requires="v">
                <p:oleObj spid="_x0000_s72722" r:id="rId9" imgW="1079969" imgH="1168907" progId="Equation.DSMT4">
                  <p:embed/>
                </p:oleObj>
              </mc:Choice>
              <mc:Fallback>
                <p:oleObj r:id="rId9" imgW="1079969" imgH="1168907" progId="Equation.DSMT4">
                  <p:embed/>
                  <p:pic>
                    <p:nvPicPr>
                      <p:cNvPr id="0" name="Object 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75000" y="4483100"/>
                        <a:ext cx="2136775" cy="23129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linds(horizontal)">
                                      <p:cBhvr>
                                        <p:cTn id="12" dur="500"/>
                                        <p:tgtEl>
                                          <p:spTgt spid="1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blinds(horizontal)">
                                      <p:cBhvr>
                                        <p:cTn id="17" dur="500"/>
                                        <p:tgtEl>
                                          <p:spTgt spid="1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blinds(horizontal)">
                                      <p:cBhvr>
                                        <p:cTn id="22" dur="500"/>
                                        <p:tgtEl>
                                          <p:spTgt spid="1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blinds(horizontal)">
                                      <p:cBhvr>
                                        <p:cTn id="27" dur="500"/>
                                        <p:tgtEl>
                                          <p:spTgt spid="1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grpId="0" nodeType="clickEffect">
                                  <p:stCondLst>
                                    <p:cond delay="0"/>
                                  </p:stCondLst>
                                  <p:childTnLst>
                                    <p:set>
                                      <p:cBhvr>
                                        <p:cTn id="31" dur="1" fill="hold">
                                          <p:stCondLst>
                                            <p:cond delay="499"/>
                                          </p:stCondLst>
                                        </p:cTn>
                                        <p:tgtEl>
                                          <p:spTgt spid="23">
                                            <p:txEl>
                                              <p:pRg st="0" end="0"/>
                                            </p:txEl>
                                          </p:spTgt>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3" presetClass="entr" presetSubtype="10" fill="hold" nodeType="click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blinds(horizontal)">
                                      <p:cBhvr>
                                        <p:cTn id="3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uild="p"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730" name="Group 2">
            <a:extLst>
              <a:ext uri="{FF2B5EF4-FFF2-40B4-BE49-F238E27FC236}">
                <a16:creationId xmlns:a16="http://schemas.microsoft.com/office/drawing/2014/main" id="{5C179344-95DA-4586-AAEB-9CAB31F1A282}"/>
              </a:ext>
            </a:extLst>
          </p:cNvPr>
          <p:cNvGrpSpPr>
            <a:grpSpLocks noChangeAspect="1"/>
          </p:cNvGrpSpPr>
          <p:nvPr/>
        </p:nvGrpSpPr>
        <p:grpSpPr bwMode="auto">
          <a:xfrm>
            <a:off x="611188" y="849313"/>
            <a:ext cx="8280400" cy="2008187"/>
            <a:chOff x="0" y="0"/>
            <a:chExt cx="5216" cy="1265"/>
          </a:xfrm>
        </p:grpSpPr>
        <p:pic>
          <p:nvPicPr>
            <p:cNvPr id="73739" name="Picture 5">
              <a:extLst>
                <a:ext uri="{FF2B5EF4-FFF2-40B4-BE49-F238E27FC236}">
                  <a16:creationId xmlns:a16="http://schemas.microsoft.com/office/drawing/2014/main" id="{852EC1D6-9B28-44B8-9F03-D271430496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216" cy="1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3740" name="Object 4">
              <a:extLst>
                <a:ext uri="{FF2B5EF4-FFF2-40B4-BE49-F238E27FC236}">
                  <a16:creationId xmlns:a16="http://schemas.microsoft.com/office/drawing/2014/main" id="{27F08FAE-6C3B-43D0-B470-AC95336307D3}"/>
                </a:ext>
              </a:extLst>
            </p:cNvPr>
            <p:cNvGraphicFramePr>
              <a:graphicFrameLocks noChangeAspect="1"/>
            </p:cNvGraphicFramePr>
            <p:nvPr/>
          </p:nvGraphicFramePr>
          <p:xfrm>
            <a:off x="1134" y="0"/>
            <a:ext cx="413" cy="248"/>
          </p:xfrm>
          <a:graphic>
            <a:graphicData uri="http://schemas.openxmlformats.org/presentationml/2006/ole">
              <mc:AlternateContent xmlns:mc="http://schemas.openxmlformats.org/markup-compatibility/2006">
                <mc:Choice xmlns:v="urn:schemas-microsoft-com:vml" Requires="v">
                  <p:oleObj spid="_x0000_s73741" r:id="rId4" imgW="381331" imgH="228799" progId="Equation.DSMT4">
                    <p:embed/>
                  </p:oleObj>
                </mc:Choice>
                <mc:Fallback>
                  <p:oleObj r:id="rId4" imgW="381331" imgH="228799"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34" y="0"/>
                          <a:ext cx="413"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62469" name="Object 5">
            <a:extLst>
              <a:ext uri="{FF2B5EF4-FFF2-40B4-BE49-F238E27FC236}">
                <a16:creationId xmlns:a16="http://schemas.microsoft.com/office/drawing/2014/main" id="{E91D2B82-D271-4D9E-A563-8D440B70F8FE}"/>
              </a:ext>
            </a:extLst>
          </p:cNvPr>
          <p:cNvGraphicFramePr>
            <a:graphicFrameLocks noChangeAspect="1"/>
          </p:cNvGraphicFramePr>
          <p:nvPr/>
        </p:nvGraphicFramePr>
        <p:xfrm>
          <a:off x="7883525" y="2578100"/>
          <a:ext cx="1117600" cy="177800"/>
        </p:xfrm>
        <a:graphic>
          <a:graphicData uri="http://schemas.openxmlformats.org/presentationml/2006/ole">
            <mc:AlternateContent xmlns:mc="http://schemas.openxmlformats.org/markup-compatibility/2006">
              <mc:Choice xmlns:v="urn:schemas-microsoft-com:vml" Requires="v">
                <p:oleObj spid="_x0000_s73742" r:id="rId6" imgW="1117600" imgH="177800" progId="Equation.DSMT4">
                  <p:embed/>
                </p:oleObj>
              </mc:Choice>
              <mc:Fallback>
                <p:oleObj r:id="rId6" imgW="1117600" imgH="177800"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83525" y="2578100"/>
                        <a:ext cx="1117600" cy="177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470" name="Object 6">
            <a:extLst>
              <a:ext uri="{FF2B5EF4-FFF2-40B4-BE49-F238E27FC236}">
                <a16:creationId xmlns:a16="http://schemas.microsoft.com/office/drawing/2014/main" id="{E2F697FA-E65C-4B33-805D-20464DE7771B}"/>
              </a:ext>
            </a:extLst>
          </p:cNvPr>
          <p:cNvGraphicFramePr>
            <a:graphicFrameLocks noGrp="1" noChangeAspect="1"/>
          </p:cNvGraphicFramePr>
          <p:nvPr>
            <p:ph idx="4294967295"/>
          </p:nvPr>
        </p:nvGraphicFramePr>
        <p:xfrm>
          <a:off x="7019925" y="2578100"/>
          <a:ext cx="711200" cy="177800"/>
        </p:xfrm>
        <a:graphic>
          <a:graphicData uri="http://schemas.openxmlformats.org/presentationml/2006/ole">
            <mc:AlternateContent xmlns:mc="http://schemas.openxmlformats.org/markup-compatibility/2006">
              <mc:Choice xmlns:v="urn:schemas-microsoft-com:vml" Requires="v">
                <p:oleObj spid="_x0000_s73743" r:id="rId8" imgW="711509" imgH="177877" progId="Equation.DSMT4">
                  <p:embed/>
                </p:oleObj>
              </mc:Choice>
              <mc:Fallback>
                <p:oleObj r:id="rId8" imgW="711509" imgH="177877" progId="Equation.DSMT4">
                  <p:embed/>
                  <p:pic>
                    <p:nvPicPr>
                      <p:cNvPr id="0" name="Object 6"/>
                      <p:cNvPicPr>
                        <a:picLocks noGrp="1"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019925" y="2578100"/>
                        <a:ext cx="711200" cy="177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3733" name="Group 7">
            <a:extLst>
              <a:ext uri="{FF2B5EF4-FFF2-40B4-BE49-F238E27FC236}">
                <a16:creationId xmlns:a16="http://schemas.microsoft.com/office/drawing/2014/main" id="{18E154CB-81C1-4812-8C9B-B2CF82CF2858}"/>
              </a:ext>
            </a:extLst>
          </p:cNvPr>
          <p:cNvGrpSpPr>
            <a:grpSpLocks noChangeAspect="1"/>
          </p:cNvGrpSpPr>
          <p:nvPr/>
        </p:nvGrpSpPr>
        <p:grpSpPr bwMode="auto">
          <a:xfrm>
            <a:off x="1468438" y="2890838"/>
            <a:ext cx="6343650" cy="3967162"/>
            <a:chOff x="0" y="0"/>
            <a:chExt cx="4422" cy="2765"/>
          </a:xfrm>
        </p:grpSpPr>
        <p:pic>
          <p:nvPicPr>
            <p:cNvPr id="73736" name="Picture 4">
              <a:extLst>
                <a:ext uri="{FF2B5EF4-FFF2-40B4-BE49-F238E27FC236}">
                  <a16:creationId xmlns:a16="http://schemas.microsoft.com/office/drawing/2014/main" id="{D8A67566-9AD6-4609-93FE-B0D234E6C23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46"/>
              <a:ext cx="4422" cy="2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3737" name="Object 9">
              <a:extLst>
                <a:ext uri="{FF2B5EF4-FFF2-40B4-BE49-F238E27FC236}">
                  <a16:creationId xmlns:a16="http://schemas.microsoft.com/office/drawing/2014/main" id="{A06712DF-2D57-4E4B-A95B-4459E999D1A4}"/>
                </a:ext>
              </a:extLst>
            </p:cNvPr>
            <p:cNvGraphicFramePr>
              <a:graphicFrameLocks noChangeAspect="1"/>
            </p:cNvGraphicFramePr>
            <p:nvPr/>
          </p:nvGraphicFramePr>
          <p:xfrm>
            <a:off x="1633" y="0"/>
            <a:ext cx="363" cy="218"/>
          </p:xfrm>
          <a:graphic>
            <a:graphicData uri="http://schemas.openxmlformats.org/presentationml/2006/ole">
              <mc:AlternateContent xmlns:mc="http://schemas.openxmlformats.org/markup-compatibility/2006">
                <mc:Choice xmlns:v="urn:schemas-microsoft-com:vml" Requires="v">
                  <p:oleObj spid="_x0000_s73744" r:id="rId11" imgW="381331" imgH="228799" progId="Equation.DSMT4">
                    <p:embed/>
                  </p:oleObj>
                </mc:Choice>
                <mc:Fallback>
                  <p:oleObj r:id="rId11" imgW="381331" imgH="228799" progId="Equation.DSMT4">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33" y="0"/>
                          <a:ext cx="363" cy="2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738" name="Object 10">
              <a:extLst>
                <a:ext uri="{FF2B5EF4-FFF2-40B4-BE49-F238E27FC236}">
                  <a16:creationId xmlns:a16="http://schemas.microsoft.com/office/drawing/2014/main" id="{A1BAC396-1EA2-415D-8CF4-319593AAD1B3}"/>
                </a:ext>
              </a:extLst>
            </p:cNvPr>
            <p:cNvGraphicFramePr>
              <a:graphicFrameLocks noChangeAspect="1"/>
            </p:cNvGraphicFramePr>
            <p:nvPr/>
          </p:nvGraphicFramePr>
          <p:xfrm>
            <a:off x="3130" y="0"/>
            <a:ext cx="363" cy="218"/>
          </p:xfrm>
          <a:graphic>
            <a:graphicData uri="http://schemas.openxmlformats.org/presentationml/2006/ole">
              <mc:AlternateContent xmlns:mc="http://schemas.openxmlformats.org/markup-compatibility/2006">
                <mc:Choice xmlns:v="urn:schemas-microsoft-com:vml" Requires="v">
                  <p:oleObj spid="_x0000_s73745" r:id="rId13" imgW="381331" imgH="228799" progId="Equation.DSMT4">
                    <p:embed/>
                  </p:oleObj>
                </mc:Choice>
                <mc:Fallback>
                  <p:oleObj r:id="rId13" imgW="381331" imgH="228799" progId="Equation.DSMT4">
                    <p:embed/>
                    <p:pic>
                      <p:nvPicPr>
                        <p:cNvPr id="0" name="Object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30" y="0"/>
                          <a:ext cx="363" cy="2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1" name="矩形 10">
            <a:extLst>
              <a:ext uri="{FF2B5EF4-FFF2-40B4-BE49-F238E27FC236}">
                <a16:creationId xmlns:a16="http://schemas.microsoft.com/office/drawing/2014/main" id="{0EA0582D-232D-42FD-80EA-8A0C5A91D441}"/>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73735" name="TextBox 23">
            <a:extLst>
              <a:ext uri="{FF2B5EF4-FFF2-40B4-BE49-F238E27FC236}">
                <a16:creationId xmlns:a16="http://schemas.microsoft.com/office/drawing/2014/main" id="{6960C142-A034-4AF5-BC42-8F1006E91896}"/>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rgbClr val="7F7F7F"/>
                </a:solidFill>
                <a:latin typeface="Century Gothic" panose="020B0502020202020204" pitchFamily="34" charset="0"/>
                <a:ea typeface="宋体" panose="02010600030101010101" pitchFamily="2" charset="-122"/>
              </a:defRPr>
            </a:lvl1pPr>
            <a:lvl2pPr marL="742950" indent="-285750">
              <a:spcBef>
                <a:spcPct val="20000"/>
              </a:spcBef>
              <a:buFont typeface="Arial" panose="020B0604020202020204" pitchFamily="34" charset="0"/>
              <a:buChar char="o"/>
              <a:defRPr sz="1600">
                <a:solidFill>
                  <a:srgbClr val="7F7F7F"/>
                </a:solidFill>
                <a:latin typeface="Century Gothic" panose="020B0502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3pPr>
            <a:lvl4pPr marL="1600200" indent="-228600">
              <a:spcBef>
                <a:spcPct val="20000"/>
              </a:spcBef>
              <a:buFont typeface="Arial" panose="020B0604020202020204" pitchFamily="34" charset="0"/>
              <a:buChar char="o"/>
              <a:defRPr sz="1600">
                <a:solidFill>
                  <a:srgbClr val="7F7F7F"/>
                </a:solidFill>
                <a:latin typeface="Century Gothic" panose="020B0502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9pPr>
          </a:lstStyle>
          <a:p>
            <a:pPr algn="ctr" eaLnBrk="1" hangingPunct="1">
              <a:spcBef>
                <a:spcPct val="0"/>
              </a:spcBef>
              <a:buFont typeface="Arial" panose="020B0604020202020204" pitchFamily="34" charset="0"/>
              <a:buNone/>
            </a:pPr>
            <a:r>
              <a:rPr lang="zh-CN" altLang="en-US" sz="3200" b="1">
                <a:solidFill>
                  <a:schemeClr val="bg1"/>
                </a:solidFill>
                <a:latin typeface="微软雅黑" panose="020B0503020204020204" pitchFamily="34" charset="-122"/>
                <a:ea typeface="微软雅黑" panose="020B0503020204020204" pitchFamily="34" charset="-122"/>
              </a:rPr>
              <a:t>直方图规定化（匹配）实现</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2470"/>
                                        </p:tgtEl>
                                        <p:attrNameLst>
                                          <p:attrName>style.visibility</p:attrName>
                                        </p:attrNameLst>
                                      </p:cBhvr>
                                      <p:to>
                                        <p:strVal val="visible"/>
                                      </p:to>
                                    </p:set>
                                    <p:animEffect transition="in" filter="blinds(horizontal)">
                                      <p:cBhvr>
                                        <p:cTn id="7" dur="500"/>
                                        <p:tgtEl>
                                          <p:spTgt spid="6247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2469"/>
                                        </p:tgtEl>
                                        <p:attrNameLst>
                                          <p:attrName>style.visibility</p:attrName>
                                        </p:attrNameLst>
                                      </p:cBhvr>
                                      <p:to>
                                        <p:strVal val="visible"/>
                                      </p:to>
                                    </p:set>
                                    <p:animEffect transition="in" filter="blinds(horizontal)">
                                      <p:cBhvr>
                                        <p:cTn id="12" dur="500"/>
                                        <p:tgtEl>
                                          <p:spTgt spid="624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515" name="Text Box 13">
            <a:extLst>
              <a:ext uri="{FF2B5EF4-FFF2-40B4-BE49-F238E27FC236}">
                <a16:creationId xmlns:a16="http://schemas.microsoft.com/office/drawing/2014/main" id="{B0E6EDBC-A853-4898-B0BA-C168FCDFEE13}"/>
              </a:ext>
            </a:extLst>
          </p:cNvPr>
          <p:cNvSpPr txBox="1">
            <a:spLocks noChangeArrowheads="1"/>
          </p:cNvSpPr>
          <p:nvPr/>
        </p:nvSpPr>
        <p:spPr bwMode="auto">
          <a:xfrm>
            <a:off x="46038" y="830263"/>
            <a:ext cx="9097962" cy="1187450"/>
          </a:xfrm>
          <a:prstGeom prst="rect">
            <a:avLst/>
          </a:prstGeom>
          <a:noFill/>
          <a:ln>
            <a:noFill/>
          </a:ln>
          <a:effectLst/>
          <a:extLst/>
        </p:spPr>
        <p:txBody>
          <a:bodyPr lIns="90000" tIns="46800" rIns="90000" bIns="46800">
            <a:spAutoFit/>
          </a:bodyPr>
          <a:lstStyle>
            <a:lvl1pPr eaLnBrk="0" hangingPunct="0">
              <a:defRPr sz="3200">
                <a:solidFill>
                  <a:schemeClr val="tx1"/>
                </a:solidFill>
                <a:latin typeface="Verdana" pitchFamily="34" charset="0"/>
                <a:ea typeface="楷体_GB2312" pitchFamily="1" charset="-122"/>
              </a:defRPr>
            </a:lvl1pPr>
            <a:lvl2pPr marL="742950" indent="-285750" eaLnBrk="0" hangingPunct="0">
              <a:defRPr sz="3200">
                <a:solidFill>
                  <a:schemeClr val="tx1"/>
                </a:solidFill>
                <a:latin typeface="Verdana" pitchFamily="34" charset="0"/>
                <a:ea typeface="楷体_GB2312" pitchFamily="1" charset="-122"/>
              </a:defRPr>
            </a:lvl2pPr>
            <a:lvl3pPr marL="1143000" indent="-228600" eaLnBrk="0" hangingPunct="0">
              <a:defRPr sz="3200">
                <a:solidFill>
                  <a:schemeClr val="tx1"/>
                </a:solidFill>
                <a:latin typeface="Verdana" pitchFamily="34" charset="0"/>
                <a:ea typeface="楷体_GB2312" pitchFamily="1" charset="-122"/>
              </a:defRPr>
            </a:lvl3pPr>
            <a:lvl4pPr marL="1600200" indent="-228600" eaLnBrk="0" hangingPunct="0">
              <a:defRPr sz="3200">
                <a:solidFill>
                  <a:schemeClr val="tx1"/>
                </a:solidFill>
                <a:latin typeface="Verdana" pitchFamily="34" charset="0"/>
                <a:ea typeface="楷体_GB2312" pitchFamily="1" charset="-122"/>
              </a:defRPr>
            </a:lvl4pPr>
            <a:lvl5pPr marL="2057400" indent="-228600" eaLnBrk="0" hangingPunct="0">
              <a:defRPr sz="3200">
                <a:solidFill>
                  <a:schemeClr val="tx1"/>
                </a:solidFill>
                <a:latin typeface="Verdana" pitchFamily="34" charset="0"/>
                <a:ea typeface="楷体_GB2312" pitchFamily="1" charset="-122"/>
              </a:defRPr>
            </a:lvl5pPr>
            <a:lvl6pPr marL="25146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6pPr>
            <a:lvl7pPr marL="29718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7pPr>
            <a:lvl8pPr marL="34290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8pPr>
            <a:lvl9pPr marL="38862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9pPr>
          </a:lstStyle>
          <a:p>
            <a:pPr eaLnBrk="1" hangingPunct="1">
              <a:buFont typeface="Arial" panose="020B0604020202020204" pitchFamily="34" charset="0"/>
              <a:buNone/>
              <a:defRPr/>
            </a:pPr>
            <a:r>
              <a:rPr lang="zh-CN" altLang="en-US" sz="2400" b="1">
                <a:latin typeface="楷体_GB2312" pitchFamily="1" charset="-122"/>
              </a:rPr>
              <a:t>有时需要对图像小区域细节的局部增强</a:t>
            </a:r>
            <a:r>
              <a:rPr lang="en-US" sz="2400" b="1">
                <a:latin typeface="楷体_GB2312" pitchFamily="1" charset="-122"/>
              </a:rPr>
              <a:t>.</a:t>
            </a:r>
            <a:r>
              <a:rPr lang="zh-CN" altLang="en-US" sz="2400" b="1">
                <a:latin typeface="楷体_GB2312" pitchFamily="1" charset="-122"/>
              </a:rPr>
              <a:t>解决的办法就是在图像中每一个像素的邻域中</a:t>
            </a:r>
            <a:r>
              <a:rPr lang="en-US" sz="2400" b="1">
                <a:latin typeface="楷体_GB2312" pitchFamily="1" charset="-122"/>
              </a:rPr>
              <a:t>,</a:t>
            </a:r>
            <a:r>
              <a:rPr lang="zh-CN" altLang="en-US" sz="2400" b="1" i="1" u="sng">
                <a:solidFill>
                  <a:srgbClr val="0033CC"/>
                </a:solidFill>
                <a:effectLst>
                  <a:outerShdw blurRad="38100" dist="38100" dir="2700000" algn="tl">
                    <a:srgbClr val="C0C0C0"/>
                  </a:outerShdw>
                </a:effectLst>
                <a:latin typeface="楷体_GB2312" pitchFamily="1" charset="-122"/>
              </a:rPr>
              <a:t>根据灰度级分布设计变换函数</a:t>
            </a:r>
            <a:r>
              <a:rPr lang="en-US" sz="2400" b="1" i="1" u="sng">
                <a:solidFill>
                  <a:srgbClr val="0033CC"/>
                </a:solidFill>
                <a:effectLst>
                  <a:outerShdw blurRad="38100" dist="38100" dir="2700000" algn="tl">
                    <a:srgbClr val="C0C0C0"/>
                  </a:outerShdw>
                </a:effectLst>
                <a:latin typeface="楷体_GB2312" pitchFamily="1" charset="-122"/>
              </a:rPr>
              <a:t>.</a:t>
            </a:r>
            <a:r>
              <a:rPr lang="zh-CN" altLang="en-US" sz="2400" b="1">
                <a:latin typeface="楷体_GB2312" pitchFamily="1" charset="-122"/>
              </a:rPr>
              <a:t>然后利用前面介绍的技术来进行</a:t>
            </a:r>
            <a:r>
              <a:rPr lang="zh-CN" altLang="en-US" sz="2400" b="1" i="1" u="sng">
                <a:solidFill>
                  <a:srgbClr val="9900FF"/>
                </a:solidFill>
                <a:effectLst>
                  <a:outerShdw blurRad="38100" dist="38100" dir="2700000" algn="tl">
                    <a:srgbClr val="C0C0C0"/>
                  </a:outerShdw>
                </a:effectLst>
                <a:latin typeface="楷体_GB2312" pitchFamily="1" charset="-122"/>
              </a:rPr>
              <a:t>局部增强</a:t>
            </a:r>
            <a:r>
              <a:rPr lang="en-US" sz="2400" b="1" i="1" u="sng">
                <a:solidFill>
                  <a:srgbClr val="9900FF"/>
                </a:solidFill>
                <a:effectLst>
                  <a:outerShdw blurRad="38100" dist="38100" dir="2700000" algn="tl">
                    <a:srgbClr val="C0C0C0"/>
                  </a:outerShdw>
                </a:effectLst>
                <a:latin typeface="楷体_GB2312" pitchFamily="1" charset="-122"/>
              </a:rPr>
              <a:t>.</a:t>
            </a:r>
          </a:p>
        </p:txBody>
      </p:sp>
      <p:sp>
        <p:nvSpPr>
          <p:cNvPr id="74755" name="Text Box 15">
            <a:extLst>
              <a:ext uri="{FF2B5EF4-FFF2-40B4-BE49-F238E27FC236}">
                <a16:creationId xmlns:a16="http://schemas.microsoft.com/office/drawing/2014/main" id="{74A5EA7F-E703-4CC7-B589-1D19580B7D72}"/>
              </a:ext>
            </a:extLst>
          </p:cNvPr>
          <p:cNvSpPr txBox="1">
            <a:spLocks noChangeArrowheads="1"/>
          </p:cNvSpPr>
          <p:nvPr/>
        </p:nvSpPr>
        <p:spPr bwMode="auto">
          <a:xfrm>
            <a:off x="179388" y="6446838"/>
            <a:ext cx="88249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1800" b="1">
                <a:latin typeface="楷体_GB2312" pitchFamily="1" charset="-122"/>
                <a:ea typeface="楷体_GB2312" pitchFamily="1" charset="-122"/>
              </a:rPr>
              <a:t>(a)</a:t>
            </a:r>
            <a:r>
              <a:rPr lang="zh-CN" altLang="en-US" sz="1800" b="1">
                <a:latin typeface="楷体_GB2312" pitchFamily="1" charset="-122"/>
                <a:ea typeface="楷体_GB2312" pitchFamily="1" charset="-122"/>
              </a:rPr>
              <a:t>原图 </a:t>
            </a:r>
            <a:r>
              <a:rPr lang="en-US" altLang="zh-CN" sz="1800" b="1">
                <a:latin typeface="楷体_GB2312" pitchFamily="1" charset="-122"/>
                <a:ea typeface="楷体_GB2312" pitchFamily="1" charset="-122"/>
              </a:rPr>
              <a:t>(b)</a:t>
            </a:r>
            <a:r>
              <a:rPr lang="zh-CN" altLang="en-US" sz="1800" b="1">
                <a:latin typeface="楷体_GB2312" pitchFamily="1" charset="-122"/>
                <a:ea typeface="楷体_GB2312" pitchFamily="1" charset="-122"/>
              </a:rPr>
              <a:t>全局均衡化的结果  </a:t>
            </a:r>
            <a:r>
              <a:rPr lang="en-US" altLang="zh-CN" sz="1800" b="1">
                <a:latin typeface="楷体_GB2312" pitchFamily="1" charset="-122"/>
                <a:ea typeface="楷体_GB2312" pitchFamily="1" charset="-122"/>
              </a:rPr>
              <a:t>(c) </a:t>
            </a:r>
            <a:r>
              <a:rPr lang="zh-CN" altLang="en-US" sz="1800" b="1">
                <a:latin typeface="楷体_GB2312" pitchFamily="1" charset="-122"/>
                <a:ea typeface="楷体_GB2312" pitchFamily="1" charset="-122"/>
              </a:rPr>
              <a:t>对每一个像素用</a:t>
            </a:r>
            <a:r>
              <a:rPr lang="en-US" altLang="zh-CN" sz="1800" b="1">
                <a:latin typeface="楷体_GB2312" pitchFamily="1" charset="-122"/>
                <a:ea typeface="楷体_GB2312" pitchFamily="1" charset="-122"/>
              </a:rPr>
              <a:t>7×7</a:t>
            </a:r>
            <a:r>
              <a:rPr lang="zh-CN" altLang="en-US" sz="1800" b="1">
                <a:latin typeface="楷体_GB2312" pitchFamily="1" charset="-122"/>
                <a:ea typeface="楷体_GB2312" pitchFamily="1" charset="-122"/>
              </a:rPr>
              <a:t>邻域局部增强均衡化的结果</a:t>
            </a:r>
          </a:p>
        </p:txBody>
      </p:sp>
      <p:sp>
        <p:nvSpPr>
          <p:cNvPr id="64517" name="Text Box 16">
            <a:extLst>
              <a:ext uri="{FF2B5EF4-FFF2-40B4-BE49-F238E27FC236}">
                <a16:creationId xmlns:a16="http://schemas.microsoft.com/office/drawing/2014/main" id="{59E40FA0-071C-4A26-B6A1-F0618702C8A6}"/>
              </a:ext>
            </a:extLst>
          </p:cNvPr>
          <p:cNvSpPr txBox="1">
            <a:spLocks noChangeArrowheads="1"/>
          </p:cNvSpPr>
          <p:nvPr/>
        </p:nvSpPr>
        <p:spPr bwMode="auto">
          <a:xfrm>
            <a:off x="0" y="2054225"/>
            <a:ext cx="9144000" cy="2282825"/>
          </a:xfrm>
          <a:prstGeom prst="rect">
            <a:avLst/>
          </a:prstGeom>
          <a:solidFill>
            <a:schemeClr val="bg1"/>
          </a:solidFill>
          <a:ln>
            <a:noFill/>
          </a:ln>
          <a:effectLst/>
          <a:extLst/>
        </p:spPr>
        <p:txBody>
          <a:bodyPr>
            <a:spAutoFit/>
          </a:bodyPr>
          <a:lstStyle>
            <a:lvl1pPr eaLnBrk="0" hangingPunct="0">
              <a:defRPr sz="3200">
                <a:solidFill>
                  <a:schemeClr val="tx1"/>
                </a:solidFill>
                <a:latin typeface="Verdana" pitchFamily="34" charset="0"/>
                <a:ea typeface="楷体_GB2312" pitchFamily="1" charset="-122"/>
              </a:defRPr>
            </a:lvl1pPr>
            <a:lvl2pPr marL="742950" indent="-285750" eaLnBrk="0" hangingPunct="0">
              <a:defRPr sz="3200">
                <a:solidFill>
                  <a:schemeClr val="tx1"/>
                </a:solidFill>
                <a:latin typeface="Verdana" pitchFamily="34" charset="0"/>
                <a:ea typeface="楷体_GB2312" pitchFamily="1" charset="-122"/>
              </a:defRPr>
            </a:lvl2pPr>
            <a:lvl3pPr marL="1143000" indent="-228600" eaLnBrk="0" hangingPunct="0">
              <a:defRPr sz="3200">
                <a:solidFill>
                  <a:schemeClr val="tx1"/>
                </a:solidFill>
                <a:latin typeface="Verdana" pitchFamily="34" charset="0"/>
                <a:ea typeface="楷体_GB2312" pitchFamily="1" charset="-122"/>
              </a:defRPr>
            </a:lvl3pPr>
            <a:lvl4pPr marL="1600200" indent="-228600" eaLnBrk="0" hangingPunct="0">
              <a:defRPr sz="3200">
                <a:solidFill>
                  <a:schemeClr val="tx1"/>
                </a:solidFill>
                <a:latin typeface="Verdana" pitchFamily="34" charset="0"/>
                <a:ea typeface="楷体_GB2312" pitchFamily="1" charset="-122"/>
              </a:defRPr>
            </a:lvl4pPr>
            <a:lvl5pPr marL="2057400" indent="-228600" eaLnBrk="0" hangingPunct="0">
              <a:defRPr sz="3200">
                <a:solidFill>
                  <a:schemeClr val="tx1"/>
                </a:solidFill>
                <a:latin typeface="Verdana" pitchFamily="34" charset="0"/>
                <a:ea typeface="楷体_GB2312" pitchFamily="1" charset="-122"/>
              </a:defRPr>
            </a:lvl5pPr>
            <a:lvl6pPr marL="25146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6pPr>
            <a:lvl7pPr marL="29718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7pPr>
            <a:lvl8pPr marL="34290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8pPr>
            <a:lvl9pPr marL="38862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9pPr>
          </a:lstStyle>
          <a:p>
            <a:pPr eaLnBrk="1" hangingPunct="1">
              <a:buFont typeface="Arial" panose="020B0604020202020204" pitchFamily="34" charset="0"/>
              <a:buNone/>
              <a:defRPr/>
            </a:pPr>
            <a:r>
              <a:rPr lang="zh-CN" altLang="en-US" sz="2400" b="1" dirty="0">
                <a:effectLst>
                  <a:outerShdw blurRad="38100" dist="38100" dir="2700000" algn="tl">
                    <a:srgbClr val="C0C0C0"/>
                  </a:outerShdw>
                </a:effectLst>
                <a:latin typeface="楷体_GB2312" pitchFamily="1" charset="-122"/>
              </a:rPr>
              <a:t>步骤</a:t>
            </a:r>
            <a:r>
              <a:rPr lang="en-US" sz="2400" b="1" dirty="0">
                <a:effectLst>
                  <a:outerShdw blurRad="38100" dist="38100" dir="2700000" algn="tl">
                    <a:srgbClr val="C0C0C0"/>
                  </a:outerShdw>
                </a:effectLst>
                <a:latin typeface="楷体_GB2312" pitchFamily="1" charset="-122"/>
              </a:rPr>
              <a:t>:</a:t>
            </a:r>
          </a:p>
          <a:p>
            <a:pPr eaLnBrk="1" hangingPunct="1">
              <a:buFont typeface="Arial" panose="020B0604020202020204" pitchFamily="34" charset="0"/>
              <a:buNone/>
              <a:defRPr/>
            </a:pPr>
            <a:r>
              <a:rPr lang="en-US" sz="2400" b="1" dirty="0">
                <a:effectLst>
                  <a:outerShdw blurRad="38100" dist="38100" dir="2700000" algn="tl">
                    <a:srgbClr val="C0C0C0"/>
                  </a:outerShdw>
                </a:effectLst>
                <a:latin typeface="楷体_GB2312" pitchFamily="1" charset="-122"/>
              </a:rPr>
              <a:t>①</a:t>
            </a:r>
            <a:r>
              <a:rPr lang="zh-CN" altLang="en-US" sz="2400" b="1" dirty="0">
                <a:latin typeface="楷体_GB2312" pitchFamily="1" charset="-122"/>
              </a:rPr>
              <a:t>定义一个</a:t>
            </a:r>
            <a:r>
              <a:rPr lang="zh-CN" altLang="en-US" sz="2400" b="1" dirty="0">
                <a:solidFill>
                  <a:srgbClr val="FF0000"/>
                </a:solidFill>
                <a:latin typeface="楷体_GB2312" pitchFamily="1" charset="-122"/>
              </a:rPr>
              <a:t>方形或矩形的区域</a:t>
            </a:r>
            <a:r>
              <a:rPr lang="en-US" sz="2400" b="1" dirty="0">
                <a:solidFill>
                  <a:srgbClr val="FF0000"/>
                </a:solidFill>
                <a:latin typeface="楷体_GB2312" pitchFamily="1" charset="-122"/>
              </a:rPr>
              <a:t>(</a:t>
            </a:r>
            <a:r>
              <a:rPr lang="zh-CN" altLang="en-US" sz="2400" b="1" dirty="0">
                <a:solidFill>
                  <a:srgbClr val="FF0000"/>
                </a:solidFill>
                <a:latin typeface="楷体_GB2312" pitchFamily="1" charset="-122"/>
              </a:rPr>
              <a:t>邻域</a:t>
            </a:r>
            <a:r>
              <a:rPr lang="en-US" sz="2400" b="1" dirty="0">
                <a:solidFill>
                  <a:srgbClr val="FF0000"/>
                </a:solidFill>
                <a:latin typeface="楷体_GB2312" pitchFamily="1" charset="-122"/>
              </a:rPr>
              <a:t>),</a:t>
            </a:r>
            <a:r>
              <a:rPr lang="zh-CN" altLang="en-US" sz="2400" b="1" dirty="0">
                <a:latin typeface="楷体_GB2312" pitchFamily="1" charset="-122"/>
              </a:rPr>
              <a:t>该区域的中心位置在某个像素点</a:t>
            </a:r>
          </a:p>
          <a:p>
            <a:pPr eaLnBrk="1" hangingPunct="1">
              <a:buFont typeface="Arial" panose="020B0604020202020204" pitchFamily="34" charset="0"/>
              <a:buNone/>
              <a:defRPr/>
            </a:pPr>
            <a:r>
              <a:rPr lang="zh-CN" altLang="en-US" sz="2400" b="1" dirty="0">
                <a:latin typeface="楷体_GB2312" pitchFamily="1" charset="-122"/>
              </a:rPr>
              <a:t>②计算该邻域的直方图</a:t>
            </a:r>
            <a:r>
              <a:rPr lang="en-US" sz="2400" b="1" dirty="0">
                <a:latin typeface="楷体_GB2312" pitchFamily="1" charset="-122"/>
              </a:rPr>
              <a:t>,</a:t>
            </a:r>
            <a:r>
              <a:rPr lang="zh-CN" altLang="en-US" sz="2400" b="1" dirty="0">
                <a:latin typeface="楷体_GB2312" pitchFamily="1" charset="-122"/>
              </a:rPr>
              <a:t>利用前面介绍的技术来得到变换函数</a:t>
            </a:r>
            <a:r>
              <a:rPr lang="en-US" sz="2400" b="1" dirty="0">
                <a:latin typeface="楷体_GB2312" pitchFamily="1" charset="-122"/>
              </a:rPr>
              <a:t>.</a:t>
            </a:r>
          </a:p>
          <a:p>
            <a:pPr eaLnBrk="1" hangingPunct="1">
              <a:buFont typeface="Arial" panose="020B0604020202020204" pitchFamily="34" charset="0"/>
              <a:buNone/>
              <a:defRPr/>
            </a:pPr>
            <a:r>
              <a:rPr lang="en-US" sz="2400" b="1" dirty="0">
                <a:latin typeface="楷体_GB2312" pitchFamily="1" charset="-122"/>
              </a:rPr>
              <a:t>③</a:t>
            </a:r>
            <a:r>
              <a:rPr lang="zh-CN" altLang="en-US" sz="2400" b="1" dirty="0">
                <a:latin typeface="楷体_GB2312" pitchFamily="1" charset="-122"/>
              </a:rPr>
              <a:t>使用该变换函数来映射该区域的中心象素的灰度</a:t>
            </a:r>
            <a:r>
              <a:rPr lang="en-US" sz="2400" b="1" dirty="0">
                <a:latin typeface="楷体_GB2312" pitchFamily="1" charset="-122"/>
              </a:rPr>
              <a:t>;</a:t>
            </a:r>
            <a:endParaRPr lang="en-US" sz="2400" b="1" dirty="0">
              <a:solidFill>
                <a:srgbClr val="FF0000"/>
              </a:solidFill>
              <a:latin typeface="楷体_GB2312" pitchFamily="1" charset="-122"/>
            </a:endParaRPr>
          </a:p>
          <a:p>
            <a:pPr eaLnBrk="1" hangingPunct="1">
              <a:buFont typeface="Arial" panose="020B0604020202020204" pitchFamily="34" charset="0"/>
              <a:buNone/>
              <a:defRPr/>
            </a:pPr>
            <a:r>
              <a:rPr lang="en-US" sz="2400" b="1" dirty="0">
                <a:latin typeface="楷体_GB2312" pitchFamily="1" charset="-122"/>
              </a:rPr>
              <a:t>④</a:t>
            </a:r>
            <a:r>
              <a:rPr lang="zh-CN" altLang="en-US" sz="2400" b="1" dirty="0">
                <a:latin typeface="楷体_GB2312" pitchFamily="1" charset="-122"/>
              </a:rPr>
              <a:t>把该区域的中心从一个像素移动至另一像素</a:t>
            </a:r>
            <a:r>
              <a:rPr lang="en-US" sz="2400" b="1" dirty="0">
                <a:latin typeface="楷体_GB2312" pitchFamily="1" charset="-122"/>
              </a:rPr>
              <a:t>.</a:t>
            </a:r>
            <a:r>
              <a:rPr lang="zh-CN" altLang="en-US" sz="2400" b="1" dirty="0">
                <a:latin typeface="楷体_GB2312" pitchFamily="1" charset="-122"/>
              </a:rPr>
              <a:t>重复②</a:t>
            </a:r>
            <a:r>
              <a:rPr lang="en-US" sz="2400" b="1" dirty="0">
                <a:latin typeface="宋体" pitchFamily="2" charset="-122"/>
                <a:ea typeface="宋体" pitchFamily="2" charset="-122"/>
              </a:rPr>
              <a:t>~</a:t>
            </a:r>
            <a:r>
              <a:rPr lang="en-US" sz="2400" b="1" dirty="0">
                <a:latin typeface="楷体_GB2312" pitchFamily="1" charset="-122"/>
              </a:rPr>
              <a:t>④</a:t>
            </a:r>
          </a:p>
        </p:txBody>
      </p:sp>
      <p:sp>
        <p:nvSpPr>
          <p:cNvPr id="64518" name="Oval 17">
            <a:extLst>
              <a:ext uri="{FF2B5EF4-FFF2-40B4-BE49-F238E27FC236}">
                <a16:creationId xmlns:a16="http://schemas.microsoft.com/office/drawing/2014/main" id="{02FB4322-CE3D-44FE-A61A-1235F107F95F}"/>
              </a:ext>
            </a:extLst>
          </p:cNvPr>
          <p:cNvSpPr>
            <a:spLocks noChangeArrowheads="1"/>
          </p:cNvSpPr>
          <p:nvPr/>
        </p:nvSpPr>
        <p:spPr bwMode="auto">
          <a:xfrm>
            <a:off x="1979613" y="1190625"/>
            <a:ext cx="863600" cy="504825"/>
          </a:xfrm>
          <a:prstGeom prst="ellipse">
            <a:avLst/>
          </a:prstGeom>
          <a:noFill/>
          <a:ln w="38100" cmpd="dbl">
            <a:solidFill>
              <a:srgbClr val="99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3200">
              <a:latin typeface="Verdana" panose="020B0604030504040204" pitchFamily="34" charset="0"/>
              <a:ea typeface="楷体_GB2312" pitchFamily="1" charset="-122"/>
            </a:endParaRPr>
          </a:p>
        </p:txBody>
      </p:sp>
      <p:pic>
        <p:nvPicPr>
          <p:cNvPr id="74758" name="Picture 18">
            <a:extLst>
              <a:ext uri="{FF2B5EF4-FFF2-40B4-BE49-F238E27FC236}">
                <a16:creationId xmlns:a16="http://schemas.microsoft.com/office/drawing/2014/main" id="{8F6D978B-736D-4C1E-B909-A0AF0031C1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4438" y="4359275"/>
            <a:ext cx="6191250"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59" name="Text Box 19">
            <a:extLst>
              <a:ext uri="{FF2B5EF4-FFF2-40B4-BE49-F238E27FC236}">
                <a16:creationId xmlns:a16="http://schemas.microsoft.com/office/drawing/2014/main" id="{9E665884-E9BA-4B7C-AABA-E5F39A3DD673}"/>
              </a:ext>
            </a:extLst>
          </p:cNvPr>
          <p:cNvSpPr txBox="1">
            <a:spLocks noChangeArrowheads="1"/>
          </p:cNvSpPr>
          <p:nvPr/>
        </p:nvSpPr>
        <p:spPr bwMode="auto">
          <a:xfrm>
            <a:off x="395288" y="4503738"/>
            <a:ext cx="1908175" cy="519112"/>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2800" b="1">
                <a:latin typeface="Verdana" panose="020B0604030504040204" pitchFamily="34" charset="0"/>
                <a:ea typeface="楷体_GB2312" pitchFamily="1" charset="-122"/>
              </a:rPr>
              <a:t>例</a:t>
            </a:r>
            <a:r>
              <a:rPr lang="en-US" altLang="zh-CN" sz="2800" b="1">
                <a:latin typeface="Verdana" panose="020B0604030504040204" pitchFamily="34" charset="0"/>
                <a:ea typeface="楷体_GB2312" pitchFamily="1" charset="-122"/>
              </a:rPr>
              <a:t>3.10</a:t>
            </a:r>
          </a:p>
        </p:txBody>
      </p:sp>
      <p:sp>
        <p:nvSpPr>
          <p:cNvPr id="9" name="矩形 8">
            <a:extLst>
              <a:ext uri="{FF2B5EF4-FFF2-40B4-BE49-F238E27FC236}">
                <a16:creationId xmlns:a16="http://schemas.microsoft.com/office/drawing/2014/main" id="{51EF9CF3-8E5F-47E2-AC07-900DCDAC78E7}"/>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74761" name="TextBox 23">
            <a:extLst>
              <a:ext uri="{FF2B5EF4-FFF2-40B4-BE49-F238E27FC236}">
                <a16:creationId xmlns:a16="http://schemas.microsoft.com/office/drawing/2014/main" id="{25240790-824B-4ABD-9829-591A6D0D5241}"/>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en-US" altLang="zh-CN" b="1">
                <a:solidFill>
                  <a:schemeClr val="bg1"/>
                </a:solidFill>
                <a:latin typeface="微软雅黑" panose="020B0503020204020204" pitchFamily="34" charset="-122"/>
                <a:ea typeface="微软雅黑" panose="020B0503020204020204" pitchFamily="34" charset="-122"/>
              </a:rPr>
              <a:t>3.3.3. </a:t>
            </a:r>
            <a:r>
              <a:rPr lang="zh-CN" altLang="en-US" b="1">
                <a:solidFill>
                  <a:schemeClr val="bg1"/>
                </a:solidFill>
                <a:latin typeface="微软雅黑" panose="020B0503020204020204" pitchFamily="34" charset="-122"/>
                <a:ea typeface="微软雅黑" panose="020B0503020204020204" pitchFamily="34" charset="-122"/>
              </a:rPr>
              <a:t>局部直方图处理</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4518"/>
                                        </p:tgtEl>
                                        <p:attrNameLst>
                                          <p:attrName>style.visibility</p:attrName>
                                        </p:attrNameLst>
                                      </p:cBhvr>
                                      <p:to>
                                        <p:strVal val="visible"/>
                                      </p:to>
                                    </p:set>
                                    <p:animEffect transition="in" filter="blinds(horizontal)">
                                      <p:cBhvr>
                                        <p:cTn id="7" dur="500"/>
                                        <p:tgtEl>
                                          <p:spTgt spid="645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8" grpId="0" animBg="1"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5778" name="Object 3">
            <a:extLst>
              <a:ext uri="{FF2B5EF4-FFF2-40B4-BE49-F238E27FC236}">
                <a16:creationId xmlns:a16="http://schemas.microsoft.com/office/drawing/2014/main" id="{BC125D97-1B20-4007-A040-81AE86D648D9}"/>
              </a:ext>
            </a:extLst>
          </p:cNvPr>
          <p:cNvGraphicFramePr>
            <a:graphicFrameLocks noChangeAspect="1"/>
          </p:cNvGraphicFramePr>
          <p:nvPr/>
        </p:nvGraphicFramePr>
        <p:xfrm>
          <a:off x="3505200" y="1125538"/>
          <a:ext cx="3703638" cy="931862"/>
        </p:xfrm>
        <a:graphic>
          <a:graphicData uri="http://schemas.openxmlformats.org/presentationml/2006/ole">
            <mc:AlternateContent xmlns:mc="http://schemas.openxmlformats.org/markup-compatibility/2006">
              <mc:Choice xmlns:v="urn:schemas-microsoft-com:vml" Requires="v">
                <p:oleObj spid="_x0000_s75789" r:id="rId3" imgW="1715244" imgH="431987" progId="Equation.DSMT4">
                  <p:embed/>
                </p:oleObj>
              </mc:Choice>
              <mc:Fallback>
                <p:oleObj r:id="rId3" imgW="1715244" imgH="431987"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5200" y="1125538"/>
                        <a:ext cx="3703638" cy="931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779" name="Text Box 5">
            <a:extLst>
              <a:ext uri="{FF2B5EF4-FFF2-40B4-BE49-F238E27FC236}">
                <a16:creationId xmlns:a16="http://schemas.microsoft.com/office/drawing/2014/main" id="{E80617F2-9BAA-4705-94A1-7165C7687A29}"/>
              </a:ext>
            </a:extLst>
          </p:cNvPr>
          <p:cNvSpPr txBox="1">
            <a:spLocks noChangeArrowheads="1"/>
          </p:cNvSpPr>
          <p:nvPr/>
        </p:nvSpPr>
        <p:spPr bwMode="auto">
          <a:xfrm>
            <a:off x="539750" y="1341438"/>
            <a:ext cx="33115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3200" b="1">
                <a:latin typeface="Verdana" panose="020B0604030504040204" pitchFamily="34" charset="0"/>
                <a:ea typeface="楷体_GB2312" pitchFamily="1" charset="-122"/>
              </a:rPr>
              <a:t>全局灰度均值：</a:t>
            </a:r>
          </a:p>
        </p:txBody>
      </p:sp>
      <p:graphicFrame>
        <p:nvGraphicFramePr>
          <p:cNvPr id="75780" name="Object 5">
            <a:extLst>
              <a:ext uri="{FF2B5EF4-FFF2-40B4-BE49-F238E27FC236}">
                <a16:creationId xmlns:a16="http://schemas.microsoft.com/office/drawing/2014/main" id="{6AC42C2D-0FAF-4FC0-A5DF-F921C8661F0D}"/>
              </a:ext>
            </a:extLst>
          </p:cNvPr>
          <p:cNvGraphicFramePr>
            <a:graphicFrameLocks noChangeAspect="1"/>
          </p:cNvGraphicFramePr>
          <p:nvPr/>
        </p:nvGraphicFramePr>
        <p:xfrm>
          <a:off x="3708400" y="1970088"/>
          <a:ext cx="5075238" cy="931862"/>
        </p:xfrm>
        <a:graphic>
          <a:graphicData uri="http://schemas.openxmlformats.org/presentationml/2006/ole">
            <mc:AlternateContent xmlns:mc="http://schemas.openxmlformats.org/markup-compatibility/2006">
              <mc:Choice xmlns:v="urn:schemas-microsoft-com:vml" Requires="v">
                <p:oleObj spid="_x0000_s75790" r:id="rId5" imgW="2350520" imgH="431987" progId="Equation.DSMT4">
                  <p:embed/>
                </p:oleObj>
              </mc:Choice>
              <mc:Fallback>
                <p:oleObj r:id="rId5" imgW="2350520" imgH="431987"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08400" y="1970088"/>
                        <a:ext cx="5075238" cy="931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781" name="Text Box 7">
            <a:extLst>
              <a:ext uri="{FF2B5EF4-FFF2-40B4-BE49-F238E27FC236}">
                <a16:creationId xmlns:a16="http://schemas.microsoft.com/office/drawing/2014/main" id="{3DB41FD1-891D-40A5-BDB4-F7E99350CD1E}"/>
              </a:ext>
            </a:extLst>
          </p:cNvPr>
          <p:cNvSpPr txBox="1">
            <a:spLocks noChangeArrowheads="1"/>
          </p:cNvSpPr>
          <p:nvPr/>
        </p:nvSpPr>
        <p:spPr bwMode="auto">
          <a:xfrm>
            <a:off x="539750" y="2133600"/>
            <a:ext cx="36718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3200" b="1">
                <a:latin typeface="Verdana" panose="020B0604030504040204" pitchFamily="34" charset="0"/>
                <a:ea typeface="楷体_GB2312" pitchFamily="1" charset="-122"/>
              </a:rPr>
              <a:t>全局灰度方差：</a:t>
            </a:r>
          </a:p>
        </p:txBody>
      </p:sp>
      <p:sp>
        <p:nvSpPr>
          <p:cNvPr id="75782" name="Text Box 8">
            <a:extLst>
              <a:ext uri="{FF2B5EF4-FFF2-40B4-BE49-F238E27FC236}">
                <a16:creationId xmlns:a16="http://schemas.microsoft.com/office/drawing/2014/main" id="{B915255F-C50A-498B-BA18-998E07022991}"/>
              </a:ext>
            </a:extLst>
          </p:cNvPr>
          <p:cNvSpPr txBox="1">
            <a:spLocks noChangeArrowheads="1"/>
          </p:cNvSpPr>
          <p:nvPr/>
        </p:nvSpPr>
        <p:spPr bwMode="auto">
          <a:xfrm>
            <a:off x="250825" y="4941888"/>
            <a:ext cx="8713788" cy="1160462"/>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 typeface="Wingdings" panose="05000000000000000000" pitchFamily="2" charset="2"/>
              <a:buChar char="u"/>
            </a:pPr>
            <a:r>
              <a:rPr lang="zh-CN" altLang="en-US" sz="2800" b="1">
                <a:latin typeface="Verdana" panose="020B0604030504040204" pitchFamily="34" charset="0"/>
                <a:ea typeface="楷体_GB2312" pitchFamily="1" charset="-122"/>
              </a:rPr>
              <a:t>灰度均值：对平均灰度的一种度量；</a:t>
            </a:r>
          </a:p>
          <a:p>
            <a:pPr eaLnBrk="1" hangingPunct="1">
              <a:spcBef>
                <a:spcPct val="50000"/>
              </a:spcBef>
              <a:buClrTx/>
              <a:buSzTx/>
              <a:buFont typeface="Wingdings" panose="05000000000000000000" pitchFamily="2" charset="2"/>
              <a:buChar char="u"/>
            </a:pPr>
            <a:r>
              <a:rPr lang="zh-CN" altLang="en-US" sz="2800" b="1">
                <a:latin typeface="Verdana" panose="020B0604030504040204" pitchFamily="34" charset="0"/>
                <a:ea typeface="楷体_GB2312" pitchFamily="1" charset="-122"/>
              </a:rPr>
              <a:t>灰度方差（标准差）：对平均对比度的一种度量；</a:t>
            </a:r>
          </a:p>
        </p:txBody>
      </p:sp>
      <p:graphicFrame>
        <p:nvGraphicFramePr>
          <p:cNvPr id="75783" name="Object 8">
            <a:extLst>
              <a:ext uri="{FF2B5EF4-FFF2-40B4-BE49-F238E27FC236}">
                <a16:creationId xmlns:a16="http://schemas.microsoft.com/office/drawing/2014/main" id="{1E91BC6A-38F4-4B71-855E-E246C1D084C6}"/>
              </a:ext>
            </a:extLst>
          </p:cNvPr>
          <p:cNvGraphicFramePr>
            <a:graphicFrameLocks noChangeAspect="1"/>
          </p:cNvGraphicFramePr>
          <p:nvPr/>
        </p:nvGraphicFramePr>
        <p:xfrm>
          <a:off x="3752850" y="2892425"/>
          <a:ext cx="4333875" cy="931863"/>
        </p:xfrm>
        <a:graphic>
          <a:graphicData uri="http://schemas.openxmlformats.org/presentationml/2006/ole">
            <mc:AlternateContent xmlns:mc="http://schemas.openxmlformats.org/markup-compatibility/2006">
              <mc:Choice xmlns:v="urn:schemas-microsoft-com:vml" Requires="v">
                <p:oleObj spid="_x0000_s75791" r:id="rId7" imgW="2007471" imgH="431987" progId="Equation.DSMT4">
                  <p:embed/>
                </p:oleObj>
              </mc:Choice>
              <mc:Fallback>
                <p:oleObj r:id="rId7" imgW="2007471" imgH="431987" progId="Equation.DSMT4">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52850" y="2892425"/>
                        <a:ext cx="4333875" cy="931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784" name="Text Box 10">
            <a:extLst>
              <a:ext uri="{FF2B5EF4-FFF2-40B4-BE49-F238E27FC236}">
                <a16:creationId xmlns:a16="http://schemas.microsoft.com/office/drawing/2014/main" id="{1AF369A2-8EC8-432E-9A07-9696BA093732}"/>
              </a:ext>
            </a:extLst>
          </p:cNvPr>
          <p:cNvSpPr txBox="1">
            <a:spLocks noChangeArrowheads="1"/>
          </p:cNvSpPr>
          <p:nvPr/>
        </p:nvSpPr>
        <p:spPr bwMode="auto">
          <a:xfrm>
            <a:off x="250825" y="3214688"/>
            <a:ext cx="33115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3200" b="1">
                <a:latin typeface="Verdana" panose="020B0604030504040204" pitchFamily="34" charset="0"/>
                <a:ea typeface="楷体_GB2312" pitchFamily="1" charset="-122"/>
              </a:rPr>
              <a:t>局部灰度均值：</a:t>
            </a:r>
          </a:p>
        </p:txBody>
      </p:sp>
      <p:graphicFrame>
        <p:nvGraphicFramePr>
          <p:cNvPr id="75785" name="Object 10">
            <a:extLst>
              <a:ext uri="{FF2B5EF4-FFF2-40B4-BE49-F238E27FC236}">
                <a16:creationId xmlns:a16="http://schemas.microsoft.com/office/drawing/2014/main" id="{6D7A67F5-A06F-4287-BE9C-6616784261DC}"/>
              </a:ext>
            </a:extLst>
          </p:cNvPr>
          <p:cNvGraphicFramePr>
            <a:graphicFrameLocks noChangeAspect="1"/>
          </p:cNvGraphicFramePr>
          <p:nvPr/>
        </p:nvGraphicFramePr>
        <p:xfrm>
          <a:off x="3648075" y="3897313"/>
          <a:ext cx="5089525" cy="915987"/>
        </p:xfrm>
        <a:graphic>
          <a:graphicData uri="http://schemas.openxmlformats.org/presentationml/2006/ole">
            <mc:AlternateContent xmlns:mc="http://schemas.openxmlformats.org/markup-compatibility/2006">
              <mc:Choice xmlns:v="urn:schemas-microsoft-com:vml" Requires="v">
                <p:oleObj spid="_x0000_s75792" r:id="rId9" imgW="2679700" imgH="482600" progId="Equation.DSMT4">
                  <p:embed/>
                </p:oleObj>
              </mc:Choice>
              <mc:Fallback>
                <p:oleObj r:id="rId9" imgW="2679700" imgH="482600" progId="Equation.DSMT4">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48075" y="3897313"/>
                        <a:ext cx="5089525" cy="915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786" name="Text Box 12">
            <a:extLst>
              <a:ext uri="{FF2B5EF4-FFF2-40B4-BE49-F238E27FC236}">
                <a16:creationId xmlns:a16="http://schemas.microsoft.com/office/drawing/2014/main" id="{83783D13-B90E-4B9C-BADB-0D0AFE8151C7}"/>
              </a:ext>
            </a:extLst>
          </p:cNvPr>
          <p:cNvSpPr txBox="1">
            <a:spLocks noChangeArrowheads="1"/>
          </p:cNvSpPr>
          <p:nvPr/>
        </p:nvSpPr>
        <p:spPr bwMode="auto">
          <a:xfrm>
            <a:off x="250825" y="4006850"/>
            <a:ext cx="36718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3200" b="1">
                <a:latin typeface="Verdana" panose="020B0604030504040204" pitchFamily="34" charset="0"/>
                <a:ea typeface="楷体_GB2312" pitchFamily="1" charset="-122"/>
              </a:rPr>
              <a:t>局部灰度标准差：</a:t>
            </a:r>
          </a:p>
        </p:txBody>
      </p:sp>
      <p:sp>
        <p:nvSpPr>
          <p:cNvPr id="13" name="矩形 12">
            <a:extLst>
              <a:ext uri="{FF2B5EF4-FFF2-40B4-BE49-F238E27FC236}">
                <a16:creationId xmlns:a16="http://schemas.microsoft.com/office/drawing/2014/main" id="{FBA52572-7642-4C80-A63F-8E37C7F7B5FA}"/>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75788" name="TextBox 23">
            <a:extLst>
              <a:ext uri="{FF2B5EF4-FFF2-40B4-BE49-F238E27FC236}">
                <a16:creationId xmlns:a16="http://schemas.microsoft.com/office/drawing/2014/main" id="{BE22850C-0596-4CFC-8ECC-2FC8858EC809}"/>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en-US" altLang="zh-CN" b="1">
                <a:solidFill>
                  <a:schemeClr val="bg1"/>
                </a:solidFill>
                <a:latin typeface="微软雅黑" panose="020B0503020204020204" pitchFamily="34" charset="-122"/>
                <a:ea typeface="微软雅黑" panose="020B0503020204020204" pitchFamily="34" charset="-122"/>
              </a:rPr>
              <a:t>3.3.4.</a:t>
            </a:r>
            <a:r>
              <a:rPr lang="zh-CN" altLang="en-US" b="1">
                <a:solidFill>
                  <a:schemeClr val="bg1"/>
                </a:solidFill>
                <a:latin typeface="微软雅黑" panose="020B0503020204020204" pitchFamily="34" charset="-122"/>
                <a:ea typeface="微软雅黑" panose="020B0503020204020204" pitchFamily="34" charset="-122"/>
              </a:rPr>
              <a:t>在图像增强中使用直方图统计</a:t>
            </a: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54EAC3B5-1DEC-4FF4-A2D1-39663B158C07}"/>
              </a:ext>
            </a:extLst>
          </p:cNvPr>
          <p:cNvSpPr>
            <a:spLocks noGrp="1" noChangeArrowheads="1"/>
          </p:cNvSpPr>
          <p:nvPr>
            <p:ph type="title" idx="4294967295"/>
          </p:nvPr>
        </p:nvSpPr>
        <p:spPr>
          <a:xfrm>
            <a:off x="214313" y="390525"/>
            <a:ext cx="8715375" cy="1447800"/>
          </a:xfrm>
          <a:solidFill>
            <a:schemeClr val="bg1"/>
          </a:solidFill>
        </p:spPr>
        <p:txBody>
          <a:bodyPr>
            <a:normAutofit/>
          </a:bodyPr>
          <a:lstStyle/>
          <a:p>
            <a:pPr eaLnBrk="1" fontAlgn="auto" hangingPunct="1">
              <a:spcAft>
                <a:spcPts val="0"/>
              </a:spcAft>
              <a:defRPr/>
            </a:pPr>
            <a:r>
              <a:rPr lang="zh-CN" altLang="en-US" sz="3200" b="1" dirty="0">
                <a:solidFill>
                  <a:srgbClr val="0033CC"/>
                </a:solidFill>
                <a:effectLst>
                  <a:outerShdw blurRad="38100" dist="38100" dir="2700000" algn="tl">
                    <a:srgbClr val="C0C0C0"/>
                  </a:outerShdw>
                </a:effectLst>
              </a:rPr>
              <a:t>实际中：在处理均值和方差时，通常用取样值来估计它们。</a:t>
            </a:r>
          </a:p>
        </p:txBody>
      </p:sp>
      <p:graphicFrame>
        <p:nvGraphicFramePr>
          <p:cNvPr id="76803" name="Object 3">
            <a:extLst>
              <a:ext uri="{FF2B5EF4-FFF2-40B4-BE49-F238E27FC236}">
                <a16:creationId xmlns:a16="http://schemas.microsoft.com/office/drawing/2014/main" id="{CCB49422-3B68-4F74-B966-FFFB3A59AFAD}"/>
              </a:ext>
            </a:extLst>
          </p:cNvPr>
          <p:cNvGraphicFramePr>
            <a:graphicFrameLocks noChangeAspect="1"/>
          </p:cNvGraphicFramePr>
          <p:nvPr/>
        </p:nvGraphicFramePr>
        <p:xfrm>
          <a:off x="1476375" y="2708275"/>
          <a:ext cx="5568950" cy="958850"/>
        </p:xfrm>
        <a:graphic>
          <a:graphicData uri="http://schemas.openxmlformats.org/presentationml/2006/ole">
            <mc:AlternateContent xmlns:mc="http://schemas.openxmlformats.org/markup-compatibility/2006">
              <mc:Choice xmlns:v="urn:schemas-microsoft-com:vml" Requires="v">
                <p:oleObj spid="_x0000_s76810" r:id="rId3" imgW="2578100" imgH="444500" progId="Equation.DSMT4">
                  <p:embed/>
                </p:oleObj>
              </mc:Choice>
              <mc:Fallback>
                <p:oleObj r:id="rId3" imgW="2578100" imgH="4445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6375" y="2708275"/>
                        <a:ext cx="5568950" cy="958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6804" name="Text Box 5">
            <a:extLst>
              <a:ext uri="{FF2B5EF4-FFF2-40B4-BE49-F238E27FC236}">
                <a16:creationId xmlns:a16="http://schemas.microsoft.com/office/drawing/2014/main" id="{BF194DC9-0161-4B59-A4D2-F5AC5AAA48F4}"/>
              </a:ext>
            </a:extLst>
          </p:cNvPr>
          <p:cNvSpPr txBox="1">
            <a:spLocks noChangeArrowheads="1"/>
          </p:cNvSpPr>
          <p:nvPr/>
        </p:nvSpPr>
        <p:spPr bwMode="auto">
          <a:xfrm>
            <a:off x="395288" y="1916113"/>
            <a:ext cx="23050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3200" b="1">
                <a:latin typeface="Verdana" panose="020B0604030504040204" pitchFamily="34" charset="0"/>
                <a:ea typeface="楷体_GB2312" pitchFamily="1" charset="-122"/>
              </a:rPr>
              <a:t>取样均值：</a:t>
            </a:r>
          </a:p>
        </p:txBody>
      </p:sp>
      <p:graphicFrame>
        <p:nvGraphicFramePr>
          <p:cNvPr id="76805" name="Object 5">
            <a:extLst>
              <a:ext uri="{FF2B5EF4-FFF2-40B4-BE49-F238E27FC236}">
                <a16:creationId xmlns:a16="http://schemas.microsoft.com/office/drawing/2014/main" id="{3A04DA2A-66C9-4853-A9A5-C5770611D8A7}"/>
              </a:ext>
            </a:extLst>
          </p:cNvPr>
          <p:cNvGraphicFramePr>
            <a:graphicFrameLocks noChangeAspect="1"/>
          </p:cNvGraphicFramePr>
          <p:nvPr/>
        </p:nvGraphicFramePr>
        <p:xfrm>
          <a:off x="1763713" y="4581525"/>
          <a:ext cx="5870575" cy="958850"/>
        </p:xfrm>
        <a:graphic>
          <a:graphicData uri="http://schemas.openxmlformats.org/presentationml/2006/ole">
            <mc:AlternateContent xmlns:mc="http://schemas.openxmlformats.org/markup-compatibility/2006">
              <mc:Choice xmlns:v="urn:schemas-microsoft-com:vml" Requires="v">
                <p:oleObj spid="_x0000_s76811" r:id="rId5" imgW="2717800" imgH="444500" progId="Equation.DSMT4">
                  <p:embed/>
                </p:oleObj>
              </mc:Choice>
              <mc:Fallback>
                <p:oleObj r:id="rId5" imgW="2717800" imgH="4445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63713" y="4581525"/>
                        <a:ext cx="5870575" cy="958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6806" name="Text Box 7">
            <a:extLst>
              <a:ext uri="{FF2B5EF4-FFF2-40B4-BE49-F238E27FC236}">
                <a16:creationId xmlns:a16="http://schemas.microsoft.com/office/drawing/2014/main" id="{09C86003-B62E-44A2-B47C-5A1635485B7D}"/>
              </a:ext>
            </a:extLst>
          </p:cNvPr>
          <p:cNvSpPr txBox="1">
            <a:spLocks noChangeArrowheads="1"/>
          </p:cNvSpPr>
          <p:nvPr/>
        </p:nvSpPr>
        <p:spPr bwMode="auto">
          <a:xfrm>
            <a:off x="395288" y="3933825"/>
            <a:ext cx="25209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3200" b="1">
                <a:latin typeface="Verdana" panose="020B0604030504040204" pitchFamily="34" charset="0"/>
                <a:ea typeface="楷体_GB2312" pitchFamily="1" charset="-122"/>
              </a:rPr>
              <a:t>取样方差：</a:t>
            </a:r>
          </a:p>
        </p:txBody>
      </p:sp>
      <p:sp>
        <p:nvSpPr>
          <p:cNvPr id="66567" name="Rectangle 8">
            <a:extLst>
              <a:ext uri="{FF2B5EF4-FFF2-40B4-BE49-F238E27FC236}">
                <a16:creationId xmlns:a16="http://schemas.microsoft.com/office/drawing/2014/main" id="{59184C27-F13E-4198-98E5-3AECF7A22401}"/>
              </a:ext>
            </a:extLst>
          </p:cNvPr>
          <p:cNvSpPr>
            <a:spLocks noChangeArrowheads="1"/>
          </p:cNvSpPr>
          <p:nvPr/>
        </p:nvSpPr>
        <p:spPr bwMode="auto">
          <a:xfrm>
            <a:off x="179388" y="5589588"/>
            <a:ext cx="8713787" cy="655637"/>
          </a:xfrm>
          <a:prstGeom prst="rect">
            <a:avLst/>
          </a:prstGeom>
          <a:solidFill>
            <a:srgbClr val="0033CC"/>
          </a:solidFill>
          <a:ln>
            <a:noFill/>
          </a:ln>
          <a:effectLst/>
          <a:extLst/>
        </p:spPr>
        <p:txBody>
          <a:bodyPr anchor="b"/>
          <a:lstStyle/>
          <a:p>
            <a:pPr eaLnBrk="1" hangingPunct="1">
              <a:buFont typeface="Arial" panose="020B0604020202020204" pitchFamily="34" charset="0"/>
              <a:buNone/>
              <a:defRPr/>
            </a:pPr>
            <a:r>
              <a:rPr lang="zh-CN" altLang="en-US" sz="2800" b="1">
                <a:solidFill>
                  <a:srgbClr val="FFFF00"/>
                </a:solidFill>
                <a:effectLst>
                  <a:outerShdw blurRad="38100" dist="38100" dir="2700000" algn="tl">
                    <a:srgbClr val="000000"/>
                  </a:outerShdw>
                </a:effectLst>
                <a:ea typeface="宋体" pitchFamily="2" charset="-122"/>
              </a:rPr>
              <a:t>统计度量与图像的外观有紧密的、可预测的关系。</a:t>
            </a:r>
          </a:p>
        </p:txBody>
      </p:sp>
      <p:sp>
        <p:nvSpPr>
          <p:cNvPr id="8" name="矩形 7">
            <a:extLst>
              <a:ext uri="{FF2B5EF4-FFF2-40B4-BE49-F238E27FC236}">
                <a16:creationId xmlns:a16="http://schemas.microsoft.com/office/drawing/2014/main" id="{71DEB73D-5675-4FAF-BE2B-867B3A392BDD}"/>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76809" name="TextBox 23">
            <a:extLst>
              <a:ext uri="{FF2B5EF4-FFF2-40B4-BE49-F238E27FC236}">
                <a16:creationId xmlns:a16="http://schemas.microsoft.com/office/drawing/2014/main" id="{E6B47402-FB13-4764-88F2-E0F4720AAADF}"/>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en-US" altLang="zh-CN" b="1">
                <a:solidFill>
                  <a:schemeClr val="bg1"/>
                </a:solidFill>
                <a:latin typeface="微软雅黑" panose="020B0503020204020204" pitchFamily="34" charset="-122"/>
                <a:ea typeface="微软雅黑" panose="020B0503020204020204" pitchFamily="34" charset="-122"/>
              </a:rPr>
              <a:t>3.3.4.</a:t>
            </a:r>
            <a:r>
              <a:rPr lang="zh-CN" altLang="en-US" b="1">
                <a:solidFill>
                  <a:schemeClr val="bg1"/>
                </a:solidFill>
                <a:latin typeface="微软雅黑" panose="020B0503020204020204" pitchFamily="34" charset="-122"/>
                <a:ea typeface="微软雅黑" panose="020B0503020204020204" pitchFamily="34" charset="-122"/>
              </a:rPr>
              <a:t>在图像增强中使用直方图统计</a:t>
            </a: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ext Box 6">
            <a:extLst>
              <a:ext uri="{FF2B5EF4-FFF2-40B4-BE49-F238E27FC236}">
                <a16:creationId xmlns:a16="http://schemas.microsoft.com/office/drawing/2014/main" id="{EA324DAA-8CB1-4BAA-B01F-7E55A689F471}"/>
              </a:ext>
            </a:extLst>
          </p:cNvPr>
          <p:cNvSpPr txBox="1">
            <a:spLocks noChangeArrowheads="1"/>
          </p:cNvSpPr>
          <p:nvPr/>
        </p:nvSpPr>
        <p:spPr bwMode="auto">
          <a:xfrm>
            <a:off x="-31750" y="990600"/>
            <a:ext cx="1547813" cy="579438"/>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3200" b="1">
                <a:latin typeface="Verdana" panose="020B0604030504040204" pitchFamily="34" charset="0"/>
                <a:ea typeface="楷体_GB2312" pitchFamily="1" charset="-122"/>
              </a:rPr>
              <a:t>目的：</a:t>
            </a:r>
          </a:p>
        </p:txBody>
      </p:sp>
      <p:sp>
        <p:nvSpPr>
          <p:cNvPr id="77827" name="Text Box 7">
            <a:extLst>
              <a:ext uri="{FF2B5EF4-FFF2-40B4-BE49-F238E27FC236}">
                <a16:creationId xmlns:a16="http://schemas.microsoft.com/office/drawing/2014/main" id="{79A127AB-AA79-47E7-B7F2-612AEAEAEB24}"/>
              </a:ext>
            </a:extLst>
          </p:cNvPr>
          <p:cNvSpPr txBox="1">
            <a:spLocks noChangeArrowheads="1"/>
          </p:cNvSpPr>
          <p:nvPr/>
        </p:nvSpPr>
        <p:spPr bwMode="auto">
          <a:xfrm>
            <a:off x="1219200" y="862013"/>
            <a:ext cx="3330575" cy="9540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2800" b="1">
                <a:latin typeface="Verdana" panose="020B0604030504040204" pitchFamily="34" charset="0"/>
                <a:ea typeface="楷体_GB2312" pitchFamily="1" charset="-122"/>
              </a:rPr>
              <a:t>增强暗区域，尽可能保持亮区域不变。</a:t>
            </a:r>
          </a:p>
        </p:txBody>
      </p:sp>
      <p:sp>
        <p:nvSpPr>
          <p:cNvPr id="77828" name="Text Box 8">
            <a:extLst>
              <a:ext uri="{FF2B5EF4-FFF2-40B4-BE49-F238E27FC236}">
                <a16:creationId xmlns:a16="http://schemas.microsoft.com/office/drawing/2014/main" id="{85F1C859-6C53-4E6E-8AD2-53C710F54D0D}"/>
              </a:ext>
            </a:extLst>
          </p:cNvPr>
          <p:cNvSpPr txBox="1">
            <a:spLocks noChangeArrowheads="1"/>
          </p:cNvSpPr>
          <p:nvPr/>
        </p:nvSpPr>
        <p:spPr bwMode="auto">
          <a:xfrm>
            <a:off x="31750" y="2005013"/>
            <a:ext cx="1476375" cy="579437"/>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3200" b="1">
                <a:latin typeface="Verdana" panose="020B0604030504040204" pitchFamily="34" charset="0"/>
                <a:ea typeface="楷体_GB2312" pitchFamily="1" charset="-122"/>
              </a:rPr>
              <a:t>步骤：</a:t>
            </a:r>
          </a:p>
        </p:txBody>
      </p:sp>
      <p:sp>
        <p:nvSpPr>
          <p:cNvPr id="77829" name="Text Box 10">
            <a:extLst>
              <a:ext uri="{FF2B5EF4-FFF2-40B4-BE49-F238E27FC236}">
                <a16:creationId xmlns:a16="http://schemas.microsoft.com/office/drawing/2014/main" id="{F96DB51F-4346-4C03-9071-F622A57CC701}"/>
              </a:ext>
            </a:extLst>
          </p:cNvPr>
          <p:cNvSpPr txBox="1">
            <a:spLocks noChangeArrowheads="1"/>
          </p:cNvSpPr>
          <p:nvPr/>
        </p:nvSpPr>
        <p:spPr bwMode="auto">
          <a:xfrm>
            <a:off x="7775575" y="1989138"/>
            <a:ext cx="1368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2400" b="1">
                <a:latin typeface="Verdana" panose="020B0604030504040204" pitchFamily="34" charset="0"/>
                <a:ea typeface="楷体_GB2312" pitchFamily="1" charset="-122"/>
              </a:rPr>
              <a:t>依据：</a:t>
            </a:r>
          </a:p>
        </p:txBody>
      </p:sp>
      <p:graphicFrame>
        <p:nvGraphicFramePr>
          <p:cNvPr id="77830" name="Object 7">
            <a:extLst>
              <a:ext uri="{FF2B5EF4-FFF2-40B4-BE49-F238E27FC236}">
                <a16:creationId xmlns:a16="http://schemas.microsoft.com/office/drawing/2014/main" id="{FD06F29C-01CC-4F20-8980-65FCE99BB62D}"/>
              </a:ext>
            </a:extLst>
          </p:cNvPr>
          <p:cNvGraphicFramePr>
            <a:graphicFrameLocks noChangeAspect="1"/>
          </p:cNvGraphicFramePr>
          <p:nvPr/>
        </p:nvGraphicFramePr>
        <p:xfrm>
          <a:off x="1187450" y="2565400"/>
          <a:ext cx="6645275" cy="508000"/>
        </p:xfrm>
        <a:graphic>
          <a:graphicData uri="http://schemas.openxmlformats.org/presentationml/2006/ole">
            <mc:AlternateContent xmlns:mc="http://schemas.openxmlformats.org/markup-compatibility/2006">
              <mc:Choice xmlns:v="urn:schemas-microsoft-com:vml" Requires="v">
                <p:oleObj spid="_x0000_s77846" r:id="rId3" imgW="3492500" imgH="266700" progId="Equation.DSMT4">
                  <p:embed/>
                </p:oleObj>
              </mc:Choice>
              <mc:Fallback>
                <p:oleObj r:id="rId3" imgW="3492500" imgH="266700"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450" y="2565400"/>
                        <a:ext cx="6645275"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7831" name="Text Box 15">
            <a:extLst>
              <a:ext uri="{FF2B5EF4-FFF2-40B4-BE49-F238E27FC236}">
                <a16:creationId xmlns:a16="http://schemas.microsoft.com/office/drawing/2014/main" id="{A9B2DCCE-55DA-4632-88E0-BFCB16BB2C50}"/>
              </a:ext>
            </a:extLst>
          </p:cNvPr>
          <p:cNvSpPr txBox="1">
            <a:spLocks noChangeArrowheads="1"/>
          </p:cNvSpPr>
          <p:nvPr/>
        </p:nvSpPr>
        <p:spPr bwMode="auto">
          <a:xfrm>
            <a:off x="7380288" y="3068638"/>
            <a:ext cx="1368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2400" b="1">
                <a:latin typeface="Verdana" panose="020B0604030504040204" pitchFamily="34" charset="0"/>
                <a:ea typeface="楷体_GB2312" pitchFamily="1" charset="-122"/>
              </a:rPr>
              <a:t>依据：</a:t>
            </a:r>
          </a:p>
        </p:txBody>
      </p:sp>
      <p:grpSp>
        <p:nvGrpSpPr>
          <p:cNvPr id="77832" name="Group 9">
            <a:extLst>
              <a:ext uri="{FF2B5EF4-FFF2-40B4-BE49-F238E27FC236}">
                <a16:creationId xmlns:a16="http://schemas.microsoft.com/office/drawing/2014/main" id="{27582209-2A2B-4E43-A336-9B495F471F1E}"/>
              </a:ext>
            </a:extLst>
          </p:cNvPr>
          <p:cNvGrpSpPr>
            <a:grpSpLocks/>
          </p:cNvGrpSpPr>
          <p:nvPr/>
        </p:nvGrpSpPr>
        <p:grpSpPr bwMode="auto">
          <a:xfrm>
            <a:off x="0" y="2997200"/>
            <a:ext cx="7705725" cy="544513"/>
            <a:chOff x="0" y="0"/>
            <a:chExt cx="4854" cy="343"/>
          </a:xfrm>
        </p:grpSpPr>
        <p:sp>
          <p:nvSpPr>
            <p:cNvPr id="77844" name="Text Box 14">
              <a:extLst>
                <a:ext uri="{FF2B5EF4-FFF2-40B4-BE49-F238E27FC236}">
                  <a16:creationId xmlns:a16="http://schemas.microsoft.com/office/drawing/2014/main" id="{2146640C-D08D-46D2-8E1B-CDEEE53FDBC7}"/>
                </a:ext>
              </a:extLst>
            </p:cNvPr>
            <p:cNvSpPr txBox="1">
              <a:spLocks noChangeArrowheads="1"/>
            </p:cNvSpPr>
            <p:nvPr/>
          </p:nvSpPr>
          <p:spPr bwMode="auto">
            <a:xfrm>
              <a:off x="0" y="46"/>
              <a:ext cx="485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2400" b="1">
                  <a:latin typeface="Verdana" panose="020B0604030504040204" pitchFamily="34" charset="0"/>
                  <a:ea typeface="楷体_GB2312" pitchFamily="1" charset="-122"/>
                </a:rPr>
                <a:t>②</a:t>
              </a:r>
              <a:r>
                <a:rPr lang="zh-CN" altLang="en-US" sz="2400" b="1">
                  <a:latin typeface="Verdana" panose="020B0604030504040204" pitchFamily="34" charset="0"/>
                  <a:ea typeface="楷体_GB2312" pitchFamily="1" charset="-122"/>
                </a:rPr>
                <a:t>判断一个区域      的对比度是否需要处理（增强）；</a:t>
              </a:r>
            </a:p>
          </p:txBody>
        </p:sp>
        <p:graphicFrame>
          <p:nvGraphicFramePr>
            <p:cNvPr id="77845" name="Object 11">
              <a:extLst>
                <a:ext uri="{FF2B5EF4-FFF2-40B4-BE49-F238E27FC236}">
                  <a16:creationId xmlns:a16="http://schemas.microsoft.com/office/drawing/2014/main" id="{7BB5A48F-ECF7-453B-9C0C-4C6A22A8ADA3}"/>
                </a:ext>
              </a:extLst>
            </p:cNvPr>
            <p:cNvGraphicFramePr>
              <a:graphicFrameLocks noChangeAspect="1"/>
            </p:cNvGraphicFramePr>
            <p:nvPr/>
          </p:nvGraphicFramePr>
          <p:xfrm>
            <a:off x="1452" y="0"/>
            <a:ext cx="289" cy="343"/>
          </p:xfrm>
          <a:graphic>
            <a:graphicData uri="http://schemas.openxmlformats.org/presentationml/2006/ole">
              <mc:AlternateContent xmlns:mc="http://schemas.openxmlformats.org/markup-compatibility/2006">
                <mc:Choice xmlns:v="urn:schemas-microsoft-com:vml" Requires="v">
                  <p:oleObj spid="_x0000_s77847" r:id="rId5" imgW="203377" imgH="241510" progId="Equation.DSMT4">
                    <p:embed/>
                  </p:oleObj>
                </mc:Choice>
                <mc:Fallback>
                  <p:oleObj r:id="rId5" imgW="203377" imgH="241510" progId="Equation.DSMT4">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52" y="0"/>
                          <a:ext cx="289" cy="3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77833" name="Object 12">
            <a:extLst>
              <a:ext uri="{FF2B5EF4-FFF2-40B4-BE49-F238E27FC236}">
                <a16:creationId xmlns:a16="http://schemas.microsoft.com/office/drawing/2014/main" id="{85C4DB24-3C77-4D73-9FF3-146F572027B6}"/>
              </a:ext>
            </a:extLst>
          </p:cNvPr>
          <p:cNvGraphicFramePr>
            <a:graphicFrameLocks noChangeAspect="1"/>
          </p:cNvGraphicFramePr>
          <p:nvPr/>
        </p:nvGraphicFramePr>
        <p:xfrm>
          <a:off x="-65088" y="3644900"/>
          <a:ext cx="9209088" cy="587375"/>
        </p:xfrm>
        <a:graphic>
          <a:graphicData uri="http://schemas.openxmlformats.org/presentationml/2006/ole">
            <mc:AlternateContent xmlns:mc="http://schemas.openxmlformats.org/markup-compatibility/2006">
              <mc:Choice xmlns:v="urn:schemas-microsoft-com:vml" Requires="v">
                <p:oleObj spid="_x0000_s77848" r:id="rId7" imgW="4191000" imgH="266700" progId="Equation.DSMT4">
                  <p:embed/>
                </p:oleObj>
              </mc:Choice>
              <mc:Fallback>
                <p:oleObj r:id="rId7" imgW="4191000" imgH="266700" progId="Equation.DSMT4">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088" y="3644900"/>
                        <a:ext cx="9209088" cy="587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7834" name="Text Box 21">
            <a:extLst>
              <a:ext uri="{FF2B5EF4-FFF2-40B4-BE49-F238E27FC236}">
                <a16:creationId xmlns:a16="http://schemas.microsoft.com/office/drawing/2014/main" id="{3A040C21-7772-4BC9-97D3-55BE4B3BD9A7}"/>
              </a:ext>
            </a:extLst>
          </p:cNvPr>
          <p:cNvSpPr txBox="1">
            <a:spLocks noChangeArrowheads="1"/>
          </p:cNvSpPr>
          <p:nvPr/>
        </p:nvSpPr>
        <p:spPr bwMode="auto">
          <a:xfrm>
            <a:off x="0" y="4365625"/>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2400" b="1">
                <a:latin typeface="Verdana" panose="020B0604030504040204" pitchFamily="34" charset="0"/>
                <a:ea typeface="楷体_GB2312" pitchFamily="1" charset="-122"/>
              </a:rPr>
              <a:t>③</a:t>
            </a:r>
            <a:r>
              <a:rPr lang="zh-CN" altLang="en-US" sz="2400" b="1">
                <a:latin typeface="Verdana" panose="020B0604030504040204" pitchFamily="34" charset="0"/>
                <a:ea typeface="楷体_GB2312" pitchFamily="1" charset="-122"/>
              </a:rPr>
              <a:t>限定能接受的最低对比度值，避免增强标准差为</a:t>
            </a:r>
            <a:r>
              <a:rPr lang="en-US" altLang="zh-CN" sz="2400" b="1">
                <a:latin typeface="Verdana" panose="020B0604030504040204" pitchFamily="34" charset="0"/>
                <a:ea typeface="楷体_GB2312" pitchFamily="1" charset="-122"/>
              </a:rPr>
              <a:t>0</a:t>
            </a:r>
            <a:r>
              <a:rPr lang="zh-CN" altLang="en-US" sz="2400" b="1">
                <a:latin typeface="Verdana" panose="020B0604030504040204" pitchFamily="34" charset="0"/>
                <a:ea typeface="楷体_GB2312" pitchFamily="1" charset="-122"/>
              </a:rPr>
              <a:t>的恒定区域；</a:t>
            </a:r>
          </a:p>
        </p:txBody>
      </p:sp>
      <p:sp>
        <p:nvSpPr>
          <p:cNvPr id="77835" name="Text Box 23">
            <a:extLst>
              <a:ext uri="{FF2B5EF4-FFF2-40B4-BE49-F238E27FC236}">
                <a16:creationId xmlns:a16="http://schemas.microsoft.com/office/drawing/2014/main" id="{D1EAA394-35DF-41AA-88E2-A37F78F00202}"/>
              </a:ext>
            </a:extLst>
          </p:cNvPr>
          <p:cNvSpPr txBox="1">
            <a:spLocks noChangeArrowheads="1"/>
          </p:cNvSpPr>
          <p:nvPr/>
        </p:nvSpPr>
        <p:spPr bwMode="auto">
          <a:xfrm>
            <a:off x="179388" y="4868863"/>
            <a:ext cx="1368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2400" b="1">
                <a:latin typeface="Verdana" panose="020B0604030504040204" pitchFamily="34" charset="0"/>
                <a:ea typeface="楷体_GB2312" pitchFamily="1" charset="-122"/>
              </a:rPr>
              <a:t>依据：</a:t>
            </a:r>
          </a:p>
        </p:txBody>
      </p:sp>
      <p:graphicFrame>
        <p:nvGraphicFramePr>
          <p:cNvPr id="77836" name="Object 16">
            <a:extLst>
              <a:ext uri="{FF2B5EF4-FFF2-40B4-BE49-F238E27FC236}">
                <a16:creationId xmlns:a16="http://schemas.microsoft.com/office/drawing/2014/main" id="{1731CECD-D78C-4CE8-8DCD-EB1517CA4BB1}"/>
              </a:ext>
            </a:extLst>
          </p:cNvPr>
          <p:cNvGraphicFramePr>
            <a:graphicFrameLocks noChangeAspect="1"/>
          </p:cNvGraphicFramePr>
          <p:nvPr/>
        </p:nvGraphicFramePr>
        <p:xfrm>
          <a:off x="68263" y="5300663"/>
          <a:ext cx="9075737" cy="579437"/>
        </p:xfrm>
        <a:graphic>
          <a:graphicData uri="http://schemas.openxmlformats.org/presentationml/2006/ole">
            <mc:AlternateContent xmlns:mc="http://schemas.openxmlformats.org/markup-compatibility/2006">
              <mc:Choice xmlns:v="urn:schemas-microsoft-com:vml" Requires="v">
                <p:oleObj spid="_x0000_s77849" r:id="rId9" imgW="4191000" imgH="266700" progId="Equation.DSMT4">
                  <p:embed/>
                </p:oleObj>
              </mc:Choice>
              <mc:Fallback>
                <p:oleObj r:id="rId9" imgW="4191000" imgH="266700" progId="Equation.DSMT4">
                  <p:embed/>
                  <p:pic>
                    <p:nvPicPr>
                      <p:cNvPr id="0" name="Object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263" y="5300663"/>
                        <a:ext cx="9075737"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837" name="Object 17">
            <a:extLst>
              <a:ext uri="{FF2B5EF4-FFF2-40B4-BE49-F238E27FC236}">
                <a16:creationId xmlns:a16="http://schemas.microsoft.com/office/drawing/2014/main" id="{5C52F76C-B5EF-46F0-A92C-E23B2C9BCEEE}"/>
              </a:ext>
            </a:extLst>
          </p:cNvPr>
          <p:cNvGraphicFramePr>
            <a:graphicFrameLocks noChangeAspect="1"/>
          </p:cNvGraphicFramePr>
          <p:nvPr/>
        </p:nvGraphicFramePr>
        <p:xfrm>
          <a:off x="1187450" y="5876925"/>
          <a:ext cx="6192838" cy="500063"/>
        </p:xfrm>
        <a:graphic>
          <a:graphicData uri="http://schemas.openxmlformats.org/presentationml/2006/ole">
            <mc:AlternateContent xmlns:mc="http://schemas.openxmlformats.org/markup-compatibility/2006">
              <mc:Choice xmlns:v="urn:schemas-microsoft-com:vml" Requires="v">
                <p:oleObj spid="_x0000_s77850" r:id="rId11" imgW="3632348" imgH="171450" progId="Equation.DSMT4">
                  <p:embed/>
                </p:oleObj>
              </mc:Choice>
              <mc:Fallback>
                <p:oleObj r:id="rId11" imgW="3632348" imgH="171450" progId="Equation.DSMT4">
                  <p:embed/>
                  <p:pic>
                    <p:nvPicPr>
                      <p:cNvPr id="0" name="Object 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87450" y="5876925"/>
                        <a:ext cx="6192838" cy="500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7838" name="Group 18">
            <a:extLst>
              <a:ext uri="{FF2B5EF4-FFF2-40B4-BE49-F238E27FC236}">
                <a16:creationId xmlns:a16="http://schemas.microsoft.com/office/drawing/2014/main" id="{BFBFDAAC-DF79-4B66-B102-FB2361D21FF8}"/>
              </a:ext>
            </a:extLst>
          </p:cNvPr>
          <p:cNvGrpSpPr>
            <a:grpSpLocks/>
          </p:cNvGrpSpPr>
          <p:nvPr/>
        </p:nvGrpSpPr>
        <p:grpSpPr bwMode="auto">
          <a:xfrm>
            <a:off x="1476375" y="1916113"/>
            <a:ext cx="5976938" cy="544512"/>
            <a:chOff x="0" y="0"/>
            <a:chExt cx="3765" cy="343"/>
          </a:xfrm>
        </p:grpSpPr>
        <p:sp>
          <p:nvSpPr>
            <p:cNvPr id="77842" name="Text Box 9">
              <a:extLst>
                <a:ext uri="{FF2B5EF4-FFF2-40B4-BE49-F238E27FC236}">
                  <a16:creationId xmlns:a16="http://schemas.microsoft.com/office/drawing/2014/main" id="{814D9695-EE75-4027-AEEA-D7132A4477DD}"/>
                </a:ext>
              </a:extLst>
            </p:cNvPr>
            <p:cNvSpPr txBox="1">
              <a:spLocks noChangeArrowheads="1"/>
            </p:cNvSpPr>
            <p:nvPr/>
          </p:nvSpPr>
          <p:spPr bwMode="auto">
            <a:xfrm>
              <a:off x="0" y="45"/>
              <a:ext cx="37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2400" b="1">
                  <a:latin typeface="Verdana" panose="020B0604030504040204" pitchFamily="34" charset="0"/>
                  <a:ea typeface="楷体_GB2312" pitchFamily="1" charset="-122"/>
                </a:rPr>
                <a:t>①</a:t>
              </a:r>
              <a:r>
                <a:rPr lang="zh-CN" altLang="en-US" sz="2400" b="1">
                  <a:latin typeface="Verdana" panose="020B0604030504040204" pitchFamily="34" charset="0"/>
                  <a:ea typeface="楷体_GB2312" pitchFamily="1" charset="-122"/>
                </a:rPr>
                <a:t>判断一个区域    是暗区域还是亮区域；</a:t>
              </a:r>
            </a:p>
          </p:txBody>
        </p:sp>
        <p:graphicFrame>
          <p:nvGraphicFramePr>
            <p:cNvPr id="77843" name="Object 20">
              <a:extLst>
                <a:ext uri="{FF2B5EF4-FFF2-40B4-BE49-F238E27FC236}">
                  <a16:creationId xmlns:a16="http://schemas.microsoft.com/office/drawing/2014/main" id="{9B58427B-156F-44AE-9FA4-1A02107A102B}"/>
                </a:ext>
              </a:extLst>
            </p:cNvPr>
            <p:cNvGraphicFramePr>
              <a:graphicFrameLocks noChangeAspect="1"/>
            </p:cNvGraphicFramePr>
            <p:nvPr/>
          </p:nvGraphicFramePr>
          <p:xfrm>
            <a:off x="1406" y="0"/>
            <a:ext cx="289" cy="343"/>
          </p:xfrm>
          <a:graphic>
            <a:graphicData uri="http://schemas.openxmlformats.org/presentationml/2006/ole">
              <mc:AlternateContent xmlns:mc="http://schemas.openxmlformats.org/markup-compatibility/2006">
                <mc:Choice xmlns:v="urn:schemas-microsoft-com:vml" Requires="v">
                  <p:oleObj spid="_x0000_s77851" r:id="rId13" imgW="203377" imgH="241510" progId="Equation.DSMT4">
                    <p:embed/>
                  </p:oleObj>
                </mc:Choice>
                <mc:Fallback>
                  <p:oleObj r:id="rId13" imgW="203377" imgH="241510" progId="Equation.DSMT4">
                    <p:embed/>
                    <p:pic>
                      <p:nvPicPr>
                        <p:cNvPr id="0" name="Object 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06" y="0"/>
                          <a:ext cx="289" cy="3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1" name="矩形 20">
            <a:extLst>
              <a:ext uri="{FF2B5EF4-FFF2-40B4-BE49-F238E27FC236}">
                <a16:creationId xmlns:a16="http://schemas.microsoft.com/office/drawing/2014/main" id="{C5B166E8-FAD1-456A-B0EE-2E729C1D3EC6}"/>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77840" name="TextBox 23">
            <a:extLst>
              <a:ext uri="{FF2B5EF4-FFF2-40B4-BE49-F238E27FC236}">
                <a16:creationId xmlns:a16="http://schemas.microsoft.com/office/drawing/2014/main" id="{0DCD221A-C850-439F-A356-2C33C49354AB}"/>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en-US" altLang="zh-CN" b="1">
                <a:solidFill>
                  <a:schemeClr val="bg1"/>
                </a:solidFill>
                <a:latin typeface="微软雅黑" panose="020B0503020204020204" pitchFamily="34" charset="-122"/>
                <a:ea typeface="微软雅黑" panose="020B0503020204020204" pitchFamily="34" charset="-122"/>
              </a:rPr>
              <a:t>3.3.4.</a:t>
            </a:r>
            <a:r>
              <a:rPr lang="zh-CN" altLang="en-US" b="1">
                <a:solidFill>
                  <a:schemeClr val="bg1"/>
                </a:solidFill>
                <a:latin typeface="微软雅黑" panose="020B0503020204020204" pitchFamily="34" charset="-122"/>
                <a:ea typeface="微软雅黑" panose="020B0503020204020204" pitchFamily="34" charset="-122"/>
              </a:rPr>
              <a:t>在图像增强中使用直方图统计</a:t>
            </a:r>
          </a:p>
        </p:txBody>
      </p:sp>
      <p:pic>
        <p:nvPicPr>
          <p:cNvPr id="77841" name="Picture 22">
            <a:extLst>
              <a:ext uri="{FF2B5EF4-FFF2-40B4-BE49-F238E27FC236}">
                <a16:creationId xmlns:a16="http://schemas.microsoft.com/office/drawing/2014/main" id="{941FD4A2-C1B3-4A8B-BAC8-DD6F33EADE81}"/>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354513" y="-28575"/>
            <a:ext cx="4791075" cy="189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8850" name="Object 4">
            <a:extLst>
              <a:ext uri="{FF2B5EF4-FFF2-40B4-BE49-F238E27FC236}">
                <a16:creationId xmlns:a16="http://schemas.microsoft.com/office/drawing/2014/main" id="{EBEF27A4-96AD-4BD1-8195-888549C073CF}"/>
              </a:ext>
            </a:extLst>
          </p:cNvPr>
          <p:cNvGraphicFramePr>
            <a:graphicFrameLocks noChangeAspect="1"/>
          </p:cNvGraphicFramePr>
          <p:nvPr/>
        </p:nvGraphicFramePr>
        <p:xfrm>
          <a:off x="347663" y="1412875"/>
          <a:ext cx="8374062" cy="1117600"/>
        </p:xfrm>
        <a:graphic>
          <a:graphicData uri="http://schemas.openxmlformats.org/presentationml/2006/ole">
            <mc:AlternateContent xmlns:mc="http://schemas.openxmlformats.org/markup-compatibility/2006">
              <mc:Choice xmlns:v="urn:schemas-microsoft-com:vml" Requires="v">
                <p:oleObj spid="_x0000_s78855" r:id="rId3" imgW="3810000" imgH="508000" progId="Equation.DSMT4">
                  <p:embed/>
                </p:oleObj>
              </mc:Choice>
              <mc:Fallback>
                <p:oleObj r:id="rId3" imgW="3810000" imgH="5080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7663" y="1412875"/>
                        <a:ext cx="8374062" cy="1117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8851" name="Object 5">
            <a:extLst>
              <a:ext uri="{FF2B5EF4-FFF2-40B4-BE49-F238E27FC236}">
                <a16:creationId xmlns:a16="http://schemas.microsoft.com/office/drawing/2014/main" id="{DA3DF857-5942-4469-B164-7B3EDCAF7DB7}"/>
              </a:ext>
            </a:extLst>
          </p:cNvPr>
          <p:cNvGraphicFramePr>
            <a:graphicFrameLocks noChangeAspect="1"/>
          </p:cNvGraphicFramePr>
          <p:nvPr/>
        </p:nvGraphicFramePr>
        <p:xfrm>
          <a:off x="1979613" y="2781300"/>
          <a:ext cx="6769100" cy="3167063"/>
        </p:xfrm>
        <a:graphic>
          <a:graphicData uri="http://schemas.openxmlformats.org/presentationml/2006/ole">
            <mc:AlternateContent xmlns:mc="http://schemas.openxmlformats.org/markup-compatibility/2006">
              <mc:Choice xmlns:v="urn:schemas-microsoft-com:vml" Requires="v">
                <p:oleObj spid="_x0000_s78856" r:id="rId5" imgW="2552700" imgH="1193800" progId="Equation.DSMT4">
                  <p:embed/>
                </p:oleObj>
              </mc:Choice>
              <mc:Fallback>
                <p:oleObj r:id="rId5" imgW="2552700" imgH="11938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79613" y="2781300"/>
                        <a:ext cx="6769100" cy="3167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8852" name="Text Box 7">
            <a:extLst>
              <a:ext uri="{FF2B5EF4-FFF2-40B4-BE49-F238E27FC236}">
                <a16:creationId xmlns:a16="http://schemas.microsoft.com/office/drawing/2014/main" id="{0E872787-7A4D-4CD2-A646-73FFFADC6FDC}"/>
              </a:ext>
            </a:extLst>
          </p:cNvPr>
          <p:cNvSpPr txBox="1">
            <a:spLocks noChangeArrowheads="1"/>
          </p:cNvSpPr>
          <p:nvPr/>
        </p:nvSpPr>
        <p:spPr bwMode="auto">
          <a:xfrm>
            <a:off x="179388" y="2781300"/>
            <a:ext cx="151288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3200" b="1">
                <a:latin typeface="Verdana" panose="020B0604030504040204" pitchFamily="34" charset="0"/>
                <a:ea typeface="楷体_GB2312" pitchFamily="1" charset="-122"/>
              </a:rPr>
              <a:t>其中：</a:t>
            </a:r>
          </a:p>
        </p:txBody>
      </p:sp>
      <p:sp>
        <p:nvSpPr>
          <p:cNvPr id="7" name="矩形 6">
            <a:extLst>
              <a:ext uri="{FF2B5EF4-FFF2-40B4-BE49-F238E27FC236}">
                <a16:creationId xmlns:a16="http://schemas.microsoft.com/office/drawing/2014/main" id="{341A207D-E2B5-4F70-A613-6D86CDCF5629}"/>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78854" name="TextBox 23">
            <a:extLst>
              <a:ext uri="{FF2B5EF4-FFF2-40B4-BE49-F238E27FC236}">
                <a16:creationId xmlns:a16="http://schemas.microsoft.com/office/drawing/2014/main" id="{6F73A414-DB99-4199-AE04-C9C2352FF639}"/>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en-US" altLang="zh-CN" b="1">
                <a:solidFill>
                  <a:schemeClr val="bg1"/>
                </a:solidFill>
                <a:latin typeface="微软雅黑" panose="020B0503020204020204" pitchFamily="34" charset="-122"/>
                <a:ea typeface="微软雅黑" panose="020B0503020204020204" pitchFamily="34" charset="-122"/>
              </a:rPr>
              <a:t>3.3.4.</a:t>
            </a:r>
            <a:r>
              <a:rPr lang="zh-CN" altLang="en-US" b="1">
                <a:solidFill>
                  <a:schemeClr val="bg1"/>
                </a:solidFill>
                <a:latin typeface="微软雅黑" panose="020B0503020204020204" pitchFamily="34" charset="-122"/>
                <a:ea typeface="微软雅黑" panose="020B0503020204020204" pitchFamily="34" charset="-122"/>
              </a:rPr>
              <a:t>在图像增强中使用直方图统计</a:t>
            </a: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内容占位符 2">
            <a:extLst>
              <a:ext uri="{FF2B5EF4-FFF2-40B4-BE49-F238E27FC236}">
                <a16:creationId xmlns:a16="http://schemas.microsoft.com/office/drawing/2014/main" id="{C167D3EC-27EB-4D0F-8BD1-EB3F3F3CCC17}"/>
              </a:ext>
            </a:extLst>
          </p:cNvPr>
          <p:cNvSpPr>
            <a:spLocks noGrp="1"/>
          </p:cNvSpPr>
          <p:nvPr>
            <p:ph idx="1"/>
          </p:nvPr>
        </p:nvSpPr>
        <p:spPr>
          <a:xfrm>
            <a:off x="2627313" y="2565400"/>
            <a:ext cx="3889375" cy="974725"/>
          </a:xfrm>
        </p:spPr>
        <p:txBody>
          <a:bodyPr/>
          <a:lstStyle/>
          <a:p>
            <a:pPr marL="0" indent="0" algn="just">
              <a:lnSpc>
                <a:spcPct val="120000"/>
              </a:lnSpc>
              <a:buFont typeface="Wingdings 2" panose="05020102010507070707" pitchFamily="18" charset="2"/>
              <a:buNone/>
            </a:pPr>
            <a:r>
              <a:rPr lang="en-US" altLang="zh-CN" sz="5400" b="1">
                <a:latin typeface="华文新魏" panose="02010800040101010101" pitchFamily="2" charset="-122"/>
                <a:ea typeface="华文新魏" panose="02010800040101010101" pitchFamily="2" charset="-122"/>
              </a:rPr>
              <a:t> </a:t>
            </a:r>
            <a:r>
              <a:rPr lang="zh-CN" altLang="en-US" sz="5400" b="1">
                <a:latin typeface="华文新魏" panose="02010800040101010101" pitchFamily="2" charset="-122"/>
                <a:ea typeface="华文新魏" panose="02010800040101010101" pitchFamily="2" charset="-122"/>
              </a:rPr>
              <a:t>空间滤波</a:t>
            </a:r>
            <a:endParaRPr lang="en-US" altLang="zh-CN" sz="5400" b="1">
              <a:latin typeface="华文新魏" panose="02010800040101010101" pitchFamily="2" charset="-122"/>
              <a:ea typeface="华文新魏" panose="02010800040101010101" pitchFamily="2" charset="-122"/>
            </a:endParaRPr>
          </a:p>
          <a:p>
            <a:pPr marL="0" indent="0" algn="just">
              <a:lnSpc>
                <a:spcPct val="120000"/>
              </a:lnSpc>
              <a:buFont typeface="Wingdings 2" panose="05020102010507070707" pitchFamily="18" charset="2"/>
              <a:buNone/>
            </a:pPr>
            <a:endParaRPr lang="en-US" altLang="zh-CN" sz="3600" b="1">
              <a:latin typeface="华文新魏" panose="02010800040101010101" pitchFamily="2" charset="-122"/>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wipe(left)">
                                      <p:cBhvr>
                                        <p:cTn id="7" dur="10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8" name="图片 14" descr="j.tif">
            <a:extLst>
              <a:ext uri="{FF2B5EF4-FFF2-40B4-BE49-F238E27FC236}">
                <a16:creationId xmlns:a16="http://schemas.microsoft.com/office/drawing/2014/main" id="{3F19AF09-83EF-43E0-999D-4E81152A86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5938" y="928688"/>
            <a:ext cx="5786437" cy="571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矩形 22">
            <a:extLst>
              <a:ext uri="{FF2B5EF4-FFF2-40B4-BE49-F238E27FC236}">
                <a16:creationId xmlns:a16="http://schemas.microsoft.com/office/drawing/2014/main" id="{CEA941E6-C7E9-4F4E-8EE1-AC9AB1A3BA0D}"/>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80900" name="TextBox 23">
            <a:extLst>
              <a:ext uri="{FF2B5EF4-FFF2-40B4-BE49-F238E27FC236}">
                <a16:creationId xmlns:a16="http://schemas.microsoft.com/office/drawing/2014/main" id="{63293D47-DCCC-4FB8-9C09-3053FCB8B740}"/>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a:r>
              <a:rPr lang="zh-CN" altLang="en-US" b="1">
                <a:solidFill>
                  <a:schemeClr val="bg1"/>
                </a:solidFill>
                <a:latin typeface="微软雅黑" panose="020B0503020204020204" pitchFamily="34" charset="-122"/>
                <a:ea typeface="微软雅黑" panose="020B0503020204020204" pitchFamily="34" charset="-122"/>
              </a:rPr>
              <a:t>空间滤波</a:t>
            </a:r>
          </a:p>
        </p:txBody>
      </p:sp>
      <p:sp>
        <p:nvSpPr>
          <p:cNvPr id="80901" name="TextBox 15">
            <a:extLst>
              <a:ext uri="{FF2B5EF4-FFF2-40B4-BE49-F238E27FC236}">
                <a16:creationId xmlns:a16="http://schemas.microsoft.com/office/drawing/2014/main" id="{7A8044D6-0195-45B5-9B62-DC7D93CC4A78}"/>
              </a:ext>
            </a:extLst>
          </p:cNvPr>
          <p:cNvSpPr txBox="1">
            <a:spLocks noChangeArrowheads="1"/>
          </p:cNvSpPr>
          <p:nvPr/>
        </p:nvSpPr>
        <p:spPr bwMode="auto">
          <a:xfrm>
            <a:off x="1076325" y="2211388"/>
            <a:ext cx="615950" cy="271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a:r>
              <a:rPr lang="zh-CN" altLang="en-US" sz="2800">
                <a:ea typeface="华文楷体" panose="02010600040101010101" pitchFamily="2" charset="-122"/>
              </a:rPr>
              <a:t>图像去噪</a:t>
            </a:r>
          </a:p>
        </p:txBody>
      </p:sp>
      <p:pic>
        <p:nvPicPr>
          <p:cNvPr id="17" name="图片 16" descr="a.tif">
            <a:extLst>
              <a:ext uri="{FF2B5EF4-FFF2-40B4-BE49-F238E27FC236}">
                <a16:creationId xmlns:a16="http://schemas.microsoft.com/office/drawing/2014/main" id="{1E273ED9-1D37-4F28-824B-68417E2361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5938" y="928688"/>
            <a:ext cx="5786437" cy="571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0BEA66E8-0510-4718-99C8-2981A53A3407}"/>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81923" name="TextBox 23">
            <a:extLst>
              <a:ext uri="{FF2B5EF4-FFF2-40B4-BE49-F238E27FC236}">
                <a16:creationId xmlns:a16="http://schemas.microsoft.com/office/drawing/2014/main" id="{5FB9817E-F9C7-46AB-BA06-1F9FFF3D8DA7}"/>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a:r>
              <a:rPr lang="zh-CN" altLang="en-US" b="1">
                <a:solidFill>
                  <a:schemeClr val="bg1"/>
                </a:solidFill>
                <a:latin typeface="微软雅黑" panose="020B0503020204020204" pitchFamily="34" charset="-122"/>
                <a:ea typeface="微软雅黑" panose="020B0503020204020204" pitchFamily="34" charset="-122"/>
              </a:rPr>
              <a:t>空间滤波</a:t>
            </a:r>
          </a:p>
        </p:txBody>
      </p:sp>
      <p:pic>
        <p:nvPicPr>
          <p:cNvPr id="81924" name="Picture 18" descr="camera">
            <a:extLst>
              <a:ext uri="{FF2B5EF4-FFF2-40B4-BE49-F238E27FC236}">
                <a16:creationId xmlns:a16="http://schemas.microsoft.com/office/drawing/2014/main" id="{D072ACC3-BC91-4F3B-9759-1BDC2963DA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5938" y="857250"/>
            <a:ext cx="6254750" cy="575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25" name="TextBox 7">
            <a:extLst>
              <a:ext uri="{FF2B5EF4-FFF2-40B4-BE49-F238E27FC236}">
                <a16:creationId xmlns:a16="http://schemas.microsoft.com/office/drawing/2014/main" id="{52356590-946B-4A4D-9244-43FB6FEEE432}"/>
              </a:ext>
            </a:extLst>
          </p:cNvPr>
          <p:cNvSpPr txBox="1">
            <a:spLocks noChangeArrowheads="1"/>
          </p:cNvSpPr>
          <p:nvPr/>
        </p:nvSpPr>
        <p:spPr bwMode="auto">
          <a:xfrm>
            <a:off x="1071563" y="2211388"/>
            <a:ext cx="615950" cy="271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a:r>
              <a:rPr lang="zh-CN" altLang="en-US" sz="2800">
                <a:ea typeface="华文楷体" panose="02010600040101010101" pitchFamily="2" charset="-122"/>
              </a:rPr>
              <a:t>边缘提取</a:t>
            </a:r>
          </a:p>
        </p:txBody>
      </p:sp>
      <p:pic>
        <p:nvPicPr>
          <p:cNvPr id="10" name="Picture 19" descr="Sobel">
            <a:extLst>
              <a:ext uri="{FF2B5EF4-FFF2-40B4-BE49-F238E27FC236}">
                <a16:creationId xmlns:a16="http://schemas.microsoft.com/office/drawing/2014/main" id="{C4233FFB-1286-4B5D-9B74-37CA369421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5938" y="857250"/>
            <a:ext cx="6254750" cy="575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4">
            <a:extLst>
              <a:ext uri="{FF2B5EF4-FFF2-40B4-BE49-F238E27FC236}">
                <a16:creationId xmlns:a16="http://schemas.microsoft.com/office/drawing/2014/main" id="{733F1A93-0513-4767-BA77-5B4C804985CE}"/>
              </a:ext>
            </a:extLst>
          </p:cNvPr>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3200">
              <a:latin typeface="Verdana" panose="020B0604030504040204" pitchFamily="34" charset="0"/>
              <a:ea typeface="楷体_GB2312" pitchFamily="1" charset="-122"/>
            </a:endParaRPr>
          </a:p>
        </p:txBody>
      </p:sp>
      <p:sp>
        <p:nvSpPr>
          <p:cNvPr id="69636" name="Text Box 13">
            <a:extLst>
              <a:ext uri="{FF2B5EF4-FFF2-40B4-BE49-F238E27FC236}">
                <a16:creationId xmlns:a16="http://schemas.microsoft.com/office/drawing/2014/main" id="{CA5C93A1-C2AB-460B-90BB-1C3DA74DE9CC}"/>
              </a:ext>
            </a:extLst>
          </p:cNvPr>
          <p:cNvSpPr txBox="1">
            <a:spLocks noChangeArrowheads="1"/>
          </p:cNvSpPr>
          <p:nvPr/>
        </p:nvSpPr>
        <p:spPr bwMode="auto">
          <a:xfrm>
            <a:off x="250825" y="1412875"/>
            <a:ext cx="8532813" cy="4591050"/>
          </a:xfrm>
          <a:prstGeom prst="rect">
            <a:avLst/>
          </a:prstGeom>
          <a:solidFill>
            <a:schemeClr val="bg1"/>
          </a:solidFill>
          <a:ln w="9525" cmpd="sng">
            <a:solidFill>
              <a:srgbClr val="FF0000"/>
            </a:solidFill>
            <a:miter lim="800000"/>
            <a:headEnd/>
            <a:tailEnd/>
          </a:ln>
          <a:effectLst/>
          <a:extLst/>
        </p:spPr>
        <p:txBody>
          <a:bodyPr lIns="90000" tIns="46800" rIns="90000" bIns="46800">
            <a:spAutoFit/>
          </a:bodyPr>
          <a:lstStyle>
            <a:lvl1pPr eaLnBrk="0" hangingPunct="0">
              <a:defRPr sz="3200">
                <a:solidFill>
                  <a:schemeClr val="tx1"/>
                </a:solidFill>
                <a:latin typeface="Verdana" pitchFamily="34" charset="0"/>
                <a:ea typeface="楷体_GB2312" pitchFamily="1" charset="-122"/>
              </a:defRPr>
            </a:lvl1pPr>
            <a:lvl2pPr marL="742950" indent="-285750" eaLnBrk="0" hangingPunct="0">
              <a:defRPr sz="3200">
                <a:solidFill>
                  <a:schemeClr val="tx1"/>
                </a:solidFill>
                <a:latin typeface="Verdana" pitchFamily="34" charset="0"/>
                <a:ea typeface="楷体_GB2312" pitchFamily="1" charset="-122"/>
              </a:defRPr>
            </a:lvl2pPr>
            <a:lvl3pPr marL="1143000" indent="-228600" eaLnBrk="0" hangingPunct="0">
              <a:defRPr sz="3200">
                <a:solidFill>
                  <a:schemeClr val="tx1"/>
                </a:solidFill>
                <a:latin typeface="Verdana" pitchFamily="34" charset="0"/>
                <a:ea typeface="楷体_GB2312" pitchFamily="1" charset="-122"/>
              </a:defRPr>
            </a:lvl3pPr>
            <a:lvl4pPr marL="1600200" indent="-228600" eaLnBrk="0" hangingPunct="0">
              <a:defRPr sz="3200">
                <a:solidFill>
                  <a:schemeClr val="tx1"/>
                </a:solidFill>
                <a:latin typeface="Verdana" pitchFamily="34" charset="0"/>
                <a:ea typeface="楷体_GB2312" pitchFamily="1" charset="-122"/>
              </a:defRPr>
            </a:lvl4pPr>
            <a:lvl5pPr marL="2057400" indent="-228600" eaLnBrk="0" hangingPunct="0">
              <a:defRPr sz="3200">
                <a:solidFill>
                  <a:schemeClr val="tx1"/>
                </a:solidFill>
                <a:latin typeface="Verdana" pitchFamily="34" charset="0"/>
                <a:ea typeface="楷体_GB2312" pitchFamily="1" charset="-122"/>
              </a:defRPr>
            </a:lvl5pPr>
            <a:lvl6pPr marL="25146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6pPr>
            <a:lvl7pPr marL="29718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7pPr>
            <a:lvl8pPr marL="34290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8pPr>
            <a:lvl9pPr marL="38862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9pPr>
          </a:lstStyle>
          <a:p>
            <a:pPr eaLnBrk="1" hangingPunct="1">
              <a:lnSpc>
                <a:spcPct val="150000"/>
              </a:lnSpc>
              <a:buFont typeface="Wingdings" pitchFamily="2" charset="2"/>
              <a:buChar char="Ø"/>
              <a:defRPr/>
            </a:pPr>
            <a:r>
              <a:rPr lang="en-US" sz="2800" b="1">
                <a:latin typeface="楷体_GB2312" pitchFamily="1" charset="-122"/>
              </a:rPr>
              <a:t> </a:t>
            </a:r>
            <a:r>
              <a:rPr lang="zh-CN" altLang="en-US" sz="2800" b="1">
                <a:latin typeface="楷体_GB2312" pitchFamily="1" charset="-122"/>
              </a:rPr>
              <a:t>图像的平滑、锐化都是利用掩模操作来完成的。通过</a:t>
            </a:r>
            <a:r>
              <a:rPr lang="zh-CN" altLang="en-US" sz="2800" b="1">
                <a:solidFill>
                  <a:srgbClr val="FF0000"/>
                </a:solidFill>
                <a:latin typeface="楷体_GB2312" pitchFamily="1" charset="-122"/>
              </a:rPr>
              <a:t>掩模操作</a:t>
            </a:r>
            <a:r>
              <a:rPr lang="zh-CN" altLang="en-US" sz="2800" b="1">
                <a:latin typeface="楷体_GB2312" pitchFamily="1" charset="-122"/>
              </a:rPr>
              <a:t>实现一种邻域运算，待处理像素点的结果由邻域的图像像素以及相应的与邻域有相同维数的子图像得到。这些子图像被称为</a:t>
            </a:r>
            <a:r>
              <a:rPr lang="zh-CN" altLang="en-US" sz="2800" b="1">
                <a:solidFill>
                  <a:srgbClr val="FF0000"/>
                </a:solidFill>
                <a:latin typeface="楷体_GB2312" pitchFamily="1" charset="-122"/>
              </a:rPr>
              <a:t>滤波器、掩模、核、模板或窗口</a:t>
            </a:r>
            <a:r>
              <a:rPr lang="zh-CN" altLang="en-US" sz="2800" b="1">
                <a:latin typeface="楷体_GB2312" pitchFamily="1" charset="-122"/>
              </a:rPr>
              <a:t>；</a:t>
            </a:r>
          </a:p>
          <a:p>
            <a:pPr eaLnBrk="1" hangingPunct="1">
              <a:lnSpc>
                <a:spcPct val="150000"/>
              </a:lnSpc>
              <a:buFont typeface="Wingdings" pitchFamily="2" charset="2"/>
              <a:buChar char="Ø"/>
              <a:defRPr/>
            </a:pPr>
            <a:r>
              <a:rPr lang="zh-CN" altLang="en-US" sz="2800" b="1">
                <a:latin typeface="楷体_GB2312" pitchFamily="1" charset="-122"/>
              </a:rPr>
              <a:t> 掩模运算的数学含义是</a:t>
            </a:r>
            <a:r>
              <a:rPr lang="zh-CN" altLang="en-US" sz="2800" b="1" i="1" u="sng">
                <a:solidFill>
                  <a:srgbClr val="0033CC"/>
                </a:solidFill>
                <a:effectLst>
                  <a:outerShdw blurRad="38100" dist="38100" dir="2700000" algn="tl">
                    <a:srgbClr val="C0C0C0"/>
                  </a:outerShdw>
                </a:effectLst>
                <a:latin typeface="楷体_GB2312" pitchFamily="1" charset="-122"/>
              </a:rPr>
              <a:t>卷积</a:t>
            </a:r>
            <a:r>
              <a:rPr lang="zh-CN" altLang="en-US" sz="2800" b="1">
                <a:latin typeface="楷体_GB2312" pitchFamily="1" charset="-122"/>
              </a:rPr>
              <a:t>（或</a:t>
            </a:r>
            <a:r>
              <a:rPr lang="zh-CN" altLang="en-US" sz="2800" b="1" i="1" u="sng">
                <a:solidFill>
                  <a:srgbClr val="0033CC"/>
                </a:solidFill>
                <a:effectLst>
                  <a:outerShdw blurRad="38100" dist="38100" dir="2700000" algn="tl">
                    <a:srgbClr val="C0C0C0"/>
                  </a:outerShdw>
                </a:effectLst>
                <a:latin typeface="楷体_GB2312" pitchFamily="1" charset="-122"/>
              </a:rPr>
              <a:t>互相关</a:t>
            </a:r>
            <a:r>
              <a:rPr lang="zh-CN" altLang="en-US" sz="2800" b="1">
                <a:latin typeface="楷体_GB2312" pitchFamily="1" charset="-122"/>
              </a:rPr>
              <a:t>）运算；</a:t>
            </a:r>
          </a:p>
          <a:p>
            <a:pPr eaLnBrk="1" hangingPunct="1">
              <a:lnSpc>
                <a:spcPct val="150000"/>
              </a:lnSpc>
              <a:buFont typeface="Wingdings" pitchFamily="2" charset="2"/>
              <a:buChar char="Ø"/>
              <a:defRPr/>
            </a:pPr>
            <a:r>
              <a:rPr lang="zh-CN" altLang="en-US" sz="2800" b="1">
                <a:latin typeface="楷体_GB2312" pitchFamily="1" charset="-122"/>
              </a:rPr>
              <a:t>掩模子图像中的值是系数值，而不是灰度值；</a:t>
            </a:r>
          </a:p>
        </p:txBody>
      </p:sp>
      <p:sp>
        <p:nvSpPr>
          <p:cNvPr id="5" name="矩形 4">
            <a:extLst>
              <a:ext uri="{FF2B5EF4-FFF2-40B4-BE49-F238E27FC236}">
                <a16:creationId xmlns:a16="http://schemas.microsoft.com/office/drawing/2014/main" id="{1DA66A09-0AE5-4702-9DA4-FF217D04446C}"/>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82949" name="TextBox 23">
            <a:extLst>
              <a:ext uri="{FF2B5EF4-FFF2-40B4-BE49-F238E27FC236}">
                <a16:creationId xmlns:a16="http://schemas.microsoft.com/office/drawing/2014/main" id="{107D30FC-9186-436C-BEF4-4619A8453A8F}"/>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en-US" altLang="zh-CN" b="1">
                <a:solidFill>
                  <a:schemeClr val="bg1"/>
                </a:solidFill>
                <a:latin typeface="微软雅黑" panose="020B0503020204020204" pitchFamily="34" charset="-122"/>
                <a:ea typeface="微软雅黑" panose="020B0503020204020204" pitchFamily="34" charset="-122"/>
              </a:rPr>
              <a:t>3. 4 </a:t>
            </a:r>
            <a:r>
              <a:rPr lang="zh-CN" altLang="en-US" b="1">
                <a:solidFill>
                  <a:schemeClr val="bg1"/>
                </a:solidFill>
                <a:latin typeface="微软雅黑" panose="020B0503020204020204" pitchFamily="34" charset="-122"/>
                <a:ea typeface="微软雅黑" panose="020B0503020204020204" pitchFamily="34" charset="-122"/>
              </a:rPr>
              <a:t>空间滤波基础</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9636"/>
                                        </p:tgtEl>
                                        <p:attrNameLst>
                                          <p:attrName>style.visibility</p:attrName>
                                        </p:attrNameLst>
                                      </p:cBhvr>
                                      <p:to>
                                        <p:strVal val="visible"/>
                                      </p:to>
                                    </p:set>
                                    <p:animEffect transition="in" filter="blinds(horizontal)">
                                      <p:cBhvr>
                                        <p:cTn id="7" dur="500"/>
                                        <p:tgtEl>
                                          <p:spTgt spid="696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6" grpId="0" animBg="1"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圆角矩形 17">
            <a:extLst>
              <a:ext uri="{FF2B5EF4-FFF2-40B4-BE49-F238E27FC236}">
                <a16:creationId xmlns:a16="http://schemas.microsoft.com/office/drawing/2014/main" id="{0B0B2525-02E8-47F4-ACC5-D7DC71B34868}"/>
              </a:ext>
            </a:extLst>
          </p:cNvPr>
          <p:cNvSpPr/>
          <p:nvPr/>
        </p:nvSpPr>
        <p:spPr>
          <a:xfrm>
            <a:off x="922087" y="2963242"/>
            <a:ext cx="7293251" cy="3323278"/>
          </a:xfrm>
          <a:prstGeom prst="roundRect">
            <a:avLst>
              <a:gd name="adj" fmla="val 4024"/>
            </a:avLst>
          </a:prstGeom>
          <a:solidFill>
            <a:schemeClr val="bg1">
              <a:lumMod val="95000"/>
            </a:schemeClr>
          </a:solidFill>
          <a:ln w="19050">
            <a:solidFill>
              <a:schemeClr val="tx1"/>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3" name="矩形 22">
            <a:extLst>
              <a:ext uri="{FF2B5EF4-FFF2-40B4-BE49-F238E27FC236}">
                <a16:creationId xmlns:a16="http://schemas.microsoft.com/office/drawing/2014/main" id="{B99A7270-2882-4A69-B076-686E543CDAAA}"/>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83974" name="TextBox 23">
            <a:extLst>
              <a:ext uri="{FF2B5EF4-FFF2-40B4-BE49-F238E27FC236}">
                <a16:creationId xmlns:a16="http://schemas.microsoft.com/office/drawing/2014/main" id="{DA5EC0AB-A607-4A3D-9367-D8F4B527F776}"/>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a:r>
              <a:rPr lang="zh-CN" altLang="en-US" b="1">
                <a:solidFill>
                  <a:schemeClr val="bg1"/>
                </a:solidFill>
                <a:latin typeface="微软雅黑" panose="020B0503020204020204" pitchFamily="34" charset="-122"/>
                <a:ea typeface="微软雅黑" panose="020B0503020204020204" pitchFamily="34" charset="-122"/>
              </a:rPr>
              <a:t>空间滤波基础</a:t>
            </a:r>
          </a:p>
        </p:txBody>
      </p:sp>
      <p:sp>
        <p:nvSpPr>
          <p:cNvPr id="83975" name="TextBox 11">
            <a:extLst>
              <a:ext uri="{FF2B5EF4-FFF2-40B4-BE49-F238E27FC236}">
                <a16:creationId xmlns:a16="http://schemas.microsoft.com/office/drawing/2014/main" id="{E13F0830-2746-4236-BD7C-A7C4818D339E}"/>
              </a:ext>
            </a:extLst>
          </p:cNvPr>
          <p:cNvSpPr txBox="1">
            <a:spLocks noChangeArrowheads="1"/>
          </p:cNvSpPr>
          <p:nvPr/>
        </p:nvSpPr>
        <p:spPr bwMode="auto">
          <a:xfrm>
            <a:off x="571500" y="1143000"/>
            <a:ext cx="25717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buFont typeface="Wingdings" panose="05000000000000000000" pitchFamily="2" charset="2"/>
              <a:buChar char="Ø"/>
            </a:pPr>
            <a:r>
              <a:rPr lang="zh-CN" altLang="en-US" sz="2800" b="1">
                <a:solidFill>
                  <a:srgbClr val="002060"/>
                </a:solidFill>
                <a:ea typeface="华文楷体" panose="02010600040101010101" pitchFamily="2" charset="-122"/>
              </a:rPr>
              <a:t> </a:t>
            </a:r>
            <a:r>
              <a:rPr lang="zh-CN" altLang="en-US" sz="2800" b="1">
                <a:solidFill>
                  <a:srgbClr val="C00000"/>
                </a:solidFill>
                <a:ea typeface="华文楷体" panose="02010600040101010101" pitchFamily="2" charset="-122"/>
              </a:rPr>
              <a:t>空间滤波</a:t>
            </a:r>
          </a:p>
        </p:txBody>
      </p:sp>
      <p:sp>
        <p:nvSpPr>
          <p:cNvPr id="83976" name="矩形 4">
            <a:extLst>
              <a:ext uri="{FF2B5EF4-FFF2-40B4-BE49-F238E27FC236}">
                <a16:creationId xmlns:a16="http://schemas.microsoft.com/office/drawing/2014/main" id="{BE1114F6-CADE-4768-98B5-C8912380E859}"/>
              </a:ext>
            </a:extLst>
          </p:cNvPr>
          <p:cNvSpPr>
            <a:spLocks noChangeArrowheads="1"/>
          </p:cNvSpPr>
          <p:nvPr/>
        </p:nvSpPr>
        <p:spPr bwMode="auto">
          <a:xfrm>
            <a:off x="541338" y="1714500"/>
            <a:ext cx="8031162"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just" eaLnBrk="1" hangingPunct="1">
              <a:buClrTx/>
              <a:buSzTx/>
              <a:buFontTx/>
              <a:buNone/>
            </a:pPr>
            <a:r>
              <a:rPr lang="zh-CN" altLang="en-US" sz="2800">
                <a:latin typeface="华文楷体" panose="02010600040101010101" pitchFamily="2" charset="-122"/>
                <a:ea typeface="华文楷体" panose="02010600040101010101" pitchFamily="2" charset="-122"/>
              </a:rPr>
              <a:t>空间滤波是一种采用滤波处理的图像增强方法，其目的是去除噪声干扰、以及图像边缘增强等</a:t>
            </a:r>
          </a:p>
        </p:txBody>
      </p:sp>
      <p:graphicFrame>
        <p:nvGraphicFramePr>
          <p:cNvPr id="17" name="图示 16">
            <a:extLst>
              <a:ext uri="{FF2B5EF4-FFF2-40B4-BE49-F238E27FC236}">
                <a16:creationId xmlns:a16="http://schemas.microsoft.com/office/drawing/2014/main" id="{F2D36990-39B2-4321-A76D-485D6DBF5403}"/>
              </a:ext>
            </a:extLst>
          </p:cNvPr>
          <p:cNvGraphicFramePr/>
          <p:nvPr/>
        </p:nvGraphicFramePr>
        <p:xfrm>
          <a:off x="1928794" y="3071810"/>
          <a:ext cx="5072098" cy="30718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B2A9E2DC-AF8E-4C18-BB20-0DA9BB1CBF48}"/>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84995" name="TextBox 23">
            <a:extLst>
              <a:ext uri="{FF2B5EF4-FFF2-40B4-BE49-F238E27FC236}">
                <a16:creationId xmlns:a16="http://schemas.microsoft.com/office/drawing/2014/main" id="{D4858930-1344-45AE-A1E6-C01570B0336C}"/>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a:r>
              <a:rPr lang="zh-CN" altLang="en-US" b="1">
                <a:solidFill>
                  <a:schemeClr val="bg1"/>
                </a:solidFill>
                <a:latin typeface="微软雅黑" panose="020B0503020204020204" pitchFamily="34" charset="-122"/>
                <a:ea typeface="微软雅黑" panose="020B0503020204020204" pitchFamily="34" charset="-122"/>
              </a:rPr>
              <a:t>空间滤波基础</a:t>
            </a:r>
          </a:p>
        </p:txBody>
      </p:sp>
      <p:grpSp>
        <p:nvGrpSpPr>
          <p:cNvPr id="84996" name="组合 38">
            <a:extLst>
              <a:ext uri="{FF2B5EF4-FFF2-40B4-BE49-F238E27FC236}">
                <a16:creationId xmlns:a16="http://schemas.microsoft.com/office/drawing/2014/main" id="{443C7AFD-DAEA-409C-8C04-9593E663E8AE}"/>
              </a:ext>
            </a:extLst>
          </p:cNvPr>
          <p:cNvGrpSpPr>
            <a:grpSpLocks/>
          </p:cNvGrpSpPr>
          <p:nvPr/>
        </p:nvGrpSpPr>
        <p:grpSpPr bwMode="auto">
          <a:xfrm>
            <a:off x="1184275" y="3405188"/>
            <a:ext cx="4330700" cy="2874962"/>
            <a:chOff x="3180556" y="3938756"/>
            <a:chExt cx="3240087" cy="2257425"/>
          </a:xfrm>
        </p:grpSpPr>
        <p:grpSp>
          <p:nvGrpSpPr>
            <p:cNvPr id="85021" name="组合 54">
              <a:extLst>
                <a:ext uri="{FF2B5EF4-FFF2-40B4-BE49-F238E27FC236}">
                  <a16:creationId xmlns:a16="http://schemas.microsoft.com/office/drawing/2014/main" id="{2990D99E-C228-41A3-BB02-63398E676402}"/>
                </a:ext>
              </a:extLst>
            </p:cNvPr>
            <p:cNvGrpSpPr>
              <a:grpSpLocks/>
            </p:cNvGrpSpPr>
            <p:nvPr/>
          </p:nvGrpSpPr>
          <p:grpSpPr bwMode="auto">
            <a:xfrm>
              <a:off x="3786981" y="3938756"/>
              <a:ext cx="1311275" cy="1635125"/>
              <a:chOff x="1091882" y="2239557"/>
              <a:chExt cx="1312144" cy="1635337"/>
            </a:xfrm>
          </p:grpSpPr>
          <p:grpSp>
            <p:nvGrpSpPr>
              <p:cNvPr id="85038" name="组合 53">
                <a:extLst>
                  <a:ext uri="{FF2B5EF4-FFF2-40B4-BE49-F238E27FC236}">
                    <a16:creationId xmlns:a16="http://schemas.microsoft.com/office/drawing/2014/main" id="{A1F69558-DD6C-41BB-B176-77C1F3F61FED}"/>
                  </a:ext>
                </a:extLst>
              </p:cNvPr>
              <p:cNvGrpSpPr>
                <a:grpSpLocks/>
              </p:cNvGrpSpPr>
              <p:nvPr/>
            </p:nvGrpSpPr>
            <p:grpSpPr bwMode="auto">
              <a:xfrm>
                <a:off x="1091882" y="2239557"/>
                <a:ext cx="1312144" cy="1635337"/>
                <a:chOff x="1091882" y="2239557"/>
                <a:chExt cx="1312144" cy="1635337"/>
              </a:xfrm>
            </p:grpSpPr>
            <p:sp>
              <p:nvSpPr>
                <p:cNvPr id="85040" name="平行四边形 38">
                  <a:extLst>
                    <a:ext uri="{FF2B5EF4-FFF2-40B4-BE49-F238E27FC236}">
                      <a16:creationId xmlns:a16="http://schemas.microsoft.com/office/drawing/2014/main" id="{E3D8446F-250B-47C4-9C9D-DF0EB0B4F850}"/>
                    </a:ext>
                  </a:extLst>
                </p:cNvPr>
                <p:cNvSpPr>
                  <a:spLocks/>
                </p:cNvSpPr>
                <p:nvPr/>
              </p:nvSpPr>
              <p:spPr bwMode="auto">
                <a:xfrm>
                  <a:off x="1547664" y="2445039"/>
                  <a:ext cx="385583" cy="224325"/>
                </a:xfrm>
                <a:custGeom>
                  <a:avLst/>
                  <a:gdLst>
                    <a:gd name="T0" fmla="*/ 0 w 385583"/>
                    <a:gd name="T1" fmla="*/ 224325 h 224325"/>
                    <a:gd name="T2" fmla="*/ 176555 w 385583"/>
                    <a:gd name="T3" fmla="*/ 0 h 224325"/>
                    <a:gd name="T4" fmla="*/ 385583 w 385583"/>
                    <a:gd name="T5" fmla="*/ 11875 h 224325"/>
                    <a:gd name="T6" fmla="*/ 232780 w 385583"/>
                    <a:gd name="T7" fmla="*/ 212449 h 224325"/>
                    <a:gd name="T8" fmla="*/ 0 w 385583"/>
                    <a:gd name="T9" fmla="*/ 224325 h 2243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5583" h="224325">
                      <a:moveTo>
                        <a:pt x="0" y="224325"/>
                      </a:moveTo>
                      <a:lnTo>
                        <a:pt x="176555" y="0"/>
                      </a:lnTo>
                      <a:lnTo>
                        <a:pt x="385583" y="11875"/>
                      </a:lnTo>
                      <a:lnTo>
                        <a:pt x="232780" y="212449"/>
                      </a:lnTo>
                      <a:lnTo>
                        <a:pt x="0" y="224325"/>
                      </a:lnTo>
                      <a:close/>
                    </a:path>
                  </a:pathLst>
                </a:custGeom>
                <a:solidFill>
                  <a:schemeClr val="accent1"/>
                </a:solidFill>
                <a:ln>
                  <a:noFill/>
                </a:ln>
                <a:extLst>
                  <a:ext uri="{91240B29-F687-4F45-9708-019B960494DF}">
                    <a14:hiddenLine xmlns:a14="http://schemas.microsoft.com/office/drawing/2010/main" w="12700" cap="flat" cmpd="sng" algn="ctr">
                      <a:solidFill>
                        <a:srgbClr val="000000"/>
                      </a:solidFill>
                      <a:prstDash val="solid"/>
                      <a:round/>
                      <a:headEnd type="none" w="sm" len="sm"/>
                      <a:tailEnd type="none" w="sm" len="sm"/>
                    </a14:hiddenLine>
                  </a:ext>
                </a:extLst>
              </p:spPr>
              <p:txBody>
                <a:bodyPr lIns="91896" tIns="45950" rIns="91896" bIns="45950"/>
                <a:lstStyle/>
                <a:p>
                  <a:endParaRPr lang="zh-CN" altLang="en-US"/>
                </a:p>
              </p:txBody>
            </p:sp>
            <p:grpSp>
              <p:nvGrpSpPr>
                <p:cNvPr id="85041" name="组合 52">
                  <a:extLst>
                    <a:ext uri="{FF2B5EF4-FFF2-40B4-BE49-F238E27FC236}">
                      <a16:creationId xmlns:a16="http://schemas.microsoft.com/office/drawing/2014/main" id="{9E0DA79E-1BFA-405B-BF70-E707691887AC}"/>
                    </a:ext>
                  </a:extLst>
                </p:cNvPr>
                <p:cNvGrpSpPr>
                  <a:grpSpLocks/>
                </p:cNvGrpSpPr>
                <p:nvPr/>
              </p:nvGrpSpPr>
              <p:grpSpPr bwMode="auto">
                <a:xfrm>
                  <a:off x="1091882" y="2239557"/>
                  <a:ext cx="1312144" cy="1635337"/>
                  <a:chOff x="1091882" y="2239557"/>
                  <a:chExt cx="1312144" cy="1635337"/>
                </a:xfrm>
              </p:grpSpPr>
              <p:grpSp>
                <p:nvGrpSpPr>
                  <p:cNvPr id="85042" name="组合 51">
                    <a:extLst>
                      <a:ext uri="{FF2B5EF4-FFF2-40B4-BE49-F238E27FC236}">
                        <a16:creationId xmlns:a16="http://schemas.microsoft.com/office/drawing/2014/main" id="{7F8B84BB-E254-4A7E-8F29-9DF85277D739}"/>
                      </a:ext>
                    </a:extLst>
                  </p:cNvPr>
                  <p:cNvGrpSpPr>
                    <a:grpSpLocks/>
                  </p:cNvGrpSpPr>
                  <p:nvPr/>
                </p:nvGrpSpPr>
                <p:grpSpPr bwMode="auto">
                  <a:xfrm>
                    <a:off x="1108239" y="3282676"/>
                    <a:ext cx="1227171" cy="592218"/>
                    <a:chOff x="1108239" y="3282676"/>
                    <a:chExt cx="1227171" cy="592218"/>
                  </a:xfrm>
                </p:grpSpPr>
                <p:sp>
                  <p:nvSpPr>
                    <p:cNvPr id="85049" name="平行四边形 50">
                      <a:extLst>
                        <a:ext uri="{FF2B5EF4-FFF2-40B4-BE49-F238E27FC236}">
                          <a16:creationId xmlns:a16="http://schemas.microsoft.com/office/drawing/2014/main" id="{8F042115-6CB2-4B32-A143-2AFDCBC6F5C9}"/>
                        </a:ext>
                      </a:extLst>
                    </p:cNvPr>
                    <p:cNvSpPr>
                      <a:spLocks/>
                    </p:cNvSpPr>
                    <p:nvPr/>
                  </p:nvSpPr>
                  <p:spPr bwMode="auto">
                    <a:xfrm>
                      <a:off x="1108239" y="3282676"/>
                      <a:ext cx="1227171" cy="592218"/>
                    </a:xfrm>
                    <a:custGeom>
                      <a:avLst/>
                      <a:gdLst>
                        <a:gd name="T0" fmla="*/ 0 w 1227171"/>
                        <a:gd name="T1" fmla="*/ 592218 h 592218"/>
                        <a:gd name="T2" fmla="*/ 541330 w 1227171"/>
                        <a:gd name="T3" fmla="*/ 0 h 592218"/>
                        <a:gd name="T4" fmla="*/ 1227171 w 1227171"/>
                        <a:gd name="T5" fmla="*/ 23751 h 592218"/>
                        <a:gd name="T6" fmla="*/ 650214 w 1227171"/>
                        <a:gd name="T7" fmla="*/ 592218 h 592218"/>
                        <a:gd name="T8" fmla="*/ 0 w 1227171"/>
                        <a:gd name="T9" fmla="*/ 592218 h 5922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27171" h="592218">
                          <a:moveTo>
                            <a:pt x="0" y="592218"/>
                          </a:moveTo>
                          <a:lnTo>
                            <a:pt x="541330" y="0"/>
                          </a:lnTo>
                          <a:lnTo>
                            <a:pt x="1227171" y="23751"/>
                          </a:lnTo>
                          <a:lnTo>
                            <a:pt x="650214" y="592218"/>
                          </a:lnTo>
                          <a:lnTo>
                            <a:pt x="0" y="592218"/>
                          </a:lnTo>
                          <a:close/>
                        </a:path>
                      </a:pathLst>
                    </a:custGeom>
                    <a:solidFill>
                      <a:srgbClr val="FFFF00"/>
                    </a:solidFill>
                    <a:ln>
                      <a:noFill/>
                    </a:ln>
                    <a:extLst>
                      <a:ext uri="{91240B29-F687-4F45-9708-019B960494DF}">
                        <a14:hiddenLine xmlns:a14="http://schemas.microsoft.com/office/drawing/2010/main" w="12700" cap="flat" cmpd="sng" algn="ctr">
                          <a:solidFill>
                            <a:srgbClr val="000000"/>
                          </a:solidFill>
                          <a:prstDash val="solid"/>
                          <a:round/>
                          <a:headEnd type="none" w="sm" len="sm"/>
                          <a:tailEnd type="none" w="sm" len="sm"/>
                        </a14:hiddenLine>
                      </a:ext>
                    </a:extLst>
                  </p:spPr>
                  <p:txBody>
                    <a:bodyPr lIns="91896" tIns="45950" rIns="91896" bIns="45950"/>
                    <a:lstStyle/>
                    <a:p>
                      <a:endParaRPr lang="zh-CN" altLang="en-US"/>
                    </a:p>
                  </p:txBody>
                </p:sp>
                <p:sp>
                  <p:nvSpPr>
                    <p:cNvPr id="85050" name="平行四边形 38">
                      <a:extLst>
                        <a:ext uri="{FF2B5EF4-FFF2-40B4-BE49-F238E27FC236}">
                          <a16:creationId xmlns:a16="http://schemas.microsoft.com/office/drawing/2014/main" id="{1995CC7E-4B87-4D49-BF64-F8488457125D}"/>
                        </a:ext>
                      </a:extLst>
                    </p:cNvPr>
                    <p:cNvSpPr>
                      <a:spLocks/>
                    </p:cNvSpPr>
                    <p:nvPr/>
                  </p:nvSpPr>
                  <p:spPr bwMode="auto">
                    <a:xfrm>
                      <a:off x="1512000" y="3490192"/>
                      <a:ext cx="468000" cy="224325"/>
                    </a:xfrm>
                    <a:custGeom>
                      <a:avLst/>
                      <a:gdLst>
                        <a:gd name="T0" fmla="*/ 0 w 433084"/>
                        <a:gd name="T1" fmla="*/ 224325 h 224325"/>
                        <a:gd name="T2" fmla="*/ 1432423 w 433084"/>
                        <a:gd name="T3" fmla="*/ 0 h 224325"/>
                        <a:gd name="T4" fmla="*/ 3513680 w 433084"/>
                        <a:gd name="T5" fmla="*/ 11875 h 224325"/>
                        <a:gd name="T6" fmla="*/ 1888572 w 433084"/>
                        <a:gd name="T7" fmla="*/ 212449 h 224325"/>
                        <a:gd name="T8" fmla="*/ 0 w 433084"/>
                        <a:gd name="T9" fmla="*/ 224325 h 2243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3084" h="224325">
                          <a:moveTo>
                            <a:pt x="0" y="224325"/>
                          </a:moveTo>
                          <a:lnTo>
                            <a:pt x="176555" y="0"/>
                          </a:lnTo>
                          <a:lnTo>
                            <a:pt x="433084" y="11875"/>
                          </a:lnTo>
                          <a:lnTo>
                            <a:pt x="232780" y="212449"/>
                          </a:lnTo>
                          <a:lnTo>
                            <a:pt x="0" y="224325"/>
                          </a:lnTo>
                          <a:close/>
                        </a:path>
                      </a:pathLst>
                    </a:custGeom>
                    <a:solidFill>
                      <a:schemeClr val="accent1"/>
                    </a:solidFill>
                    <a:ln>
                      <a:noFill/>
                    </a:ln>
                    <a:extLst>
                      <a:ext uri="{91240B29-F687-4F45-9708-019B960494DF}">
                        <a14:hiddenLine xmlns:a14="http://schemas.microsoft.com/office/drawing/2010/main" w="12700" cap="flat" cmpd="sng" algn="ctr">
                          <a:solidFill>
                            <a:srgbClr val="000000"/>
                          </a:solidFill>
                          <a:prstDash val="solid"/>
                          <a:round/>
                          <a:headEnd type="none" w="sm" len="sm"/>
                          <a:tailEnd type="none" w="sm" len="sm"/>
                        </a14:hiddenLine>
                      </a:ext>
                    </a:extLst>
                  </p:spPr>
                  <p:txBody>
                    <a:bodyPr lIns="91896" tIns="45950" rIns="91896" bIns="45950"/>
                    <a:lstStyle/>
                    <a:p>
                      <a:endParaRPr lang="zh-CN" altLang="en-US"/>
                    </a:p>
                  </p:txBody>
                </p:sp>
              </p:grpSp>
              <p:grpSp>
                <p:nvGrpSpPr>
                  <p:cNvPr id="85043" name="组合 33">
                    <a:extLst>
                      <a:ext uri="{FF2B5EF4-FFF2-40B4-BE49-F238E27FC236}">
                        <a16:creationId xmlns:a16="http://schemas.microsoft.com/office/drawing/2014/main" id="{BC6C0651-2554-4E02-B5F7-EFA0825F2C0B}"/>
                      </a:ext>
                    </a:extLst>
                  </p:cNvPr>
                  <p:cNvGrpSpPr>
                    <a:grpSpLocks/>
                  </p:cNvGrpSpPr>
                  <p:nvPr/>
                </p:nvGrpSpPr>
                <p:grpSpPr bwMode="auto">
                  <a:xfrm>
                    <a:off x="1091882" y="2239557"/>
                    <a:ext cx="1312144" cy="618277"/>
                    <a:chOff x="1342156" y="2420888"/>
                    <a:chExt cx="1312144" cy="618277"/>
                  </a:xfrm>
                </p:grpSpPr>
                <p:sp>
                  <p:nvSpPr>
                    <p:cNvPr id="85044" name="平行四边形 19">
                      <a:extLst>
                        <a:ext uri="{FF2B5EF4-FFF2-40B4-BE49-F238E27FC236}">
                          <a16:creationId xmlns:a16="http://schemas.microsoft.com/office/drawing/2014/main" id="{184EC786-579D-4DF0-B76F-C31587CD04D9}"/>
                        </a:ext>
                      </a:extLst>
                    </p:cNvPr>
                    <p:cNvSpPr>
                      <a:spLocks/>
                    </p:cNvSpPr>
                    <p:nvPr/>
                  </p:nvSpPr>
                  <p:spPr bwMode="auto">
                    <a:xfrm>
                      <a:off x="1342156" y="2420888"/>
                      <a:ext cx="1312144" cy="618277"/>
                    </a:xfrm>
                    <a:custGeom>
                      <a:avLst/>
                      <a:gdLst>
                        <a:gd name="T0" fmla="*/ 0 w 1312144"/>
                        <a:gd name="T1" fmla="*/ 606400 h 618277"/>
                        <a:gd name="T2" fmla="*/ 610074 w 1312144"/>
                        <a:gd name="T3" fmla="*/ 0 h 618277"/>
                        <a:gd name="T4" fmla="*/ 1312144 w 1312144"/>
                        <a:gd name="T5" fmla="*/ 23751 h 618277"/>
                        <a:gd name="T6" fmla="*/ 702069 w 1312144"/>
                        <a:gd name="T7" fmla="*/ 618277 h 618277"/>
                        <a:gd name="T8" fmla="*/ 0 w 1312144"/>
                        <a:gd name="T9" fmla="*/ 606400 h 61827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2144" h="618277">
                          <a:moveTo>
                            <a:pt x="0" y="606400"/>
                          </a:moveTo>
                          <a:lnTo>
                            <a:pt x="610074" y="0"/>
                          </a:lnTo>
                          <a:lnTo>
                            <a:pt x="1312144" y="23751"/>
                          </a:lnTo>
                          <a:lnTo>
                            <a:pt x="702069" y="618277"/>
                          </a:lnTo>
                          <a:lnTo>
                            <a:pt x="0" y="606400"/>
                          </a:lnTo>
                          <a:close/>
                        </a:path>
                      </a:pathLst>
                    </a:custGeom>
                    <a:noFill/>
                    <a:ln w="19050" cap="flat" cmpd="sng" algn="ctr">
                      <a:solidFill>
                        <a:schemeClr val="tx1"/>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lIns="91896" tIns="45950" rIns="91896" bIns="45950"/>
                    <a:lstStyle/>
                    <a:p>
                      <a:endParaRPr lang="zh-CN" altLang="en-US"/>
                    </a:p>
                  </p:txBody>
                </p:sp>
                <p:cxnSp>
                  <p:nvCxnSpPr>
                    <p:cNvPr id="85045" name="直接连接符 23">
                      <a:extLst>
                        <a:ext uri="{FF2B5EF4-FFF2-40B4-BE49-F238E27FC236}">
                          <a16:creationId xmlns:a16="http://schemas.microsoft.com/office/drawing/2014/main" id="{081DAAF2-7F98-4AEC-B433-82E4C8A3446A}"/>
                        </a:ext>
                      </a:extLst>
                    </p:cNvPr>
                    <p:cNvCxnSpPr>
                      <a:cxnSpLocks noChangeShapeType="1"/>
                    </p:cNvCxnSpPr>
                    <p:nvPr/>
                  </p:nvCxnSpPr>
                  <p:spPr bwMode="auto">
                    <a:xfrm>
                      <a:off x="1727999" y="2642176"/>
                      <a:ext cx="716400" cy="0"/>
                    </a:xfrm>
                    <a:prstGeom prst="line">
                      <a:avLst/>
                    </a:prstGeom>
                    <a:noFill/>
                    <a:ln w="19050" algn="ctr">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85046" name="直接连接符 25">
                      <a:extLst>
                        <a:ext uri="{FF2B5EF4-FFF2-40B4-BE49-F238E27FC236}">
                          <a16:creationId xmlns:a16="http://schemas.microsoft.com/office/drawing/2014/main" id="{76506983-93E7-4992-B0D4-9A816D20AC51}"/>
                        </a:ext>
                      </a:extLst>
                    </p:cNvPr>
                    <p:cNvCxnSpPr>
                      <a:cxnSpLocks noChangeShapeType="1"/>
                    </p:cNvCxnSpPr>
                    <p:nvPr/>
                  </p:nvCxnSpPr>
                  <p:spPr bwMode="auto">
                    <a:xfrm>
                      <a:off x="1537842" y="2840373"/>
                      <a:ext cx="705299" cy="0"/>
                    </a:xfrm>
                    <a:prstGeom prst="line">
                      <a:avLst/>
                    </a:prstGeom>
                    <a:noFill/>
                    <a:ln w="19050" algn="ctr">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85047" name="直接连接符 27">
                      <a:extLst>
                        <a:ext uri="{FF2B5EF4-FFF2-40B4-BE49-F238E27FC236}">
                          <a16:creationId xmlns:a16="http://schemas.microsoft.com/office/drawing/2014/main" id="{C704AE6E-E2E1-4A36-8DEE-472134136680}"/>
                        </a:ext>
                      </a:extLst>
                    </p:cNvPr>
                    <p:cNvCxnSpPr>
                      <a:cxnSpLocks noChangeShapeType="1"/>
                    </p:cNvCxnSpPr>
                    <p:nvPr/>
                  </p:nvCxnSpPr>
                  <p:spPr bwMode="auto">
                    <a:xfrm flipH="1">
                      <a:off x="1603993" y="2420888"/>
                      <a:ext cx="580258" cy="608297"/>
                    </a:xfrm>
                    <a:prstGeom prst="line">
                      <a:avLst/>
                    </a:prstGeom>
                    <a:noFill/>
                    <a:ln w="19050" algn="ctr">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85048" name="直接连接符 31">
                      <a:extLst>
                        <a:ext uri="{FF2B5EF4-FFF2-40B4-BE49-F238E27FC236}">
                          <a16:creationId xmlns:a16="http://schemas.microsoft.com/office/drawing/2014/main" id="{CCD4F57D-69EB-42A8-8F5A-DED5AEC63417}"/>
                        </a:ext>
                      </a:extLst>
                    </p:cNvPr>
                    <p:cNvCxnSpPr>
                      <a:cxnSpLocks noChangeShapeType="1"/>
                    </p:cNvCxnSpPr>
                    <p:nvPr/>
                  </p:nvCxnSpPr>
                  <p:spPr bwMode="auto">
                    <a:xfrm flipH="1">
                      <a:off x="1823779" y="2420888"/>
                      <a:ext cx="587981" cy="608297"/>
                    </a:xfrm>
                    <a:prstGeom prst="line">
                      <a:avLst/>
                    </a:prstGeom>
                    <a:noFill/>
                    <a:ln w="19050" algn="ctr">
                      <a:solidFill>
                        <a:schemeClr val="tx1"/>
                      </a:solidFill>
                      <a:round/>
                      <a:headEnd type="none" w="sm" len="sm"/>
                      <a:tailEnd type="none" w="sm" len="sm"/>
                    </a:ln>
                    <a:extLst>
                      <a:ext uri="{909E8E84-426E-40DD-AFC4-6F175D3DCCD1}">
                        <a14:hiddenFill xmlns:a14="http://schemas.microsoft.com/office/drawing/2010/main">
                          <a:noFill/>
                        </a14:hiddenFill>
                      </a:ext>
                    </a:extLst>
                  </p:spPr>
                </p:cxnSp>
              </p:grpSp>
            </p:grpSp>
          </p:grpSp>
          <p:cxnSp>
            <p:nvCxnSpPr>
              <p:cNvPr id="85039" name="直接连接符 35">
                <a:extLst>
                  <a:ext uri="{FF2B5EF4-FFF2-40B4-BE49-F238E27FC236}">
                    <a16:creationId xmlns:a16="http://schemas.microsoft.com/office/drawing/2014/main" id="{6897CD1D-A2A3-4868-A119-F0308FADFAAB}"/>
                  </a:ext>
                </a:extLst>
              </p:cNvPr>
              <p:cNvCxnSpPr>
                <a:cxnSpLocks noChangeShapeType="1"/>
              </p:cNvCxnSpPr>
              <p:nvPr/>
            </p:nvCxnSpPr>
            <p:spPr bwMode="auto">
              <a:xfrm flipV="1">
                <a:off x="1732158" y="2548696"/>
                <a:ext cx="0" cy="1049983"/>
              </a:xfrm>
              <a:prstGeom prst="line">
                <a:avLst/>
              </a:prstGeom>
              <a:noFill/>
              <a:ln w="12700" algn="ctr">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cxnSp>
        </p:grpSp>
        <p:grpSp>
          <p:nvGrpSpPr>
            <p:cNvPr id="85022" name="组合 40">
              <a:extLst>
                <a:ext uri="{FF2B5EF4-FFF2-40B4-BE49-F238E27FC236}">
                  <a16:creationId xmlns:a16="http://schemas.microsoft.com/office/drawing/2014/main" id="{AF98C020-07DE-4D4C-BB6B-F4F6B42BAF0C}"/>
                </a:ext>
              </a:extLst>
            </p:cNvPr>
            <p:cNvGrpSpPr>
              <a:grpSpLocks/>
            </p:cNvGrpSpPr>
            <p:nvPr/>
          </p:nvGrpSpPr>
          <p:grpSpPr bwMode="auto">
            <a:xfrm>
              <a:off x="3180556" y="4981744"/>
              <a:ext cx="3240087" cy="1214437"/>
              <a:chOff x="497769" y="3282676"/>
              <a:chExt cx="3240000" cy="1214502"/>
            </a:xfrm>
          </p:grpSpPr>
          <p:sp>
            <p:nvSpPr>
              <p:cNvPr id="85023" name="平行四边形 1">
                <a:extLst>
                  <a:ext uri="{FF2B5EF4-FFF2-40B4-BE49-F238E27FC236}">
                    <a16:creationId xmlns:a16="http://schemas.microsoft.com/office/drawing/2014/main" id="{330A64F1-DD55-4219-B8E7-A0E28F37C3F8}"/>
                  </a:ext>
                </a:extLst>
              </p:cNvPr>
              <p:cNvSpPr>
                <a:spLocks/>
              </p:cNvSpPr>
              <p:nvPr/>
            </p:nvSpPr>
            <p:spPr bwMode="auto">
              <a:xfrm>
                <a:off x="497769" y="3294248"/>
                <a:ext cx="3240000" cy="1202930"/>
              </a:xfrm>
              <a:custGeom>
                <a:avLst/>
                <a:gdLst>
                  <a:gd name="T0" fmla="*/ 0 w 2977108"/>
                  <a:gd name="T1" fmla="*/ 14340759 h 1092572"/>
                  <a:gd name="T2" fmla="*/ 10457867 w 2977108"/>
                  <a:gd name="T3" fmla="*/ 0 h 1092572"/>
                  <a:gd name="T4" fmla="*/ 29245296 w 2977108"/>
                  <a:gd name="T5" fmla="*/ 170662 h 1092572"/>
                  <a:gd name="T6" fmla="*/ 18787416 w 2977108"/>
                  <a:gd name="T7" fmla="*/ 14682088 h 1092572"/>
                  <a:gd name="T8" fmla="*/ 0 w 2977108"/>
                  <a:gd name="T9" fmla="*/ 14340759 h 109257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77108" h="1092572">
                    <a:moveTo>
                      <a:pt x="0" y="1067172"/>
                    </a:moveTo>
                    <a:lnTo>
                      <a:pt x="1064589" y="0"/>
                    </a:lnTo>
                    <a:lnTo>
                      <a:pt x="2977108" y="12700"/>
                    </a:lnTo>
                    <a:lnTo>
                      <a:pt x="1912519" y="1092572"/>
                    </a:lnTo>
                    <a:lnTo>
                      <a:pt x="0" y="1067172"/>
                    </a:lnTo>
                    <a:close/>
                  </a:path>
                </a:pathLst>
              </a:custGeom>
              <a:noFill/>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cxnSp>
            <p:nvCxnSpPr>
              <p:cNvPr id="85024" name="直接连接符 5">
                <a:extLst>
                  <a:ext uri="{FF2B5EF4-FFF2-40B4-BE49-F238E27FC236}">
                    <a16:creationId xmlns:a16="http://schemas.microsoft.com/office/drawing/2014/main" id="{3E07573C-73FB-4C87-BD1D-E740E15D291D}"/>
                  </a:ext>
                </a:extLst>
              </p:cNvPr>
              <p:cNvCxnSpPr>
                <a:cxnSpLocks noChangeShapeType="1"/>
              </p:cNvCxnSpPr>
              <p:nvPr/>
            </p:nvCxnSpPr>
            <p:spPr bwMode="auto">
              <a:xfrm>
                <a:off x="1477583" y="3490192"/>
                <a:ext cx="2076485" cy="0"/>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5025" name="直接连接符 6">
                <a:extLst>
                  <a:ext uri="{FF2B5EF4-FFF2-40B4-BE49-F238E27FC236}">
                    <a16:creationId xmlns:a16="http://schemas.microsoft.com/office/drawing/2014/main" id="{DD5185F8-B384-49B1-9C66-4CE6CB6F3DEF}"/>
                  </a:ext>
                </a:extLst>
              </p:cNvPr>
              <p:cNvCxnSpPr>
                <a:cxnSpLocks noChangeShapeType="1"/>
              </p:cNvCxnSpPr>
              <p:nvPr/>
            </p:nvCxnSpPr>
            <p:spPr bwMode="auto">
              <a:xfrm>
                <a:off x="1281436" y="3688389"/>
                <a:ext cx="2076485" cy="0"/>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5026" name="直接连接符 7">
                <a:extLst>
                  <a:ext uri="{FF2B5EF4-FFF2-40B4-BE49-F238E27FC236}">
                    <a16:creationId xmlns:a16="http://schemas.microsoft.com/office/drawing/2014/main" id="{E41547FC-9451-4EB5-BE5E-7460108B74A4}"/>
                  </a:ext>
                </a:extLst>
              </p:cNvPr>
              <p:cNvCxnSpPr>
                <a:cxnSpLocks noChangeShapeType="1"/>
              </p:cNvCxnSpPr>
              <p:nvPr/>
            </p:nvCxnSpPr>
            <p:spPr bwMode="auto">
              <a:xfrm>
                <a:off x="693916" y="4273651"/>
                <a:ext cx="2076486" cy="0"/>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5027" name="直接连接符 8">
                <a:extLst>
                  <a:ext uri="{FF2B5EF4-FFF2-40B4-BE49-F238E27FC236}">
                    <a16:creationId xmlns:a16="http://schemas.microsoft.com/office/drawing/2014/main" id="{A22E1D98-0AF1-4594-BEC7-2BC08C90EB8F}"/>
                  </a:ext>
                </a:extLst>
              </p:cNvPr>
              <p:cNvCxnSpPr>
                <a:cxnSpLocks noChangeShapeType="1"/>
              </p:cNvCxnSpPr>
              <p:nvPr/>
            </p:nvCxnSpPr>
            <p:spPr bwMode="auto">
              <a:xfrm>
                <a:off x="1085750" y="3888773"/>
                <a:ext cx="2076486" cy="0"/>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5028" name="直接连接符 9">
                <a:extLst>
                  <a:ext uri="{FF2B5EF4-FFF2-40B4-BE49-F238E27FC236}">
                    <a16:creationId xmlns:a16="http://schemas.microsoft.com/office/drawing/2014/main" id="{039E945D-CFC4-4C41-85A4-8BDD15134437}"/>
                  </a:ext>
                </a:extLst>
              </p:cNvPr>
              <p:cNvCxnSpPr>
                <a:cxnSpLocks noChangeShapeType="1"/>
              </p:cNvCxnSpPr>
              <p:nvPr/>
            </p:nvCxnSpPr>
            <p:spPr bwMode="auto">
              <a:xfrm>
                <a:off x="889602" y="4073267"/>
                <a:ext cx="2076486" cy="0"/>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5029" name="直接连接符 10">
                <a:extLst>
                  <a:ext uri="{FF2B5EF4-FFF2-40B4-BE49-F238E27FC236}">
                    <a16:creationId xmlns:a16="http://schemas.microsoft.com/office/drawing/2014/main" id="{B05B4FAA-5011-4C59-8357-5F632C4D852E}"/>
                  </a:ext>
                </a:extLst>
              </p:cNvPr>
              <p:cNvCxnSpPr>
                <a:cxnSpLocks noChangeShapeType="1"/>
              </p:cNvCxnSpPr>
              <p:nvPr/>
            </p:nvCxnSpPr>
            <p:spPr bwMode="auto">
              <a:xfrm flipH="1">
                <a:off x="2378569" y="3296556"/>
                <a:ext cx="1175499" cy="1189051"/>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5030" name="直接连接符 11">
                <a:extLst>
                  <a:ext uri="{FF2B5EF4-FFF2-40B4-BE49-F238E27FC236}">
                    <a16:creationId xmlns:a16="http://schemas.microsoft.com/office/drawing/2014/main" id="{9DAD404A-EE97-41D7-B678-40616932647C}"/>
                  </a:ext>
                </a:extLst>
              </p:cNvPr>
              <p:cNvCxnSpPr>
                <a:cxnSpLocks noChangeShapeType="1"/>
              </p:cNvCxnSpPr>
              <p:nvPr/>
            </p:nvCxnSpPr>
            <p:spPr bwMode="auto">
              <a:xfrm flipH="1">
                <a:off x="2170436" y="3308127"/>
                <a:ext cx="1175499" cy="1189051"/>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5031" name="直接连接符 12">
                <a:extLst>
                  <a:ext uri="{FF2B5EF4-FFF2-40B4-BE49-F238E27FC236}">
                    <a16:creationId xmlns:a16="http://schemas.microsoft.com/office/drawing/2014/main" id="{82F29B4E-8958-49FB-BC48-57EB28EECA42}"/>
                  </a:ext>
                </a:extLst>
              </p:cNvPr>
              <p:cNvCxnSpPr>
                <a:cxnSpLocks noChangeShapeType="1"/>
              </p:cNvCxnSpPr>
              <p:nvPr/>
            </p:nvCxnSpPr>
            <p:spPr bwMode="auto">
              <a:xfrm flipH="1">
                <a:off x="1986735" y="3302727"/>
                <a:ext cx="1175499" cy="1189051"/>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5032" name="直接连接符 13">
                <a:extLst>
                  <a:ext uri="{FF2B5EF4-FFF2-40B4-BE49-F238E27FC236}">
                    <a16:creationId xmlns:a16="http://schemas.microsoft.com/office/drawing/2014/main" id="{A7520F86-F1A5-4068-8A97-598D644A4279}"/>
                  </a:ext>
                </a:extLst>
              </p:cNvPr>
              <p:cNvCxnSpPr>
                <a:cxnSpLocks noChangeShapeType="1"/>
              </p:cNvCxnSpPr>
              <p:nvPr/>
            </p:nvCxnSpPr>
            <p:spPr bwMode="auto">
              <a:xfrm flipH="1">
                <a:off x="1594902" y="3296556"/>
                <a:ext cx="1175499" cy="1189051"/>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5033" name="直接连接符 14">
                <a:extLst>
                  <a:ext uri="{FF2B5EF4-FFF2-40B4-BE49-F238E27FC236}">
                    <a16:creationId xmlns:a16="http://schemas.microsoft.com/office/drawing/2014/main" id="{403384C4-F6F9-4679-8D16-F81C347F31E9}"/>
                  </a:ext>
                </a:extLst>
              </p:cNvPr>
              <p:cNvCxnSpPr>
                <a:cxnSpLocks noChangeShapeType="1"/>
              </p:cNvCxnSpPr>
              <p:nvPr/>
            </p:nvCxnSpPr>
            <p:spPr bwMode="auto">
              <a:xfrm flipH="1">
                <a:off x="1790819" y="3296555"/>
                <a:ext cx="1175499" cy="1189051"/>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5034" name="直接连接符 15">
                <a:extLst>
                  <a:ext uri="{FF2B5EF4-FFF2-40B4-BE49-F238E27FC236}">
                    <a16:creationId xmlns:a16="http://schemas.microsoft.com/office/drawing/2014/main" id="{A2E2E364-13D5-4996-9178-065CD8940231}"/>
                  </a:ext>
                </a:extLst>
              </p:cNvPr>
              <p:cNvCxnSpPr>
                <a:cxnSpLocks noChangeShapeType="1"/>
              </p:cNvCxnSpPr>
              <p:nvPr/>
            </p:nvCxnSpPr>
            <p:spPr bwMode="auto">
              <a:xfrm flipH="1">
                <a:off x="1398986" y="3294247"/>
                <a:ext cx="1175500" cy="1189051"/>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5035" name="直接连接符 16">
                <a:extLst>
                  <a:ext uri="{FF2B5EF4-FFF2-40B4-BE49-F238E27FC236}">
                    <a16:creationId xmlns:a16="http://schemas.microsoft.com/office/drawing/2014/main" id="{43215772-D7BA-43DC-95C9-122D8C2DC062}"/>
                  </a:ext>
                </a:extLst>
              </p:cNvPr>
              <p:cNvCxnSpPr>
                <a:cxnSpLocks noChangeShapeType="1"/>
              </p:cNvCxnSpPr>
              <p:nvPr/>
            </p:nvCxnSpPr>
            <p:spPr bwMode="auto">
              <a:xfrm flipH="1">
                <a:off x="1203069" y="3294248"/>
                <a:ext cx="1175500" cy="1189051"/>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5036" name="直接连接符 17">
                <a:extLst>
                  <a:ext uri="{FF2B5EF4-FFF2-40B4-BE49-F238E27FC236}">
                    <a16:creationId xmlns:a16="http://schemas.microsoft.com/office/drawing/2014/main" id="{DB109A46-817D-4E87-82DE-5E07A9BBE611}"/>
                  </a:ext>
                </a:extLst>
              </p:cNvPr>
              <p:cNvCxnSpPr>
                <a:cxnSpLocks noChangeShapeType="1"/>
              </p:cNvCxnSpPr>
              <p:nvPr/>
            </p:nvCxnSpPr>
            <p:spPr bwMode="auto">
              <a:xfrm flipH="1">
                <a:off x="994937" y="3284983"/>
                <a:ext cx="1175500" cy="1189051"/>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5037" name="直接连接符 18">
                <a:extLst>
                  <a:ext uri="{FF2B5EF4-FFF2-40B4-BE49-F238E27FC236}">
                    <a16:creationId xmlns:a16="http://schemas.microsoft.com/office/drawing/2014/main" id="{5F0306E5-7C00-4A3C-851B-FEA658B94766}"/>
                  </a:ext>
                </a:extLst>
              </p:cNvPr>
              <p:cNvCxnSpPr>
                <a:cxnSpLocks noChangeShapeType="1"/>
              </p:cNvCxnSpPr>
              <p:nvPr/>
            </p:nvCxnSpPr>
            <p:spPr bwMode="auto">
              <a:xfrm flipH="1">
                <a:off x="759837" y="3282676"/>
                <a:ext cx="1175500" cy="1189051"/>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sp>
        <p:nvSpPr>
          <p:cNvPr id="84997" name="TextBox 1">
            <a:extLst>
              <a:ext uri="{FF2B5EF4-FFF2-40B4-BE49-F238E27FC236}">
                <a16:creationId xmlns:a16="http://schemas.microsoft.com/office/drawing/2014/main" id="{58F43A90-0576-40BE-B1DB-E99152139F47}"/>
              </a:ext>
            </a:extLst>
          </p:cNvPr>
          <p:cNvSpPr txBox="1">
            <a:spLocks noChangeArrowheads="1"/>
          </p:cNvSpPr>
          <p:nvPr/>
        </p:nvSpPr>
        <p:spPr bwMode="auto">
          <a:xfrm>
            <a:off x="1014413" y="3405188"/>
            <a:ext cx="11128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Tx/>
              <a:buNone/>
            </a:pPr>
            <a:r>
              <a:rPr lang="zh-CN" altLang="en-US" sz="2400" b="1">
                <a:latin typeface="宋体" panose="02010600030101010101" pitchFamily="2" charset="-122"/>
              </a:rPr>
              <a:t>滤波器</a:t>
            </a:r>
          </a:p>
        </p:txBody>
      </p:sp>
      <p:sp>
        <p:nvSpPr>
          <p:cNvPr id="84998" name="TextBox 38">
            <a:extLst>
              <a:ext uri="{FF2B5EF4-FFF2-40B4-BE49-F238E27FC236}">
                <a16:creationId xmlns:a16="http://schemas.microsoft.com/office/drawing/2014/main" id="{35B85495-E1E0-4752-A46C-2D52EF447B5F}"/>
              </a:ext>
            </a:extLst>
          </p:cNvPr>
          <p:cNvSpPr txBox="1">
            <a:spLocks noChangeArrowheads="1"/>
          </p:cNvSpPr>
          <p:nvPr/>
        </p:nvSpPr>
        <p:spPr bwMode="auto">
          <a:xfrm>
            <a:off x="642938" y="5026025"/>
            <a:ext cx="8032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Tx/>
              <a:buNone/>
            </a:pPr>
            <a:r>
              <a:rPr lang="zh-CN" altLang="en-US" sz="2400" b="1">
                <a:latin typeface="宋体" panose="02010600030101010101" pitchFamily="2" charset="-122"/>
              </a:rPr>
              <a:t>图像</a:t>
            </a:r>
          </a:p>
        </p:txBody>
      </p:sp>
      <p:sp>
        <p:nvSpPr>
          <p:cNvPr id="84999" name="矩形 4">
            <a:extLst>
              <a:ext uri="{FF2B5EF4-FFF2-40B4-BE49-F238E27FC236}">
                <a16:creationId xmlns:a16="http://schemas.microsoft.com/office/drawing/2014/main" id="{6B63B9B1-579F-4CC0-A963-7D2F84FBEED0}"/>
              </a:ext>
            </a:extLst>
          </p:cNvPr>
          <p:cNvSpPr>
            <a:spLocks noChangeArrowheads="1"/>
          </p:cNvSpPr>
          <p:nvPr/>
        </p:nvSpPr>
        <p:spPr bwMode="auto">
          <a:xfrm>
            <a:off x="406400" y="1666875"/>
            <a:ext cx="84518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just" eaLnBrk="1" hangingPunct="1">
              <a:buClrTx/>
              <a:buSzTx/>
              <a:buFontTx/>
              <a:buNone/>
            </a:pPr>
            <a:r>
              <a:rPr lang="zh-CN" altLang="en-US" sz="2400">
                <a:latin typeface="华文楷体" panose="02010600040101010101" pitchFamily="2" charset="-122"/>
                <a:ea typeface="华文楷体" panose="02010600040101010101" pitchFamily="2" charset="-122"/>
              </a:rPr>
              <a:t>空间滤波处理是对图像像素的邻域操作，其操作对象为图像邻域的像素值以及相应的与邻域具有相同维数的子图像的值。这些子图像称之为</a:t>
            </a:r>
            <a:r>
              <a:rPr lang="zh-CN" altLang="en-US" sz="2400">
                <a:solidFill>
                  <a:srgbClr val="C00000"/>
                </a:solidFill>
                <a:latin typeface="华文楷体" panose="02010600040101010101" pitchFamily="2" charset="-122"/>
                <a:ea typeface="华文楷体" panose="02010600040101010101" pitchFamily="2" charset="-122"/>
              </a:rPr>
              <a:t>滤波器</a:t>
            </a:r>
            <a:r>
              <a:rPr lang="zh-CN" altLang="en-US" sz="2400">
                <a:latin typeface="华文楷体" panose="02010600040101010101" pitchFamily="2" charset="-122"/>
                <a:ea typeface="华文楷体" panose="02010600040101010101" pitchFamily="2" charset="-122"/>
              </a:rPr>
              <a:t>、掩膜、核、模板或窗口</a:t>
            </a:r>
            <a:endParaRPr lang="en-US" altLang="zh-CN" sz="2400">
              <a:latin typeface="华文楷体" panose="02010600040101010101" pitchFamily="2" charset="-122"/>
              <a:ea typeface="华文楷体" panose="02010600040101010101" pitchFamily="2" charset="-122"/>
            </a:endParaRPr>
          </a:p>
        </p:txBody>
      </p:sp>
      <p:sp>
        <p:nvSpPr>
          <p:cNvPr id="85000" name="TextBox 119">
            <a:extLst>
              <a:ext uri="{FF2B5EF4-FFF2-40B4-BE49-F238E27FC236}">
                <a16:creationId xmlns:a16="http://schemas.microsoft.com/office/drawing/2014/main" id="{D6B981B7-3876-44C8-9890-4910F752AC35}"/>
              </a:ext>
            </a:extLst>
          </p:cNvPr>
          <p:cNvSpPr txBox="1">
            <a:spLocks noChangeArrowheads="1"/>
          </p:cNvSpPr>
          <p:nvPr/>
        </p:nvSpPr>
        <p:spPr bwMode="auto">
          <a:xfrm>
            <a:off x="571500" y="1143000"/>
            <a:ext cx="25717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buFont typeface="Wingdings" panose="05000000000000000000" pitchFamily="2" charset="2"/>
              <a:buChar char="Ø"/>
            </a:pPr>
            <a:r>
              <a:rPr lang="zh-CN" altLang="en-US" sz="2800" b="1">
                <a:solidFill>
                  <a:srgbClr val="002060"/>
                </a:solidFill>
                <a:ea typeface="华文楷体" panose="02010600040101010101" pitchFamily="2" charset="-122"/>
              </a:rPr>
              <a:t> </a:t>
            </a:r>
            <a:r>
              <a:rPr lang="zh-CN" altLang="en-US" sz="2800" b="1">
                <a:solidFill>
                  <a:srgbClr val="C00000"/>
                </a:solidFill>
                <a:ea typeface="华文楷体" panose="02010600040101010101" pitchFamily="2" charset="-122"/>
              </a:rPr>
              <a:t>滤波器</a:t>
            </a:r>
          </a:p>
        </p:txBody>
      </p:sp>
      <p:graphicFrame>
        <p:nvGraphicFramePr>
          <p:cNvPr id="40" name="表格 39">
            <a:extLst>
              <a:ext uri="{FF2B5EF4-FFF2-40B4-BE49-F238E27FC236}">
                <a16:creationId xmlns:a16="http://schemas.microsoft.com/office/drawing/2014/main" id="{3A467EC4-2DED-4108-989E-68801765374F}"/>
              </a:ext>
            </a:extLst>
          </p:cNvPr>
          <p:cNvGraphicFramePr>
            <a:graphicFrameLocks noGrp="1"/>
          </p:cNvGraphicFramePr>
          <p:nvPr/>
        </p:nvGraphicFramePr>
        <p:xfrm>
          <a:off x="6086475" y="3565525"/>
          <a:ext cx="2428875" cy="2335213"/>
        </p:xfrm>
        <a:graphic>
          <a:graphicData uri="http://schemas.openxmlformats.org/drawingml/2006/table">
            <a:tbl>
              <a:tblPr firstRow="1" bandRow="1">
                <a:tableStyleId>{5940675A-B579-460E-94D1-54222C63F5DA}</a:tableStyleId>
              </a:tblPr>
              <a:tblGrid>
                <a:gridCol w="809625">
                  <a:extLst>
                    <a:ext uri="{9D8B030D-6E8A-4147-A177-3AD203B41FA5}">
                      <a16:colId xmlns:a16="http://schemas.microsoft.com/office/drawing/2014/main" val="20000"/>
                    </a:ext>
                  </a:extLst>
                </a:gridCol>
                <a:gridCol w="809625">
                  <a:extLst>
                    <a:ext uri="{9D8B030D-6E8A-4147-A177-3AD203B41FA5}">
                      <a16:colId xmlns:a16="http://schemas.microsoft.com/office/drawing/2014/main" val="20001"/>
                    </a:ext>
                  </a:extLst>
                </a:gridCol>
                <a:gridCol w="809625">
                  <a:extLst>
                    <a:ext uri="{9D8B030D-6E8A-4147-A177-3AD203B41FA5}">
                      <a16:colId xmlns:a16="http://schemas.microsoft.com/office/drawing/2014/main" val="20002"/>
                    </a:ext>
                  </a:extLst>
                </a:gridCol>
              </a:tblGrid>
              <a:tr h="778404">
                <a:tc>
                  <a:txBody>
                    <a:bodyPr/>
                    <a:lstStyle/>
                    <a:p>
                      <a:r>
                        <a:rPr lang="en-US" altLang="zh-CN" sz="1600" dirty="0"/>
                        <a:t>W(-1,-1)</a:t>
                      </a:r>
                      <a:endParaRPr lang="zh-CN" altLang="en-US" sz="1600" dirty="0"/>
                    </a:p>
                  </a:txBody>
                  <a:tcPr marL="91441" marR="91441" marT="45732" marB="45732" anchor="ctr"/>
                </a:tc>
                <a:tc>
                  <a:txBody>
                    <a:bodyPr/>
                    <a:lstStyle/>
                    <a:p>
                      <a:r>
                        <a:rPr lang="en-US" altLang="zh-CN" sz="1600" dirty="0"/>
                        <a:t>W(-1,0)</a:t>
                      </a:r>
                      <a:endParaRPr lang="zh-CN" altLang="en-US" sz="1600" dirty="0"/>
                    </a:p>
                  </a:txBody>
                  <a:tcPr marL="91441" marR="91441" marT="45732" marB="45732" anchor="ctr"/>
                </a:tc>
                <a:tc>
                  <a:txBody>
                    <a:bodyPr/>
                    <a:lstStyle/>
                    <a:p>
                      <a:r>
                        <a:rPr lang="en-US" altLang="zh-CN" sz="1600" dirty="0"/>
                        <a:t>W(-1,1)</a:t>
                      </a:r>
                      <a:endParaRPr lang="zh-CN" altLang="en-US" sz="1600" dirty="0"/>
                    </a:p>
                  </a:txBody>
                  <a:tcPr marL="91441" marR="91441" marT="45732" marB="45732" anchor="ctr"/>
                </a:tc>
                <a:extLst>
                  <a:ext uri="{0D108BD9-81ED-4DB2-BD59-A6C34878D82A}">
                    <a16:rowId xmlns:a16="http://schemas.microsoft.com/office/drawing/2014/main" val="10000"/>
                  </a:ext>
                </a:extLst>
              </a:tr>
              <a:tr h="778404">
                <a:tc>
                  <a:txBody>
                    <a:bodyPr/>
                    <a:lstStyle/>
                    <a:p>
                      <a:r>
                        <a:rPr lang="en-US" altLang="zh-CN" sz="1600" dirty="0"/>
                        <a:t>W(0,-1)</a:t>
                      </a:r>
                      <a:endParaRPr lang="zh-CN" altLang="en-US" sz="1600" dirty="0"/>
                    </a:p>
                  </a:txBody>
                  <a:tcPr marL="91441" marR="91441" marT="45732" marB="45732" anchor="ctr"/>
                </a:tc>
                <a:tc>
                  <a:txBody>
                    <a:bodyPr/>
                    <a:lstStyle/>
                    <a:p>
                      <a:pPr algn="ctr"/>
                      <a:r>
                        <a:rPr lang="en-US" altLang="zh-CN" sz="1600" dirty="0"/>
                        <a:t>W(0,0)</a:t>
                      </a:r>
                      <a:endParaRPr lang="zh-CN" altLang="en-US" sz="1600" dirty="0"/>
                    </a:p>
                  </a:txBody>
                  <a:tcPr marL="91441" marR="91441" marT="45732" marB="45732"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a:t>W(0,1)</a:t>
                      </a:r>
                      <a:endParaRPr lang="zh-CN" altLang="en-US" sz="1600" dirty="0"/>
                    </a:p>
                  </a:txBody>
                  <a:tcPr marL="91441" marR="91441" marT="45732" marB="45732" anchor="ctr"/>
                </a:tc>
                <a:extLst>
                  <a:ext uri="{0D108BD9-81ED-4DB2-BD59-A6C34878D82A}">
                    <a16:rowId xmlns:a16="http://schemas.microsoft.com/office/drawing/2014/main" val="10001"/>
                  </a:ext>
                </a:extLst>
              </a:tr>
              <a:tr h="77840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a:t>W(1,-1)</a:t>
                      </a:r>
                      <a:endParaRPr lang="zh-CN" altLang="en-US" sz="1600" dirty="0"/>
                    </a:p>
                  </a:txBody>
                  <a:tcPr marL="91441" marR="91441" marT="45732" marB="45732"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a:t>W(1,0)</a:t>
                      </a:r>
                      <a:endParaRPr lang="zh-CN" altLang="en-US" sz="1600" dirty="0"/>
                    </a:p>
                  </a:txBody>
                  <a:tcPr marL="91441" marR="91441" marT="45732" marB="45732"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a:t>W(1,1)</a:t>
                      </a:r>
                      <a:endParaRPr lang="zh-CN" altLang="en-US" sz="1600" dirty="0"/>
                    </a:p>
                  </a:txBody>
                  <a:tcPr marL="91441" marR="91441" marT="45732" marB="45732" anchor="ctr"/>
                </a:tc>
                <a:extLst>
                  <a:ext uri="{0D108BD9-81ED-4DB2-BD59-A6C34878D82A}">
                    <a16:rowId xmlns:a16="http://schemas.microsoft.com/office/drawing/2014/main" val="10002"/>
                  </a:ext>
                </a:extLst>
              </a:tr>
            </a:tbl>
          </a:graphicData>
        </a:graphic>
      </p:graphicFrame>
      <p:sp>
        <p:nvSpPr>
          <p:cNvPr id="42" name="Freeform 6">
            <a:extLst>
              <a:ext uri="{FF2B5EF4-FFF2-40B4-BE49-F238E27FC236}">
                <a16:creationId xmlns:a16="http://schemas.microsoft.com/office/drawing/2014/main" id="{71D309E5-F7C6-4F5E-9342-00C750458C15}"/>
              </a:ext>
            </a:extLst>
          </p:cNvPr>
          <p:cNvSpPr>
            <a:spLocks/>
          </p:cNvSpPr>
          <p:nvPr/>
        </p:nvSpPr>
        <p:spPr bwMode="gray">
          <a:xfrm rot="906327" flipV="1">
            <a:off x="3908198" y="3300035"/>
            <a:ext cx="1992970" cy="495722"/>
          </a:xfrm>
          <a:custGeom>
            <a:avLst/>
            <a:gdLst>
              <a:gd name="T0" fmla="*/ 382 w 1717"/>
              <a:gd name="T1" fmla="*/ 102 h 484"/>
              <a:gd name="T2" fmla="*/ 417 w 1717"/>
              <a:gd name="T3" fmla="*/ 408 h 484"/>
              <a:gd name="T4" fmla="*/ 399 w 1717"/>
              <a:gd name="T5" fmla="*/ 382 h 484"/>
              <a:gd name="T6" fmla="*/ 373 w 1717"/>
              <a:gd name="T7" fmla="*/ 416 h 484"/>
              <a:gd name="T8" fmla="*/ 346 w 1717"/>
              <a:gd name="T9" fmla="*/ 446 h 484"/>
              <a:gd name="T10" fmla="*/ 314 w 1717"/>
              <a:gd name="T11" fmla="*/ 471 h 484"/>
              <a:gd name="T12" fmla="*/ 289 w 1717"/>
              <a:gd name="T13" fmla="*/ 485 h 484"/>
              <a:gd name="T14" fmla="*/ 262 w 1717"/>
              <a:gd name="T15" fmla="*/ 492 h 484"/>
              <a:gd name="T16" fmla="*/ 236 w 1717"/>
              <a:gd name="T17" fmla="*/ 492 h 484"/>
              <a:gd name="T18" fmla="*/ 208 w 1717"/>
              <a:gd name="T19" fmla="*/ 481 h 484"/>
              <a:gd name="T20" fmla="*/ 172 w 1717"/>
              <a:gd name="T21" fmla="*/ 452 h 484"/>
              <a:gd name="T22" fmla="*/ 143 w 1717"/>
              <a:gd name="T23" fmla="*/ 420 h 484"/>
              <a:gd name="T24" fmla="*/ 117 w 1717"/>
              <a:gd name="T25" fmla="*/ 386 h 484"/>
              <a:gd name="T26" fmla="*/ 93 w 1717"/>
              <a:gd name="T27" fmla="*/ 339 h 484"/>
              <a:gd name="T28" fmla="*/ 66 w 1717"/>
              <a:gd name="T29" fmla="*/ 269 h 484"/>
              <a:gd name="T30" fmla="*/ 43 w 1717"/>
              <a:gd name="T31" fmla="*/ 186 h 484"/>
              <a:gd name="T32" fmla="*/ 28 w 1717"/>
              <a:gd name="T33" fmla="*/ 132 h 484"/>
              <a:gd name="T34" fmla="*/ 0 w 1717"/>
              <a:gd name="T35" fmla="*/ 0 h 484"/>
              <a:gd name="T36" fmla="*/ 36 w 1717"/>
              <a:gd name="T37" fmla="*/ 124 h 484"/>
              <a:gd name="T38" fmla="*/ 60 w 1717"/>
              <a:gd name="T39" fmla="*/ 186 h 484"/>
              <a:gd name="T40" fmla="*/ 82 w 1717"/>
              <a:gd name="T41" fmla="*/ 231 h 484"/>
              <a:gd name="T42" fmla="*/ 107 w 1717"/>
              <a:gd name="T43" fmla="*/ 280 h 484"/>
              <a:gd name="T44" fmla="*/ 132 w 1717"/>
              <a:gd name="T45" fmla="*/ 306 h 484"/>
              <a:gd name="T46" fmla="*/ 156 w 1717"/>
              <a:gd name="T47" fmla="*/ 322 h 484"/>
              <a:gd name="T48" fmla="*/ 183 w 1717"/>
              <a:gd name="T49" fmla="*/ 331 h 484"/>
              <a:gd name="T50" fmla="*/ 208 w 1717"/>
              <a:gd name="T51" fmla="*/ 331 h 484"/>
              <a:gd name="T52" fmla="*/ 241 w 1717"/>
              <a:gd name="T53" fmla="*/ 324 h 484"/>
              <a:gd name="T54" fmla="*/ 270 w 1717"/>
              <a:gd name="T55" fmla="*/ 309 h 484"/>
              <a:gd name="T56" fmla="*/ 299 w 1717"/>
              <a:gd name="T57" fmla="*/ 287 h 484"/>
              <a:gd name="T58" fmla="*/ 329 w 1717"/>
              <a:gd name="T59" fmla="*/ 258 h 484"/>
              <a:gd name="T60" fmla="*/ 358 w 1717"/>
              <a:gd name="T61" fmla="*/ 209 h 484"/>
              <a:gd name="T62" fmla="*/ 387 w 1717"/>
              <a:gd name="T63" fmla="*/ 153 h 48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717"/>
              <a:gd name="T97" fmla="*/ 0 h 484"/>
              <a:gd name="T98" fmla="*/ 1717 w 1717"/>
              <a:gd name="T99" fmla="*/ 484 h 484"/>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717" h="484">
                <a:moveTo>
                  <a:pt x="1427" y="153"/>
                </a:moveTo>
                <a:lnTo>
                  <a:pt x="1405" y="102"/>
                </a:lnTo>
                <a:lnTo>
                  <a:pt x="1716" y="132"/>
                </a:lnTo>
                <a:lnTo>
                  <a:pt x="1540" y="395"/>
                </a:lnTo>
                <a:lnTo>
                  <a:pt x="1519" y="344"/>
                </a:lnTo>
                <a:lnTo>
                  <a:pt x="1472" y="369"/>
                </a:lnTo>
                <a:lnTo>
                  <a:pt x="1413" y="391"/>
                </a:lnTo>
                <a:lnTo>
                  <a:pt x="1373" y="403"/>
                </a:lnTo>
                <a:lnTo>
                  <a:pt x="1328" y="418"/>
                </a:lnTo>
                <a:lnTo>
                  <a:pt x="1274" y="433"/>
                </a:lnTo>
                <a:lnTo>
                  <a:pt x="1219" y="447"/>
                </a:lnTo>
                <a:lnTo>
                  <a:pt x="1160" y="458"/>
                </a:lnTo>
                <a:lnTo>
                  <a:pt x="1117" y="464"/>
                </a:lnTo>
                <a:lnTo>
                  <a:pt x="1062" y="472"/>
                </a:lnTo>
                <a:lnTo>
                  <a:pt x="1007" y="479"/>
                </a:lnTo>
                <a:lnTo>
                  <a:pt x="968" y="479"/>
                </a:lnTo>
                <a:lnTo>
                  <a:pt x="916" y="483"/>
                </a:lnTo>
                <a:lnTo>
                  <a:pt x="872" y="479"/>
                </a:lnTo>
                <a:lnTo>
                  <a:pt x="817" y="475"/>
                </a:lnTo>
                <a:lnTo>
                  <a:pt x="766" y="468"/>
                </a:lnTo>
                <a:lnTo>
                  <a:pt x="701" y="453"/>
                </a:lnTo>
                <a:lnTo>
                  <a:pt x="634" y="439"/>
                </a:lnTo>
                <a:lnTo>
                  <a:pt x="576" y="424"/>
                </a:lnTo>
                <a:lnTo>
                  <a:pt x="524" y="407"/>
                </a:lnTo>
                <a:lnTo>
                  <a:pt x="476" y="391"/>
                </a:lnTo>
                <a:lnTo>
                  <a:pt x="435" y="373"/>
                </a:lnTo>
                <a:lnTo>
                  <a:pt x="384" y="349"/>
                </a:lnTo>
                <a:lnTo>
                  <a:pt x="344" y="326"/>
                </a:lnTo>
                <a:lnTo>
                  <a:pt x="293" y="293"/>
                </a:lnTo>
                <a:lnTo>
                  <a:pt x="242" y="256"/>
                </a:lnTo>
                <a:lnTo>
                  <a:pt x="205" y="226"/>
                </a:lnTo>
                <a:lnTo>
                  <a:pt x="157" y="186"/>
                </a:lnTo>
                <a:lnTo>
                  <a:pt x="124" y="158"/>
                </a:lnTo>
                <a:lnTo>
                  <a:pt x="102" y="132"/>
                </a:lnTo>
                <a:lnTo>
                  <a:pt x="62" y="88"/>
                </a:lnTo>
                <a:lnTo>
                  <a:pt x="0" y="0"/>
                </a:lnTo>
                <a:lnTo>
                  <a:pt x="91" y="88"/>
                </a:lnTo>
                <a:lnTo>
                  <a:pt x="135" y="124"/>
                </a:lnTo>
                <a:lnTo>
                  <a:pt x="175" y="158"/>
                </a:lnTo>
                <a:lnTo>
                  <a:pt x="219" y="186"/>
                </a:lnTo>
                <a:lnTo>
                  <a:pt x="263" y="209"/>
                </a:lnTo>
                <a:lnTo>
                  <a:pt x="307" y="231"/>
                </a:lnTo>
                <a:lnTo>
                  <a:pt x="355" y="253"/>
                </a:lnTo>
                <a:lnTo>
                  <a:pt x="395" y="267"/>
                </a:lnTo>
                <a:lnTo>
                  <a:pt x="439" y="282"/>
                </a:lnTo>
                <a:lnTo>
                  <a:pt x="487" y="293"/>
                </a:lnTo>
                <a:lnTo>
                  <a:pt x="534" y="301"/>
                </a:lnTo>
                <a:lnTo>
                  <a:pt x="571" y="309"/>
                </a:lnTo>
                <a:lnTo>
                  <a:pt x="622" y="312"/>
                </a:lnTo>
                <a:lnTo>
                  <a:pt x="673" y="318"/>
                </a:lnTo>
                <a:lnTo>
                  <a:pt x="718" y="318"/>
                </a:lnTo>
                <a:lnTo>
                  <a:pt x="766" y="318"/>
                </a:lnTo>
                <a:lnTo>
                  <a:pt x="828" y="318"/>
                </a:lnTo>
                <a:lnTo>
                  <a:pt x="890" y="311"/>
                </a:lnTo>
                <a:lnTo>
                  <a:pt x="949" y="304"/>
                </a:lnTo>
                <a:lnTo>
                  <a:pt x="1000" y="296"/>
                </a:lnTo>
                <a:lnTo>
                  <a:pt x="1058" y="285"/>
                </a:lnTo>
                <a:lnTo>
                  <a:pt x="1106" y="274"/>
                </a:lnTo>
                <a:lnTo>
                  <a:pt x="1156" y="260"/>
                </a:lnTo>
                <a:lnTo>
                  <a:pt x="1212" y="245"/>
                </a:lnTo>
                <a:lnTo>
                  <a:pt x="1259" y="231"/>
                </a:lnTo>
                <a:lnTo>
                  <a:pt x="1318" y="209"/>
                </a:lnTo>
                <a:lnTo>
                  <a:pt x="1362" y="190"/>
                </a:lnTo>
                <a:lnTo>
                  <a:pt x="1427" y="153"/>
                </a:lnTo>
              </a:path>
            </a:pathLst>
          </a:custGeom>
          <a:solidFill>
            <a:srgbClr val="92D050"/>
          </a:solidFill>
          <a:ln w="25400">
            <a:noFill/>
          </a:ln>
          <a:effectLst>
            <a:outerShdw blurRad="225425" dist="38100" dir="5220000" algn="ctr">
              <a:srgbClr val="000000">
                <a:alpha val="33000"/>
              </a:srgbClr>
            </a:outerShdw>
          </a:effectLst>
          <a:scene3d>
            <a:camera prst="orthographicFront"/>
            <a:lightRig rig="flat" dir="t"/>
          </a:scene3d>
          <a:sp3d>
            <a:bevelB w="0" h="0"/>
            <a:contourClr>
              <a:schemeClr val="bg1"/>
            </a:contourClr>
          </a:sp3d>
        </p:spPr>
        <p:style>
          <a:lnRef idx="1">
            <a:schemeClr val="accent2"/>
          </a:lnRef>
          <a:fillRef idx="3">
            <a:schemeClr val="accent2"/>
          </a:fillRef>
          <a:effectRef idx="2">
            <a:schemeClr val="accent2"/>
          </a:effectRef>
          <a:fontRef idx="minor">
            <a:schemeClr val="lt1"/>
          </a:fontRef>
        </p:style>
        <p:txBody>
          <a:bodyPr anchor="ctr">
            <a:sp3d/>
          </a:bodyPr>
          <a:lstStyle/>
          <a:p>
            <a:pPr algn="ctr" fontAlgn="ctr">
              <a:spcBef>
                <a:spcPts val="0"/>
              </a:spcBef>
              <a:spcAft>
                <a:spcPts val="0"/>
              </a:spcAft>
              <a:buClr>
                <a:srgbClr val="FF0000"/>
              </a:buClr>
              <a:buSzPct val="70000"/>
              <a:defRPr/>
            </a:pPr>
            <a:endParaRPr lang="zh-CN" altLang="en-US" sz="1600" b="1">
              <a:solidFill>
                <a:srgbClr val="FFC000"/>
              </a:solidFill>
              <a:latin typeface="微软雅黑" pitchFamily="34" charset="-122"/>
              <a:ea typeface="微软雅黑" pitchFamily="34" charset="-122"/>
            </a:endParaRPr>
          </a:p>
        </p:txBody>
      </p:sp>
      <p:sp>
        <p:nvSpPr>
          <p:cNvPr id="43" name="TextBox 1">
            <a:extLst>
              <a:ext uri="{FF2B5EF4-FFF2-40B4-BE49-F238E27FC236}">
                <a16:creationId xmlns:a16="http://schemas.microsoft.com/office/drawing/2014/main" id="{C9A611C5-B61D-4524-841A-C5F870A11BB1}"/>
              </a:ext>
            </a:extLst>
          </p:cNvPr>
          <p:cNvSpPr txBox="1">
            <a:spLocks noChangeArrowheads="1"/>
          </p:cNvSpPr>
          <p:nvPr/>
        </p:nvSpPr>
        <p:spPr bwMode="auto">
          <a:xfrm>
            <a:off x="6426200" y="3105150"/>
            <a:ext cx="17319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Tx/>
              <a:buNone/>
            </a:pPr>
            <a:r>
              <a:rPr lang="zh-CN" altLang="en-US" sz="2400" b="1">
                <a:latin typeface="宋体" panose="02010600030101010101" pitchFamily="2" charset="-122"/>
              </a:rPr>
              <a:t>滤波器系数</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ipe(left)">
                                      <p:cBhvr>
                                        <p:cTn id="7" dur="500"/>
                                        <p:tgtEl>
                                          <p:spTgt spid="42"/>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3"/>
                                        </p:tgtEl>
                                        <p:attrNameLst>
                                          <p:attrName>style.visibility</p:attrName>
                                        </p:attrNameLst>
                                      </p:cBhvr>
                                      <p:to>
                                        <p:strVal val="visible"/>
                                      </p:to>
                                    </p:set>
                                    <p:animEffect transition="in" filter="wipe(left)">
                                      <p:cBhvr>
                                        <p:cTn id="11" dur="500"/>
                                        <p:tgtEl>
                                          <p:spTgt spid="43"/>
                                        </p:tgtEl>
                                      </p:cBhvr>
                                    </p:animEffect>
                                  </p:childTnLst>
                                </p:cTn>
                              </p:par>
                              <p:par>
                                <p:cTn id="12" presetID="22" presetClass="entr" presetSubtype="8" fill="hold" nodeType="withEffect">
                                  <p:stCondLst>
                                    <p:cond delay="0"/>
                                  </p:stCondLst>
                                  <p:childTnLst>
                                    <p:set>
                                      <p:cBhvr>
                                        <p:cTn id="13" dur="1" fill="hold">
                                          <p:stCondLst>
                                            <p:cond delay="0"/>
                                          </p:stCondLst>
                                        </p:cTn>
                                        <p:tgtEl>
                                          <p:spTgt spid="40"/>
                                        </p:tgtEl>
                                        <p:attrNameLst>
                                          <p:attrName>style.visibility</p:attrName>
                                        </p:attrNameLst>
                                      </p:cBhvr>
                                      <p:to>
                                        <p:strVal val="visible"/>
                                      </p:to>
                                    </p:set>
                                    <p:animEffect transition="in" filter="wipe(left)">
                                      <p:cBhvr>
                                        <p:cTn id="14"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A554B56B-A258-43D8-96DC-364403D68C6C}"/>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86019" name="TextBox 23">
            <a:extLst>
              <a:ext uri="{FF2B5EF4-FFF2-40B4-BE49-F238E27FC236}">
                <a16:creationId xmlns:a16="http://schemas.microsoft.com/office/drawing/2014/main" id="{6BFAB66C-315D-48E5-A7FB-93917EF33FF8}"/>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a:r>
              <a:rPr lang="zh-CN" altLang="en-US" b="1">
                <a:solidFill>
                  <a:schemeClr val="bg1"/>
                </a:solidFill>
                <a:latin typeface="微软雅黑" panose="020B0503020204020204" pitchFamily="34" charset="-122"/>
                <a:ea typeface="微软雅黑" panose="020B0503020204020204" pitchFamily="34" charset="-122"/>
              </a:rPr>
              <a:t>空间滤波基础</a:t>
            </a:r>
          </a:p>
        </p:txBody>
      </p:sp>
      <p:sp>
        <p:nvSpPr>
          <p:cNvPr id="86020" name="矩形 4">
            <a:extLst>
              <a:ext uri="{FF2B5EF4-FFF2-40B4-BE49-F238E27FC236}">
                <a16:creationId xmlns:a16="http://schemas.microsoft.com/office/drawing/2014/main" id="{63AA16BB-19E6-434C-BDE7-31308448B3C1}"/>
              </a:ext>
            </a:extLst>
          </p:cNvPr>
          <p:cNvSpPr>
            <a:spLocks noChangeArrowheads="1"/>
          </p:cNvSpPr>
          <p:nvPr/>
        </p:nvSpPr>
        <p:spPr bwMode="auto">
          <a:xfrm>
            <a:off x="406400" y="1666875"/>
            <a:ext cx="845185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just" eaLnBrk="1" hangingPunct="1">
              <a:buClrTx/>
              <a:buSzTx/>
              <a:buFontTx/>
              <a:buNone/>
            </a:pPr>
            <a:r>
              <a:rPr lang="zh-CN" altLang="en-US" sz="2400">
                <a:latin typeface="华文楷体" panose="02010600040101010101" pitchFamily="2" charset="-122"/>
                <a:ea typeface="华文楷体" panose="02010600040101010101" pitchFamily="2" charset="-122"/>
              </a:rPr>
              <a:t>对待处理图像逐点移动掩膜，线性滤波器在该点的响应为滤波器系数与扫过区域像素值的乘积之和</a:t>
            </a:r>
            <a:endParaRPr lang="en-US" altLang="zh-CN" sz="2400">
              <a:latin typeface="华文楷体" panose="02010600040101010101" pitchFamily="2" charset="-122"/>
              <a:ea typeface="华文楷体" panose="02010600040101010101" pitchFamily="2" charset="-122"/>
            </a:endParaRPr>
          </a:p>
        </p:txBody>
      </p:sp>
      <p:sp>
        <p:nvSpPr>
          <p:cNvPr id="86021" name="TextBox 119">
            <a:extLst>
              <a:ext uri="{FF2B5EF4-FFF2-40B4-BE49-F238E27FC236}">
                <a16:creationId xmlns:a16="http://schemas.microsoft.com/office/drawing/2014/main" id="{AC95A321-FEE4-4E06-9A84-19D39F23F18F}"/>
              </a:ext>
            </a:extLst>
          </p:cNvPr>
          <p:cNvSpPr txBox="1">
            <a:spLocks noChangeArrowheads="1"/>
          </p:cNvSpPr>
          <p:nvPr/>
        </p:nvSpPr>
        <p:spPr bwMode="auto">
          <a:xfrm>
            <a:off x="571500" y="1143000"/>
            <a:ext cx="4140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buFont typeface="Wingdings" panose="05000000000000000000" pitchFamily="2" charset="2"/>
              <a:buChar char="Ø"/>
            </a:pPr>
            <a:r>
              <a:rPr lang="zh-CN" altLang="en-US" sz="2800" b="1">
                <a:solidFill>
                  <a:srgbClr val="002060"/>
                </a:solidFill>
                <a:ea typeface="华文楷体" panose="02010600040101010101" pitchFamily="2" charset="-122"/>
              </a:rPr>
              <a:t> </a:t>
            </a:r>
            <a:r>
              <a:rPr lang="zh-CN" altLang="en-US" sz="2800" b="1">
                <a:solidFill>
                  <a:srgbClr val="C00000"/>
                </a:solidFill>
                <a:ea typeface="华文楷体" panose="02010600040101010101" pitchFamily="2" charset="-122"/>
              </a:rPr>
              <a:t>基本原理</a:t>
            </a:r>
          </a:p>
        </p:txBody>
      </p:sp>
      <p:graphicFrame>
        <p:nvGraphicFramePr>
          <p:cNvPr id="86022" name="Object 2">
            <a:extLst>
              <a:ext uri="{FF2B5EF4-FFF2-40B4-BE49-F238E27FC236}">
                <a16:creationId xmlns:a16="http://schemas.microsoft.com/office/drawing/2014/main" id="{7C93AD91-FBAD-46EA-AAFE-129463A0E09A}"/>
              </a:ext>
            </a:extLst>
          </p:cNvPr>
          <p:cNvGraphicFramePr>
            <a:graphicFrameLocks noChangeAspect="1"/>
          </p:cNvGraphicFramePr>
          <p:nvPr/>
        </p:nvGraphicFramePr>
        <p:xfrm>
          <a:off x="1119188" y="2786063"/>
          <a:ext cx="6973887" cy="430212"/>
        </p:xfrm>
        <a:graphic>
          <a:graphicData uri="http://schemas.openxmlformats.org/presentationml/2006/ole">
            <mc:AlternateContent xmlns:mc="http://schemas.openxmlformats.org/markup-compatibility/2006">
              <mc:Choice xmlns:v="urn:schemas-microsoft-com:vml" Requires="v">
                <p:oleObj spid="_x0000_s86062" name="Equation" r:id="rId3" imgW="2921000" imgH="190500" progId="Equation.DSMT4">
                  <p:embed/>
                </p:oleObj>
              </mc:Choice>
              <mc:Fallback>
                <p:oleObj name="Equation" r:id="rId3" imgW="2921000" imgH="1905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9188" y="2786063"/>
                        <a:ext cx="6973887"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 name="表格 40">
            <a:extLst>
              <a:ext uri="{FF2B5EF4-FFF2-40B4-BE49-F238E27FC236}">
                <a16:creationId xmlns:a16="http://schemas.microsoft.com/office/drawing/2014/main" id="{5601A099-4C60-4E93-96CD-929DA7D0FBA4}"/>
              </a:ext>
            </a:extLst>
          </p:cNvPr>
          <p:cNvGraphicFramePr>
            <a:graphicFrameLocks noGrp="1"/>
          </p:cNvGraphicFramePr>
          <p:nvPr/>
        </p:nvGraphicFramePr>
        <p:xfrm>
          <a:off x="1143000" y="3500438"/>
          <a:ext cx="2857500" cy="2795587"/>
        </p:xfrm>
        <a:graphic>
          <a:graphicData uri="http://schemas.openxmlformats.org/drawingml/2006/table">
            <a:tbl>
              <a:tblPr firstRow="1" bandRow="1">
                <a:tableStyleId>{5940675A-B579-460E-94D1-54222C63F5DA}</a:tableStyleId>
              </a:tblPr>
              <a:tblGrid>
                <a:gridCol w="952500">
                  <a:extLst>
                    <a:ext uri="{9D8B030D-6E8A-4147-A177-3AD203B41FA5}">
                      <a16:colId xmlns:a16="http://schemas.microsoft.com/office/drawing/2014/main" val="20000"/>
                    </a:ext>
                  </a:extLst>
                </a:gridCol>
                <a:gridCol w="952500">
                  <a:extLst>
                    <a:ext uri="{9D8B030D-6E8A-4147-A177-3AD203B41FA5}">
                      <a16:colId xmlns:a16="http://schemas.microsoft.com/office/drawing/2014/main" val="20001"/>
                    </a:ext>
                  </a:extLst>
                </a:gridCol>
                <a:gridCol w="952500">
                  <a:extLst>
                    <a:ext uri="{9D8B030D-6E8A-4147-A177-3AD203B41FA5}">
                      <a16:colId xmlns:a16="http://schemas.microsoft.com/office/drawing/2014/main" val="20002"/>
                    </a:ext>
                  </a:extLst>
                </a:gridCol>
              </a:tblGrid>
              <a:tr h="931862">
                <a:tc>
                  <a:txBody>
                    <a:bodyPr/>
                    <a:lstStyle/>
                    <a:p>
                      <a:r>
                        <a:rPr lang="en-US" altLang="zh-CN" sz="1600" dirty="0"/>
                        <a:t>W(-1,-1)</a:t>
                      </a:r>
                      <a:endParaRPr lang="zh-CN" altLang="en-US" sz="1600" dirty="0"/>
                    </a:p>
                  </a:txBody>
                  <a:tcPr marL="91439" marR="91439" marT="45709" marB="45709" anchor="ctr"/>
                </a:tc>
                <a:tc>
                  <a:txBody>
                    <a:bodyPr/>
                    <a:lstStyle/>
                    <a:p>
                      <a:r>
                        <a:rPr lang="en-US" altLang="zh-CN" sz="1600" dirty="0"/>
                        <a:t>W(-1,0)</a:t>
                      </a:r>
                      <a:endParaRPr lang="zh-CN" altLang="en-US" sz="1600" dirty="0"/>
                    </a:p>
                  </a:txBody>
                  <a:tcPr marL="91439" marR="91439" marT="45709" marB="45709" anchor="ctr"/>
                </a:tc>
                <a:tc>
                  <a:txBody>
                    <a:bodyPr/>
                    <a:lstStyle/>
                    <a:p>
                      <a:r>
                        <a:rPr lang="en-US" altLang="zh-CN" sz="1600" dirty="0"/>
                        <a:t>W(-1,1)</a:t>
                      </a:r>
                      <a:endParaRPr lang="zh-CN" altLang="en-US" sz="1600" dirty="0"/>
                    </a:p>
                  </a:txBody>
                  <a:tcPr marL="91439" marR="91439" marT="45709" marB="45709" anchor="ctr"/>
                </a:tc>
                <a:extLst>
                  <a:ext uri="{0D108BD9-81ED-4DB2-BD59-A6C34878D82A}">
                    <a16:rowId xmlns:a16="http://schemas.microsoft.com/office/drawing/2014/main" val="10000"/>
                  </a:ext>
                </a:extLst>
              </a:tr>
              <a:tr h="931862">
                <a:tc>
                  <a:txBody>
                    <a:bodyPr/>
                    <a:lstStyle/>
                    <a:p>
                      <a:r>
                        <a:rPr lang="en-US" altLang="zh-CN" sz="1600" dirty="0"/>
                        <a:t>W(0,-1)</a:t>
                      </a:r>
                      <a:endParaRPr lang="zh-CN" altLang="en-US" sz="1600" dirty="0"/>
                    </a:p>
                  </a:txBody>
                  <a:tcPr marL="91439" marR="91439" marT="45709" marB="45709" anchor="ctr"/>
                </a:tc>
                <a:tc>
                  <a:txBody>
                    <a:bodyPr/>
                    <a:lstStyle/>
                    <a:p>
                      <a:pPr algn="ctr"/>
                      <a:r>
                        <a:rPr lang="en-US" altLang="zh-CN" sz="1600" dirty="0"/>
                        <a:t>W(0,0)</a:t>
                      </a:r>
                      <a:endParaRPr lang="zh-CN" altLang="en-US" sz="1600" dirty="0"/>
                    </a:p>
                  </a:txBody>
                  <a:tcPr marL="91439" marR="91439" marT="45709" marB="45709" anchor="ctr">
                    <a:solidFill>
                      <a:srgbClr val="FFFF0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a:t>W(0,1)</a:t>
                      </a:r>
                      <a:endParaRPr lang="zh-CN" altLang="en-US" sz="1600" dirty="0"/>
                    </a:p>
                  </a:txBody>
                  <a:tcPr marL="91439" marR="91439" marT="45709" marB="45709" anchor="ctr"/>
                </a:tc>
                <a:extLst>
                  <a:ext uri="{0D108BD9-81ED-4DB2-BD59-A6C34878D82A}">
                    <a16:rowId xmlns:a16="http://schemas.microsoft.com/office/drawing/2014/main" val="10001"/>
                  </a:ext>
                </a:extLst>
              </a:tr>
              <a:tr h="93186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a:t>W(1,-1)</a:t>
                      </a:r>
                      <a:endParaRPr lang="zh-CN" altLang="en-US" sz="1600" dirty="0"/>
                    </a:p>
                  </a:txBody>
                  <a:tcPr marL="91439" marR="91439" marT="45709" marB="45709"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a:t>W(1,0)</a:t>
                      </a:r>
                      <a:endParaRPr lang="zh-CN" altLang="en-US" sz="1600" dirty="0"/>
                    </a:p>
                  </a:txBody>
                  <a:tcPr marL="91439" marR="91439" marT="45709" marB="45709"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a:t>W(1,1)</a:t>
                      </a:r>
                      <a:endParaRPr lang="zh-CN" altLang="en-US" sz="1600" dirty="0"/>
                    </a:p>
                  </a:txBody>
                  <a:tcPr marL="91439" marR="91439" marT="45709" marB="45709" anchor="ctr"/>
                </a:tc>
                <a:extLst>
                  <a:ext uri="{0D108BD9-81ED-4DB2-BD59-A6C34878D82A}">
                    <a16:rowId xmlns:a16="http://schemas.microsoft.com/office/drawing/2014/main" val="10002"/>
                  </a:ext>
                </a:extLst>
              </a:tr>
            </a:tbl>
          </a:graphicData>
        </a:graphic>
      </p:graphicFrame>
      <p:sp>
        <p:nvSpPr>
          <p:cNvPr id="86041" name="TextBox 1">
            <a:extLst>
              <a:ext uri="{FF2B5EF4-FFF2-40B4-BE49-F238E27FC236}">
                <a16:creationId xmlns:a16="http://schemas.microsoft.com/office/drawing/2014/main" id="{0F9C2B9C-B677-4DAC-ACEF-D23336CAC325}"/>
              </a:ext>
            </a:extLst>
          </p:cNvPr>
          <p:cNvSpPr txBox="1">
            <a:spLocks noChangeArrowheads="1"/>
          </p:cNvSpPr>
          <p:nvPr/>
        </p:nvSpPr>
        <p:spPr bwMode="auto">
          <a:xfrm>
            <a:off x="1714500" y="6296025"/>
            <a:ext cx="17319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Tx/>
              <a:buNone/>
            </a:pPr>
            <a:r>
              <a:rPr lang="zh-CN" altLang="en-US" sz="2400">
                <a:latin typeface="宋体" panose="02010600030101010101" pitchFamily="2" charset="-122"/>
              </a:rPr>
              <a:t>滤波器系数</a:t>
            </a:r>
          </a:p>
        </p:txBody>
      </p:sp>
      <p:graphicFrame>
        <p:nvGraphicFramePr>
          <p:cNvPr id="43" name="表格 42">
            <a:extLst>
              <a:ext uri="{FF2B5EF4-FFF2-40B4-BE49-F238E27FC236}">
                <a16:creationId xmlns:a16="http://schemas.microsoft.com/office/drawing/2014/main" id="{2E3B7FAF-53D8-44B2-91AE-8062397E950C}"/>
              </a:ext>
            </a:extLst>
          </p:cNvPr>
          <p:cNvGraphicFramePr>
            <a:graphicFrameLocks noGrp="1"/>
          </p:cNvGraphicFramePr>
          <p:nvPr/>
        </p:nvGraphicFramePr>
        <p:xfrm>
          <a:off x="4714875" y="3500438"/>
          <a:ext cx="3000375" cy="2795587"/>
        </p:xfrm>
        <a:graphic>
          <a:graphicData uri="http://schemas.openxmlformats.org/drawingml/2006/table">
            <a:tbl>
              <a:tblPr firstRow="1" bandRow="1">
                <a:tableStyleId>{5940675A-B579-460E-94D1-54222C63F5DA}</a:tableStyleId>
              </a:tblPr>
              <a:tblGrid>
                <a:gridCol w="1000125">
                  <a:extLst>
                    <a:ext uri="{9D8B030D-6E8A-4147-A177-3AD203B41FA5}">
                      <a16:colId xmlns:a16="http://schemas.microsoft.com/office/drawing/2014/main" val="20000"/>
                    </a:ext>
                  </a:extLst>
                </a:gridCol>
                <a:gridCol w="1000125">
                  <a:extLst>
                    <a:ext uri="{9D8B030D-6E8A-4147-A177-3AD203B41FA5}">
                      <a16:colId xmlns:a16="http://schemas.microsoft.com/office/drawing/2014/main" val="20001"/>
                    </a:ext>
                  </a:extLst>
                </a:gridCol>
                <a:gridCol w="1000125">
                  <a:extLst>
                    <a:ext uri="{9D8B030D-6E8A-4147-A177-3AD203B41FA5}">
                      <a16:colId xmlns:a16="http://schemas.microsoft.com/office/drawing/2014/main" val="20002"/>
                    </a:ext>
                  </a:extLst>
                </a:gridCol>
              </a:tblGrid>
              <a:tr h="931862">
                <a:tc>
                  <a:txBody>
                    <a:bodyPr/>
                    <a:lstStyle/>
                    <a:p>
                      <a:r>
                        <a:rPr lang="en-US" altLang="zh-CN" sz="1600" dirty="0"/>
                        <a:t>f(x-1,y-1)</a:t>
                      </a:r>
                      <a:endParaRPr lang="zh-CN" altLang="en-US" sz="1600" dirty="0"/>
                    </a:p>
                  </a:txBody>
                  <a:tcPr marT="45709" marB="45709" anchor="ctr"/>
                </a:tc>
                <a:tc>
                  <a:txBody>
                    <a:bodyPr/>
                    <a:lstStyle/>
                    <a:p>
                      <a:r>
                        <a:rPr lang="en-US" altLang="zh-CN" sz="1600" dirty="0"/>
                        <a:t>f(x-1,y)</a:t>
                      </a:r>
                      <a:endParaRPr lang="zh-CN" altLang="en-US" sz="1600" dirty="0"/>
                    </a:p>
                  </a:txBody>
                  <a:tcPr marT="45709" marB="45709" anchor="ctr"/>
                </a:tc>
                <a:tc>
                  <a:txBody>
                    <a:bodyPr/>
                    <a:lstStyle/>
                    <a:p>
                      <a:r>
                        <a:rPr lang="en-US" altLang="zh-CN" sz="1600" dirty="0"/>
                        <a:t>f(x-1,y+1)</a:t>
                      </a:r>
                      <a:endParaRPr lang="zh-CN" altLang="en-US" sz="1600" dirty="0"/>
                    </a:p>
                  </a:txBody>
                  <a:tcPr marT="45709" marB="45709" anchor="ctr"/>
                </a:tc>
                <a:extLst>
                  <a:ext uri="{0D108BD9-81ED-4DB2-BD59-A6C34878D82A}">
                    <a16:rowId xmlns:a16="http://schemas.microsoft.com/office/drawing/2014/main" val="10000"/>
                  </a:ext>
                </a:extLst>
              </a:tr>
              <a:tr h="931862">
                <a:tc>
                  <a:txBody>
                    <a:bodyPr/>
                    <a:lstStyle/>
                    <a:p>
                      <a:r>
                        <a:rPr lang="en-US" altLang="zh-CN" sz="1600" dirty="0"/>
                        <a:t>f(x,y-1)</a:t>
                      </a:r>
                      <a:endParaRPr lang="zh-CN" altLang="en-US" sz="1600" dirty="0"/>
                    </a:p>
                  </a:txBody>
                  <a:tcPr marT="45709" marB="45709" anchor="ctr"/>
                </a:tc>
                <a:tc>
                  <a:txBody>
                    <a:bodyPr/>
                    <a:lstStyle/>
                    <a:p>
                      <a:pPr algn="ctr"/>
                      <a:r>
                        <a:rPr lang="en-US" altLang="zh-CN" sz="1600" dirty="0"/>
                        <a:t>f(</a:t>
                      </a:r>
                      <a:r>
                        <a:rPr lang="en-US" altLang="zh-CN" sz="1600" dirty="0" err="1"/>
                        <a:t>x,y</a:t>
                      </a:r>
                      <a:r>
                        <a:rPr lang="en-US" altLang="zh-CN" sz="1600" dirty="0"/>
                        <a:t>)</a:t>
                      </a:r>
                      <a:endParaRPr lang="zh-CN" altLang="en-US" sz="1600" dirty="0"/>
                    </a:p>
                  </a:txBody>
                  <a:tcPr marT="45709" marB="45709" anchor="ctr">
                    <a:solidFill>
                      <a:srgbClr val="FFFF0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a:t>f(x,y+1)</a:t>
                      </a:r>
                      <a:endParaRPr lang="zh-CN" altLang="en-US" sz="1600" dirty="0"/>
                    </a:p>
                  </a:txBody>
                  <a:tcPr marT="45709" marB="45709" anchor="ctr"/>
                </a:tc>
                <a:extLst>
                  <a:ext uri="{0D108BD9-81ED-4DB2-BD59-A6C34878D82A}">
                    <a16:rowId xmlns:a16="http://schemas.microsoft.com/office/drawing/2014/main" val="10001"/>
                  </a:ext>
                </a:extLst>
              </a:tr>
              <a:tr h="93186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a:t>f(x+1,y-1)</a:t>
                      </a:r>
                      <a:endParaRPr lang="zh-CN" altLang="en-US" sz="1600" dirty="0"/>
                    </a:p>
                  </a:txBody>
                  <a:tcPr marT="45709" marB="45709"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a:t>f(x+1,y)</a:t>
                      </a:r>
                      <a:endParaRPr lang="zh-CN" altLang="en-US" sz="1600" dirty="0"/>
                    </a:p>
                  </a:txBody>
                  <a:tcPr marT="45709" marB="45709"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a:t>f(x+1,y+1)</a:t>
                      </a:r>
                      <a:endParaRPr lang="zh-CN" altLang="en-US" sz="1600" dirty="0"/>
                    </a:p>
                  </a:txBody>
                  <a:tcPr marT="45709" marB="45709" anchor="ctr"/>
                </a:tc>
                <a:extLst>
                  <a:ext uri="{0D108BD9-81ED-4DB2-BD59-A6C34878D82A}">
                    <a16:rowId xmlns:a16="http://schemas.microsoft.com/office/drawing/2014/main" val="10002"/>
                  </a:ext>
                </a:extLst>
              </a:tr>
            </a:tbl>
          </a:graphicData>
        </a:graphic>
      </p:graphicFrame>
      <p:sp>
        <p:nvSpPr>
          <p:cNvPr id="86060" name="TextBox 1">
            <a:extLst>
              <a:ext uri="{FF2B5EF4-FFF2-40B4-BE49-F238E27FC236}">
                <a16:creationId xmlns:a16="http://schemas.microsoft.com/office/drawing/2014/main" id="{61ECE504-95CB-45A4-A71A-0C1402F3EDC9}"/>
              </a:ext>
            </a:extLst>
          </p:cNvPr>
          <p:cNvSpPr txBox="1">
            <a:spLocks noChangeArrowheads="1"/>
          </p:cNvSpPr>
          <p:nvPr/>
        </p:nvSpPr>
        <p:spPr bwMode="auto">
          <a:xfrm>
            <a:off x="4606925" y="6296025"/>
            <a:ext cx="31083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Tx/>
              <a:buNone/>
            </a:pPr>
            <a:r>
              <a:rPr lang="zh-CN" altLang="en-US" sz="2400">
                <a:latin typeface="宋体" panose="02010600030101010101" pitchFamily="2" charset="-122"/>
              </a:rPr>
              <a:t>图像（</a:t>
            </a:r>
            <a:r>
              <a:rPr lang="en-US" altLang="zh-CN" sz="2400">
                <a:latin typeface="宋体" panose="02010600030101010101" pitchFamily="2" charset="-122"/>
              </a:rPr>
              <a:t>x,y</a:t>
            </a:r>
            <a:r>
              <a:rPr lang="zh-CN" altLang="en-US" sz="2400">
                <a:latin typeface="宋体" panose="02010600030101010101" pitchFamily="2" charset="-122"/>
              </a:rPr>
              <a:t>）像素邻域</a:t>
            </a:r>
          </a:p>
        </p:txBody>
      </p:sp>
      <p:sp>
        <p:nvSpPr>
          <p:cNvPr id="45" name="乘号 44">
            <a:extLst>
              <a:ext uri="{FF2B5EF4-FFF2-40B4-BE49-F238E27FC236}">
                <a16:creationId xmlns:a16="http://schemas.microsoft.com/office/drawing/2014/main" id="{481E1035-458E-45FF-9A21-4E18D0D01661}"/>
              </a:ext>
            </a:extLst>
          </p:cNvPr>
          <p:cNvSpPr/>
          <p:nvPr/>
        </p:nvSpPr>
        <p:spPr>
          <a:xfrm>
            <a:off x="4110038" y="4643438"/>
            <a:ext cx="496887" cy="571500"/>
          </a:xfrm>
          <a:prstGeom prst="mathMultiply">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12E07823-0376-4D53-97FB-B4A974FAC37B}"/>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87043" name="TextBox 23">
            <a:extLst>
              <a:ext uri="{FF2B5EF4-FFF2-40B4-BE49-F238E27FC236}">
                <a16:creationId xmlns:a16="http://schemas.microsoft.com/office/drawing/2014/main" id="{B1552824-F1E4-453B-8C20-F3EC1130AFE9}"/>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a:r>
              <a:rPr lang="zh-CN" altLang="en-US" b="1">
                <a:solidFill>
                  <a:schemeClr val="bg1"/>
                </a:solidFill>
                <a:latin typeface="微软雅黑" panose="020B0503020204020204" pitchFamily="34" charset="-122"/>
                <a:ea typeface="微软雅黑" panose="020B0503020204020204" pitchFamily="34" charset="-122"/>
              </a:rPr>
              <a:t>空间滤波基础</a:t>
            </a:r>
          </a:p>
        </p:txBody>
      </p:sp>
      <p:graphicFrame>
        <p:nvGraphicFramePr>
          <p:cNvPr id="87044" name="Object 3">
            <a:extLst>
              <a:ext uri="{FF2B5EF4-FFF2-40B4-BE49-F238E27FC236}">
                <a16:creationId xmlns:a16="http://schemas.microsoft.com/office/drawing/2014/main" id="{5EE0F942-3E57-4C30-BABE-FFA67986C653}"/>
              </a:ext>
            </a:extLst>
          </p:cNvPr>
          <p:cNvGraphicFramePr>
            <a:graphicFrameLocks noChangeAspect="1"/>
          </p:cNvGraphicFramePr>
          <p:nvPr/>
        </p:nvGraphicFramePr>
        <p:xfrm>
          <a:off x="2198688" y="1284288"/>
          <a:ext cx="5434012" cy="4879975"/>
        </p:xfrm>
        <a:graphic>
          <a:graphicData uri="http://schemas.openxmlformats.org/presentationml/2006/ole">
            <mc:AlternateContent xmlns:mc="http://schemas.openxmlformats.org/markup-compatibility/2006">
              <mc:Choice xmlns:v="urn:schemas-microsoft-com:vml" Requires="v">
                <p:oleObj spid="_x0000_s87065" name="Image" r:id="rId3" imgW="7619048" imgH="7619048" progId="">
                  <p:embed/>
                </p:oleObj>
              </mc:Choice>
              <mc:Fallback>
                <p:oleObj name="Image" r:id="rId3" imgW="7619048" imgH="7619048" progId="">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8688" y="1284288"/>
                        <a:ext cx="5434012" cy="487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7045" name="TextBox 18">
            <a:extLst>
              <a:ext uri="{FF2B5EF4-FFF2-40B4-BE49-F238E27FC236}">
                <a16:creationId xmlns:a16="http://schemas.microsoft.com/office/drawing/2014/main" id="{09DE99E8-5951-4C04-B81D-C337C63C937F}"/>
              </a:ext>
            </a:extLst>
          </p:cNvPr>
          <p:cNvSpPr txBox="1">
            <a:spLocks noChangeArrowheads="1"/>
          </p:cNvSpPr>
          <p:nvPr/>
        </p:nvSpPr>
        <p:spPr bwMode="auto">
          <a:xfrm>
            <a:off x="2786063" y="6181725"/>
            <a:ext cx="41433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a:r>
              <a:rPr lang="zh-CN" altLang="en-US" sz="2400" b="1">
                <a:ea typeface="华文楷体" panose="02010600040101010101" pitchFamily="2" charset="-122"/>
              </a:rPr>
              <a:t>空间滤波边缘像素处理</a:t>
            </a:r>
          </a:p>
        </p:txBody>
      </p:sp>
      <p:graphicFrame>
        <p:nvGraphicFramePr>
          <p:cNvPr id="21" name="表格 20">
            <a:extLst>
              <a:ext uri="{FF2B5EF4-FFF2-40B4-BE49-F238E27FC236}">
                <a16:creationId xmlns:a16="http://schemas.microsoft.com/office/drawing/2014/main" id="{554C98C1-F6CB-4B01-9614-27D4344FF6BA}"/>
              </a:ext>
            </a:extLst>
          </p:cNvPr>
          <p:cNvGraphicFramePr>
            <a:graphicFrameLocks noGrp="1"/>
          </p:cNvGraphicFramePr>
          <p:nvPr/>
        </p:nvGraphicFramePr>
        <p:xfrm>
          <a:off x="6659563" y="2733675"/>
          <a:ext cx="1008062" cy="1006475"/>
        </p:xfrm>
        <a:graphic>
          <a:graphicData uri="http://schemas.openxmlformats.org/drawingml/2006/table">
            <a:tbl>
              <a:tblPr firstRow="1" bandRow="1">
                <a:tableStyleId>{5940675A-B579-460E-94D1-54222C63F5DA}</a:tableStyleId>
              </a:tblPr>
              <a:tblGrid>
                <a:gridCol w="336021">
                  <a:extLst>
                    <a:ext uri="{9D8B030D-6E8A-4147-A177-3AD203B41FA5}">
                      <a16:colId xmlns:a16="http://schemas.microsoft.com/office/drawing/2014/main" val="20000"/>
                    </a:ext>
                  </a:extLst>
                </a:gridCol>
                <a:gridCol w="336021">
                  <a:extLst>
                    <a:ext uri="{9D8B030D-6E8A-4147-A177-3AD203B41FA5}">
                      <a16:colId xmlns:a16="http://schemas.microsoft.com/office/drawing/2014/main" val="20001"/>
                    </a:ext>
                  </a:extLst>
                </a:gridCol>
                <a:gridCol w="336021">
                  <a:extLst>
                    <a:ext uri="{9D8B030D-6E8A-4147-A177-3AD203B41FA5}">
                      <a16:colId xmlns:a16="http://schemas.microsoft.com/office/drawing/2014/main" val="20002"/>
                    </a:ext>
                  </a:extLst>
                </a:gridCol>
              </a:tblGrid>
              <a:tr h="335492">
                <a:tc>
                  <a:txBody>
                    <a:bodyPr/>
                    <a:lstStyle/>
                    <a:p>
                      <a:endParaRPr lang="zh-CN" altLang="en-US" sz="1600" dirty="0"/>
                    </a:p>
                  </a:txBody>
                  <a:tcPr marL="91409" marR="91409" marT="45749" marB="45749" anchor="ctr">
                    <a:solidFill>
                      <a:srgbClr val="C00000"/>
                    </a:solidFill>
                  </a:tcPr>
                </a:tc>
                <a:tc>
                  <a:txBody>
                    <a:bodyPr/>
                    <a:lstStyle/>
                    <a:p>
                      <a:endParaRPr lang="zh-CN" altLang="en-US" sz="1600" dirty="0"/>
                    </a:p>
                  </a:txBody>
                  <a:tcPr marL="91409" marR="91409" marT="45749" marB="45749" anchor="ctr">
                    <a:solidFill>
                      <a:srgbClr val="C00000"/>
                    </a:solidFill>
                  </a:tcPr>
                </a:tc>
                <a:tc>
                  <a:txBody>
                    <a:bodyPr/>
                    <a:lstStyle/>
                    <a:p>
                      <a:endParaRPr lang="zh-CN" altLang="en-US" sz="1600" dirty="0"/>
                    </a:p>
                  </a:txBody>
                  <a:tcPr marL="91409" marR="91409" marT="45749" marB="45749" anchor="ctr">
                    <a:solidFill>
                      <a:srgbClr val="C00000"/>
                    </a:solidFill>
                  </a:tcPr>
                </a:tc>
                <a:extLst>
                  <a:ext uri="{0D108BD9-81ED-4DB2-BD59-A6C34878D82A}">
                    <a16:rowId xmlns:a16="http://schemas.microsoft.com/office/drawing/2014/main" val="10000"/>
                  </a:ext>
                </a:extLst>
              </a:tr>
              <a:tr h="335492">
                <a:tc>
                  <a:txBody>
                    <a:bodyPr/>
                    <a:lstStyle/>
                    <a:p>
                      <a:endParaRPr lang="zh-CN" altLang="en-US" sz="1600" dirty="0"/>
                    </a:p>
                  </a:txBody>
                  <a:tcPr marL="91409" marR="91409" marT="45749" marB="45749" anchor="ctr">
                    <a:solidFill>
                      <a:srgbClr val="C00000"/>
                    </a:solidFill>
                  </a:tcPr>
                </a:tc>
                <a:tc>
                  <a:txBody>
                    <a:bodyPr/>
                    <a:lstStyle/>
                    <a:p>
                      <a:pPr algn="ctr"/>
                      <a:endParaRPr lang="zh-CN" altLang="en-US" sz="1600" dirty="0"/>
                    </a:p>
                  </a:txBody>
                  <a:tcPr marL="91409" marR="91409" marT="45749" marB="45749" anchor="ctr">
                    <a:solidFill>
                      <a:srgbClr val="C0000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600" dirty="0"/>
                    </a:p>
                  </a:txBody>
                  <a:tcPr marL="91409" marR="91409" marT="45749" marB="45749" anchor="ctr">
                    <a:solidFill>
                      <a:srgbClr val="C00000"/>
                    </a:solidFill>
                  </a:tcPr>
                </a:tc>
                <a:extLst>
                  <a:ext uri="{0D108BD9-81ED-4DB2-BD59-A6C34878D82A}">
                    <a16:rowId xmlns:a16="http://schemas.microsoft.com/office/drawing/2014/main" val="10001"/>
                  </a:ext>
                </a:extLst>
              </a:tr>
              <a:tr h="33549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600" dirty="0"/>
                    </a:p>
                  </a:txBody>
                  <a:tcPr marL="91409" marR="91409" marT="45749" marB="45749" anchor="ctr">
                    <a:solidFill>
                      <a:srgbClr val="C0000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600" dirty="0"/>
                    </a:p>
                  </a:txBody>
                  <a:tcPr marL="91409" marR="91409" marT="45749" marB="45749" anchor="ctr">
                    <a:solidFill>
                      <a:srgbClr val="C0000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600" dirty="0"/>
                    </a:p>
                  </a:txBody>
                  <a:tcPr marL="91409" marR="91409" marT="45749" marB="45749" anchor="ctr">
                    <a:solidFill>
                      <a:srgbClr val="C00000"/>
                    </a:solidFill>
                  </a:tcPr>
                </a:tc>
                <a:extLst>
                  <a:ext uri="{0D108BD9-81ED-4DB2-BD59-A6C34878D82A}">
                    <a16:rowId xmlns:a16="http://schemas.microsoft.com/office/drawing/2014/main" val="10002"/>
                  </a:ext>
                </a:extLst>
              </a:tr>
            </a:tbl>
          </a:graphicData>
        </a:graphic>
      </p:graphicFrame>
      <p:sp>
        <p:nvSpPr>
          <p:cNvPr id="87064" name="TextBox 119">
            <a:extLst>
              <a:ext uri="{FF2B5EF4-FFF2-40B4-BE49-F238E27FC236}">
                <a16:creationId xmlns:a16="http://schemas.microsoft.com/office/drawing/2014/main" id="{5253508B-0DAE-436C-9EBB-3979C21D0453}"/>
              </a:ext>
            </a:extLst>
          </p:cNvPr>
          <p:cNvSpPr txBox="1">
            <a:spLocks noChangeArrowheads="1"/>
          </p:cNvSpPr>
          <p:nvPr/>
        </p:nvSpPr>
        <p:spPr bwMode="auto">
          <a:xfrm>
            <a:off x="93663" y="876300"/>
            <a:ext cx="4140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buFont typeface="Wingdings" panose="05000000000000000000" pitchFamily="2" charset="2"/>
              <a:buChar char="Ø"/>
            </a:pPr>
            <a:r>
              <a:rPr lang="zh-CN" altLang="en-US" sz="2800" b="1">
                <a:solidFill>
                  <a:srgbClr val="C00000"/>
                </a:solidFill>
                <a:ea typeface="华文楷体" panose="02010600040101010101" pitchFamily="2" charset="-122"/>
              </a:rPr>
              <a:t>边界处理</a:t>
            </a:r>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20571004-E191-42A1-B33D-91662D628ED0}"/>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88067" name="TextBox 23">
            <a:extLst>
              <a:ext uri="{FF2B5EF4-FFF2-40B4-BE49-F238E27FC236}">
                <a16:creationId xmlns:a16="http://schemas.microsoft.com/office/drawing/2014/main" id="{AD2CA98A-8001-4004-9E7B-F5A456B453E2}"/>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a:r>
              <a:rPr lang="zh-CN" altLang="en-US" b="1">
                <a:solidFill>
                  <a:schemeClr val="bg1"/>
                </a:solidFill>
                <a:latin typeface="微软雅黑" panose="020B0503020204020204" pitchFamily="34" charset="-122"/>
                <a:ea typeface="微软雅黑" panose="020B0503020204020204" pitchFamily="34" charset="-122"/>
              </a:rPr>
              <a:t>空间滤波基础</a:t>
            </a:r>
          </a:p>
        </p:txBody>
      </p:sp>
      <p:graphicFrame>
        <p:nvGraphicFramePr>
          <p:cNvPr id="88068" name="Object 3">
            <a:extLst>
              <a:ext uri="{FF2B5EF4-FFF2-40B4-BE49-F238E27FC236}">
                <a16:creationId xmlns:a16="http://schemas.microsoft.com/office/drawing/2014/main" id="{45FF972B-E384-41FC-A30B-6F949ABD617D}"/>
              </a:ext>
            </a:extLst>
          </p:cNvPr>
          <p:cNvGraphicFramePr>
            <a:graphicFrameLocks noChangeAspect="1"/>
          </p:cNvGraphicFramePr>
          <p:nvPr/>
        </p:nvGraphicFramePr>
        <p:xfrm>
          <a:off x="2198688" y="1284288"/>
          <a:ext cx="5434012" cy="4879975"/>
        </p:xfrm>
        <a:graphic>
          <a:graphicData uri="http://schemas.openxmlformats.org/presentationml/2006/ole">
            <mc:AlternateContent xmlns:mc="http://schemas.openxmlformats.org/markup-compatibility/2006">
              <mc:Choice xmlns:v="urn:schemas-microsoft-com:vml" Requires="v">
                <p:oleObj spid="_x0000_s88096" name="Image" r:id="rId3" imgW="7619048" imgH="7619048" progId="">
                  <p:embed/>
                </p:oleObj>
              </mc:Choice>
              <mc:Fallback>
                <p:oleObj name="Image" r:id="rId3" imgW="7619048" imgH="7619048" progId="">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8688" y="1284288"/>
                        <a:ext cx="5434012" cy="487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88069" name="组合 19">
            <a:extLst>
              <a:ext uri="{FF2B5EF4-FFF2-40B4-BE49-F238E27FC236}">
                <a16:creationId xmlns:a16="http://schemas.microsoft.com/office/drawing/2014/main" id="{59C09B59-9F9C-456D-B846-76A464853797}"/>
              </a:ext>
            </a:extLst>
          </p:cNvPr>
          <p:cNvGrpSpPr>
            <a:grpSpLocks/>
          </p:cNvGrpSpPr>
          <p:nvPr/>
        </p:nvGrpSpPr>
        <p:grpSpPr bwMode="auto">
          <a:xfrm>
            <a:off x="1908175" y="1017588"/>
            <a:ext cx="5903913" cy="5375275"/>
            <a:chOff x="2054449" y="2502130"/>
            <a:chExt cx="4699441" cy="4278496"/>
          </a:xfrm>
        </p:grpSpPr>
        <p:sp>
          <p:nvSpPr>
            <p:cNvPr id="13" name="矩形 12">
              <a:extLst>
                <a:ext uri="{FF2B5EF4-FFF2-40B4-BE49-F238E27FC236}">
                  <a16:creationId xmlns:a16="http://schemas.microsoft.com/office/drawing/2014/main" id="{A5A39568-D420-4E09-BFC7-59B37186BCF4}"/>
                </a:ext>
              </a:extLst>
            </p:cNvPr>
            <p:cNvSpPr/>
            <p:nvPr/>
          </p:nvSpPr>
          <p:spPr>
            <a:xfrm>
              <a:off x="2285694" y="2714412"/>
              <a:ext cx="4325406" cy="3882994"/>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4" name="矩形 13">
              <a:extLst>
                <a:ext uri="{FF2B5EF4-FFF2-40B4-BE49-F238E27FC236}">
                  <a16:creationId xmlns:a16="http://schemas.microsoft.com/office/drawing/2014/main" id="{C332F921-F15F-4426-BF3B-F7DAF0CA7098}"/>
                </a:ext>
              </a:extLst>
            </p:cNvPr>
            <p:cNvSpPr/>
            <p:nvPr/>
          </p:nvSpPr>
          <p:spPr>
            <a:xfrm>
              <a:off x="2371621" y="2801599"/>
              <a:ext cx="4143443" cy="3714937"/>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5" name="矩形 14">
              <a:extLst>
                <a:ext uri="{FF2B5EF4-FFF2-40B4-BE49-F238E27FC236}">
                  <a16:creationId xmlns:a16="http://schemas.microsoft.com/office/drawing/2014/main" id="{0147AF79-6355-4A3F-96A0-AA8B79AD1836}"/>
                </a:ext>
              </a:extLst>
            </p:cNvPr>
            <p:cNvSpPr/>
            <p:nvPr/>
          </p:nvSpPr>
          <p:spPr>
            <a:xfrm>
              <a:off x="2054449" y="2502130"/>
              <a:ext cx="4699441" cy="299469"/>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6" name="矩形 15">
              <a:extLst>
                <a:ext uri="{FF2B5EF4-FFF2-40B4-BE49-F238E27FC236}">
                  <a16:creationId xmlns:a16="http://schemas.microsoft.com/office/drawing/2014/main" id="{DDFC63B9-6184-4C46-921E-79C49D4990C4}"/>
                </a:ext>
              </a:extLst>
            </p:cNvPr>
            <p:cNvSpPr/>
            <p:nvPr/>
          </p:nvSpPr>
          <p:spPr>
            <a:xfrm>
              <a:off x="2054449" y="6510219"/>
              <a:ext cx="4699441" cy="27040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7" name="矩形 16">
              <a:extLst>
                <a:ext uri="{FF2B5EF4-FFF2-40B4-BE49-F238E27FC236}">
                  <a16:creationId xmlns:a16="http://schemas.microsoft.com/office/drawing/2014/main" id="{DAD54E70-7811-4FC8-A4D6-A4EEC381C828}"/>
                </a:ext>
              </a:extLst>
            </p:cNvPr>
            <p:cNvSpPr/>
            <p:nvPr/>
          </p:nvSpPr>
          <p:spPr>
            <a:xfrm rot="5400000">
              <a:off x="271538" y="4497323"/>
              <a:ext cx="3882994" cy="31717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8" name="矩形 17">
              <a:extLst>
                <a:ext uri="{FF2B5EF4-FFF2-40B4-BE49-F238E27FC236}">
                  <a16:creationId xmlns:a16="http://schemas.microsoft.com/office/drawing/2014/main" id="{28528BF0-8EF4-4E49-89C0-59B3C24309C4}"/>
                </a:ext>
              </a:extLst>
            </p:cNvPr>
            <p:cNvSpPr/>
            <p:nvPr/>
          </p:nvSpPr>
          <p:spPr>
            <a:xfrm rot="5400000">
              <a:off x="4692979" y="4551659"/>
              <a:ext cx="3882994" cy="23882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88070" name="TextBox 18">
            <a:extLst>
              <a:ext uri="{FF2B5EF4-FFF2-40B4-BE49-F238E27FC236}">
                <a16:creationId xmlns:a16="http://schemas.microsoft.com/office/drawing/2014/main" id="{9C283E85-7FBC-42D8-8CBB-4F94F33537F7}"/>
              </a:ext>
            </a:extLst>
          </p:cNvPr>
          <p:cNvSpPr txBox="1">
            <a:spLocks noChangeArrowheads="1"/>
          </p:cNvSpPr>
          <p:nvPr/>
        </p:nvSpPr>
        <p:spPr bwMode="auto">
          <a:xfrm>
            <a:off x="2787650" y="6362700"/>
            <a:ext cx="41433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a:r>
              <a:rPr lang="zh-CN" altLang="en-US" sz="2400" b="1">
                <a:ea typeface="华文楷体" panose="02010600040101010101" pitchFamily="2" charset="-122"/>
              </a:rPr>
              <a:t>空间滤波边缘像素处理</a:t>
            </a:r>
          </a:p>
        </p:txBody>
      </p:sp>
      <p:graphicFrame>
        <p:nvGraphicFramePr>
          <p:cNvPr id="22" name="表格 21">
            <a:extLst>
              <a:ext uri="{FF2B5EF4-FFF2-40B4-BE49-F238E27FC236}">
                <a16:creationId xmlns:a16="http://schemas.microsoft.com/office/drawing/2014/main" id="{0B527952-EFF1-4ED2-A52D-9017D71ABED9}"/>
              </a:ext>
            </a:extLst>
          </p:cNvPr>
          <p:cNvGraphicFramePr>
            <a:graphicFrameLocks noGrp="1"/>
          </p:cNvGraphicFramePr>
          <p:nvPr/>
        </p:nvGraphicFramePr>
        <p:xfrm>
          <a:off x="6804025" y="2708275"/>
          <a:ext cx="1008063" cy="1006475"/>
        </p:xfrm>
        <a:graphic>
          <a:graphicData uri="http://schemas.openxmlformats.org/drawingml/2006/table">
            <a:tbl>
              <a:tblPr firstRow="1" bandRow="1">
                <a:tableStyleId>{5940675A-B579-460E-94D1-54222C63F5DA}</a:tableStyleId>
              </a:tblPr>
              <a:tblGrid>
                <a:gridCol w="336021">
                  <a:extLst>
                    <a:ext uri="{9D8B030D-6E8A-4147-A177-3AD203B41FA5}">
                      <a16:colId xmlns:a16="http://schemas.microsoft.com/office/drawing/2014/main" val="20000"/>
                    </a:ext>
                  </a:extLst>
                </a:gridCol>
                <a:gridCol w="336021">
                  <a:extLst>
                    <a:ext uri="{9D8B030D-6E8A-4147-A177-3AD203B41FA5}">
                      <a16:colId xmlns:a16="http://schemas.microsoft.com/office/drawing/2014/main" val="20001"/>
                    </a:ext>
                  </a:extLst>
                </a:gridCol>
                <a:gridCol w="336021">
                  <a:extLst>
                    <a:ext uri="{9D8B030D-6E8A-4147-A177-3AD203B41FA5}">
                      <a16:colId xmlns:a16="http://schemas.microsoft.com/office/drawing/2014/main" val="20002"/>
                    </a:ext>
                  </a:extLst>
                </a:gridCol>
              </a:tblGrid>
              <a:tr h="335492">
                <a:tc>
                  <a:txBody>
                    <a:bodyPr/>
                    <a:lstStyle/>
                    <a:p>
                      <a:endParaRPr lang="zh-CN" altLang="en-US" sz="1600" dirty="0"/>
                    </a:p>
                  </a:txBody>
                  <a:tcPr marL="91410" marR="91410" marT="45749" marB="45749" anchor="ctr">
                    <a:solidFill>
                      <a:srgbClr val="C00000"/>
                    </a:solidFill>
                  </a:tcPr>
                </a:tc>
                <a:tc>
                  <a:txBody>
                    <a:bodyPr/>
                    <a:lstStyle/>
                    <a:p>
                      <a:endParaRPr lang="zh-CN" altLang="en-US" sz="1600" dirty="0"/>
                    </a:p>
                  </a:txBody>
                  <a:tcPr marL="91410" marR="91410" marT="45749" marB="45749" anchor="ctr">
                    <a:solidFill>
                      <a:srgbClr val="C00000"/>
                    </a:solidFill>
                  </a:tcPr>
                </a:tc>
                <a:tc>
                  <a:txBody>
                    <a:bodyPr/>
                    <a:lstStyle/>
                    <a:p>
                      <a:endParaRPr lang="zh-CN" altLang="en-US" sz="1600" dirty="0"/>
                    </a:p>
                  </a:txBody>
                  <a:tcPr marL="91410" marR="91410" marT="45749" marB="45749" anchor="ctr">
                    <a:solidFill>
                      <a:srgbClr val="C00000"/>
                    </a:solidFill>
                  </a:tcPr>
                </a:tc>
                <a:extLst>
                  <a:ext uri="{0D108BD9-81ED-4DB2-BD59-A6C34878D82A}">
                    <a16:rowId xmlns:a16="http://schemas.microsoft.com/office/drawing/2014/main" val="10000"/>
                  </a:ext>
                </a:extLst>
              </a:tr>
              <a:tr h="335492">
                <a:tc>
                  <a:txBody>
                    <a:bodyPr/>
                    <a:lstStyle/>
                    <a:p>
                      <a:endParaRPr lang="zh-CN" altLang="en-US" sz="1600" dirty="0"/>
                    </a:p>
                  </a:txBody>
                  <a:tcPr marL="91410" marR="91410" marT="45749" marB="45749" anchor="ctr">
                    <a:solidFill>
                      <a:srgbClr val="C00000"/>
                    </a:solidFill>
                  </a:tcPr>
                </a:tc>
                <a:tc>
                  <a:txBody>
                    <a:bodyPr/>
                    <a:lstStyle/>
                    <a:p>
                      <a:pPr algn="ctr"/>
                      <a:endParaRPr lang="zh-CN" altLang="en-US" sz="1600" dirty="0"/>
                    </a:p>
                  </a:txBody>
                  <a:tcPr marL="91410" marR="91410" marT="45749" marB="45749" anchor="ctr">
                    <a:solidFill>
                      <a:srgbClr val="C0000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600" dirty="0"/>
                    </a:p>
                  </a:txBody>
                  <a:tcPr marL="91410" marR="91410" marT="45749" marB="45749" anchor="ctr">
                    <a:solidFill>
                      <a:srgbClr val="C00000"/>
                    </a:solidFill>
                  </a:tcPr>
                </a:tc>
                <a:extLst>
                  <a:ext uri="{0D108BD9-81ED-4DB2-BD59-A6C34878D82A}">
                    <a16:rowId xmlns:a16="http://schemas.microsoft.com/office/drawing/2014/main" val="10001"/>
                  </a:ext>
                </a:extLst>
              </a:tr>
              <a:tr h="33549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600" dirty="0"/>
                    </a:p>
                  </a:txBody>
                  <a:tcPr marL="91410" marR="91410" marT="45749" marB="45749" anchor="ctr">
                    <a:solidFill>
                      <a:srgbClr val="C0000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600" dirty="0"/>
                    </a:p>
                  </a:txBody>
                  <a:tcPr marL="91410" marR="91410" marT="45749" marB="45749" anchor="ctr">
                    <a:solidFill>
                      <a:srgbClr val="C0000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600" dirty="0"/>
                    </a:p>
                  </a:txBody>
                  <a:tcPr marL="91410" marR="91410" marT="45749" marB="45749" anchor="ctr">
                    <a:solidFill>
                      <a:srgbClr val="C00000"/>
                    </a:solidFill>
                  </a:tcPr>
                </a:tc>
                <a:extLst>
                  <a:ext uri="{0D108BD9-81ED-4DB2-BD59-A6C34878D82A}">
                    <a16:rowId xmlns:a16="http://schemas.microsoft.com/office/drawing/2014/main" val="10002"/>
                  </a:ext>
                </a:extLst>
              </a:tr>
            </a:tbl>
          </a:graphicData>
        </a:graphic>
      </p:graphicFrame>
      <p:sp>
        <p:nvSpPr>
          <p:cNvPr id="88089" name="TextBox 119">
            <a:extLst>
              <a:ext uri="{FF2B5EF4-FFF2-40B4-BE49-F238E27FC236}">
                <a16:creationId xmlns:a16="http://schemas.microsoft.com/office/drawing/2014/main" id="{254185D1-79B6-4D31-BDE0-0D44E1F95292}"/>
              </a:ext>
            </a:extLst>
          </p:cNvPr>
          <p:cNvSpPr txBox="1">
            <a:spLocks noChangeArrowheads="1"/>
          </p:cNvSpPr>
          <p:nvPr/>
        </p:nvSpPr>
        <p:spPr bwMode="auto">
          <a:xfrm>
            <a:off x="93663" y="876300"/>
            <a:ext cx="4140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buFont typeface="Wingdings" panose="05000000000000000000" pitchFamily="2" charset="2"/>
              <a:buChar char="Ø"/>
            </a:pPr>
            <a:r>
              <a:rPr lang="zh-CN" altLang="en-US" sz="2800" b="1">
                <a:solidFill>
                  <a:srgbClr val="C00000"/>
                </a:solidFill>
                <a:ea typeface="华文楷体" panose="02010600040101010101" pitchFamily="2" charset="-122"/>
              </a:rPr>
              <a:t>边界处理</a:t>
            </a:r>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9090" name="Object 8">
            <a:extLst>
              <a:ext uri="{FF2B5EF4-FFF2-40B4-BE49-F238E27FC236}">
                <a16:creationId xmlns:a16="http://schemas.microsoft.com/office/drawing/2014/main" id="{FF62A015-3273-4A16-805E-1DCBD7E57195}"/>
              </a:ext>
            </a:extLst>
          </p:cNvPr>
          <p:cNvGraphicFramePr>
            <a:graphicFrameLocks noChangeAspect="1"/>
          </p:cNvGraphicFramePr>
          <p:nvPr/>
        </p:nvGraphicFramePr>
        <p:xfrm>
          <a:off x="1692275" y="1819275"/>
          <a:ext cx="5203825" cy="1790700"/>
        </p:xfrm>
        <a:graphic>
          <a:graphicData uri="http://schemas.openxmlformats.org/presentationml/2006/ole">
            <mc:AlternateContent xmlns:mc="http://schemas.openxmlformats.org/markup-compatibility/2006">
              <mc:Choice xmlns:v="urn:schemas-microsoft-com:vml" Requires="v">
                <p:oleObj spid="_x0000_s89096" r:id="rId3" imgW="1918533" imgH="660687" progId="Equation.DSMT4">
                  <p:embed/>
                </p:oleObj>
              </mc:Choice>
              <mc:Fallback>
                <p:oleObj r:id="rId3" imgW="1918533" imgH="660687" progId="Equation.DSMT4">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2275" y="1819275"/>
                        <a:ext cx="5203825" cy="1790700"/>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9091" name="Object 9">
            <a:extLst>
              <a:ext uri="{FF2B5EF4-FFF2-40B4-BE49-F238E27FC236}">
                <a16:creationId xmlns:a16="http://schemas.microsoft.com/office/drawing/2014/main" id="{2BC987DE-D123-4813-A3CB-09B892467FD6}"/>
              </a:ext>
            </a:extLst>
          </p:cNvPr>
          <p:cNvGraphicFramePr>
            <a:graphicFrameLocks noChangeAspect="1"/>
          </p:cNvGraphicFramePr>
          <p:nvPr/>
        </p:nvGraphicFramePr>
        <p:xfrm>
          <a:off x="1692275" y="4897438"/>
          <a:ext cx="5111750" cy="1758950"/>
        </p:xfrm>
        <a:graphic>
          <a:graphicData uri="http://schemas.openxmlformats.org/presentationml/2006/ole">
            <mc:AlternateContent xmlns:mc="http://schemas.openxmlformats.org/markup-compatibility/2006">
              <mc:Choice xmlns:v="urn:schemas-microsoft-com:vml" Requires="v">
                <p:oleObj spid="_x0000_s89097" r:id="rId5" imgW="1918533" imgH="660687" progId="Equation.DSMT4">
                  <p:embed/>
                </p:oleObj>
              </mc:Choice>
              <mc:Fallback>
                <p:oleObj r:id="rId5" imgW="1918533" imgH="660687" progId="Equation.DSMT4">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92275" y="4897438"/>
                        <a:ext cx="5111750" cy="175895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9092" name="Text Box 17">
            <a:extLst>
              <a:ext uri="{FF2B5EF4-FFF2-40B4-BE49-F238E27FC236}">
                <a16:creationId xmlns:a16="http://schemas.microsoft.com/office/drawing/2014/main" id="{85914F35-0EBD-44AE-81EE-659721E1A2C6}"/>
              </a:ext>
            </a:extLst>
          </p:cNvPr>
          <p:cNvSpPr txBox="1">
            <a:spLocks noChangeArrowheads="1"/>
          </p:cNvSpPr>
          <p:nvPr/>
        </p:nvSpPr>
        <p:spPr bwMode="auto">
          <a:xfrm>
            <a:off x="468313" y="1036638"/>
            <a:ext cx="151288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 typeface="Wingdings" panose="05000000000000000000" pitchFamily="2" charset="2"/>
              <a:buChar char="p"/>
            </a:pPr>
            <a:r>
              <a:rPr lang="zh-CN" altLang="en-US" sz="3200" b="1">
                <a:latin typeface="Verdana" panose="020B0604030504040204" pitchFamily="34" charset="0"/>
                <a:ea typeface="楷体_GB2312" pitchFamily="1" charset="-122"/>
              </a:rPr>
              <a:t>相关</a:t>
            </a:r>
          </a:p>
        </p:txBody>
      </p:sp>
      <p:sp>
        <p:nvSpPr>
          <p:cNvPr id="89093" name="Text Box 18">
            <a:extLst>
              <a:ext uri="{FF2B5EF4-FFF2-40B4-BE49-F238E27FC236}">
                <a16:creationId xmlns:a16="http://schemas.microsoft.com/office/drawing/2014/main" id="{D1075CD9-6B89-4F61-B2EE-CAF0E2F6BBED}"/>
              </a:ext>
            </a:extLst>
          </p:cNvPr>
          <p:cNvSpPr txBox="1">
            <a:spLocks noChangeArrowheads="1"/>
          </p:cNvSpPr>
          <p:nvPr/>
        </p:nvSpPr>
        <p:spPr bwMode="auto">
          <a:xfrm>
            <a:off x="539750" y="4114800"/>
            <a:ext cx="15128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 typeface="Wingdings" panose="05000000000000000000" pitchFamily="2" charset="2"/>
              <a:buChar char="p"/>
            </a:pPr>
            <a:r>
              <a:rPr lang="zh-CN" altLang="en-US" sz="3200" b="1">
                <a:latin typeface="Verdana" panose="020B0604030504040204" pitchFamily="34" charset="0"/>
                <a:ea typeface="楷体_GB2312" pitchFamily="1" charset="-122"/>
              </a:rPr>
              <a:t>卷积</a:t>
            </a:r>
          </a:p>
        </p:txBody>
      </p:sp>
      <p:sp>
        <p:nvSpPr>
          <p:cNvPr id="13" name="矩形 12">
            <a:extLst>
              <a:ext uri="{FF2B5EF4-FFF2-40B4-BE49-F238E27FC236}">
                <a16:creationId xmlns:a16="http://schemas.microsoft.com/office/drawing/2014/main" id="{3B2AFFF1-BA47-4FBE-8803-24B696DE47A6}"/>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89095" name="TextBox 23">
            <a:extLst>
              <a:ext uri="{FF2B5EF4-FFF2-40B4-BE49-F238E27FC236}">
                <a16:creationId xmlns:a16="http://schemas.microsoft.com/office/drawing/2014/main" id="{CA357CDA-7348-4790-AB05-7A4943BF8C6E}"/>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en-US" altLang="zh-CN" b="1">
                <a:solidFill>
                  <a:schemeClr val="bg1"/>
                </a:solidFill>
                <a:latin typeface="微软雅黑" panose="020B0503020204020204" pitchFamily="34" charset="-122"/>
                <a:ea typeface="微软雅黑" panose="020B0503020204020204" pitchFamily="34" charset="-122"/>
              </a:rPr>
              <a:t>3. 4 </a:t>
            </a:r>
            <a:r>
              <a:rPr lang="zh-CN" altLang="en-US" b="1">
                <a:solidFill>
                  <a:schemeClr val="bg1"/>
                </a:solidFill>
                <a:latin typeface="微软雅黑" panose="020B0503020204020204" pitchFamily="34" charset="-122"/>
                <a:ea typeface="微软雅黑" panose="020B0503020204020204" pitchFamily="34" charset="-122"/>
              </a:rPr>
              <a:t>空间的相关和卷积</a:t>
            </a:r>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D7454A39-009C-442F-90A1-7CFDB9CDFA5E}"/>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90115" name="TextBox 23">
            <a:extLst>
              <a:ext uri="{FF2B5EF4-FFF2-40B4-BE49-F238E27FC236}">
                <a16:creationId xmlns:a16="http://schemas.microsoft.com/office/drawing/2014/main" id="{863D9197-FAC1-4319-BFA3-392527F7CBB2}"/>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en-US" altLang="zh-CN" b="1">
                <a:solidFill>
                  <a:schemeClr val="bg1"/>
                </a:solidFill>
                <a:latin typeface="微软雅黑" panose="020B0503020204020204" pitchFamily="34" charset="-122"/>
                <a:ea typeface="微软雅黑" panose="020B0503020204020204" pitchFamily="34" charset="-122"/>
              </a:rPr>
              <a:t>3. 4 </a:t>
            </a:r>
            <a:r>
              <a:rPr lang="zh-CN" altLang="en-US" b="1">
                <a:solidFill>
                  <a:schemeClr val="bg1"/>
                </a:solidFill>
                <a:latin typeface="微软雅黑" panose="020B0503020204020204" pitchFamily="34" charset="-122"/>
                <a:ea typeface="微软雅黑" panose="020B0503020204020204" pitchFamily="34" charset="-122"/>
              </a:rPr>
              <a:t>空间的相关和卷积</a:t>
            </a:r>
          </a:p>
        </p:txBody>
      </p:sp>
      <p:pic>
        <p:nvPicPr>
          <p:cNvPr id="90116" name="Picture 2">
            <a:extLst>
              <a:ext uri="{FF2B5EF4-FFF2-40B4-BE49-F238E27FC236}">
                <a16:creationId xmlns:a16="http://schemas.microsoft.com/office/drawing/2014/main" id="{6F6A4057-6D06-407C-97BB-F856EDF7CF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8231"/>
          <a:stretch>
            <a:fillRect/>
          </a:stretch>
        </p:blipFill>
        <p:spPr bwMode="auto">
          <a:xfrm>
            <a:off x="1482725" y="87313"/>
            <a:ext cx="7493000" cy="626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a:extLst>
              <a:ext uri="{FF2B5EF4-FFF2-40B4-BE49-F238E27FC236}">
                <a16:creationId xmlns:a16="http://schemas.microsoft.com/office/drawing/2014/main" id="{3B0946C3-1036-4218-A859-9E7780F4E797}"/>
              </a:ext>
            </a:extLst>
          </p:cNvPr>
          <p:cNvSpPr/>
          <p:nvPr/>
        </p:nvSpPr>
        <p:spPr>
          <a:xfrm>
            <a:off x="1482725" y="-41275"/>
            <a:ext cx="3816350" cy="6407150"/>
          </a:xfrm>
          <a:prstGeom prst="rect">
            <a:avLst/>
          </a:prstGeom>
          <a:noFill/>
          <a:ln>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7" name="矩形 16">
            <a:extLst>
              <a:ext uri="{FF2B5EF4-FFF2-40B4-BE49-F238E27FC236}">
                <a16:creationId xmlns:a16="http://schemas.microsoft.com/office/drawing/2014/main" id="{AFA5587A-16D7-4D8E-8108-493573C3024B}"/>
              </a:ext>
            </a:extLst>
          </p:cNvPr>
          <p:cNvSpPr/>
          <p:nvPr/>
        </p:nvSpPr>
        <p:spPr>
          <a:xfrm>
            <a:off x="5332413" y="-53975"/>
            <a:ext cx="3816350" cy="6407150"/>
          </a:xfrm>
          <a:prstGeom prst="rect">
            <a:avLst/>
          </a:prstGeom>
          <a:noFill/>
          <a:ln>
            <a:solidFill>
              <a:srgbClr val="FF33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0000"/>
              </a:solidFill>
            </a:endParaRPr>
          </a:p>
        </p:txBody>
      </p:sp>
      <p:sp>
        <p:nvSpPr>
          <p:cNvPr id="90119" name="矩形 3">
            <a:extLst>
              <a:ext uri="{FF2B5EF4-FFF2-40B4-BE49-F238E27FC236}">
                <a16:creationId xmlns:a16="http://schemas.microsoft.com/office/drawing/2014/main" id="{9ADA8F02-5747-4E6D-9B4C-DC97D7AFE7FC}"/>
              </a:ext>
            </a:extLst>
          </p:cNvPr>
          <p:cNvSpPr>
            <a:spLocks noChangeArrowheads="1"/>
          </p:cNvSpPr>
          <p:nvPr/>
        </p:nvSpPr>
        <p:spPr bwMode="auto">
          <a:xfrm>
            <a:off x="2889250" y="6296025"/>
            <a:ext cx="10048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eaLnBrk="1" hangingPunct="1">
              <a:spcBef>
                <a:spcPct val="50000"/>
              </a:spcBef>
            </a:pPr>
            <a:r>
              <a:rPr lang="zh-CN" altLang="en-US" b="1"/>
              <a:t>相关</a:t>
            </a:r>
          </a:p>
        </p:txBody>
      </p:sp>
      <p:sp>
        <p:nvSpPr>
          <p:cNvPr id="90120" name="矩形 18">
            <a:extLst>
              <a:ext uri="{FF2B5EF4-FFF2-40B4-BE49-F238E27FC236}">
                <a16:creationId xmlns:a16="http://schemas.microsoft.com/office/drawing/2014/main" id="{1BE7AD4D-C431-4F4F-88DF-17373C009394}"/>
              </a:ext>
            </a:extLst>
          </p:cNvPr>
          <p:cNvSpPr>
            <a:spLocks noChangeArrowheads="1"/>
          </p:cNvSpPr>
          <p:nvPr/>
        </p:nvSpPr>
        <p:spPr bwMode="auto">
          <a:xfrm>
            <a:off x="6783388" y="6296025"/>
            <a:ext cx="100488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eaLnBrk="1" hangingPunct="1">
              <a:spcBef>
                <a:spcPct val="50000"/>
              </a:spcBef>
            </a:pPr>
            <a:r>
              <a:rPr lang="zh-CN" altLang="en-US" b="1"/>
              <a:t>卷积</a:t>
            </a:r>
          </a:p>
        </p:txBody>
      </p:sp>
      <p:sp>
        <p:nvSpPr>
          <p:cNvPr id="90121" name="矩形 19">
            <a:extLst>
              <a:ext uri="{FF2B5EF4-FFF2-40B4-BE49-F238E27FC236}">
                <a16:creationId xmlns:a16="http://schemas.microsoft.com/office/drawing/2014/main" id="{9CB52B41-D6FB-46CF-B42C-DBACE58CD1F9}"/>
              </a:ext>
            </a:extLst>
          </p:cNvPr>
          <p:cNvSpPr>
            <a:spLocks noChangeArrowheads="1"/>
          </p:cNvSpPr>
          <p:nvPr/>
        </p:nvSpPr>
        <p:spPr bwMode="auto">
          <a:xfrm>
            <a:off x="250825" y="1989138"/>
            <a:ext cx="677863" cy="173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eaLnBrk="1" hangingPunct="1">
              <a:spcBef>
                <a:spcPct val="50000"/>
              </a:spcBef>
            </a:pPr>
            <a:r>
              <a:rPr lang="zh-CN" altLang="en-US" b="1"/>
              <a:t>一维情况</a:t>
            </a:r>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D7454A39-009C-442F-90A1-7CFDB9CDFA5E}"/>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91139" name="TextBox 23">
            <a:extLst>
              <a:ext uri="{FF2B5EF4-FFF2-40B4-BE49-F238E27FC236}">
                <a16:creationId xmlns:a16="http://schemas.microsoft.com/office/drawing/2014/main" id="{CFC9FE82-F3CD-4D09-B38B-23BB216D31ED}"/>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en-US" altLang="zh-CN" b="1">
                <a:solidFill>
                  <a:schemeClr val="bg1"/>
                </a:solidFill>
                <a:latin typeface="微软雅黑" panose="020B0503020204020204" pitchFamily="34" charset="-122"/>
                <a:ea typeface="微软雅黑" panose="020B0503020204020204" pitchFamily="34" charset="-122"/>
              </a:rPr>
              <a:t>3. 4 </a:t>
            </a:r>
            <a:r>
              <a:rPr lang="zh-CN" altLang="en-US" b="1">
                <a:solidFill>
                  <a:schemeClr val="bg1"/>
                </a:solidFill>
                <a:latin typeface="微软雅黑" panose="020B0503020204020204" pitchFamily="34" charset="-122"/>
                <a:ea typeface="微软雅黑" panose="020B0503020204020204" pitchFamily="34" charset="-122"/>
              </a:rPr>
              <a:t>空间的相关和卷积</a:t>
            </a:r>
          </a:p>
        </p:txBody>
      </p:sp>
      <p:grpSp>
        <p:nvGrpSpPr>
          <p:cNvPr id="91140" name="Group 5">
            <a:extLst>
              <a:ext uri="{FF2B5EF4-FFF2-40B4-BE49-F238E27FC236}">
                <a16:creationId xmlns:a16="http://schemas.microsoft.com/office/drawing/2014/main" id="{8DACC21C-9FEC-4840-BFFC-8CB2196C21F2}"/>
              </a:ext>
            </a:extLst>
          </p:cNvPr>
          <p:cNvGrpSpPr>
            <a:grpSpLocks noChangeAspect="1"/>
          </p:cNvGrpSpPr>
          <p:nvPr/>
        </p:nvGrpSpPr>
        <p:grpSpPr bwMode="auto">
          <a:xfrm>
            <a:off x="2339975" y="-20638"/>
            <a:ext cx="6264275" cy="6680201"/>
            <a:chOff x="41" y="48"/>
            <a:chExt cx="3599" cy="3838"/>
          </a:xfrm>
        </p:grpSpPr>
        <p:pic>
          <p:nvPicPr>
            <p:cNvPr id="91147" name="Picture 10">
              <a:extLst>
                <a:ext uri="{FF2B5EF4-FFF2-40B4-BE49-F238E27FC236}">
                  <a16:creationId xmlns:a16="http://schemas.microsoft.com/office/drawing/2014/main" id="{E76FAD22-2CA2-484A-B826-FFCEC57A0D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 y="48"/>
              <a:ext cx="3599" cy="3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91148" name="Object 7">
              <a:extLst>
                <a:ext uri="{FF2B5EF4-FFF2-40B4-BE49-F238E27FC236}">
                  <a16:creationId xmlns:a16="http://schemas.microsoft.com/office/drawing/2014/main" id="{73547FD1-02D2-49EE-B6FE-6AF239D5142E}"/>
                </a:ext>
              </a:extLst>
            </p:cNvPr>
            <p:cNvGraphicFramePr>
              <a:graphicFrameLocks noChangeAspect="1"/>
            </p:cNvGraphicFramePr>
            <p:nvPr/>
          </p:nvGraphicFramePr>
          <p:xfrm>
            <a:off x="3020" y="3432"/>
            <a:ext cx="499" cy="228"/>
          </p:xfrm>
          <a:graphic>
            <a:graphicData uri="http://schemas.openxmlformats.org/presentationml/2006/ole">
              <mc:AlternateContent xmlns:mc="http://schemas.openxmlformats.org/markup-compatibility/2006">
                <mc:Choice xmlns:v="urn:schemas-microsoft-com:vml" Requires="v">
                  <p:oleObj spid="_x0000_s91149" r:id="rId4" imgW="444693" imgH="203288" progId="Equation.DSMT4">
                    <p:embed/>
                  </p:oleObj>
                </mc:Choice>
                <mc:Fallback>
                  <p:oleObj r:id="rId4" imgW="444693" imgH="203288" progId="Equation.DSMT4">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20" y="3432"/>
                          <a:ext cx="499"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91141" name="矩形 7">
            <a:extLst>
              <a:ext uri="{FF2B5EF4-FFF2-40B4-BE49-F238E27FC236}">
                <a16:creationId xmlns:a16="http://schemas.microsoft.com/office/drawing/2014/main" id="{31210884-1F3E-43BC-B622-80DFFD861859}"/>
              </a:ext>
            </a:extLst>
          </p:cNvPr>
          <p:cNvSpPr>
            <a:spLocks noChangeArrowheads="1"/>
          </p:cNvSpPr>
          <p:nvPr/>
        </p:nvSpPr>
        <p:spPr bwMode="auto">
          <a:xfrm>
            <a:off x="250825" y="1989138"/>
            <a:ext cx="677863" cy="173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eaLnBrk="1" hangingPunct="1">
              <a:spcBef>
                <a:spcPct val="50000"/>
              </a:spcBef>
            </a:pPr>
            <a:r>
              <a:rPr lang="zh-CN" altLang="en-US" b="1"/>
              <a:t>二维情况</a:t>
            </a:r>
          </a:p>
        </p:txBody>
      </p:sp>
      <p:sp>
        <p:nvSpPr>
          <p:cNvPr id="10" name="矩形 9">
            <a:extLst>
              <a:ext uri="{FF2B5EF4-FFF2-40B4-BE49-F238E27FC236}">
                <a16:creationId xmlns:a16="http://schemas.microsoft.com/office/drawing/2014/main" id="{6FDEC3CB-883C-4223-826D-996C78E34A52}"/>
              </a:ext>
            </a:extLst>
          </p:cNvPr>
          <p:cNvSpPr/>
          <p:nvPr/>
        </p:nvSpPr>
        <p:spPr>
          <a:xfrm>
            <a:off x="2339975" y="0"/>
            <a:ext cx="6264275" cy="4365625"/>
          </a:xfrm>
          <a:prstGeom prst="rect">
            <a:avLst/>
          </a:prstGeom>
          <a:noFill/>
          <a:ln>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 name="矩形 10">
            <a:extLst>
              <a:ext uri="{FF2B5EF4-FFF2-40B4-BE49-F238E27FC236}">
                <a16:creationId xmlns:a16="http://schemas.microsoft.com/office/drawing/2014/main" id="{50AAFC9C-09E1-4695-9A23-53E744C62DF5}"/>
              </a:ext>
            </a:extLst>
          </p:cNvPr>
          <p:cNvSpPr/>
          <p:nvPr/>
        </p:nvSpPr>
        <p:spPr>
          <a:xfrm>
            <a:off x="2339975" y="4462463"/>
            <a:ext cx="6264275" cy="2395537"/>
          </a:xfrm>
          <a:prstGeom prst="rect">
            <a:avLst/>
          </a:prstGeom>
          <a:noFill/>
          <a:ln>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1144" name="矩形 11">
            <a:extLst>
              <a:ext uri="{FF2B5EF4-FFF2-40B4-BE49-F238E27FC236}">
                <a16:creationId xmlns:a16="http://schemas.microsoft.com/office/drawing/2014/main" id="{EA6CABA8-CB31-4793-9BDB-C2FB4691EB57}"/>
              </a:ext>
            </a:extLst>
          </p:cNvPr>
          <p:cNvSpPr>
            <a:spLocks noChangeArrowheads="1"/>
          </p:cNvSpPr>
          <p:nvPr/>
        </p:nvSpPr>
        <p:spPr bwMode="auto">
          <a:xfrm>
            <a:off x="1403350" y="981075"/>
            <a:ext cx="10064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eaLnBrk="1" hangingPunct="1">
              <a:spcBef>
                <a:spcPct val="50000"/>
              </a:spcBef>
            </a:pPr>
            <a:r>
              <a:rPr lang="zh-CN" altLang="en-US" b="1"/>
              <a:t>相关</a:t>
            </a:r>
          </a:p>
        </p:txBody>
      </p:sp>
      <p:sp>
        <p:nvSpPr>
          <p:cNvPr id="91145" name="矩形 15">
            <a:extLst>
              <a:ext uri="{FF2B5EF4-FFF2-40B4-BE49-F238E27FC236}">
                <a16:creationId xmlns:a16="http://schemas.microsoft.com/office/drawing/2014/main" id="{04AD5461-48DB-440A-935A-E6EB49E90AD5}"/>
              </a:ext>
            </a:extLst>
          </p:cNvPr>
          <p:cNvSpPr>
            <a:spLocks noChangeArrowheads="1"/>
          </p:cNvSpPr>
          <p:nvPr/>
        </p:nvSpPr>
        <p:spPr bwMode="auto">
          <a:xfrm>
            <a:off x="1373188" y="5775325"/>
            <a:ext cx="10048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eaLnBrk="1" hangingPunct="1">
              <a:spcBef>
                <a:spcPct val="50000"/>
              </a:spcBef>
            </a:pPr>
            <a:r>
              <a:rPr lang="zh-CN" altLang="en-US" b="1"/>
              <a:t>卷积</a:t>
            </a:r>
          </a:p>
        </p:txBody>
      </p:sp>
      <p:sp>
        <p:nvSpPr>
          <p:cNvPr id="17" name="矩形 16">
            <a:extLst>
              <a:ext uri="{FF2B5EF4-FFF2-40B4-BE49-F238E27FC236}">
                <a16:creationId xmlns:a16="http://schemas.microsoft.com/office/drawing/2014/main" id="{A962C1EE-2292-4B2E-99E4-6CD22DBAA90F}"/>
              </a:ext>
            </a:extLst>
          </p:cNvPr>
          <p:cNvSpPr>
            <a:spLocks noChangeArrowheads="1"/>
          </p:cNvSpPr>
          <p:nvPr/>
        </p:nvSpPr>
        <p:spPr bwMode="auto">
          <a:xfrm>
            <a:off x="2459038" y="3879850"/>
            <a:ext cx="5514975" cy="584200"/>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eaLnBrk="1" hangingPunct="1">
              <a:spcBef>
                <a:spcPct val="50000"/>
              </a:spcBef>
            </a:pPr>
            <a:r>
              <a:rPr lang="zh-CN" altLang="en-US" b="1"/>
              <a:t>请对比教材图</a:t>
            </a:r>
            <a:r>
              <a:rPr lang="en-US" altLang="zh-CN" b="1"/>
              <a:t>3.29</a:t>
            </a:r>
            <a:r>
              <a:rPr lang="zh-CN" altLang="en-US" b="1"/>
              <a:t>和图</a:t>
            </a:r>
            <a:r>
              <a:rPr lang="en-US" altLang="zh-CN" b="1"/>
              <a:t>3.30</a:t>
            </a:r>
            <a:endParaRPr lang="zh-CN" altLang="en-US" b="1"/>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圆角矩形 17">
            <a:extLst>
              <a:ext uri="{FF2B5EF4-FFF2-40B4-BE49-F238E27FC236}">
                <a16:creationId xmlns:a16="http://schemas.microsoft.com/office/drawing/2014/main" id="{5E9C0322-0825-4FBB-A005-70E8C4FC8E88}"/>
              </a:ext>
            </a:extLst>
          </p:cNvPr>
          <p:cNvSpPr/>
          <p:nvPr/>
        </p:nvSpPr>
        <p:spPr>
          <a:xfrm>
            <a:off x="922087" y="1988840"/>
            <a:ext cx="7293251" cy="3323278"/>
          </a:xfrm>
          <a:prstGeom prst="roundRect">
            <a:avLst>
              <a:gd name="adj" fmla="val 4024"/>
            </a:avLst>
          </a:prstGeom>
          <a:solidFill>
            <a:schemeClr val="bg1">
              <a:lumMod val="95000"/>
            </a:schemeClr>
          </a:solidFill>
          <a:ln w="19050">
            <a:solidFill>
              <a:schemeClr val="tx1"/>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3" name="矩形 22">
            <a:extLst>
              <a:ext uri="{FF2B5EF4-FFF2-40B4-BE49-F238E27FC236}">
                <a16:creationId xmlns:a16="http://schemas.microsoft.com/office/drawing/2014/main" id="{0C03B073-83FE-4136-B325-4EA405727BA5}"/>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2166" name="TextBox 23">
            <a:extLst>
              <a:ext uri="{FF2B5EF4-FFF2-40B4-BE49-F238E27FC236}">
                <a16:creationId xmlns:a16="http://schemas.microsoft.com/office/drawing/2014/main" id="{D5BCC4A0-BC15-4D39-AF5F-328EC064DABA}"/>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a:r>
              <a:rPr lang="zh-CN" altLang="en-US" b="1">
                <a:solidFill>
                  <a:schemeClr val="bg1"/>
                </a:solidFill>
                <a:latin typeface="微软雅黑" panose="020B0503020204020204" pitchFamily="34" charset="-122"/>
                <a:ea typeface="微软雅黑" panose="020B0503020204020204" pitchFamily="34" charset="-122"/>
              </a:rPr>
              <a:t>空间滤波</a:t>
            </a:r>
          </a:p>
        </p:txBody>
      </p:sp>
      <p:graphicFrame>
        <p:nvGraphicFramePr>
          <p:cNvPr id="17" name="图示 16">
            <a:extLst>
              <a:ext uri="{FF2B5EF4-FFF2-40B4-BE49-F238E27FC236}">
                <a16:creationId xmlns:a16="http://schemas.microsoft.com/office/drawing/2014/main" id="{6CA3EB51-7DFA-468F-A7C4-136BA786DCD8}"/>
              </a:ext>
            </a:extLst>
          </p:cNvPr>
          <p:cNvGraphicFramePr/>
          <p:nvPr/>
        </p:nvGraphicFramePr>
        <p:xfrm>
          <a:off x="1928794" y="2097408"/>
          <a:ext cx="5072098" cy="30718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矩形 4">
            <a:extLst>
              <a:ext uri="{FF2B5EF4-FFF2-40B4-BE49-F238E27FC236}">
                <a16:creationId xmlns:a16="http://schemas.microsoft.com/office/drawing/2014/main" id="{1DD20E0A-94F3-4387-9FA2-D29A354E36F9}"/>
              </a:ext>
            </a:extLst>
          </p:cNvPr>
          <p:cNvSpPr>
            <a:spLocks noChangeArrowheads="1"/>
          </p:cNvSpPr>
          <p:nvPr/>
        </p:nvSpPr>
        <p:spPr bwMode="auto">
          <a:xfrm>
            <a:off x="238125" y="1689100"/>
            <a:ext cx="8031163"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just" eaLnBrk="1" hangingPunct="1">
              <a:buClrTx/>
              <a:buSzTx/>
              <a:buFontTx/>
              <a:buNone/>
            </a:pPr>
            <a:r>
              <a:rPr lang="zh-CN" altLang="en-US" sz="2800">
                <a:latin typeface="华文楷体" panose="02010600040101010101" pitchFamily="2" charset="-122"/>
                <a:ea typeface="华文楷体" panose="02010600040101010101" pitchFamily="2" charset="-122"/>
              </a:rPr>
              <a:t>平滑滤波输出为滤波掩膜邻域内像素的平均值。常用于模糊处理或减小噪声</a:t>
            </a:r>
          </a:p>
        </p:txBody>
      </p:sp>
      <p:sp>
        <p:nvSpPr>
          <p:cNvPr id="62" name="矩形 61">
            <a:extLst>
              <a:ext uri="{FF2B5EF4-FFF2-40B4-BE49-F238E27FC236}">
                <a16:creationId xmlns:a16="http://schemas.microsoft.com/office/drawing/2014/main" id="{137A2231-0036-49CA-8AB3-A7D0592789A9}"/>
              </a:ext>
            </a:extLst>
          </p:cNvPr>
          <p:cNvSpPr/>
          <p:nvPr/>
        </p:nvSpPr>
        <p:spPr>
          <a:xfrm>
            <a:off x="0" y="981075"/>
            <a:ext cx="2928938" cy="576263"/>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800" b="1" dirty="0">
                <a:latin typeface="微软雅黑" panose="020B0503020204020204" pitchFamily="34" charset="-122"/>
                <a:ea typeface="微软雅黑" panose="020B0503020204020204" pitchFamily="34" charset="-122"/>
              </a:rPr>
              <a:t>平滑空间滤波</a:t>
            </a:r>
          </a:p>
        </p:txBody>
      </p:sp>
      <p:pic>
        <p:nvPicPr>
          <p:cNvPr id="93188" name="Picture 2" descr="image001">
            <a:extLst>
              <a:ext uri="{FF2B5EF4-FFF2-40B4-BE49-F238E27FC236}">
                <a16:creationId xmlns:a16="http://schemas.microsoft.com/office/drawing/2014/main" id="{3C7ED20E-FF13-4595-988E-278974CBF7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8650" y="2928938"/>
            <a:ext cx="3014663"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3189" name="Picture 3" descr="image003">
            <a:extLst>
              <a:ext uri="{FF2B5EF4-FFF2-40B4-BE49-F238E27FC236}">
                <a16:creationId xmlns:a16="http://schemas.microsoft.com/office/drawing/2014/main" id="{0838CD07-69A7-4F97-8E8F-E5D0CF3B49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0" y="3005138"/>
            <a:ext cx="304800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93190" name="Object 5">
            <a:extLst>
              <a:ext uri="{FF2B5EF4-FFF2-40B4-BE49-F238E27FC236}">
                <a16:creationId xmlns:a16="http://schemas.microsoft.com/office/drawing/2014/main" id="{F4B30C4D-4E83-43B1-8067-BE63B6DE57F2}"/>
              </a:ext>
            </a:extLst>
          </p:cNvPr>
          <p:cNvGraphicFramePr>
            <a:graphicFrameLocks noChangeAspect="1"/>
          </p:cNvGraphicFramePr>
          <p:nvPr/>
        </p:nvGraphicFramePr>
        <p:xfrm>
          <a:off x="3643313" y="3746500"/>
          <a:ext cx="1754187" cy="1414463"/>
        </p:xfrm>
        <a:graphic>
          <a:graphicData uri="http://schemas.openxmlformats.org/presentationml/2006/ole">
            <mc:AlternateContent xmlns:mc="http://schemas.openxmlformats.org/markup-compatibility/2006">
              <mc:Choice xmlns:v="urn:schemas-microsoft-com:vml" Requires="v">
                <p:oleObj spid="_x0000_s93195" name="Equation" r:id="rId5" imgW="723586" imgH="710891" progId="Equation.3">
                  <p:embed/>
                </p:oleObj>
              </mc:Choice>
              <mc:Fallback>
                <p:oleObj name="Equation" r:id="rId5" imgW="723586" imgH="710891"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43313" y="3746500"/>
                        <a:ext cx="1754187" cy="141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0" name="右箭头 69">
            <a:extLst>
              <a:ext uri="{FF2B5EF4-FFF2-40B4-BE49-F238E27FC236}">
                <a16:creationId xmlns:a16="http://schemas.microsoft.com/office/drawing/2014/main" id="{11B35648-036B-4A68-8213-3E9D66F48B81}"/>
              </a:ext>
            </a:extLst>
          </p:cNvPr>
          <p:cNvSpPr/>
          <p:nvPr/>
        </p:nvSpPr>
        <p:spPr>
          <a:xfrm>
            <a:off x="3857625" y="5160963"/>
            <a:ext cx="1285875" cy="428625"/>
          </a:xfrm>
          <a:prstGeom prst="rightArrow">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3192" name="TextBox 70">
            <a:extLst>
              <a:ext uri="{FF2B5EF4-FFF2-40B4-BE49-F238E27FC236}">
                <a16:creationId xmlns:a16="http://schemas.microsoft.com/office/drawing/2014/main" id="{49AC6341-1075-48E0-874F-2EF7A1006BBF}"/>
              </a:ext>
            </a:extLst>
          </p:cNvPr>
          <p:cNvSpPr txBox="1">
            <a:spLocks noChangeArrowheads="1"/>
          </p:cNvSpPr>
          <p:nvPr/>
        </p:nvSpPr>
        <p:spPr bwMode="auto">
          <a:xfrm>
            <a:off x="3314700" y="3230563"/>
            <a:ext cx="25146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a:r>
              <a:rPr lang="zh-CN" altLang="en-US" sz="2400"/>
              <a:t>平滑滤波器</a:t>
            </a:r>
          </a:p>
        </p:txBody>
      </p:sp>
      <p:sp>
        <p:nvSpPr>
          <p:cNvPr id="11" name="矩形 10">
            <a:extLst>
              <a:ext uri="{FF2B5EF4-FFF2-40B4-BE49-F238E27FC236}">
                <a16:creationId xmlns:a16="http://schemas.microsoft.com/office/drawing/2014/main" id="{780E871C-567E-44AA-AD52-C7C6873522B7}"/>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93194" name="TextBox 23">
            <a:extLst>
              <a:ext uri="{FF2B5EF4-FFF2-40B4-BE49-F238E27FC236}">
                <a16:creationId xmlns:a16="http://schemas.microsoft.com/office/drawing/2014/main" id="{CB3CAD61-35A8-4B3F-9EAE-274C59151824}"/>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en-US" altLang="zh-CN" b="1">
                <a:solidFill>
                  <a:schemeClr val="bg1"/>
                </a:solidFill>
                <a:latin typeface="微软雅黑" panose="020B0503020204020204" pitchFamily="34" charset="-122"/>
                <a:ea typeface="微软雅黑" panose="020B0503020204020204" pitchFamily="34" charset="-122"/>
              </a:rPr>
              <a:t>3. 5 </a:t>
            </a:r>
            <a:r>
              <a:rPr lang="zh-CN" altLang="en-US" b="1">
                <a:solidFill>
                  <a:schemeClr val="bg1"/>
                </a:solidFill>
                <a:latin typeface="微软雅黑" panose="020B0503020204020204" pitchFamily="34" charset="-122"/>
                <a:ea typeface="微软雅黑" panose="020B0503020204020204" pitchFamily="34" charset="-122"/>
              </a:rPr>
              <a:t>平滑线性滤波器</a:t>
            </a:r>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FD644177-AB79-4776-B6D2-A3A6F4F4BA4C}"/>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94211" name="TextBox 23">
            <a:extLst>
              <a:ext uri="{FF2B5EF4-FFF2-40B4-BE49-F238E27FC236}">
                <a16:creationId xmlns:a16="http://schemas.microsoft.com/office/drawing/2014/main" id="{FC4D75AA-0694-4B7A-8155-028EF083B97B}"/>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en-US" altLang="zh-CN" b="1">
                <a:solidFill>
                  <a:schemeClr val="bg1"/>
                </a:solidFill>
                <a:latin typeface="微软雅黑" panose="020B0503020204020204" pitchFamily="34" charset="-122"/>
                <a:ea typeface="微软雅黑" panose="020B0503020204020204" pitchFamily="34" charset="-122"/>
              </a:rPr>
              <a:t>3. 5 </a:t>
            </a:r>
            <a:r>
              <a:rPr lang="zh-CN" altLang="en-US" b="1">
                <a:solidFill>
                  <a:schemeClr val="bg1"/>
                </a:solidFill>
                <a:latin typeface="微软雅黑" panose="020B0503020204020204" pitchFamily="34" charset="-122"/>
                <a:ea typeface="微软雅黑" panose="020B0503020204020204" pitchFamily="34" charset="-122"/>
              </a:rPr>
              <a:t>平滑线性滤波器</a:t>
            </a:r>
          </a:p>
        </p:txBody>
      </p:sp>
      <p:pic>
        <p:nvPicPr>
          <p:cNvPr id="7" name="Picture 17">
            <a:extLst>
              <a:ext uri="{FF2B5EF4-FFF2-40B4-BE49-F238E27FC236}">
                <a16:creationId xmlns:a16="http://schemas.microsoft.com/office/drawing/2014/main" id="{071E0D10-47D5-4139-AB01-057CFD9125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1863" y="3644900"/>
            <a:ext cx="2647950" cy="211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6">
            <a:extLst>
              <a:ext uri="{FF2B5EF4-FFF2-40B4-BE49-F238E27FC236}">
                <a16:creationId xmlns:a16="http://schemas.microsoft.com/office/drawing/2014/main" id="{60505EA8-A027-4C8A-9B05-A2AF631D12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350" y="3500438"/>
            <a:ext cx="2600325" cy="221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9" name="Object 5">
            <a:extLst>
              <a:ext uri="{FF2B5EF4-FFF2-40B4-BE49-F238E27FC236}">
                <a16:creationId xmlns:a16="http://schemas.microsoft.com/office/drawing/2014/main" id="{B6590FAE-2D42-4343-A8AD-FC96BC1898EC}"/>
              </a:ext>
            </a:extLst>
          </p:cNvPr>
          <p:cNvGraphicFramePr>
            <a:graphicFrameLocks noChangeAspect="1"/>
          </p:cNvGraphicFramePr>
          <p:nvPr/>
        </p:nvGraphicFramePr>
        <p:xfrm>
          <a:off x="2124075" y="2495550"/>
          <a:ext cx="1512888" cy="919163"/>
        </p:xfrm>
        <a:graphic>
          <a:graphicData uri="http://schemas.openxmlformats.org/presentationml/2006/ole">
            <mc:AlternateContent xmlns:mc="http://schemas.openxmlformats.org/markup-compatibility/2006">
              <mc:Choice xmlns:v="urn:schemas-microsoft-com:vml" Requires="v">
                <p:oleObj spid="_x0000_s94220" r:id="rId5" imgW="711200" imgH="431800" progId="Equation.DSMT4">
                  <p:embed/>
                </p:oleObj>
              </mc:Choice>
              <mc:Fallback>
                <p:oleObj r:id="rId5" imgW="711200" imgH="4318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24075" y="2495550"/>
                        <a:ext cx="1512888" cy="919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Text Box 6">
            <a:extLst>
              <a:ext uri="{FF2B5EF4-FFF2-40B4-BE49-F238E27FC236}">
                <a16:creationId xmlns:a16="http://schemas.microsoft.com/office/drawing/2014/main" id="{12D337B3-5394-4E56-80B9-93D13B521780}"/>
              </a:ext>
            </a:extLst>
          </p:cNvPr>
          <p:cNvSpPr txBox="1">
            <a:spLocks noChangeArrowheads="1"/>
          </p:cNvSpPr>
          <p:nvPr/>
        </p:nvSpPr>
        <p:spPr bwMode="auto">
          <a:xfrm>
            <a:off x="3492500" y="5805488"/>
            <a:ext cx="32400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eaLnBrk="1" hangingPunct="1">
              <a:buFont typeface="Arial" panose="020B0604020202020204" pitchFamily="34" charset="0"/>
              <a:buNone/>
            </a:pPr>
            <a:r>
              <a:rPr lang="zh-CN" altLang="en-US" sz="2000" b="1">
                <a:latin typeface="Times New Roman" panose="02020603050405020304" pitchFamily="18" charset="0"/>
              </a:rPr>
              <a:t>两个</a:t>
            </a:r>
            <a:r>
              <a:rPr lang="en-US" altLang="zh-CN" sz="2000" b="1">
                <a:latin typeface="Times New Roman" panose="02020603050405020304" pitchFamily="18" charset="0"/>
              </a:rPr>
              <a:t>3×3</a:t>
            </a:r>
            <a:r>
              <a:rPr lang="zh-CN" altLang="en-US" sz="2000" b="1">
                <a:latin typeface="Times New Roman" panose="02020603050405020304" pitchFamily="18" charset="0"/>
              </a:rPr>
              <a:t>平滑滤波器掩模</a:t>
            </a:r>
          </a:p>
        </p:txBody>
      </p:sp>
      <p:sp>
        <p:nvSpPr>
          <p:cNvPr id="11" name="AutoShape 7">
            <a:extLst>
              <a:ext uri="{FF2B5EF4-FFF2-40B4-BE49-F238E27FC236}">
                <a16:creationId xmlns:a16="http://schemas.microsoft.com/office/drawing/2014/main" id="{AD9F1D64-7FEC-410C-A909-87F379A974F0}"/>
              </a:ext>
            </a:extLst>
          </p:cNvPr>
          <p:cNvSpPr>
            <a:spLocks noChangeArrowheads="1"/>
          </p:cNvSpPr>
          <p:nvPr/>
        </p:nvSpPr>
        <p:spPr bwMode="auto">
          <a:xfrm>
            <a:off x="0" y="2565400"/>
            <a:ext cx="1655763" cy="503238"/>
          </a:xfrm>
          <a:prstGeom prst="wedgeRoundRectCallout">
            <a:avLst>
              <a:gd name="adj1" fmla="val 43287"/>
              <a:gd name="adj2" fmla="val 164829"/>
              <a:gd name="adj3" fmla="val 16667"/>
            </a:avLst>
          </a:prstGeom>
          <a:solidFill>
            <a:srgbClr val="FFFF00"/>
          </a:solidFill>
          <a:ln w="9525">
            <a:solidFill>
              <a:schemeClr val="tx1"/>
            </a:solidFill>
            <a:miter lim="800000"/>
            <a:headEnd/>
            <a:tailEnd/>
          </a:ln>
        </p:spPr>
        <p:txBody>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zh-CN" altLang="en-US" sz="1800" b="1">
                <a:solidFill>
                  <a:srgbClr val="0033CC"/>
                </a:solidFill>
                <a:ea typeface="宋体" panose="02010600030101010101" pitchFamily="2" charset="-122"/>
              </a:rPr>
              <a:t>盒滤波器</a:t>
            </a:r>
          </a:p>
        </p:txBody>
      </p:sp>
      <p:sp>
        <p:nvSpPr>
          <p:cNvPr id="12" name="AutoShape 8">
            <a:extLst>
              <a:ext uri="{FF2B5EF4-FFF2-40B4-BE49-F238E27FC236}">
                <a16:creationId xmlns:a16="http://schemas.microsoft.com/office/drawing/2014/main" id="{89E1B08A-1C49-48F7-96C4-F1539CCA9D56}"/>
              </a:ext>
            </a:extLst>
          </p:cNvPr>
          <p:cNvSpPr>
            <a:spLocks noChangeArrowheads="1"/>
          </p:cNvSpPr>
          <p:nvPr/>
        </p:nvSpPr>
        <p:spPr bwMode="auto">
          <a:xfrm>
            <a:off x="4427538" y="2565400"/>
            <a:ext cx="2016125" cy="647700"/>
          </a:xfrm>
          <a:prstGeom prst="wedgeRoundRectCallout">
            <a:avLst>
              <a:gd name="adj1" fmla="val 36852"/>
              <a:gd name="adj2" fmla="val 139218"/>
              <a:gd name="adj3" fmla="val 16667"/>
            </a:avLst>
          </a:prstGeom>
          <a:solidFill>
            <a:srgbClr val="FFFF00"/>
          </a:solidFill>
          <a:ln w="9525">
            <a:solidFill>
              <a:schemeClr val="tx1"/>
            </a:solidFill>
            <a:miter lim="800000"/>
            <a:headEnd/>
            <a:tailEnd/>
          </a:ln>
        </p:spPr>
        <p:txBody>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zh-CN" altLang="en-US" sz="1800" b="1">
                <a:solidFill>
                  <a:srgbClr val="0033CC"/>
                </a:solidFill>
                <a:ea typeface="宋体" panose="02010600030101010101" pitchFamily="2" charset="-122"/>
              </a:rPr>
              <a:t>加权平均滤波器</a:t>
            </a:r>
          </a:p>
        </p:txBody>
      </p:sp>
      <p:graphicFrame>
        <p:nvGraphicFramePr>
          <p:cNvPr id="13" name="Object 10">
            <a:extLst>
              <a:ext uri="{FF2B5EF4-FFF2-40B4-BE49-F238E27FC236}">
                <a16:creationId xmlns:a16="http://schemas.microsoft.com/office/drawing/2014/main" id="{3A5F5A2E-7A45-4643-A8F0-5F83772AC57E}"/>
              </a:ext>
            </a:extLst>
          </p:cNvPr>
          <p:cNvGraphicFramePr>
            <a:graphicFrameLocks noChangeAspect="1"/>
          </p:cNvGraphicFramePr>
          <p:nvPr/>
        </p:nvGraphicFramePr>
        <p:xfrm>
          <a:off x="6659563" y="2565400"/>
          <a:ext cx="1873250" cy="790575"/>
        </p:xfrm>
        <a:graphic>
          <a:graphicData uri="http://schemas.openxmlformats.org/presentationml/2006/ole">
            <mc:AlternateContent xmlns:mc="http://schemas.openxmlformats.org/markup-compatibility/2006">
              <mc:Choice xmlns:v="urn:schemas-microsoft-com:vml" Requires="v">
                <p:oleObj spid="_x0000_s94221" r:id="rId7" imgW="952500" imgH="431800" progId="Equation.3">
                  <p:embed/>
                </p:oleObj>
              </mc:Choice>
              <mc:Fallback>
                <p:oleObj r:id="rId7" imgW="952500" imgH="43180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59563" y="2565400"/>
                        <a:ext cx="1873250" cy="790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 name="Text Box 11">
            <a:extLst>
              <a:ext uri="{FF2B5EF4-FFF2-40B4-BE49-F238E27FC236}">
                <a16:creationId xmlns:a16="http://schemas.microsoft.com/office/drawing/2014/main" id="{2A03385C-C741-4C9E-922A-D77DB4578FD2}"/>
              </a:ext>
            </a:extLst>
          </p:cNvPr>
          <p:cNvSpPr txBox="1">
            <a:spLocks noChangeArrowheads="1"/>
          </p:cNvSpPr>
          <p:nvPr/>
        </p:nvSpPr>
        <p:spPr bwMode="auto">
          <a:xfrm>
            <a:off x="611188" y="1268413"/>
            <a:ext cx="7777162" cy="1041400"/>
          </a:xfrm>
          <a:prstGeom prst="rect">
            <a:avLst/>
          </a:prstGeom>
          <a:solidFill>
            <a:schemeClr val="bg1"/>
          </a:solidFill>
          <a:ln>
            <a:noFill/>
          </a:ln>
          <a:effectLst/>
          <a:extLst/>
        </p:spPr>
        <p:txBody>
          <a:bodyPr lIns="90000" tIns="46800" rIns="90000" bIns="46800">
            <a:spAutoFit/>
          </a:bodyPr>
          <a:lstStyle>
            <a:lvl1pPr eaLnBrk="0" hangingPunct="0">
              <a:defRPr sz="3200">
                <a:solidFill>
                  <a:schemeClr val="tx1"/>
                </a:solidFill>
                <a:latin typeface="Verdana" pitchFamily="34" charset="0"/>
                <a:ea typeface="楷体_GB2312" pitchFamily="1" charset="-122"/>
              </a:defRPr>
            </a:lvl1pPr>
            <a:lvl2pPr marL="742950" indent="-285750" eaLnBrk="0" hangingPunct="0">
              <a:defRPr sz="3200">
                <a:solidFill>
                  <a:schemeClr val="tx1"/>
                </a:solidFill>
                <a:latin typeface="Verdana" pitchFamily="34" charset="0"/>
                <a:ea typeface="楷体_GB2312" pitchFamily="1" charset="-122"/>
              </a:defRPr>
            </a:lvl2pPr>
            <a:lvl3pPr marL="1143000" indent="-228600" eaLnBrk="0" hangingPunct="0">
              <a:defRPr sz="3200">
                <a:solidFill>
                  <a:schemeClr val="tx1"/>
                </a:solidFill>
                <a:latin typeface="Verdana" pitchFamily="34" charset="0"/>
                <a:ea typeface="楷体_GB2312" pitchFamily="1" charset="-122"/>
              </a:defRPr>
            </a:lvl3pPr>
            <a:lvl4pPr marL="1600200" indent="-228600" eaLnBrk="0" hangingPunct="0">
              <a:defRPr sz="3200">
                <a:solidFill>
                  <a:schemeClr val="tx1"/>
                </a:solidFill>
                <a:latin typeface="Verdana" pitchFamily="34" charset="0"/>
                <a:ea typeface="楷体_GB2312" pitchFamily="1" charset="-122"/>
              </a:defRPr>
            </a:lvl4pPr>
            <a:lvl5pPr marL="2057400" indent="-228600" eaLnBrk="0" hangingPunct="0">
              <a:defRPr sz="3200">
                <a:solidFill>
                  <a:schemeClr val="tx1"/>
                </a:solidFill>
                <a:latin typeface="Verdana" pitchFamily="34" charset="0"/>
                <a:ea typeface="楷体_GB2312" pitchFamily="1" charset="-122"/>
              </a:defRPr>
            </a:lvl5pPr>
            <a:lvl6pPr marL="25146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6pPr>
            <a:lvl7pPr marL="29718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7pPr>
            <a:lvl8pPr marL="34290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8pPr>
            <a:lvl9pPr marL="38862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9pPr>
          </a:lstStyle>
          <a:p>
            <a:pPr eaLnBrk="1" hangingPunct="1">
              <a:lnSpc>
                <a:spcPct val="130000"/>
              </a:lnSpc>
              <a:buFont typeface="Arial" panose="020B0604020202020204" pitchFamily="34" charset="0"/>
              <a:buNone/>
              <a:defRPr/>
            </a:pPr>
            <a:r>
              <a:rPr lang="zh-CN" altLang="en-US" sz="2400" b="1" dirty="0">
                <a:latin typeface="楷体_GB2312" pitchFamily="1" charset="-122"/>
              </a:rPr>
              <a:t>用包含在滤波</a:t>
            </a:r>
            <a:r>
              <a:rPr lang="zh-CN" altLang="en-US" sz="2400" b="1" i="1" u="sng" dirty="0">
                <a:effectLst>
                  <a:outerShdw blurRad="38100" dist="38100" dir="2700000" algn="tl">
                    <a:srgbClr val="C0C0C0"/>
                  </a:outerShdw>
                </a:effectLst>
                <a:latin typeface="楷体_GB2312" pitchFamily="1" charset="-122"/>
              </a:rPr>
              <a:t>掩模邻域内的像素的</a:t>
            </a:r>
            <a:r>
              <a:rPr lang="zh-CN" altLang="en-US" sz="2400" b="1" i="1" u="sng" dirty="0">
                <a:solidFill>
                  <a:srgbClr val="0033CC"/>
                </a:solidFill>
                <a:effectLst>
                  <a:outerShdw blurRad="38100" dist="38100" dir="2700000" algn="tl">
                    <a:srgbClr val="C0C0C0"/>
                  </a:outerShdw>
                </a:effectLst>
                <a:latin typeface="楷体_GB2312" pitchFamily="1" charset="-122"/>
              </a:rPr>
              <a:t>平均灰度值</a:t>
            </a:r>
            <a:r>
              <a:rPr lang="zh-CN" altLang="en-US" sz="2400" b="1" dirty="0">
                <a:latin typeface="楷体_GB2312" pitchFamily="1" charset="-122"/>
              </a:rPr>
              <a:t>去代替每个像素点的值。又叫：均值滤波器</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blinds(horizontal)">
                                      <p:cBhvr>
                                        <p:cTn id="22" dur="500"/>
                                        <p:tgtEl>
                                          <p:spTgt spid="1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blinds(horizontal)">
                                      <p:cBhvr>
                                        <p:cTn id="27" dur="500"/>
                                        <p:tgtEl>
                                          <p:spTgt spid="1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blinds(horizontal)">
                                      <p:cBhvr>
                                        <p:cTn id="32" dur="500"/>
                                        <p:tgtEl>
                                          <p:spTgt spid="1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blinds(horizontal)">
                                      <p:cBhvr>
                                        <p:cTn id="37" dur="500"/>
                                        <p:tgtEl>
                                          <p:spTgt spid="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blinds(horizontal)">
                                      <p:cBhvr>
                                        <p:cTn id="4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utoUpdateAnimBg="0"/>
      <p:bldP spid="11" grpId="0" animBg="1" autoUpdateAnimBg="0"/>
      <p:bldP spid="12" grpId="0" animBg="1" autoUpdateAnimBg="0"/>
      <p:bldP spid="14" grpId="0" animBg="1" autoUpdateAnimBg="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FD644177-AB79-4776-B6D2-A3A6F4F4BA4C}"/>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95235" name="TextBox 23">
            <a:extLst>
              <a:ext uri="{FF2B5EF4-FFF2-40B4-BE49-F238E27FC236}">
                <a16:creationId xmlns:a16="http://schemas.microsoft.com/office/drawing/2014/main" id="{F2F72B5E-A7E8-4C87-A733-4F6CD20F5AEA}"/>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en-US" altLang="zh-CN" b="1">
                <a:solidFill>
                  <a:schemeClr val="bg1"/>
                </a:solidFill>
                <a:latin typeface="微软雅黑" panose="020B0503020204020204" pitchFamily="34" charset="-122"/>
                <a:ea typeface="微软雅黑" panose="020B0503020204020204" pitchFamily="34" charset="-122"/>
              </a:rPr>
              <a:t>3. 5</a:t>
            </a:r>
            <a:r>
              <a:rPr lang="zh-CN" altLang="en-US" b="1">
                <a:solidFill>
                  <a:schemeClr val="bg1"/>
                </a:solidFill>
                <a:latin typeface="微软雅黑" panose="020B0503020204020204" pitchFamily="34" charset="-122"/>
                <a:ea typeface="微软雅黑" panose="020B0503020204020204" pitchFamily="34" charset="-122"/>
              </a:rPr>
              <a:t> 平滑线性滤波器</a:t>
            </a:r>
          </a:p>
        </p:txBody>
      </p:sp>
      <p:sp>
        <p:nvSpPr>
          <p:cNvPr id="15" name="Text Box 4">
            <a:extLst>
              <a:ext uri="{FF2B5EF4-FFF2-40B4-BE49-F238E27FC236}">
                <a16:creationId xmlns:a16="http://schemas.microsoft.com/office/drawing/2014/main" id="{7A1A2C57-F770-4EE0-B188-4EBDD2810555}"/>
              </a:ext>
            </a:extLst>
          </p:cNvPr>
          <p:cNvSpPr txBox="1">
            <a:spLocks noChangeArrowheads="1"/>
          </p:cNvSpPr>
          <p:nvPr/>
        </p:nvSpPr>
        <p:spPr bwMode="auto">
          <a:xfrm>
            <a:off x="539750" y="1196975"/>
            <a:ext cx="7920038" cy="1244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eaLnBrk="1" hangingPunct="1">
              <a:lnSpc>
                <a:spcPct val="135000"/>
              </a:lnSpc>
              <a:buFont typeface="Arial" panose="020B0604020202020204" pitchFamily="34" charset="0"/>
              <a:buNone/>
            </a:pPr>
            <a:r>
              <a:rPr lang="en-US" altLang="zh-CN" sz="2800" b="1">
                <a:latin typeface="楷体_GB2312" pitchFamily="1" charset="-122"/>
              </a:rPr>
              <a:t>      </a:t>
            </a:r>
            <a:r>
              <a:rPr lang="zh-CN" altLang="en-US" sz="2800" b="1">
                <a:latin typeface="楷体_GB2312" pitchFamily="1" charset="-122"/>
              </a:rPr>
              <a:t>一幅</a:t>
            </a:r>
            <a:r>
              <a:rPr lang="en-US" altLang="zh-CN" sz="2800" b="1">
                <a:latin typeface="楷体_GB2312" pitchFamily="1" charset="-122"/>
              </a:rPr>
              <a:t>M×N</a:t>
            </a:r>
            <a:r>
              <a:rPr lang="zh-CN" altLang="en-US" sz="2800" b="1">
                <a:latin typeface="楷体_GB2312" pitchFamily="1" charset="-122"/>
              </a:rPr>
              <a:t>的图像经过</a:t>
            </a:r>
            <a:r>
              <a:rPr lang="en-US" altLang="zh-CN" sz="2800" b="1">
                <a:latin typeface="楷体_GB2312" pitchFamily="1" charset="-122"/>
              </a:rPr>
              <a:t>m×n</a:t>
            </a:r>
            <a:r>
              <a:rPr lang="zh-CN" altLang="en-US" sz="2800" b="1">
                <a:latin typeface="楷体_GB2312" pitchFamily="1" charset="-122"/>
              </a:rPr>
              <a:t>的加权均值滤波器滤波的过程可由下式给出：</a:t>
            </a:r>
          </a:p>
        </p:txBody>
      </p:sp>
      <p:graphicFrame>
        <p:nvGraphicFramePr>
          <p:cNvPr id="16" name="Object 3">
            <a:extLst>
              <a:ext uri="{FF2B5EF4-FFF2-40B4-BE49-F238E27FC236}">
                <a16:creationId xmlns:a16="http://schemas.microsoft.com/office/drawing/2014/main" id="{E8C68C9F-88B4-4E48-8730-D20EF6D1B68F}"/>
              </a:ext>
            </a:extLst>
          </p:cNvPr>
          <p:cNvGraphicFramePr>
            <a:graphicFrameLocks noChangeAspect="1"/>
          </p:cNvGraphicFramePr>
          <p:nvPr/>
        </p:nvGraphicFramePr>
        <p:xfrm>
          <a:off x="1619250" y="2659063"/>
          <a:ext cx="5903913" cy="1709737"/>
        </p:xfrm>
        <a:graphic>
          <a:graphicData uri="http://schemas.openxmlformats.org/presentationml/2006/ole">
            <mc:AlternateContent xmlns:mc="http://schemas.openxmlformats.org/markup-compatibility/2006">
              <mc:Choice xmlns:v="urn:schemas-microsoft-com:vml" Requires="v">
                <p:oleObj spid="_x0000_s95239" r:id="rId3" imgW="2895600" imgH="838200" progId="Equation.DSMT4">
                  <p:embed/>
                </p:oleObj>
              </mc:Choice>
              <mc:Fallback>
                <p:oleObj r:id="rId3" imgW="2895600" imgH="8382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250" y="2659063"/>
                        <a:ext cx="5903913" cy="1709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 name="Object 5">
            <a:extLst>
              <a:ext uri="{FF2B5EF4-FFF2-40B4-BE49-F238E27FC236}">
                <a16:creationId xmlns:a16="http://schemas.microsoft.com/office/drawing/2014/main" id="{7EC0F8B2-7741-4C2E-9168-C98F929DE364}"/>
              </a:ext>
            </a:extLst>
          </p:cNvPr>
          <p:cNvGraphicFramePr>
            <a:graphicFrameLocks noChangeAspect="1"/>
          </p:cNvGraphicFramePr>
          <p:nvPr/>
        </p:nvGraphicFramePr>
        <p:xfrm>
          <a:off x="468313" y="4581525"/>
          <a:ext cx="7818437" cy="1752600"/>
        </p:xfrm>
        <a:graphic>
          <a:graphicData uri="http://schemas.openxmlformats.org/presentationml/2006/ole">
            <mc:AlternateContent xmlns:mc="http://schemas.openxmlformats.org/markup-compatibility/2006">
              <mc:Choice xmlns:v="urn:schemas-microsoft-com:vml" Requires="v">
                <p:oleObj spid="_x0000_s95240" r:id="rId5" imgW="3733800" imgH="838200" progId="Equation.DSMT4">
                  <p:embed/>
                </p:oleObj>
              </mc:Choice>
              <mc:Fallback>
                <p:oleObj r:id="rId5" imgW="3733800" imgH="8382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8313" y="4581525"/>
                        <a:ext cx="7818437"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linds(horizontal)">
                                      <p:cBhvr>
                                        <p:cTn id="7" dur="500"/>
                                        <p:tgtEl>
                                          <p:spTgt spid="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linds(horizontal)">
                                      <p:cBhvr>
                                        <p:cTn id="12" dur="500"/>
                                        <p:tgtEl>
                                          <p:spTgt spid="1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blinds(horizontal)">
                                      <p:cBhvr>
                                        <p:cTn id="1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autoUpdateAnimBg="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 name="组合 58">
            <a:extLst>
              <a:ext uri="{FF2B5EF4-FFF2-40B4-BE49-F238E27FC236}">
                <a16:creationId xmlns:a16="http://schemas.microsoft.com/office/drawing/2014/main" id="{93EC8DE9-775D-4885-9703-E2F4BE6907F6}"/>
              </a:ext>
            </a:extLst>
          </p:cNvPr>
          <p:cNvGrpSpPr>
            <a:grpSpLocks/>
          </p:cNvGrpSpPr>
          <p:nvPr/>
        </p:nvGrpSpPr>
        <p:grpSpPr bwMode="auto">
          <a:xfrm>
            <a:off x="2686050" y="2825750"/>
            <a:ext cx="1225550" cy="1008063"/>
            <a:chOff x="2686050" y="2825750"/>
            <a:chExt cx="1225550" cy="1008063"/>
          </a:xfrm>
        </p:grpSpPr>
        <p:sp>
          <p:nvSpPr>
            <p:cNvPr id="60" name="矩形 59">
              <a:extLst>
                <a:ext uri="{FF2B5EF4-FFF2-40B4-BE49-F238E27FC236}">
                  <a16:creationId xmlns:a16="http://schemas.microsoft.com/office/drawing/2014/main" id="{94B11C46-4031-4D1E-8745-EA062544D769}"/>
                </a:ext>
              </a:extLst>
            </p:cNvPr>
            <p:cNvSpPr/>
            <p:nvPr/>
          </p:nvSpPr>
          <p:spPr bwMode="auto">
            <a:xfrm>
              <a:off x="2686050" y="2825750"/>
              <a:ext cx="1225550" cy="1008063"/>
            </a:xfrm>
            <a:prstGeom prst="rect">
              <a:avLst/>
            </a:prstGeom>
            <a:solidFill>
              <a:schemeClr val="accent5">
                <a:lumMod val="90000"/>
              </a:schemeClr>
            </a:solidFill>
            <a:ln w="12700" cap="flat" cmpd="sng" algn="ctr">
              <a:solidFill>
                <a:schemeClr val="tx1"/>
              </a:solidFill>
              <a:prstDash val="solid"/>
              <a:round/>
              <a:headEnd type="none" w="sm" len="sm"/>
              <a:tailEnd type="none" w="sm" len="sm"/>
            </a:ln>
            <a:effectLst/>
          </p:spPr>
          <p:txBody>
            <a:bodyPr lIns="91896" tIns="45950" rIns="91896" bIns="45950"/>
            <a:lstStyle/>
            <a:p>
              <a:pPr algn="ctr">
                <a:spcBef>
                  <a:spcPct val="30000"/>
                </a:spcBef>
                <a:defRPr/>
              </a:pPr>
              <a:endParaRPr lang="zh-CN" altLang="en-US" sz="2000" b="1">
                <a:latin typeface="Arial" charset="0"/>
              </a:endParaRPr>
            </a:p>
          </p:txBody>
        </p:sp>
        <p:sp>
          <p:nvSpPr>
            <p:cNvPr id="96269" name="矩形 3">
              <a:extLst>
                <a:ext uri="{FF2B5EF4-FFF2-40B4-BE49-F238E27FC236}">
                  <a16:creationId xmlns:a16="http://schemas.microsoft.com/office/drawing/2014/main" id="{72269653-B77D-45FD-B35C-EA3D1AFF429C}"/>
                </a:ext>
              </a:extLst>
            </p:cNvPr>
            <p:cNvSpPr>
              <a:spLocks noChangeArrowheads="1"/>
            </p:cNvSpPr>
            <p:nvPr/>
          </p:nvSpPr>
          <p:spPr bwMode="auto">
            <a:xfrm>
              <a:off x="3113865" y="3158469"/>
              <a:ext cx="324000" cy="324000"/>
            </a:xfrm>
            <a:prstGeom prst="rect">
              <a:avLst/>
            </a:prstGeom>
            <a:solidFill>
              <a:srgbClr val="FFFF0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lIns="91896" tIns="45950" rIns="91896" bIns="45950"/>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a:spcBef>
                  <a:spcPct val="30000"/>
                </a:spcBef>
                <a:buClrTx/>
                <a:buSzTx/>
                <a:buFontTx/>
                <a:buNone/>
              </a:pPr>
              <a:endParaRPr lang="zh-CN" altLang="en-US" sz="2000" b="1">
                <a:latin typeface="Arial" panose="020B0604020202020204" pitchFamily="34" charset="0"/>
              </a:endParaRPr>
            </a:p>
          </p:txBody>
        </p:sp>
      </p:grpSp>
      <p:graphicFrame>
        <p:nvGraphicFramePr>
          <p:cNvPr id="96259" name="对象 2">
            <a:extLst>
              <a:ext uri="{FF2B5EF4-FFF2-40B4-BE49-F238E27FC236}">
                <a16:creationId xmlns:a16="http://schemas.microsoft.com/office/drawing/2014/main" id="{8261F4C7-D951-4226-A553-30DD769D289A}"/>
              </a:ext>
            </a:extLst>
          </p:cNvPr>
          <p:cNvGraphicFramePr>
            <a:graphicFrameLocks noChangeAspect="1"/>
          </p:cNvGraphicFramePr>
          <p:nvPr/>
        </p:nvGraphicFramePr>
        <p:xfrm>
          <a:off x="2214563" y="2798763"/>
          <a:ext cx="2557462" cy="1760537"/>
        </p:xfrm>
        <a:graphic>
          <a:graphicData uri="http://schemas.openxmlformats.org/presentationml/2006/ole">
            <mc:AlternateContent xmlns:mc="http://schemas.openxmlformats.org/markup-compatibility/2006">
              <mc:Choice xmlns:v="urn:schemas-microsoft-com:vml" Requires="v">
                <p:oleObj spid="_x0000_s96270" name="Equation" r:id="rId3" imgW="1422400" imgH="977900" progId="Equation.DSMT4">
                  <p:embed/>
                </p:oleObj>
              </mc:Choice>
              <mc:Fallback>
                <p:oleObj name="Equation" r:id="rId3" imgW="1422400" imgH="977900" progId="Equation.DSMT4">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14563" y="2798763"/>
                        <a:ext cx="2557462" cy="176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3" name="矩形 62">
            <a:extLst>
              <a:ext uri="{FF2B5EF4-FFF2-40B4-BE49-F238E27FC236}">
                <a16:creationId xmlns:a16="http://schemas.microsoft.com/office/drawing/2014/main" id="{F489223B-E4CB-46A5-A557-07B1970B6C74}"/>
              </a:ext>
            </a:extLst>
          </p:cNvPr>
          <p:cNvSpPr>
            <a:spLocks noChangeArrowheads="1"/>
          </p:cNvSpPr>
          <p:nvPr/>
        </p:nvSpPr>
        <p:spPr bwMode="auto">
          <a:xfrm>
            <a:off x="3779838" y="4941888"/>
            <a:ext cx="504825" cy="287337"/>
          </a:xfrm>
          <a:prstGeom prst="rect">
            <a:avLst/>
          </a:prstGeom>
          <a:solidFill>
            <a:srgbClr val="FFFF00"/>
          </a:solidFill>
          <a:ln w="12700" algn="ctr">
            <a:solidFill>
              <a:schemeClr val="tx1"/>
            </a:solidFill>
            <a:round/>
            <a:headEnd type="none" w="sm" len="sm"/>
            <a:tailEnd type="none" w="sm" len="sm"/>
          </a:ln>
        </p:spPr>
        <p:txBody>
          <a:bodyPr lIns="91896" tIns="45950" rIns="91896" bIns="45950"/>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a:spcBef>
                <a:spcPct val="30000"/>
              </a:spcBef>
              <a:buClrTx/>
              <a:buSzTx/>
              <a:buFontTx/>
              <a:buNone/>
            </a:pPr>
            <a:endParaRPr lang="zh-CN" altLang="en-US" sz="2000" b="1">
              <a:latin typeface="Arial" panose="020B0604020202020204" pitchFamily="34" charset="0"/>
            </a:endParaRPr>
          </a:p>
        </p:txBody>
      </p:sp>
      <p:graphicFrame>
        <p:nvGraphicFramePr>
          <p:cNvPr id="96261" name="对象 3">
            <a:extLst>
              <a:ext uri="{FF2B5EF4-FFF2-40B4-BE49-F238E27FC236}">
                <a16:creationId xmlns:a16="http://schemas.microsoft.com/office/drawing/2014/main" id="{BB392A68-E94B-41E6-90B2-EEECEB2CC157}"/>
              </a:ext>
            </a:extLst>
          </p:cNvPr>
          <p:cNvGraphicFramePr>
            <a:graphicFrameLocks noChangeAspect="1"/>
          </p:cNvGraphicFramePr>
          <p:nvPr/>
        </p:nvGraphicFramePr>
        <p:xfrm>
          <a:off x="2152650" y="4559300"/>
          <a:ext cx="3817938" cy="1760538"/>
        </p:xfrm>
        <a:graphic>
          <a:graphicData uri="http://schemas.openxmlformats.org/presentationml/2006/ole">
            <mc:AlternateContent xmlns:mc="http://schemas.openxmlformats.org/markup-compatibility/2006">
              <mc:Choice xmlns:v="urn:schemas-microsoft-com:vml" Requires="v">
                <p:oleObj spid="_x0000_s96271" name="Equation" r:id="rId5" imgW="2120900" imgH="977900" progId="Equation.DSMT4">
                  <p:embed/>
                </p:oleObj>
              </mc:Choice>
              <mc:Fallback>
                <p:oleObj name="Equation" r:id="rId5" imgW="2120900" imgH="977900" progId="Equation.DSMT4">
                  <p:embed/>
                  <p:pic>
                    <p:nvPicPr>
                      <p:cNvPr id="0" name="对象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52650" y="4559300"/>
                        <a:ext cx="3817938" cy="176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6262" name="对象 1">
            <a:extLst>
              <a:ext uri="{FF2B5EF4-FFF2-40B4-BE49-F238E27FC236}">
                <a16:creationId xmlns:a16="http://schemas.microsoft.com/office/drawing/2014/main" id="{63A9C8E1-8D44-4DCA-8981-5E07B301B69B}"/>
              </a:ext>
            </a:extLst>
          </p:cNvPr>
          <p:cNvGraphicFramePr>
            <a:graphicFrameLocks noChangeAspect="1"/>
          </p:cNvGraphicFramePr>
          <p:nvPr/>
        </p:nvGraphicFramePr>
        <p:xfrm>
          <a:off x="2244725" y="1231900"/>
          <a:ext cx="1989138" cy="1441450"/>
        </p:xfrm>
        <a:graphic>
          <a:graphicData uri="http://schemas.openxmlformats.org/presentationml/2006/ole">
            <mc:AlternateContent xmlns:mc="http://schemas.openxmlformats.org/markup-compatibility/2006">
              <mc:Choice xmlns:v="urn:schemas-microsoft-com:vml" Requires="v">
                <p:oleObj spid="_x0000_s96272" name="Equation" r:id="rId7" imgW="1104900" imgH="800100" progId="Equation.DSMT4">
                  <p:embed/>
                </p:oleObj>
              </mc:Choice>
              <mc:Fallback>
                <p:oleObj name="Equation" r:id="rId7" imgW="1104900" imgH="800100" progId="Equation.DSMT4">
                  <p:embed/>
                  <p:pic>
                    <p:nvPicPr>
                      <p:cNvPr id="0" name="对象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44725" y="1231900"/>
                        <a:ext cx="1989138" cy="144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6263" name="TextBox 4">
            <a:extLst>
              <a:ext uri="{FF2B5EF4-FFF2-40B4-BE49-F238E27FC236}">
                <a16:creationId xmlns:a16="http://schemas.microsoft.com/office/drawing/2014/main" id="{BA31F600-903E-4754-B510-C08A4553E5C6}"/>
              </a:ext>
            </a:extLst>
          </p:cNvPr>
          <p:cNvSpPr txBox="1">
            <a:spLocks noChangeArrowheads="1"/>
          </p:cNvSpPr>
          <p:nvPr/>
        </p:nvSpPr>
        <p:spPr bwMode="auto">
          <a:xfrm>
            <a:off x="211138" y="5211763"/>
            <a:ext cx="20304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Tx/>
              <a:buNone/>
            </a:pPr>
            <a:r>
              <a:rPr lang="zh-CN" altLang="en-US" sz="2400">
                <a:latin typeface="华文楷体" panose="02010600040101010101" pitchFamily="2" charset="-122"/>
                <a:ea typeface="华文楷体" panose="02010600040101010101" pitchFamily="2" charset="-122"/>
              </a:rPr>
              <a:t>滤波之后图像</a:t>
            </a:r>
          </a:p>
        </p:txBody>
      </p:sp>
      <p:sp>
        <p:nvSpPr>
          <p:cNvPr id="96264" name="TextBox 37">
            <a:extLst>
              <a:ext uri="{FF2B5EF4-FFF2-40B4-BE49-F238E27FC236}">
                <a16:creationId xmlns:a16="http://schemas.microsoft.com/office/drawing/2014/main" id="{1AADA617-9E6A-4C3D-8A54-73CA2B6E00DD}"/>
              </a:ext>
            </a:extLst>
          </p:cNvPr>
          <p:cNvSpPr txBox="1">
            <a:spLocks noChangeArrowheads="1"/>
          </p:cNvSpPr>
          <p:nvPr/>
        </p:nvSpPr>
        <p:spPr bwMode="auto">
          <a:xfrm>
            <a:off x="611188" y="1682750"/>
            <a:ext cx="1724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Tx/>
              <a:buNone/>
            </a:pPr>
            <a:r>
              <a:rPr lang="zh-CN" altLang="en-US" sz="2400">
                <a:latin typeface="华文楷体" panose="02010600040101010101" pitchFamily="2" charset="-122"/>
                <a:ea typeface="华文楷体" panose="02010600040101010101" pitchFamily="2" charset="-122"/>
              </a:rPr>
              <a:t>均值滤波器</a:t>
            </a:r>
          </a:p>
        </p:txBody>
      </p:sp>
      <p:sp>
        <p:nvSpPr>
          <p:cNvPr id="96265" name="TextBox 38">
            <a:extLst>
              <a:ext uri="{FF2B5EF4-FFF2-40B4-BE49-F238E27FC236}">
                <a16:creationId xmlns:a16="http://schemas.microsoft.com/office/drawing/2014/main" id="{9E31347C-8C04-470D-B7CF-9EC9BEE86658}"/>
              </a:ext>
            </a:extLst>
          </p:cNvPr>
          <p:cNvSpPr txBox="1">
            <a:spLocks noChangeArrowheads="1"/>
          </p:cNvSpPr>
          <p:nvPr/>
        </p:nvSpPr>
        <p:spPr bwMode="auto">
          <a:xfrm>
            <a:off x="827088" y="3430588"/>
            <a:ext cx="14160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Tx/>
              <a:buNone/>
            </a:pPr>
            <a:r>
              <a:rPr lang="zh-CN" altLang="en-US" sz="2400">
                <a:latin typeface="华文楷体" panose="02010600040101010101" pitchFamily="2" charset="-122"/>
                <a:ea typeface="华文楷体" panose="02010600040101010101" pitchFamily="2" charset="-122"/>
              </a:rPr>
              <a:t>原始图像</a:t>
            </a:r>
          </a:p>
        </p:txBody>
      </p:sp>
      <p:sp>
        <p:nvSpPr>
          <p:cNvPr id="14" name="矩形 13">
            <a:extLst>
              <a:ext uri="{FF2B5EF4-FFF2-40B4-BE49-F238E27FC236}">
                <a16:creationId xmlns:a16="http://schemas.microsoft.com/office/drawing/2014/main" id="{4C3CA60D-DAA6-4F33-B84F-864FE5CA2CC5}"/>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96267" name="TextBox 23">
            <a:extLst>
              <a:ext uri="{FF2B5EF4-FFF2-40B4-BE49-F238E27FC236}">
                <a16:creationId xmlns:a16="http://schemas.microsoft.com/office/drawing/2014/main" id="{BD0B2F83-FDD4-4F18-8520-9D1F9815FC02}"/>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en-US" altLang="zh-CN" b="1">
                <a:solidFill>
                  <a:schemeClr val="bg1"/>
                </a:solidFill>
                <a:latin typeface="微软雅黑" panose="020B0503020204020204" pitchFamily="34" charset="-122"/>
                <a:ea typeface="微软雅黑" panose="020B0503020204020204" pitchFamily="34" charset="-122"/>
              </a:rPr>
              <a:t>3. 5 </a:t>
            </a:r>
            <a:r>
              <a:rPr lang="zh-CN" altLang="en-US" b="1">
                <a:solidFill>
                  <a:schemeClr val="bg1"/>
                </a:solidFill>
                <a:latin typeface="微软雅黑" panose="020B0503020204020204" pitchFamily="34" charset="-122"/>
                <a:ea typeface="微软雅黑" panose="020B0503020204020204" pitchFamily="34" charset="-122"/>
              </a:rPr>
              <a:t>平滑线性滤波器</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8337C163-54CF-4638-A17C-5151A6A125B9}"/>
              </a:ext>
            </a:extLst>
          </p:cNvPr>
          <p:cNvSpPr>
            <a:spLocks noChangeArrowheads="1"/>
          </p:cNvSpPr>
          <p:nvPr/>
        </p:nvSpPr>
        <p:spPr bwMode="auto">
          <a:xfrm>
            <a:off x="4386263" y="4941888"/>
            <a:ext cx="504825" cy="287337"/>
          </a:xfrm>
          <a:prstGeom prst="rect">
            <a:avLst/>
          </a:prstGeom>
          <a:solidFill>
            <a:srgbClr val="FFFF00"/>
          </a:solidFill>
          <a:ln w="12700" algn="ctr">
            <a:solidFill>
              <a:schemeClr val="tx1"/>
            </a:solidFill>
            <a:round/>
            <a:headEnd type="none" w="sm" len="sm"/>
            <a:tailEnd type="none" w="sm" len="sm"/>
          </a:ln>
        </p:spPr>
        <p:txBody>
          <a:bodyPr lIns="91896" tIns="45950" rIns="91896" bIns="45950"/>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a:spcBef>
                <a:spcPct val="30000"/>
              </a:spcBef>
              <a:buClrTx/>
              <a:buSzTx/>
              <a:buFontTx/>
              <a:buNone/>
            </a:pPr>
            <a:endParaRPr lang="zh-CN" altLang="en-US" sz="2000" b="1">
              <a:latin typeface="Arial" panose="020B0604020202020204" pitchFamily="34" charset="0"/>
            </a:endParaRPr>
          </a:p>
        </p:txBody>
      </p:sp>
      <p:graphicFrame>
        <p:nvGraphicFramePr>
          <p:cNvPr id="97283" name="对象 3">
            <a:extLst>
              <a:ext uri="{FF2B5EF4-FFF2-40B4-BE49-F238E27FC236}">
                <a16:creationId xmlns:a16="http://schemas.microsoft.com/office/drawing/2014/main" id="{24FDE74D-0F8D-4167-9E4F-90C23C5DBBA3}"/>
              </a:ext>
            </a:extLst>
          </p:cNvPr>
          <p:cNvGraphicFramePr>
            <a:graphicFrameLocks noChangeAspect="1"/>
          </p:cNvGraphicFramePr>
          <p:nvPr/>
        </p:nvGraphicFramePr>
        <p:xfrm>
          <a:off x="2152650" y="4559300"/>
          <a:ext cx="3817938" cy="1760538"/>
        </p:xfrm>
        <a:graphic>
          <a:graphicData uri="http://schemas.openxmlformats.org/presentationml/2006/ole">
            <mc:AlternateContent xmlns:mc="http://schemas.openxmlformats.org/markup-compatibility/2006">
              <mc:Choice xmlns:v="urn:schemas-microsoft-com:vml" Requires="v">
                <p:oleObj spid="_x0000_s97294" name="Equation" r:id="rId3" imgW="2120900" imgH="977900" progId="Equation.DSMT4">
                  <p:embed/>
                </p:oleObj>
              </mc:Choice>
              <mc:Fallback>
                <p:oleObj name="Equation" r:id="rId3" imgW="2120900" imgH="977900" progId="Equation.DSMT4">
                  <p:embed/>
                  <p:pic>
                    <p:nvPicPr>
                      <p:cNvPr id="0" name="对象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2650" y="4559300"/>
                        <a:ext cx="3817938" cy="176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7284" name="对象 1">
            <a:extLst>
              <a:ext uri="{FF2B5EF4-FFF2-40B4-BE49-F238E27FC236}">
                <a16:creationId xmlns:a16="http://schemas.microsoft.com/office/drawing/2014/main" id="{63851DB9-F758-490B-A084-5B306A98D042}"/>
              </a:ext>
            </a:extLst>
          </p:cNvPr>
          <p:cNvGraphicFramePr>
            <a:graphicFrameLocks noChangeAspect="1"/>
          </p:cNvGraphicFramePr>
          <p:nvPr/>
        </p:nvGraphicFramePr>
        <p:xfrm>
          <a:off x="2244725" y="1231900"/>
          <a:ext cx="1989138" cy="1441450"/>
        </p:xfrm>
        <a:graphic>
          <a:graphicData uri="http://schemas.openxmlformats.org/presentationml/2006/ole">
            <mc:AlternateContent xmlns:mc="http://schemas.openxmlformats.org/markup-compatibility/2006">
              <mc:Choice xmlns:v="urn:schemas-microsoft-com:vml" Requires="v">
                <p:oleObj spid="_x0000_s97295" name="Equation" r:id="rId5" imgW="1104900" imgH="800100" progId="Equation.DSMT4">
                  <p:embed/>
                </p:oleObj>
              </mc:Choice>
              <mc:Fallback>
                <p:oleObj name="Equation" r:id="rId5" imgW="1104900" imgH="800100" progId="Equation.DSMT4">
                  <p:embed/>
                  <p:pic>
                    <p:nvPicPr>
                      <p:cNvPr id="0" name="对象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44725" y="1231900"/>
                        <a:ext cx="1989138" cy="144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7285" name="TextBox 4">
            <a:extLst>
              <a:ext uri="{FF2B5EF4-FFF2-40B4-BE49-F238E27FC236}">
                <a16:creationId xmlns:a16="http://schemas.microsoft.com/office/drawing/2014/main" id="{C99A96B0-CEF7-4CBB-A695-AB4FBD10975D}"/>
              </a:ext>
            </a:extLst>
          </p:cNvPr>
          <p:cNvSpPr txBox="1">
            <a:spLocks noChangeArrowheads="1"/>
          </p:cNvSpPr>
          <p:nvPr/>
        </p:nvSpPr>
        <p:spPr bwMode="auto">
          <a:xfrm>
            <a:off x="211138" y="5211763"/>
            <a:ext cx="20304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Tx/>
              <a:buNone/>
            </a:pPr>
            <a:r>
              <a:rPr lang="zh-CN" altLang="en-US" sz="2400">
                <a:latin typeface="华文楷体" panose="02010600040101010101" pitchFamily="2" charset="-122"/>
                <a:ea typeface="华文楷体" panose="02010600040101010101" pitchFamily="2" charset="-122"/>
              </a:rPr>
              <a:t>滤波之后图像</a:t>
            </a:r>
          </a:p>
        </p:txBody>
      </p:sp>
      <p:sp>
        <p:nvSpPr>
          <p:cNvPr id="97286" name="TextBox 38">
            <a:extLst>
              <a:ext uri="{FF2B5EF4-FFF2-40B4-BE49-F238E27FC236}">
                <a16:creationId xmlns:a16="http://schemas.microsoft.com/office/drawing/2014/main" id="{72EC6C31-BC59-4051-B572-A61D4E692D7A}"/>
              </a:ext>
            </a:extLst>
          </p:cNvPr>
          <p:cNvSpPr txBox="1">
            <a:spLocks noChangeArrowheads="1"/>
          </p:cNvSpPr>
          <p:nvPr/>
        </p:nvSpPr>
        <p:spPr bwMode="auto">
          <a:xfrm>
            <a:off x="827088" y="3430588"/>
            <a:ext cx="14160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Tx/>
              <a:buNone/>
            </a:pPr>
            <a:r>
              <a:rPr lang="zh-CN" altLang="en-US" sz="2400">
                <a:latin typeface="华文楷体" panose="02010600040101010101" pitchFamily="2" charset="-122"/>
                <a:ea typeface="华文楷体" panose="02010600040101010101" pitchFamily="2" charset="-122"/>
              </a:rPr>
              <a:t>原始图像</a:t>
            </a:r>
          </a:p>
        </p:txBody>
      </p:sp>
      <p:grpSp>
        <p:nvGrpSpPr>
          <p:cNvPr id="97287" name="组合 12">
            <a:extLst>
              <a:ext uri="{FF2B5EF4-FFF2-40B4-BE49-F238E27FC236}">
                <a16:creationId xmlns:a16="http://schemas.microsoft.com/office/drawing/2014/main" id="{0A535B0B-6584-412A-B287-4C80A2046C94}"/>
              </a:ext>
            </a:extLst>
          </p:cNvPr>
          <p:cNvGrpSpPr>
            <a:grpSpLocks/>
          </p:cNvGrpSpPr>
          <p:nvPr/>
        </p:nvGrpSpPr>
        <p:grpSpPr bwMode="auto">
          <a:xfrm>
            <a:off x="3059113" y="2825750"/>
            <a:ext cx="1225550" cy="1008063"/>
            <a:chOff x="2686050" y="2825750"/>
            <a:chExt cx="1225550" cy="1008063"/>
          </a:xfrm>
        </p:grpSpPr>
        <p:sp>
          <p:nvSpPr>
            <p:cNvPr id="27" name="矩形 26">
              <a:extLst>
                <a:ext uri="{FF2B5EF4-FFF2-40B4-BE49-F238E27FC236}">
                  <a16:creationId xmlns:a16="http://schemas.microsoft.com/office/drawing/2014/main" id="{3CBED2AD-E44E-4A6B-A0BE-52A4B687AEC3}"/>
                </a:ext>
              </a:extLst>
            </p:cNvPr>
            <p:cNvSpPr/>
            <p:nvPr/>
          </p:nvSpPr>
          <p:spPr bwMode="auto">
            <a:xfrm>
              <a:off x="2686050" y="2825750"/>
              <a:ext cx="1225550" cy="1008063"/>
            </a:xfrm>
            <a:prstGeom prst="rect">
              <a:avLst/>
            </a:prstGeom>
            <a:solidFill>
              <a:schemeClr val="accent5">
                <a:lumMod val="90000"/>
              </a:schemeClr>
            </a:solidFill>
            <a:ln w="12700" cap="flat" cmpd="sng" algn="ctr">
              <a:solidFill>
                <a:schemeClr val="tx1"/>
              </a:solidFill>
              <a:prstDash val="solid"/>
              <a:round/>
              <a:headEnd type="none" w="sm" len="sm"/>
              <a:tailEnd type="none" w="sm" len="sm"/>
            </a:ln>
            <a:effectLst/>
          </p:spPr>
          <p:txBody>
            <a:bodyPr lIns="91896" tIns="45950" rIns="91896" bIns="45950"/>
            <a:lstStyle/>
            <a:p>
              <a:pPr algn="ctr">
                <a:spcBef>
                  <a:spcPct val="30000"/>
                </a:spcBef>
                <a:defRPr/>
              </a:pPr>
              <a:endParaRPr lang="zh-CN" altLang="en-US" sz="2000" b="1">
                <a:latin typeface="Arial" charset="0"/>
              </a:endParaRPr>
            </a:p>
          </p:txBody>
        </p:sp>
        <p:sp>
          <p:nvSpPr>
            <p:cNvPr id="97293" name="矩形 14">
              <a:extLst>
                <a:ext uri="{FF2B5EF4-FFF2-40B4-BE49-F238E27FC236}">
                  <a16:creationId xmlns:a16="http://schemas.microsoft.com/office/drawing/2014/main" id="{4A5AEB97-B2F5-4553-A83B-159BA6C287C1}"/>
                </a:ext>
              </a:extLst>
            </p:cNvPr>
            <p:cNvSpPr>
              <a:spLocks noChangeArrowheads="1"/>
            </p:cNvSpPr>
            <p:nvPr/>
          </p:nvSpPr>
          <p:spPr bwMode="auto">
            <a:xfrm>
              <a:off x="3141161" y="3158469"/>
              <a:ext cx="324000" cy="324000"/>
            </a:xfrm>
            <a:prstGeom prst="rect">
              <a:avLst/>
            </a:prstGeom>
            <a:solidFill>
              <a:srgbClr val="FFFF0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lIns="91896" tIns="45950" rIns="91896" bIns="45950"/>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a:spcBef>
                  <a:spcPct val="30000"/>
                </a:spcBef>
                <a:buClrTx/>
                <a:buSzTx/>
                <a:buFontTx/>
                <a:buNone/>
              </a:pPr>
              <a:endParaRPr lang="zh-CN" altLang="en-US" sz="2000" b="1">
                <a:latin typeface="Arial" panose="020B0604020202020204" pitchFamily="34" charset="0"/>
              </a:endParaRPr>
            </a:p>
          </p:txBody>
        </p:sp>
      </p:grpSp>
      <p:graphicFrame>
        <p:nvGraphicFramePr>
          <p:cNvPr id="97288" name="对象 2">
            <a:extLst>
              <a:ext uri="{FF2B5EF4-FFF2-40B4-BE49-F238E27FC236}">
                <a16:creationId xmlns:a16="http://schemas.microsoft.com/office/drawing/2014/main" id="{0EA58789-883E-4C99-981E-36DD358AB6E4}"/>
              </a:ext>
            </a:extLst>
          </p:cNvPr>
          <p:cNvGraphicFramePr>
            <a:graphicFrameLocks noChangeAspect="1"/>
          </p:cNvGraphicFramePr>
          <p:nvPr/>
        </p:nvGraphicFramePr>
        <p:xfrm>
          <a:off x="2214563" y="2798763"/>
          <a:ext cx="2557462" cy="1760537"/>
        </p:xfrm>
        <a:graphic>
          <a:graphicData uri="http://schemas.openxmlformats.org/presentationml/2006/ole">
            <mc:AlternateContent xmlns:mc="http://schemas.openxmlformats.org/markup-compatibility/2006">
              <mc:Choice xmlns:v="urn:schemas-microsoft-com:vml" Requires="v">
                <p:oleObj spid="_x0000_s97296" name="Equation" r:id="rId7" imgW="1422400" imgH="977900" progId="Equation.DSMT4">
                  <p:embed/>
                </p:oleObj>
              </mc:Choice>
              <mc:Fallback>
                <p:oleObj name="Equation" r:id="rId7" imgW="1422400" imgH="977900" progId="Equation.DSMT4">
                  <p:embed/>
                  <p:pic>
                    <p:nvPicPr>
                      <p:cNvPr id="0" name="对象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14563" y="2798763"/>
                        <a:ext cx="2557462" cy="176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7289" name="TextBox 37">
            <a:extLst>
              <a:ext uri="{FF2B5EF4-FFF2-40B4-BE49-F238E27FC236}">
                <a16:creationId xmlns:a16="http://schemas.microsoft.com/office/drawing/2014/main" id="{275E47EC-A026-4FE5-93F7-A52BCF875A55}"/>
              </a:ext>
            </a:extLst>
          </p:cNvPr>
          <p:cNvSpPr txBox="1">
            <a:spLocks noChangeArrowheads="1"/>
          </p:cNvSpPr>
          <p:nvPr/>
        </p:nvSpPr>
        <p:spPr bwMode="auto">
          <a:xfrm>
            <a:off x="611188" y="1682750"/>
            <a:ext cx="1724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Tx/>
              <a:buNone/>
            </a:pPr>
            <a:r>
              <a:rPr lang="zh-CN" altLang="en-US" sz="2400">
                <a:latin typeface="华文楷体" panose="02010600040101010101" pitchFamily="2" charset="-122"/>
                <a:ea typeface="华文楷体" panose="02010600040101010101" pitchFamily="2" charset="-122"/>
              </a:rPr>
              <a:t>均值滤波器</a:t>
            </a:r>
          </a:p>
        </p:txBody>
      </p:sp>
      <p:sp>
        <p:nvSpPr>
          <p:cNvPr id="14" name="矩形 13">
            <a:extLst>
              <a:ext uri="{FF2B5EF4-FFF2-40B4-BE49-F238E27FC236}">
                <a16:creationId xmlns:a16="http://schemas.microsoft.com/office/drawing/2014/main" id="{2E650E7F-A4D2-4AC8-8C4F-0A03A1210770}"/>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97291" name="TextBox 23">
            <a:extLst>
              <a:ext uri="{FF2B5EF4-FFF2-40B4-BE49-F238E27FC236}">
                <a16:creationId xmlns:a16="http://schemas.microsoft.com/office/drawing/2014/main" id="{7BC2B626-B333-4390-9A1F-1F4EBADBD40B}"/>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en-US" altLang="zh-CN" b="1">
                <a:solidFill>
                  <a:schemeClr val="bg1"/>
                </a:solidFill>
                <a:latin typeface="微软雅黑" panose="020B0503020204020204" pitchFamily="34" charset="-122"/>
                <a:ea typeface="微软雅黑" panose="020B0503020204020204" pitchFamily="34" charset="-122"/>
              </a:rPr>
              <a:t>3. 5 </a:t>
            </a:r>
            <a:r>
              <a:rPr lang="zh-CN" altLang="en-US" b="1">
                <a:solidFill>
                  <a:schemeClr val="bg1"/>
                </a:solidFill>
                <a:latin typeface="微软雅黑" panose="020B0503020204020204" pitchFamily="34" charset="-122"/>
                <a:ea typeface="微软雅黑" panose="020B0503020204020204" pitchFamily="34" charset="-122"/>
              </a:rPr>
              <a:t>平滑线性滤波器</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8306" name="组合 12">
            <a:extLst>
              <a:ext uri="{FF2B5EF4-FFF2-40B4-BE49-F238E27FC236}">
                <a16:creationId xmlns:a16="http://schemas.microsoft.com/office/drawing/2014/main" id="{9C9E3BB7-6588-4877-BD10-684CD9EBA329}"/>
              </a:ext>
            </a:extLst>
          </p:cNvPr>
          <p:cNvGrpSpPr>
            <a:grpSpLocks/>
          </p:cNvGrpSpPr>
          <p:nvPr/>
        </p:nvGrpSpPr>
        <p:grpSpPr bwMode="auto">
          <a:xfrm>
            <a:off x="3086100" y="3168650"/>
            <a:ext cx="1225550" cy="1008063"/>
            <a:chOff x="2686050" y="2825750"/>
            <a:chExt cx="1225550" cy="1008063"/>
          </a:xfrm>
        </p:grpSpPr>
        <p:sp>
          <p:nvSpPr>
            <p:cNvPr id="31" name="矩形 30">
              <a:extLst>
                <a:ext uri="{FF2B5EF4-FFF2-40B4-BE49-F238E27FC236}">
                  <a16:creationId xmlns:a16="http://schemas.microsoft.com/office/drawing/2014/main" id="{C35C8382-7627-4D8B-88ED-8EA62F911C22}"/>
                </a:ext>
              </a:extLst>
            </p:cNvPr>
            <p:cNvSpPr/>
            <p:nvPr/>
          </p:nvSpPr>
          <p:spPr bwMode="auto">
            <a:xfrm>
              <a:off x="2686050" y="2825750"/>
              <a:ext cx="1225550" cy="1008063"/>
            </a:xfrm>
            <a:prstGeom prst="rect">
              <a:avLst/>
            </a:prstGeom>
            <a:solidFill>
              <a:schemeClr val="accent5">
                <a:lumMod val="90000"/>
              </a:schemeClr>
            </a:solidFill>
            <a:ln w="12700" cap="flat" cmpd="sng" algn="ctr">
              <a:solidFill>
                <a:schemeClr val="tx1"/>
              </a:solidFill>
              <a:prstDash val="solid"/>
              <a:round/>
              <a:headEnd type="none" w="sm" len="sm"/>
              <a:tailEnd type="none" w="sm" len="sm"/>
            </a:ln>
            <a:effectLst/>
          </p:spPr>
          <p:txBody>
            <a:bodyPr lIns="91896" tIns="45950" rIns="91896" bIns="45950"/>
            <a:lstStyle/>
            <a:p>
              <a:pPr algn="ctr">
                <a:spcBef>
                  <a:spcPct val="30000"/>
                </a:spcBef>
                <a:defRPr/>
              </a:pPr>
              <a:endParaRPr lang="zh-CN" altLang="en-US" sz="2000" b="1">
                <a:latin typeface="Arial" charset="0"/>
              </a:endParaRPr>
            </a:p>
          </p:txBody>
        </p:sp>
        <p:sp>
          <p:nvSpPr>
            <p:cNvPr id="98317" name="矩形 14">
              <a:extLst>
                <a:ext uri="{FF2B5EF4-FFF2-40B4-BE49-F238E27FC236}">
                  <a16:creationId xmlns:a16="http://schemas.microsoft.com/office/drawing/2014/main" id="{6A2EBDE0-255D-443A-B92E-1A2CE4C6845A}"/>
                </a:ext>
              </a:extLst>
            </p:cNvPr>
            <p:cNvSpPr>
              <a:spLocks noChangeArrowheads="1"/>
            </p:cNvSpPr>
            <p:nvPr/>
          </p:nvSpPr>
          <p:spPr bwMode="auto">
            <a:xfrm>
              <a:off x="3113865" y="3158469"/>
              <a:ext cx="324000" cy="324000"/>
            </a:xfrm>
            <a:prstGeom prst="rect">
              <a:avLst/>
            </a:prstGeom>
            <a:solidFill>
              <a:srgbClr val="FFFF0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lIns="91896" tIns="45950" rIns="91896" bIns="45950"/>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a:spcBef>
                  <a:spcPct val="30000"/>
                </a:spcBef>
                <a:buClrTx/>
                <a:buSzTx/>
                <a:buFontTx/>
                <a:buNone/>
              </a:pPr>
              <a:endParaRPr lang="zh-CN" altLang="en-US" sz="2000" b="1">
                <a:latin typeface="Arial" panose="020B0604020202020204" pitchFamily="34" charset="0"/>
              </a:endParaRPr>
            </a:p>
          </p:txBody>
        </p:sp>
      </p:grpSp>
      <p:graphicFrame>
        <p:nvGraphicFramePr>
          <p:cNvPr id="98307" name="对象 2">
            <a:extLst>
              <a:ext uri="{FF2B5EF4-FFF2-40B4-BE49-F238E27FC236}">
                <a16:creationId xmlns:a16="http://schemas.microsoft.com/office/drawing/2014/main" id="{B2483CE7-4143-454B-BDCB-542BDAC960C9}"/>
              </a:ext>
            </a:extLst>
          </p:cNvPr>
          <p:cNvGraphicFramePr>
            <a:graphicFrameLocks noChangeAspect="1"/>
          </p:cNvGraphicFramePr>
          <p:nvPr/>
        </p:nvGraphicFramePr>
        <p:xfrm>
          <a:off x="2214563" y="2798763"/>
          <a:ext cx="2557462" cy="1760537"/>
        </p:xfrm>
        <a:graphic>
          <a:graphicData uri="http://schemas.openxmlformats.org/presentationml/2006/ole">
            <mc:AlternateContent xmlns:mc="http://schemas.openxmlformats.org/markup-compatibility/2006">
              <mc:Choice xmlns:v="urn:schemas-microsoft-com:vml" Requires="v">
                <p:oleObj spid="_x0000_s98318" name="Equation" r:id="rId3" imgW="1422400" imgH="977900" progId="Equation.DSMT4">
                  <p:embed/>
                </p:oleObj>
              </mc:Choice>
              <mc:Fallback>
                <p:oleObj name="Equation" r:id="rId3" imgW="1422400" imgH="977900" progId="Equation.DSMT4">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14563" y="2798763"/>
                        <a:ext cx="2557462" cy="176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 name="矩形 33">
            <a:extLst>
              <a:ext uri="{FF2B5EF4-FFF2-40B4-BE49-F238E27FC236}">
                <a16:creationId xmlns:a16="http://schemas.microsoft.com/office/drawing/2014/main" id="{9E92D620-A322-4073-8027-FD76D908FDFA}"/>
              </a:ext>
            </a:extLst>
          </p:cNvPr>
          <p:cNvSpPr>
            <a:spLocks noChangeArrowheads="1"/>
          </p:cNvSpPr>
          <p:nvPr/>
        </p:nvSpPr>
        <p:spPr bwMode="auto">
          <a:xfrm>
            <a:off x="4379913" y="5284788"/>
            <a:ext cx="504825" cy="287337"/>
          </a:xfrm>
          <a:prstGeom prst="rect">
            <a:avLst/>
          </a:prstGeom>
          <a:solidFill>
            <a:srgbClr val="FFFF00"/>
          </a:solidFill>
          <a:ln w="12700" algn="ctr">
            <a:solidFill>
              <a:schemeClr val="tx1"/>
            </a:solidFill>
            <a:round/>
            <a:headEnd type="none" w="sm" len="sm"/>
            <a:tailEnd type="none" w="sm" len="sm"/>
          </a:ln>
        </p:spPr>
        <p:txBody>
          <a:bodyPr lIns="91896" tIns="45950" rIns="91896" bIns="45950"/>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a:spcBef>
                <a:spcPct val="30000"/>
              </a:spcBef>
              <a:buClrTx/>
              <a:buSzTx/>
              <a:buFontTx/>
              <a:buNone/>
            </a:pPr>
            <a:endParaRPr lang="zh-CN" altLang="en-US" sz="2000" b="1">
              <a:latin typeface="Arial" panose="020B0604020202020204" pitchFamily="34" charset="0"/>
            </a:endParaRPr>
          </a:p>
        </p:txBody>
      </p:sp>
      <p:graphicFrame>
        <p:nvGraphicFramePr>
          <p:cNvPr id="98309" name="对象 1">
            <a:extLst>
              <a:ext uri="{FF2B5EF4-FFF2-40B4-BE49-F238E27FC236}">
                <a16:creationId xmlns:a16="http://schemas.microsoft.com/office/drawing/2014/main" id="{E99CCB33-4B1C-4265-8FFC-40F0046E78C5}"/>
              </a:ext>
            </a:extLst>
          </p:cNvPr>
          <p:cNvGraphicFramePr>
            <a:graphicFrameLocks noChangeAspect="1"/>
          </p:cNvGraphicFramePr>
          <p:nvPr/>
        </p:nvGraphicFramePr>
        <p:xfrm>
          <a:off x="2244725" y="1231900"/>
          <a:ext cx="1989138" cy="1441450"/>
        </p:xfrm>
        <a:graphic>
          <a:graphicData uri="http://schemas.openxmlformats.org/presentationml/2006/ole">
            <mc:AlternateContent xmlns:mc="http://schemas.openxmlformats.org/markup-compatibility/2006">
              <mc:Choice xmlns:v="urn:schemas-microsoft-com:vml" Requires="v">
                <p:oleObj spid="_x0000_s98319" name="Equation" r:id="rId5" imgW="1104900" imgH="800100" progId="Equation.DSMT4">
                  <p:embed/>
                </p:oleObj>
              </mc:Choice>
              <mc:Fallback>
                <p:oleObj name="Equation" r:id="rId5" imgW="1104900" imgH="800100" progId="Equation.DSMT4">
                  <p:embed/>
                  <p:pic>
                    <p:nvPicPr>
                      <p:cNvPr id="0" name="对象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44725" y="1231900"/>
                        <a:ext cx="1989138" cy="144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8310" name="TextBox 4">
            <a:extLst>
              <a:ext uri="{FF2B5EF4-FFF2-40B4-BE49-F238E27FC236}">
                <a16:creationId xmlns:a16="http://schemas.microsoft.com/office/drawing/2014/main" id="{C62C435F-EC49-4C6D-A696-CB2272AB301B}"/>
              </a:ext>
            </a:extLst>
          </p:cNvPr>
          <p:cNvSpPr txBox="1">
            <a:spLocks noChangeArrowheads="1"/>
          </p:cNvSpPr>
          <p:nvPr/>
        </p:nvSpPr>
        <p:spPr bwMode="auto">
          <a:xfrm>
            <a:off x="211138" y="5211763"/>
            <a:ext cx="20304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Tx/>
              <a:buNone/>
            </a:pPr>
            <a:r>
              <a:rPr lang="zh-CN" altLang="en-US" sz="2400">
                <a:latin typeface="华文楷体" panose="02010600040101010101" pitchFamily="2" charset="-122"/>
                <a:ea typeface="华文楷体" panose="02010600040101010101" pitchFamily="2" charset="-122"/>
              </a:rPr>
              <a:t>滤波之后图像</a:t>
            </a:r>
          </a:p>
        </p:txBody>
      </p:sp>
      <p:sp>
        <p:nvSpPr>
          <p:cNvPr id="98311" name="TextBox 38">
            <a:extLst>
              <a:ext uri="{FF2B5EF4-FFF2-40B4-BE49-F238E27FC236}">
                <a16:creationId xmlns:a16="http://schemas.microsoft.com/office/drawing/2014/main" id="{D6D7A0DC-7DA4-4711-9AA2-492B6766EAC4}"/>
              </a:ext>
            </a:extLst>
          </p:cNvPr>
          <p:cNvSpPr txBox="1">
            <a:spLocks noChangeArrowheads="1"/>
          </p:cNvSpPr>
          <p:nvPr/>
        </p:nvSpPr>
        <p:spPr bwMode="auto">
          <a:xfrm>
            <a:off x="827088" y="3430588"/>
            <a:ext cx="14160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Tx/>
              <a:buNone/>
            </a:pPr>
            <a:r>
              <a:rPr lang="zh-CN" altLang="en-US" sz="2400">
                <a:latin typeface="华文楷体" panose="02010600040101010101" pitchFamily="2" charset="-122"/>
                <a:ea typeface="华文楷体" panose="02010600040101010101" pitchFamily="2" charset="-122"/>
              </a:rPr>
              <a:t>原始图像</a:t>
            </a:r>
          </a:p>
        </p:txBody>
      </p:sp>
      <p:graphicFrame>
        <p:nvGraphicFramePr>
          <p:cNvPr id="98312" name="对象 3">
            <a:extLst>
              <a:ext uri="{FF2B5EF4-FFF2-40B4-BE49-F238E27FC236}">
                <a16:creationId xmlns:a16="http://schemas.microsoft.com/office/drawing/2014/main" id="{455380D9-6BBB-464C-9D58-42A84FED2FA6}"/>
              </a:ext>
            </a:extLst>
          </p:cNvPr>
          <p:cNvGraphicFramePr>
            <a:graphicFrameLocks noChangeAspect="1"/>
          </p:cNvGraphicFramePr>
          <p:nvPr/>
        </p:nvGraphicFramePr>
        <p:xfrm>
          <a:off x="2152650" y="4559300"/>
          <a:ext cx="3817938" cy="1760538"/>
        </p:xfrm>
        <a:graphic>
          <a:graphicData uri="http://schemas.openxmlformats.org/presentationml/2006/ole">
            <mc:AlternateContent xmlns:mc="http://schemas.openxmlformats.org/markup-compatibility/2006">
              <mc:Choice xmlns:v="urn:schemas-microsoft-com:vml" Requires="v">
                <p:oleObj spid="_x0000_s98320" name="Equation" r:id="rId7" imgW="2120900" imgH="977900" progId="Equation.DSMT4">
                  <p:embed/>
                </p:oleObj>
              </mc:Choice>
              <mc:Fallback>
                <p:oleObj name="Equation" r:id="rId7" imgW="2120900" imgH="977900" progId="Equation.DSMT4">
                  <p:embed/>
                  <p:pic>
                    <p:nvPicPr>
                      <p:cNvPr id="0" name="对象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52650" y="4559300"/>
                        <a:ext cx="3817938" cy="176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8313" name="TextBox 37">
            <a:extLst>
              <a:ext uri="{FF2B5EF4-FFF2-40B4-BE49-F238E27FC236}">
                <a16:creationId xmlns:a16="http://schemas.microsoft.com/office/drawing/2014/main" id="{A78EAA98-E726-4C72-86EB-C6B66BC21E73}"/>
              </a:ext>
            </a:extLst>
          </p:cNvPr>
          <p:cNvSpPr txBox="1">
            <a:spLocks noChangeArrowheads="1"/>
          </p:cNvSpPr>
          <p:nvPr/>
        </p:nvSpPr>
        <p:spPr bwMode="auto">
          <a:xfrm>
            <a:off x="611188" y="1682750"/>
            <a:ext cx="1724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Tx/>
              <a:buNone/>
            </a:pPr>
            <a:r>
              <a:rPr lang="zh-CN" altLang="en-US" sz="2400">
                <a:latin typeface="华文楷体" panose="02010600040101010101" pitchFamily="2" charset="-122"/>
                <a:ea typeface="华文楷体" panose="02010600040101010101" pitchFamily="2" charset="-122"/>
              </a:rPr>
              <a:t>均值滤波器</a:t>
            </a:r>
          </a:p>
        </p:txBody>
      </p:sp>
      <p:sp>
        <p:nvSpPr>
          <p:cNvPr id="14" name="矩形 13">
            <a:extLst>
              <a:ext uri="{FF2B5EF4-FFF2-40B4-BE49-F238E27FC236}">
                <a16:creationId xmlns:a16="http://schemas.microsoft.com/office/drawing/2014/main" id="{39A40100-09AE-4500-91E3-5DE1D1D98B07}"/>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98315" name="TextBox 23">
            <a:extLst>
              <a:ext uri="{FF2B5EF4-FFF2-40B4-BE49-F238E27FC236}">
                <a16:creationId xmlns:a16="http://schemas.microsoft.com/office/drawing/2014/main" id="{634B9C47-0DB9-41C6-9821-67D8C2B9E8D2}"/>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en-US" altLang="zh-CN" b="1">
                <a:solidFill>
                  <a:schemeClr val="bg1"/>
                </a:solidFill>
                <a:latin typeface="微软雅黑" panose="020B0503020204020204" pitchFamily="34" charset="-122"/>
                <a:ea typeface="微软雅黑" panose="020B0503020204020204" pitchFamily="34" charset="-122"/>
              </a:rPr>
              <a:t>3. 5 </a:t>
            </a:r>
            <a:r>
              <a:rPr lang="zh-CN" altLang="en-US" b="1">
                <a:solidFill>
                  <a:schemeClr val="bg1"/>
                </a:solidFill>
                <a:latin typeface="微软雅黑" panose="020B0503020204020204" pitchFamily="34" charset="-122"/>
                <a:ea typeface="微软雅黑" panose="020B0503020204020204" pitchFamily="34" charset="-122"/>
              </a:rPr>
              <a:t>平滑线性滤波器</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内容占位符 2">
            <a:extLst>
              <a:ext uri="{FF2B5EF4-FFF2-40B4-BE49-F238E27FC236}">
                <a16:creationId xmlns:a16="http://schemas.microsoft.com/office/drawing/2014/main" id="{71A5678C-50C3-413F-B3D1-95BC616932E5}"/>
              </a:ext>
            </a:extLst>
          </p:cNvPr>
          <p:cNvSpPr>
            <a:spLocks noGrp="1"/>
          </p:cNvSpPr>
          <p:nvPr>
            <p:ph idx="1"/>
          </p:nvPr>
        </p:nvSpPr>
        <p:spPr>
          <a:xfrm>
            <a:off x="360363" y="968375"/>
            <a:ext cx="8302625" cy="582613"/>
          </a:xfrm>
        </p:spPr>
        <p:txBody>
          <a:bodyPr/>
          <a:lstStyle/>
          <a:p>
            <a:pPr>
              <a:buFont typeface="Wingdings" panose="05000000000000000000" pitchFamily="2" charset="2"/>
              <a:buChar char="p"/>
            </a:pPr>
            <a:r>
              <a:rPr lang="zh-CN" altLang="en-US" sz="2800" b="1">
                <a:solidFill>
                  <a:srgbClr val="C00000"/>
                </a:solidFill>
                <a:ea typeface="华文楷体" panose="02010600040101010101" pitchFamily="2" charset="-122"/>
              </a:rPr>
              <a:t> </a:t>
            </a:r>
            <a:r>
              <a:rPr lang="zh-CN" altLang="en-US" sz="2800" b="1">
                <a:ea typeface="华文楷体" panose="02010600040101010101" pitchFamily="2" charset="-122"/>
              </a:rPr>
              <a:t>常用平滑滤波器</a:t>
            </a:r>
          </a:p>
        </p:txBody>
      </p:sp>
      <p:graphicFrame>
        <p:nvGraphicFramePr>
          <p:cNvPr id="99331" name="对象 3">
            <a:extLst>
              <a:ext uri="{FF2B5EF4-FFF2-40B4-BE49-F238E27FC236}">
                <a16:creationId xmlns:a16="http://schemas.microsoft.com/office/drawing/2014/main" id="{92DC05A2-22D9-4A2E-9D29-7684B7806061}"/>
              </a:ext>
            </a:extLst>
          </p:cNvPr>
          <p:cNvGraphicFramePr>
            <a:graphicFrameLocks noChangeAspect="1"/>
          </p:cNvGraphicFramePr>
          <p:nvPr/>
        </p:nvGraphicFramePr>
        <p:xfrm>
          <a:off x="1357313" y="2357438"/>
          <a:ext cx="2089150" cy="1200150"/>
        </p:xfrm>
        <a:graphic>
          <a:graphicData uri="http://schemas.openxmlformats.org/presentationml/2006/ole">
            <mc:AlternateContent xmlns:mc="http://schemas.openxmlformats.org/markup-compatibility/2006">
              <mc:Choice xmlns:v="urn:schemas-microsoft-com:vml" Requires="v">
                <p:oleObj spid="_x0000_s99341" name="Equation" r:id="rId3" imgW="901700" imgH="596900" progId="Equation.DSMT4">
                  <p:embed/>
                </p:oleObj>
              </mc:Choice>
              <mc:Fallback>
                <p:oleObj name="Equation" r:id="rId3" imgW="901700" imgH="596900" progId="Equation.DSMT4">
                  <p:embed/>
                  <p:pic>
                    <p:nvPicPr>
                      <p:cNvPr id="0" name="对象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7313" y="2357438"/>
                        <a:ext cx="2089150"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9332" name="对象 5">
            <a:extLst>
              <a:ext uri="{FF2B5EF4-FFF2-40B4-BE49-F238E27FC236}">
                <a16:creationId xmlns:a16="http://schemas.microsoft.com/office/drawing/2014/main" id="{CB8BF51B-68ED-42D6-BB0B-88F933272611}"/>
              </a:ext>
            </a:extLst>
          </p:cNvPr>
          <p:cNvGraphicFramePr>
            <a:graphicFrameLocks noChangeAspect="1"/>
          </p:cNvGraphicFramePr>
          <p:nvPr/>
        </p:nvGraphicFramePr>
        <p:xfrm>
          <a:off x="827088" y="5045075"/>
          <a:ext cx="2405062" cy="1169988"/>
        </p:xfrm>
        <a:graphic>
          <a:graphicData uri="http://schemas.openxmlformats.org/presentationml/2006/ole">
            <mc:AlternateContent xmlns:mc="http://schemas.openxmlformats.org/markup-compatibility/2006">
              <mc:Choice xmlns:v="urn:schemas-microsoft-com:vml" Requires="v">
                <p:oleObj spid="_x0000_s99342" name="Equation" r:id="rId5" imgW="1028700" imgH="596900" progId="Equation.DSMT4">
                  <p:embed/>
                </p:oleObj>
              </mc:Choice>
              <mc:Fallback>
                <p:oleObj name="Equation" r:id="rId5" imgW="1028700" imgH="596900" progId="Equation.DSMT4">
                  <p:embed/>
                  <p:pic>
                    <p:nvPicPr>
                      <p:cNvPr id="0" name="对象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7088" y="5045075"/>
                        <a:ext cx="2405062" cy="1169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9333" name="对象 6">
            <a:extLst>
              <a:ext uri="{FF2B5EF4-FFF2-40B4-BE49-F238E27FC236}">
                <a16:creationId xmlns:a16="http://schemas.microsoft.com/office/drawing/2014/main" id="{0A745804-A2B4-4056-B361-3500A193408B}"/>
              </a:ext>
            </a:extLst>
          </p:cNvPr>
          <p:cNvGraphicFramePr>
            <a:graphicFrameLocks noChangeAspect="1"/>
          </p:cNvGraphicFramePr>
          <p:nvPr/>
        </p:nvGraphicFramePr>
        <p:xfrm>
          <a:off x="4483100" y="1922463"/>
          <a:ext cx="3367088" cy="1935162"/>
        </p:xfrm>
        <a:graphic>
          <a:graphicData uri="http://schemas.openxmlformats.org/presentationml/2006/ole">
            <mc:AlternateContent xmlns:mc="http://schemas.openxmlformats.org/markup-compatibility/2006">
              <mc:Choice xmlns:v="urn:schemas-microsoft-com:vml" Requires="v">
                <p:oleObj spid="_x0000_s99343" name="Equation" r:id="rId7" imgW="1295400" imgH="977900" progId="Equation.DSMT4">
                  <p:embed/>
                </p:oleObj>
              </mc:Choice>
              <mc:Fallback>
                <p:oleObj name="Equation" r:id="rId7" imgW="1295400" imgH="977900" progId="Equation.DSMT4">
                  <p:embed/>
                  <p:pic>
                    <p:nvPicPr>
                      <p:cNvPr id="0" name="对象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83100" y="1922463"/>
                        <a:ext cx="3367088" cy="1935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9334" name="对象 7">
            <a:extLst>
              <a:ext uri="{FF2B5EF4-FFF2-40B4-BE49-F238E27FC236}">
                <a16:creationId xmlns:a16="http://schemas.microsoft.com/office/drawing/2014/main" id="{D0EA3614-1FF3-4F62-82C6-5CACF37C634E}"/>
              </a:ext>
            </a:extLst>
          </p:cNvPr>
          <p:cNvGraphicFramePr>
            <a:graphicFrameLocks noChangeAspect="1"/>
          </p:cNvGraphicFramePr>
          <p:nvPr/>
        </p:nvGraphicFramePr>
        <p:xfrm>
          <a:off x="4511675" y="4722813"/>
          <a:ext cx="3338513" cy="1920875"/>
        </p:xfrm>
        <a:graphic>
          <a:graphicData uri="http://schemas.openxmlformats.org/presentationml/2006/ole">
            <mc:AlternateContent xmlns:mc="http://schemas.openxmlformats.org/markup-compatibility/2006">
              <mc:Choice xmlns:v="urn:schemas-microsoft-com:vml" Requires="v">
                <p:oleObj spid="_x0000_s99344" name="Equation" r:id="rId9" imgW="1371600" imgH="977900" progId="Equation.DSMT4">
                  <p:embed/>
                </p:oleObj>
              </mc:Choice>
              <mc:Fallback>
                <p:oleObj name="Equation" r:id="rId9" imgW="1371600" imgH="977900" progId="Equation.DSMT4">
                  <p:embed/>
                  <p:pic>
                    <p:nvPicPr>
                      <p:cNvPr id="0" name="对象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11675" y="4722813"/>
                        <a:ext cx="3338513"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9335" name="矩形 8">
            <a:extLst>
              <a:ext uri="{FF2B5EF4-FFF2-40B4-BE49-F238E27FC236}">
                <a16:creationId xmlns:a16="http://schemas.microsoft.com/office/drawing/2014/main" id="{D285E632-08E5-4B91-B9C8-217F8A130CBC}"/>
              </a:ext>
            </a:extLst>
          </p:cNvPr>
          <p:cNvSpPr>
            <a:spLocks noChangeArrowheads="1"/>
          </p:cNvSpPr>
          <p:nvPr/>
        </p:nvSpPr>
        <p:spPr bwMode="auto">
          <a:xfrm>
            <a:off x="577850" y="4402138"/>
            <a:ext cx="72723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Wingdings" panose="05000000000000000000" pitchFamily="2" charset="2"/>
              <a:buChar char="Ø"/>
            </a:pPr>
            <a:r>
              <a:rPr lang="zh-CN" altLang="en-US" sz="2400">
                <a:solidFill>
                  <a:srgbClr val="002060"/>
                </a:solidFill>
                <a:latin typeface="华文楷体" panose="02010600040101010101" pitchFamily="2" charset="-122"/>
                <a:ea typeface="华文楷体" panose="02010600040101010101" pitchFamily="2" charset="-122"/>
              </a:rPr>
              <a:t> </a:t>
            </a:r>
            <a:r>
              <a:rPr lang="zh-CN" altLang="en-US" sz="2400">
                <a:solidFill>
                  <a:srgbClr val="C00000"/>
                </a:solidFill>
                <a:latin typeface="华文楷体" panose="02010600040101010101" pitchFamily="2" charset="-122"/>
                <a:ea typeface="华文楷体" panose="02010600040101010101" pitchFamily="2" charset="-122"/>
              </a:rPr>
              <a:t>加权邻域平均</a:t>
            </a:r>
            <a:endParaRPr lang="zh-CN" altLang="en-US" sz="2400">
              <a:latin typeface="华文楷体" panose="02010600040101010101" pitchFamily="2" charset="-122"/>
              <a:ea typeface="华文楷体" panose="02010600040101010101" pitchFamily="2" charset="-122"/>
            </a:endParaRPr>
          </a:p>
        </p:txBody>
      </p:sp>
      <p:sp>
        <p:nvSpPr>
          <p:cNvPr id="99336" name="矩形 8">
            <a:extLst>
              <a:ext uri="{FF2B5EF4-FFF2-40B4-BE49-F238E27FC236}">
                <a16:creationId xmlns:a16="http://schemas.microsoft.com/office/drawing/2014/main" id="{F432C1BD-EBAC-4318-9437-33BDDCF2B94B}"/>
              </a:ext>
            </a:extLst>
          </p:cNvPr>
          <p:cNvSpPr>
            <a:spLocks noChangeArrowheads="1"/>
          </p:cNvSpPr>
          <p:nvPr/>
        </p:nvSpPr>
        <p:spPr bwMode="auto">
          <a:xfrm>
            <a:off x="577850" y="1609725"/>
            <a:ext cx="72723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Wingdings" panose="05000000000000000000" pitchFamily="2" charset="2"/>
              <a:buChar char="Ø"/>
            </a:pPr>
            <a:r>
              <a:rPr lang="zh-CN" altLang="en-US" sz="2400">
                <a:solidFill>
                  <a:srgbClr val="002060"/>
                </a:solidFill>
                <a:latin typeface="华文楷体" panose="02010600040101010101" pitchFamily="2" charset="-122"/>
                <a:ea typeface="华文楷体" panose="02010600040101010101" pitchFamily="2" charset="-122"/>
              </a:rPr>
              <a:t> </a:t>
            </a:r>
            <a:r>
              <a:rPr lang="zh-CN" altLang="en-US" sz="2400">
                <a:solidFill>
                  <a:srgbClr val="C00000"/>
                </a:solidFill>
                <a:latin typeface="华文楷体" panose="02010600040101010101" pitchFamily="2" charset="-122"/>
                <a:ea typeface="华文楷体" panose="02010600040101010101" pitchFamily="2" charset="-122"/>
              </a:rPr>
              <a:t>非加权邻域平均（均值滤波器）</a:t>
            </a:r>
            <a:endParaRPr lang="zh-CN" altLang="en-US" sz="2400">
              <a:latin typeface="华文楷体" panose="02010600040101010101" pitchFamily="2" charset="-122"/>
              <a:ea typeface="华文楷体" panose="02010600040101010101" pitchFamily="2" charset="-122"/>
            </a:endParaRPr>
          </a:p>
        </p:txBody>
      </p:sp>
      <p:sp>
        <p:nvSpPr>
          <p:cNvPr id="13" name="圆角矩形 12">
            <a:extLst>
              <a:ext uri="{FF2B5EF4-FFF2-40B4-BE49-F238E27FC236}">
                <a16:creationId xmlns:a16="http://schemas.microsoft.com/office/drawing/2014/main" id="{E9A477D2-3F11-447E-984B-27B977499D01}"/>
              </a:ext>
            </a:extLst>
          </p:cNvPr>
          <p:cNvSpPr/>
          <p:nvPr/>
        </p:nvSpPr>
        <p:spPr>
          <a:xfrm>
            <a:off x="360363" y="1550988"/>
            <a:ext cx="8302625" cy="2455862"/>
          </a:xfrm>
          <a:prstGeom prst="roundRect">
            <a:avLst>
              <a:gd name="adj" fmla="val 6028"/>
            </a:avLst>
          </a:prstGeom>
          <a:noFill/>
          <a:ln w="19050">
            <a:prstDash val="lg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4" name="圆角矩形 13">
            <a:extLst>
              <a:ext uri="{FF2B5EF4-FFF2-40B4-BE49-F238E27FC236}">
                <a16:creationId xmlns:a16="http://schemas.microsoft.com/office/drawing/2014/main" id="{1C0062C4-D9D9-4179-9D51-863507D855FA}"/>
              </a:ext>
            </a:extLst>
          </p:cNvPr>
          <p:cNvSpPr/>
          <p:nvPr/>
        </p:nvSpPr>
        <p:spPr>
          <a:xfrm>
            <a:off x="330200" y="4357688"/>
            <a:ext cx="8304213" cy="2455862"/>
          </a:xfrm>
          <a:prstGeom prst="roundRect">
            <a:avLst>
              <a:gd name="adj" fmla="val 6028"/>
            </a:avLst>
          </a:prstGeom>
          <a:noFill/>
          <a:ln w="19050">
            <a:prstDash val="lg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5" name="矩形 14">
            <a:extLst>
              <a:ext uri="{FF2B5EF4-FFF2-40B4-BE49-F238E27FC236}">
                <a16:creationId xmlns:a16="http://schemas.microsoft.com/office/drawing/2014/main" id="{C1BE7ECB-0C0D-42E6-855B-F9A9C57C53C9}"/>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99340" name="TextBox 23">
            <a:extLst>
              <a:ext uri="{FF2B5EF4-FFF2-40B4-BE49-F238E27FC236}">
                <a16:creationId xmlns:a16="http://schemas.microsoft.com/office/drawing/2014/main" id="{3D9C6954-EEC8-4E34-9E59-A4DAAB5E43CF}"/>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en-US" altLang="zh-CN" b="1">
                <a:solidFill>
                  <a:schemeClr val="bg1"/>
                </a:solidFill>
                <a:latin typeface="微软雅黑" panose="020B0503020204020204" pitchFamily="34" charset="-122"/>
                <a:ea typeface="微软雅黑" panose="020B0503020204020204" pitchFamily="34" charset="-122"/>
              </a:rPr>
              <a:t>3. 5 </a:t>
            </a:r>
            <a:r>
              <a:rPr lang="zh-CN" altLang="en-US" b="1">
                <a:solidFill>
                  <a:schemeClr val="bg1"/>
                </a:solidFill>
                <a:latin typeface="微软雅黑" panose="020B0503020204020204" pitchFamily="34" charset="-122"/>
                <a:ea typeface="微软雅黑" panose="020B0503020204020204" pitchFamily="34" charset="-122"/>
              </a:rPr>
              <a:t>平滑线性滤波器</a:t>
            </a:r>
          </a:p>
        </p:txBody>
      </p:sp>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354" name="Picture 7" descr="C:\Users\lenovo\Desktop\图片1.png">
            <a:extLst>
              <a:ext uri="{FF2B5EF4-FFF2-40B4-BE49-F238E27FC236}">
                <a16:creationId xmlns:a16="http://schemas.microsoft.com/office/drawing/2014/main" id="{65426244-560E-424B-9FAF-563C454FA2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69260" r="50000"/>
          <a:stretch>
            <a:fillRect/>
          </a:stretch>
        </p:blipFill>
        <p:spPr bwMode="auto">
          <a:xfrm>
            <a:off x="1403350" y="4343400"/>
            <a:ext cx="2162175" cy="200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355" name="Picture 3" descr="C:\Users\LENOVO\Desktop\图片2.png">
            <a:extLst>
              <a:ext uri="{FF2B5EF4-FFF2-40B4-BE49-F238E27FC236}">
                <a16:creationId xmlns:a16="http://schemas.microsoft.com/office/drawing/2014/main" id="{6AE0E020-AA58-4466-BCC4-1B81FD3ACE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55824"/>
          <a:stretch>
            <a:fillRect/>
          </a:stretch>
        </p:blipFill>
        <p:spPr bwMode="auto">
          <a:xfrm>
            <a:off x="2484438" y="1785938"/>
            <a:ext cx="4360862" cy="192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356" name="Picture 3" descr="C:\Users\LENOVO\Desktop\图片2.png">
            <a:extLst>
              <a:ext uri="{FF2B5EF4-FFF2-40B4-BE49-F238E27FC236}">
                <a16:creationId xmlns:a16="http://schemas.microsoft.com/office/drawing/2014/main" id="{567117D1-9297-4815-9A62-49C0A08742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0000" r="50000" b="6589"/>
          <a:stretch>
            <a:fillRect/>
          </a:stretch>
        </p:blipFill>
        <p:spPr bwMode="auto">
          <a:xfrm>
            <a:off x="3471863" y="4303713"/>
            <a:ext cx="2292350" cy="199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57" name="矩形 3">
            <a:extLst>
              <a:ext uri="{FF2B5EF4-FFF2-40B4-BE49-F238E27FC236}">
                <a16:creationId xmlns:a16="http://schemas.microsoft.com/office/drawing/2014/main" id="{572183B7-20A5-4088-8EAC-121DC4A3B2A1}"/>
              </a:ext>
            </a:extLst>
          </p:cNvPr>
          <p:cNvSpPr>
            <a:spLocks noChangeArrowheads="1"/>
          </p:cNvSpPr>
          <p:nvPr/>
        </p:nvSpPr>
        <p:spPr bwMode="auto">
          <a:xfrm>
            <a:off x="3119438" y="3644900"/>
            <a:ext cx="9540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Tx/>
              <a:buNone/>
            </a:pPr>
            <a:r>
              <a:rPr lang="zh-CN" altLang="en-US" sz="2000" b="1">
                <a:latin typeface="Times New Roman" panose="02020603050405020304" pitchFamily="18" charset="0"/>
                <a:ea typeface="华文楷体" panose="02010600040101010101" pitchFamily="2" charset="-122"/>
                <a:cs typeface="Times New Roman" panose="02020603050405020304" pitchFamily="18" charset="0"/>
              </a:rPr>
              <a:t>原图像</a:t>
            </a:r>
            <a:endParaRPr lang="zh-CN" altLang="en-US" sz="2000" b="1">
              <a:latin typeface="Arial" panose="020B0604020202020204" pitchFamily="34" charset="0"/>
              <a:ea typeface="华文楷体" panose="02010600040101010101" pitchFamily="2" charset="-122"/>
              <a:cs typeface="Times New Roman" panose="02020603050405020304" pitchFamily="18" charset="0"/>
            </a:endParaRPr>
          </a:p>
        </p:txBody>
      </p:sp>
      <p:sp>
        <p:nvSpPr>
          <p:cNvPr id="100358" name="矩形 4">
            <a:extLst>
              <a:ext uri="{FF2B5EF4-FFF2-40B4-BE49-F238E27FC236}">
                <a16:creationId xmlns:a16="http://schemas.microsoft.com/office/drawing/2014/main" id="{BB19E94F-7E2D-4C6E-B631-B3BF29BD625F}"/>
              </a:ext>
            </a:extLst>
          </p:cNvPr>
          <p:cNvSpPr>
            <a:spLocks noChangeArrowheads="1"/>
          </p:cNvSpPr>
          <p:nvPr/>
        </p:nvSpPr>
        <p:spPr bwMode="auto">
          <a:xfrm>
            <a:off x="4716463" y="3611563"/>
            <a:ext cx="17224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Tx/>
              <a:buNone/>
            </a:pPr>
            <a:r>
              <a:rPr lang="zh-CN" altLang="en-US" sz="2000" b="1">
                <a:latin typeface="Times New Roman" panose="02020603050405020304" pitchFamily="18" charset="0"/>
                <a:ea typeface="华文楷体" panose="02010600040101010101" pitchFamily="2" charset="-122"/>
                <a:cs typeface="Times New Roman" panose="02020603050405020304" pitchFamily="18" charset="0"/>
              </a:rPr>
              <a:t>加噪声的图像</a:t>
            </a:r>
            <a:endParaRPr lang="zh-CN" altLang="en-US" sz="2000" b="1">
              <a:latin typeface="Arial" panose="020B0604020202020204" pitchFamily="34" charset="0"/>
              <a:ea typeface="华文楷体" panose="02010600040101010101" pitchFamily="2" charset="-122"/>
              <a:cs typeface="Times New Roman" panose="02020603050405020304" pitchFamily="18" charset="0"/>
            </a:endParaRPr>
          </a:p>
        </p:txBody>
      </p:sp>
      <p:sp>
        <p:nvSpPr>
          <p:cNvPr id="100359" name="矩形 5">
            <a:extLst>
              <a:ext uri="{FF2B5EF4-FFF2-40B4-BE49-F238E27FC236}">
                <a16:creationId xmlns:a16="http://schemas.microsoft.com/office/drawing/2014/main" id="{DE41AAAF-7DFA-4E50-BE96-0E08B87967BD}"/>
              </a:ext>
            </a:extLst>
          </p:cNvPr>
          <p:cNvSpPr>
            <a:spLocks noChangeArrowheads="1"/>
          </p:cNvSpPr>
          <p:nvPr/>
        </p:nvSpPr>
        <p:spPr bwMode="auto">
          <a:xfrm>
            <a:off x="1809750" y="6243638"/>
            <a:ext cx="1209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Tx/>
              <a:buNone/>
            </a:pPr>
            <a:r>
              <a:rPr lang="en-US" altLang="zh-CN" sz="2000" b="1">
                <a:latin typeface="Times New Roman" panose="02020603050405020304" pitchFamily="18" charset="0"/>
                <a:ea typeface="华文楷体" panose="02010600040101010101" pitchFamily="2" charset="-122"/>
                <a:cs typeface="Times New Roman" panose="02020603050405020304" pitchFamily="18" charset="0"/>
              </a:rPr>
              <a:t>3×3</a:t>
            </a:r>
            <a:r>
              <a:rPr lang="zh-CN" altLang="en-US" sz="2000" b="1">
                <a:latin typeface="Times New Roman" panose="02020603050405020304" pitchFamily="18" charset="0"/>
                <a:ea typeface="华文楷体" panose="02010600040101010101" pitchFamily="2" charset="-122"/>
                <a:cs typeface="Times New Roman" panose="02020603050405020304" pitchFamily="18" charset="0"/>
              </a:rPr>
              <a:t>平滑</a:t>
            </a:r>
            <a:endParaRPr lang="zh-CN" altLang="en-US" sz="2000" b="1">
              <a:latin typeface="Arial" panose="020B0604020202020204" pitchFamily="34" charset="0"/>
              <a:ea typeface="华文楷体" panose="02010600040101010101" pitchFamily="2" charset="-122"/>
              <a:cs typeface="Times New Roman" panose="02020603050405020304" pitchFamily="18" charset="0"/>
            </a:endParaRPr>
          </a:p>
        </p:txBody>
      </p:sp>
      <p:sp>
        <p:nvSpPr>
          <p:cNvPr id="100360" name="矩形 11">
            <a:extLst>
              <a:ext uri="{FF2B5EF4-FFF2-40B4-BE49-F238E27FC236}">
                <a16:creationId xmlns:a16="http://schemas.microsoft.com/office/drawing/2014/main" id="{137FDCFB-359A-4746-B1C6-C9254C4E3D51}"/>
              </a:ext>
            </a:extLst>
          </p:cNvPr>
          <p:cNvSpPr>
            <a:spLocks noChangeArrowheads="1"/>
          </p:cNvSpPr>
          <p:nvPr/>
        </p:nvSpPr>
        <p:spPr bwMode="auto">
          <a:xfrm>
            <a:off x="3967163" y="6265863"/>
            <a:ext cx="1209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Tx/>
              <a:buNone/>
            </a:pPr>
            <a:r>
              <a:rPr lang="en-US" altLang="zh-CN" sz="2000" b="1">
                <a:latin typeface="Times New Roman" panose="02020603050405020304" pitchFamily="18" charset="0"/>
                <a:ea typeface="华文楷体" panose="02010600040101010101" pitchFamily="2" charset="-122"/>
                <a:cs typeface="Times New Roman" panose="02020603050405020304" pitchFamily="18" charset="0"/>
              </a:rPr>
              <a:t>5×5</a:t>
            </a:r>
            <a:r>
              <a:rPr lang="zh-CN" altLang="en-US" sz="2000" b="1">
                <a:latin typeface="Times New Roman" panose="02020603050405020304" pitchFamily="18" charset="0"/>
                <a:ea typeface="华文楷体" panose="02010600040101010101" pitchFamily="2" charset="-122"/>
                <a:cs typeface="Times New Roman" panose="02020603050405020304" pitchFamily="18" charset="0"/>
              </a:rPr>
              <a:t>平滑</a:t>
            </a:r>
            <a:endParaRPr lang="zh-CN" altLang="en-US" sz="2000" b="1">
              <a:latin typeface="Arial" panose="020B0604020202020204" pitchFamily="34" charset="0"/>
              <a:ea typeface="华文楷体" panose="02010600040101010101" pitchFamily="2" charset="-122"/>
              <a:cs typeface="Times New Roman" panose="02020603050405020304" pitchFamily="18" charset="0"/>
            </a:endParaRPr>
          </a:p>
        </p:txBody>
      </p:sp>
      <p:sp>
        <p:nvSpPr>
          <p:cNvPr id="100361" name="矩形 27">
            <a:extLst>
              <a:ext uri="{FF2B5EF4-FFF2-40B4-BE49-F238E27FC236}">
                <a16:creationId xmlns:a16="http://schemas.microsoft.com/office/drawing/2014/main" id="{A21F921B-86DE-4090-B60A-0033EC74026A}"/>
              </a:ext>
            </a:extLst>
          </p:cNvPr>
          <p:cNvSpPr>
            <a:spLocks noChangeArrowheads="1"/>
          </p:cNvSpPr>
          <p:nvPr/>
        </p:nvSpPr>
        <p:spPr bwMode="auto">
          <a:xfrm>
            <a:off x="6261100" y="6243638"/>
            <a:ext cx="12112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Tx/>
              <a:buNone/>
            </a:pPr>
            <a:r>
              <a:rPr lang="en-US" altLang="zh-CN" sz="2000" b="1">
                <a:latin typeface="Times New Roman" panose="02020603050405020304" pitchFamily="18" charset="0"/>
                <a:ea typeface="华文楷体" panose="02010600040101010101" pitchFamily="2" charset="-122"/>
                <a:cs typeface="Times New Roman" panose="02020603050405020304" pitchFamily="18" charset="0"/>
              </a:rPr>
              <a:t>7×7</a:t>
            </a:r>
            <a:r>
              <a:rPr lang="zh-CN" altLang="en-US" sz="2000" b="1">
                <a:latin typeface="Times New Roman" panose="02020603050405020304" pitchFamily="18" charset="0"/>
                <a:ea typeface="华文楷体" panose="02010600040101010101" pitchFamily="2" charset="-122"/>
                <a:cs typeface="Times New Roman" panose="02020603050405020304" pitchFamily="18" charset="0"/>
              </a:rPr>
              <a:t>平滑</a:t>
            </a:r>
            <a:endParaRPr lang="zh-CN" altLang="en-US" sz="2000" b="1">
              <a:latin typeface="Arial" panose="020B0604020202020204" pitchFamily="34" charset="0"/>
              <a:ea typeface="华文楷体" panose="02010600040101010101" pitchFamily="2" charset="-122"/>
              <a:cs typeface="Times New Roman" panose="02020603050405020304" pitchFamily="18" charset="0"/>
            </a:endParaRPr>
          </a:p>
        </p:txBody>
      </p:sp>
      <p:pic>
        <p:nvPicPr>
          <p:cNvPr id="100362" name="Picture 3" descr="C:\Users\LENOVO\Desktop\图片2.png">
            <a:extLst>
              <a:ext uri="{FF2B5EF4-FFF2-40B4-BE49-F238E27FC236}">
                <a16:creationId xmlns:a16="http://schemas.microsoft.com/office/drawing/2014/main" id="{2EB29D3A-0B41-4620-B9A8-8B97A5D57F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0000" t="50000" b="6589"/>
          <a:stretch>
            <a:fillRect/>
          </a:stretch>
        </p:blipFill>
        <p:spPr bwMode="auto">
          <a:xfrm>
            <a:off x="5857875" y="4303713"/>
            <a:ext cx="2292350" cy="199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63" name="内容占位符 2">
            <a:extLst>
              <a:ext uri="{FF2B5EF4-FFF2-40B4-BE49-F238E27FC236}">
                <a16:creationId xmlns:a16="http://schemas.microsoft.com/office/drawing/2014/main" id="{5E3A0F09-53A9-4979-A4E9-1650D41829D1}"/>
              </a:ext>
            </a:extLst>
          </p:cNvPr>
          <p:cNvSpPr>
            <a:spLocks noGrp="1"/>
          </p:cNvSpPr>
          <p:nvPr>
            <p:ph idx="1"/>
          </p:nvPr>
        </p:nvSpPr>
        <p:spPr>
          <a:xfrm>
            <a:off x="360363" y="968375"/>
            <a:ext cx="8302625" cy="582613"/>
          </a:xfrm>
        </p:spPr>
        <p:txBody>
          <a:bodyPr/>
          <a:lstStyle/>
          <a:p>
            <a:pPr>
              <a:buFont typeface="Wingdings" panose="05000000000000000000" pitchFamily="2" charset="2"/>
              <a:buChar char="p"/>
            </a:pPr>
            <a:r>
              <a:rPr lang="zh-CN" altLang="en-US" sz="2800" b="1">
                <a:solidFill>
                  <a:srgbClr val="C00000"/>
                </a:solidFill>
                <a:ea typeface="华文楷体" panose="02010600040101010101" pitchFamily="2" charset="-122"/>
              </a:rPr>
              <a:t> </a:t>
            </a:r>
            <a:r>
              <a:rPr lang="zh-CN" altLang="en-US" sz="2800" b="1">
                <a:ea typeface="华文楷体" panose="02010600040101010101" pitchFamily="2" charset="-122"/>
              </a:rPr>
              <a:t>平滑滤波示例</a:t>
            </a:r>
          </a:p>
        </p:txBody>
      </p:sp>
      <p:sp>
        <p:nvSpPr>
          <p:cNvPr id="17" name="矩形 16">
            <a:extLst>
              <a:ext uri="{FF2B5EF4-FFF2-40B4-BE49-F238E27FC236}">
                <a16:creationId xmlns:a16="http://schemas.microsoft.com/office/drawing/2014/main" id="{66853876-479D-447E-9D0A-9874F5077D0F}"/>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100365" name="TextBox 23">
            <a:extLst>
              <a:ext uri="{FF2B5EF4-FFF2-40B4-BE49-F238E27FC236}">
                <a16:creationId xmlns:a16="http://schemas.microsoft.com/office/drawing/2014/main" id="{316F0305-64FD-4FAD-87DF-F3573234EE00}"/>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en-US" altLang="zh-CN" b="1">
                <a:solidFill>
                  <a:schemeClr val="bg1"/>
                </a:solidFill>
                <a:latin typeface="微软雅黑" panose="020B0503020204020204" pitchFamily="34" charset="-122"/>
                <a:ea typeface="微软雅黑" panose="020B0503020204020204" pitchFamily="34" charset="-122"/>
              </a:rPr>
              <a:t>3. 5 </a:t>
            </a:r>
            <a:r>
              <a:rPr lang="zh-CN" altLang="en-US" b="1">
                <a:solidFill>
                  <a:schemeClr val="bg1"/>
                </a:solidFill>
                <a:latin typeface="微软雅黑" panose="020B0503020204020204" pitchFamily="34" charset="-122"/>
                <a:ea typeface="微软雅黑" panose="020B0503020204020204" pitchFamily="34" charset="-122"/>
              </a:rPr>
              <a:t>平滑线性滤波器</a:t>
            </a:r>
          </a:p>
        </p:txBody>
      </p:sp>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内容占位符 2">
            <a:extLst>
              <a:ext uri="{FF2B5EF4-FFF2-40B4-BE49-F238E27FC236}">
                <a16:creationId xmlns:a16="http://schemas.microsoft.com/office/drawing/2014/main" id="{DEA7E9B7-06BF-442E-A3DD-5374F2E217D4}"/>
              </a:ext>
            </a:extLst>
          </p:cNvPr>
          <p:cNvSpPr>
            <a:spLocks noGrp="1"/>
          </p:cNvSpPr>
          <p:nvPr>
            <p:ph idx="1"/>
          </p:nvPr>
        </p:nvSpPr>
        <p:spPr>
          <a:xfrm>
            <a:off x="360363" y="968375"/>
            <a:ext cx="8302625" cy="582613"/>
          </a:xfrm>
        </p:spPr>
        <p:txBody>
          <a:bodyPr/>
          <a:lstStyle/>
          <a:p>
            <a:pPr>
              <a:buFont typeface="Wingdings" panose="05000000000000000000" pitchFamily="2" charset="2"/>
              <a:buChar char="p"/>
            </a:pPr>
            <a:r>
              <a:rPr lang="zh-CN" altLang="en-US" sz="2800" b="1">
                <a:solidFill>
                  <a:srgbClr val="C00000"/>
                </a:solidFill>
                <a:ea typeface="华文楷体" panose="02010600040101010101" pitchFamily="2" charset="-122"/>
              </a:rPr>
              <a:t> 模板尺寸对滤波器影响</a:t>
            </a:r>
          </a:p>
        </p:txBody>
      </p:sp>
      <p:sp>
        <p:nvSpPr>
          <p:cNvPr id="17" name="矩形 16">
            <a:extLst>
              <a:ext uri="{FF2B5EF4-FFF2-40B4-BE49-F238E27FC236}">
                <a16:creationId xmlns:a16="http://schemas.microsoft.com/office/drawing/2014/main" id="{66853876-479D-447E-9D0A-9874F5077D0F}"/>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101380" name="TextBox 23">
            <a:extLst>
              <a:ext uri="{FF2B5EF4-FFF2-40B4-BE49-F238E27FC236}">
                <a16:creationId xmlns:a16="http://schemas.microsoft.com/office/drawing/2014/main" id="{6484C9D8-CFF4-45E9-AAC6-C0DA51547109}"/>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en-US" altLang="zh-CN" b="1">
                <a:solidFill>
                  <a:schemeClr val="bg1"/>
                </a:solidFill>
                <a:latin typeface="微软雅黑" panose="020B0503020204020204" pitchFamily="34" charset="-122"/>
                <a:ea typeface="微软雅黑" panose="020B0503020204020204" pitchFamily="34" charset="-122"/>
              </a:rPr>
              <a:t>3. 5 </a:t>
            </a:r>
            <a:r>
              <a:rPr lang="zh-CN" altLang="en-US" b="1">
                <a:solidFill>
                  <a:schemeClr val="bg1"/>
                </a:solidFill>
                <a:latin typeface="微软雅黑" panose="020B0503020204020204" pitchFamily="34" charset="-122"/>
                <a:ea typeface="微软雅黑" panose="020B0503020204020204" pitchFamily="34" charset="-122"/>
              </a:rPr>
              <a:t>平滑线性滤波器</a:t>
            </a:r>
          </a:p>
        </p:txBody>
      </p:sp>
      <p:sp>
        <p:nvSpPr>
          <p:cNvPr id="101381" name="矩形 3">
            <a:extLst>
              <a:ext uri="{FF2B5EF4-FFF2-40B4-BE49-F238E27FC236}">
                <a16:creationId xmlns:a16="http://schemas.microsoft.com/office/drawing/2014/main" id="{2DB83E26-AD5B-48EC-8BE2-CCF344AB209D}"/>
              </a:ext>
            </a:extLst>
          </p:cNvPr>
          <p:cNvSpPr>
            <a:spLocks noChangeArrowheads="1"/>
          </p:cNvSpPr>
          <p:nvPr/>
        </p:nvSpPr>
        <p:spPr bwMode="auto">
          <a:xfrm>
            <a:off x="709613" y="1806575"/>
            <a:ext cx="77247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Tx/>
              <a:buNone/>
            </a:pPr>
            <a:r>
              <a:rPr lang="zh-CN" altLang="en-US" sz="2800" b="1">
                <a:latin typeface="Times New Roman" panose="02020603050405020304" pitchFamily="18" charset="0"/>
                <a:ea typeface="华文楷体" panose="02010600040101010101" pitchFamily="2" charset="-122"/>
                <a:cs typeface="Times New Roman" panose="02020603050405020304" pitchFamily="18" charset="0"/>
              </a:rPr>
              <a:t>模板尺寸越大，图像越模糊，图像细节丢失越多</a:t>
            </a:r>
            <a:endParaRPr lang="zh-CN" altLang="en-US" sz="2800" b="1">
              <a:latin typeface="Arial" panose="020B0604020202020204" pitchFamily="34" charset="0"/>
              <a:ea typeface="华文楷体" panose="02010600040101010101" pitchFamily="2" charset="-122"/>
              <a:cs typeface="Times New Roman" panose="02020603050405020304" pitchFamily="18" charset="0"/>
            </a:endParaRPr>
          </a:p>
        </p:txBody>
      </p:sp>
      <p:sp>
        <p:nvSpPr>
          <p:cNvPr id="101382" name="内容占位符 2">
            <a:extLst>
              <a:ext uri="{FF2B5EF4-FFF2-40B4-BE49-F238E27FC236}">
                <a16:creationId xmlns:a16="http://schemas.microsoft.com/office/drawing/2014/main" id="{945520B0-6369-4EE0-B324-D6570B4F880A}"/>
              </a:ext>
            </a:extLst>
          </p:cNvPr>
          <p:cNvSpPr txBox="1">
            <a:spLocks/>
          </p:cNvSpPr>
          <p:nvPr/>
        </p:nvSpPr>
        <p:spPr bwMode="auto">
          <a:xfrm>
            <a:off x="360363" y="3213100"/>
            <a:ext cx="8302625"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639763" indent="-246063">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indent="-246063">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187450" indent="-20955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1462088" indent="-20955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1919288" indent="-20955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376488" indent="-20955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2833688" indent="-20955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290888" indent="-20955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buFont typeface="Wingdings" panose="05000000000000000000" pitchFamily="2" charset="2"/>
              <a:buChar char="p"/>
            </a:pPr>
            <a:r>
              <a:rPr lang="zh-CN" altLang="en-US" sz="2800" b="1">
                <a:solidFill>
                  <a:srgbClr val="C00000"/>
                </a:solidFill>
                <a:ea typeface="华文楷体" panose="02010600040101010101" pitchFamily="2" charset="-122"/>
              </a:rPr>
              <a:t>平滑滤波器的缺点和问题</a:t>
            </a:r>
          </a:p>
        </p:txBody>
      </p:sp>
      <p:sp>
        <p:nvSpPr>
          <p:cNvPr id="101383" name="矩形 3">
            <a:extLst>
              <a:ext uri="{FF2B5EF4-FFF2-40B4-BE49-F238E27FC236}">
                <a16:creationId xmlns:a16="http://schemas.microsoft.com/office/drawing/2014/main" id="{A46D113F-FACF-4A1E-86A0-1FAE8F1D6EBC}"/>
              </a:ext>
            </a:extLst>
          </p:cNvPr>
          <p:cNvSpPr>
            <a:spLocks noChangeArrowheads="1"/>
          </p:cNvSpPr>
          <p:nvPr/>
        </p:nvSpPr>
        <p:spPr bwMode="auto">
          <a:xfrm>
            <a:off x="709613" y="4076700"/>
            <a:ext cx="8304212"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Tx/>
              <a:buNone/>
            </a:pPr>
            <a:r>
              <a:rPr lang="zh-CN" altLang="en-US" sz="2800" b="1">
                <a:latin typeface="Arial" panose="020B0604020202020204" pitchFamily="34" charset="0"/>
                <a:ea typeface="华文楷体" panose="02010600040101010101" pitchFamily="2" charset="-122"/>
                <a:cs typeface="Times New Roman" panose="02020603050405020304" pitchFamily="18" charset="0"/>
              </a:rPr>
              <a:t>如果处理目的是去除噪声，平滑滤波器在去除噪声的同时，钝化了图像边缘与细节</a:t>
            </a:r>
          </a:p>
        </p:txBody>
      </p:sp>
      <p:pic>
        <p:nvPicPr>
          <p:cNvPr id="22" name="图片 6">
            <a:extLst>
              <a:ext uri="{FF2B5EF4-FFF2-40B4-BE49-F238E27FC236}">
                <a16:creationId xmlns:a16="http://schemas.microsoft.com/office/drawing/2014/main" id="{0F87D1D4-C163-46B8-898E-17864B04D6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4315" b="7602"/>
          <a:stretch>
            <a:fillRect/>
          </a:stretch>
        </p:blipFill>
        <p:spPr bwMode="auto">
          <a:xfrm>
            <a:off x="468313" y="5518150"/>
            <a:ext cx="1439862" cy="131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内容占位符 2">
            <a:extLst>
              <a:ext uri="{FF2B5EF4-FFF2-40B4-BE49-F238E27FC236}">
                <a16:creationId xmlns:a16="http://schemas.microsoft.com/office/drawing/2014/main" id="{55E42230-6423-4B06-A01B-2B8A7A6761E7}"/>
              </a:ext>
            </a:extLst>
          </p:cNvPr>
          <p:cNvSpPr txBox="1">
            <a:spLocks/>
          </p:cNvSpPr>
          <p:nvPr/>
        </p:nvSpPr>
        <p:spPr bwMode="auto">
          <a:xfrm>
            <a:off x="1908175" y="5756275"/>
            <a:ext cx="6107113"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639763" indent="-246063">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indent="-246063">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187450" indent="-20955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1462088" indent="-20955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1919288" indent="-20955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376488" indent="-20955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2833688" indent="-20955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290888" indent="-20955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buFont typeface="Wingdings 2" panose="05020102010507070707" pitchFamily="18" charset="2"/>
              <a:buNone/>
            </a:pPr>
            <a:r>
              <a:rPr lang="zh-CN" altLang="en-US" sz="4000" b="1">
                <a:solidFill>
                  <a:srgbClr val="C00000"/>
                </a:solidFill>
                <a:ea typeface="华文楷体" panose="02010600040101010101" pitchFamily="2" charset="-122"/>
              </a:rPr>
              <a:t>请思考如何改进该缺点</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ppt_x"/>
                                          </p:val>
                                        </p:tav>
                                        <p:tav tm="100000">
                                          <p:val>
                                            <p:strVal val="#ppt_x"/>
                                          </p:val>
                                        </p:tav>
                                      </p:tavLst>
                                    </p:anim>
                                    <p:anim calcmode="lin" valueType="num">
                                      <p:cBhvr additive="base">
                                        <p:cTn id="8" dur="500" fill="hold"/>
                                        <p:tgtEl>
                                          <p:spTgt spid="2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500" fill="hold"/>
                                        <p:tgtEl>
                                          <p:spTgt spid="23"/>
                                        </p:tgtEl>
                                        <p:attrNameLst>
                                          <p:attrName>ppt_x</p:attrName>
                                        </p:attrNameLst>
                                      </p:cBhvr>
                                      <p:tavLst>
                                        <p:tav tm="0">
                                          <p:val>
                                            <p:strVal val="#ppt_x"/>
                                          </p:val>
                                        </p:tav>
                                        <p:tav tm="100000">
                                          <p:val>
                                            <p:strVal val="#ppt_x"/>
                                          </p:val>
                                        </p:tav>
                                      </p:tavLst>
                                    </p:anim>
                                    <p:anim calcmode="lin" valueType="num">
                                      <p:cBhvr additive="base">
                                        <p:cTn id="12"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66853876-479D-447E-9D0A-9874F5077D0F}"/>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102403" name="TextBox 23">
            <a:extLst>
              <a:ext uri="{FF2B5EF4-FFF2-40B4-BE49-F238E27FC236}">
                <a16:creationId xmlns:a16="http://schemas.microsoft.com/office/drawing/2014/main" id="{8C9C35A4-EEFC-4E23-99A4-88D6852F5F27}"/>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en-US" altLang="zh-CN" b="1">
                <a:solidFill>
                  <a:schemeClr val="bg1"/>
                </a:solidFill>
                <a:latin typeface="微软雅黑" panose="020B0503020204020204" pitchFamily="34" charset="-122"/>
                <a:ea typeface="微软雅黑" panose="020B0503020204020204" pitchFamily="34" charset="-122"/>
              </a:rPr>
              <a:t>3. 5.2 </a:t>
            </a:r>
            <a:r>
              <a:rPr lang="zh-CN" altLang="en-US" b="1">
                <a:solidFill>
                  <a:schemeClr val="bg1"/>
                </a:solidFill>
                <a:latin typeface="微软雅黑" panose="020B0503020204020204" pitchFamily="34" charset="-122"/>
                <a:ea typeface="微软雅黑" panose="020B0503020204020204" pitchFamily="34" charset="-122"/>
              </a:rPr>
              <a:t>统计排序（非线性）滤波器</a:t>
            </a:r>
          </a:p>
        </p:txBody>
      </p:sp>
      <p:sp>
        <p:nvSpPr>
          <p:cNvPr id="12" name="Text Box 4">
            <a:extLst>
              <a:ext uri="{FF2B5EF4-FFF2-40B4-BE49-F238E27FC236}">
                <a16:creationId xmlns:a16="http://schemas.microsoft.com/office/drawing/2014/main" id="{7881DA00-7551-4D5B-AB33-0B8D24FF0F79}"/>
              </a:ext>
            </a:extLst>
          </p:cNvPr>
          <p:cNvSpPr txBox="1">
            <a:spLocks noChangeArrowheads="1"/>
          </p:cNvSpPr>
          <p:nvPr/>
        </p:nvSpPr>
        <p:spPr bwMode="auto">
          <a:xfrm>
            <a:off x="611188" y="1125538"/>
            <a:ext cx="7920037" cy="1535112"/>
          </a:xfrm>
          <a:prstGeom prst="rect">
            <a:avLst/>
          </a:prstGeom>
          <a:solidFill>
            <a:schemeClr val="bg1"/>
          </a:solidFill>
          <a:ln>
            <a:noFill/>
          </a:ln>
          <a:effectLst/>
          <a:extLst/>
        </p:spPr>
        <p:txBody>
          <a:bodyPr lIns="90000" tIns="46800" rIns="90000" bIns="46800">
            <a:spAutoFit/>
          </a:bodyPr>
          <a:lstStyle>
            <a:lvl1pPr eaLnBrk="0" hangingPunct="0">
              <a:defRPr sz="3200">
                <a:solidFill>
                  <a:schemeClr val="tx1"/>
                </a:solidFill>
                <a:latin typeface="Verdana" pitchFamily="34" charset="0"/>
                <a:ea typeface="楷体_GB2312" pitchFamily="1" charset="-122"/>
              </a:defRPr>
            </a:lvl1pPr>
            <a:lvl2pPr marL="742950" indent="-285750" eaLnBrk="0" hangingPunct="0">
              <a:defRPr sz="3200">
                <a:solidFill>
                  <a:schemeClr val="tx1"/>
                </a:solidFill>
                <a:latin typeface="Verdana" pitchFamily="34" charset="0"/>
                <a:ea typeface="楷体_GB2312" pitchFamily="1" charset="-122"/>
              </a:defRPr>
            </a:lvl2pPr>
            <a:lvl3pPr marL="1143000" indent="-228600" eaLnBrk="0" hangingPunct="0">
              <a:defRPr sz="3200">
                <a:solidFill>
                  <a:schemeClr val="tx1"/>
                </a:solidFill>
                <a:latin typeface="Verdana" pitchFamily="34" charset="0"/>
                <a:ea typeface="楷体_GB2312" pitchFamily="1" charset="-122"/>
              </a:defRPr>
            </a:lvl3pPr>
            <a:lvl4pPr marL="1600200" indent="-228600" eaLnBrk="0" hangingPunct="0">
              <a:defRPr sz="3200">
                <a:solidFill>
                  <a:schemeClr val="tx1"/>
                </a:solidFill>
                <a:latin typeface="Verdana" pitchFamily="34" charset="0"/>
                <a:ea typeface="楷体_GB2312" pitchFamily="1" charset="-122"/>
              </a:defRPr>
            </a:lvl4pPr>
            <a:lvl5pPr marL="2057400" indent="-228600" eaLnBrk="0" hangingPunct="0">
              <a:defRPr sz="3200">
                <a:solidFill>
                  <a:schemeClr val="tx1"/>
                </a:solidFill>
                <a:latin typeface="Verdana" pitchFamily="34" charset="0"/>
                <a:ea typeface="楷体_GB2312" pitchFamily="1" charset="-122"/>
              </a:defRPr>
            </a:lvl5pPr>
            <a:lvl6pPr marL="25146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6pPr>
            <a:lvl7pPr marL="29718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7pPr>
            <a:lvl8pPr marL="34290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8pPr>
            <a:lvl9pPr marL="38862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9pPr>
          </a:lstStyle>
          <a:p>
            <a:pPr eaLnBrk="1" hangingPunct="1">
              <a:lnSpc>
                <a:spcPct val="130000"/>
              </a:lnSpc>
              <a:buFont typeface="Arial" panose="020B0604020202020204" pitchFamily="34" charset="0"/>
              <a:buNone/>
              <a:defRPr/>
            </a:pPr>
            <a:r>
              <a:rPr lang="zh-CN" altLang="en-US" sz="2400" b="1" dirty="0">
                <a:latin typeface="Times New Roman" pitchFamily="18" charset="0"/>
              </a:rPr>
              <a:t>        一种 </a:t>
            </a:r>
            <a:r>
              <a:rPr lang="zh-CN" altLang="en-US" sz="2400" b="1" dirty="0">
                <a:solidFill>
                  <a:srgbClr val="0000FF"/>
                </a:solidFill>
                <a:latin typeface="Times New Roman" pitchFamily="18" charset="0"/>
              </a:rPr>
              <a:t>非线性</a:t>
            </a:r>
            <a:r>
              <a:rPr lang="zh-CN" altLang="en-US" sz="2400" b="1" dirty="0">
                <a:latin typeface="Times New Roman" pitchFamily="18" charset="0"/>
              </a:rPr>
              <a:t> 滤波器</a:t>
            </a:r>
            <a:r>
              <a:rPr lang="en-US" sz="2400" b="1" dirty="0">
                <a:latin typeface="Times New Roman" pitchFamily="18" charset="0"/>
              </a:rPr>
              <a:t>,</a:t>
            </a:r>
            <a:r>
              <a:rPr lang="zh-CN" altLang="en-US" sz="2400" b="1" dirty="0">
                <a:latin typeface="Times New Roman" pitchFamily="18" charset="0"/>
              </a:rPr>
              <a:t>它的响应基于图像滤波器包围的图像区域中像素的排序</a:t>
            </a:r>
            <a:r>
              <a:rPr lang="en-US" sz="2400" b="1" dirty="0">
                <a:latin typeface="Times New Roman" pitchFamily="18" charset="0"/>
              </a:rPr>
              <a:t>,</a:t>
            </a:r>
            <a:r>
              <a:rPr lang="zh-CN" altLang="en-US" sz="2400" b="1" dirty="0">
                <a:latin typeface="Times New Roman" pitchFamily="18" charset="0"/>
              </a:rPr>
              <a:t>然后由</a:t>
            </a:r>
            <a:r>
              <a:rPr lang="zh-CN" altLang="en-US" sz="2400" b="1" i="1" u="sng" dirty="0">
                <a:solidFill>
                  <a:srgbClr val="0000FF"/>
                </a:solidFill>
                <a:effectLst>
                  <a:outerShdw blurRad="38100" dist="38100" dir="2700000" algn="tl">
                    <a:srgbClr val="C0C0C0"/>
                  </a:outerShdw>
                </a:effectLst>
                <a:latin typeface="Times New Roman" pitchFamily="18" charset="0"/>
              </a:rPr>
              <a:t>统计排序结果决定的值代替中心像素的值</a:t>
            </a:r>
            <a:r>
              <a:rPr lang="en-US" sz="2400" b="1" dirty="0">
                <a:solidFill>
                  <a:srgbClr val="0000FF"/>
                </a:solidFill>
                <a:latin typeface="Times New Roman" pitchFamily="18" charset="0"/>
              </a:rPr>
              <a:t>.</a:t>
            </a:r>
            <a:r>
              <a:rPr lang="en-US" sz="2400" b="1" dirty="0">
                <a:latin typeface="Times New Roman" pitchFamily="18" charset="0"/>
              </a:rPr>
              <a:t>  </a:t>
            </a:r>
            <a:r>
              <a:rPr lang="zh-CN" altLang="en-US" sz="2400" b="1" dirty="0">
                <a:latin typeface="Times New Roman" pitchFamily="18" charset="0"/>
              </a:rPr>
              <a:t>最常见的是</a:t>
            </a:r>
            <a:r>
              <a:rPr lang="zh-CN" altLang="en-US" sz="2400" b="1" dirty="0">
                <a:solidFill>
                  <a:srgbClr val="0000FF"/>
                </a:solidFill>
                <a:effectLst>
                  <a:outerShdw blurRad="38100" dist="38100" dir="2700000" algn="tl">
                    <a:srgbClr val="C0C0C0"/>
                  </a:outerShdw>
                </a:effectLst>
                <a:latin typeface="Times New Roman" pitchFamily="18" charset="0"/>
              </a:rPr>
              <a:t>中值滤波器</a:t>
            </a:r>
            <a:r>
              <a:rPr lang="zh-CN" altLang="en-US" sz="2400" b="1" dirty="0">
                <a:solidFill>
                  <a:srgbClr val="0000FF"/>
                </a:solidFill>
                <a:latin typeface="Times New Roman" pitchFamily="18" charset="0"/>
              </a:rPr>
              <a:t> </a:t>
            </a:r>
            <a:r>
              <a:rPr lang="zh-CN" altLang="en-US" sz="2400" b="1" dirty="0">
                <a:latin typeface="Times New Roman" pitchFamily="18" charset="0"/>
              </a:rPr>
              <a:t>。</a:t>
            </a:r>
          </a:p>
        </p:txBody>
      </p:sp>
      <p:sp>
        <p:nvSpPr>
          <p:cNvPr id="13" name="Rectangle 5">
            <a:extLst>
              <a:ext uri="{FF2B5EF4-FFF2-40B4-BE49-F238E27FC236}">
                <a16:creationId xmlns:a16="http://schemas.microsoft.com/office/drawing/2014/main" id="{3064428E-6681-449F-B9C6-157AA1E4B000}"/>
              </a:ext>
            </a:extLst>
          </p:cNvPr>
          <p:cNvSpPr>
            <a:spLocks noChangeArrowheads="1"/>
          </p:cNvSpPr>
          <p:nvPr/>
        </p:nvSpPr>
        <p:spPr bwMode="auto">
          <a:xfrm>
            <a:off x="468313" y="3402013"/>
            <a:ext cx="8423275" cy="3040062"/>
          </a:xfrm>
          <a:prstGeom prst="rect">
            <a:avLst/>
          </a:prstGeom>
          <a:noFill/>
          <a:ln>
            <a:noFill/>
          </a:ln>
          <a:effectLst/>
          <a:extLst/>
        </p:spPr>
        <p:txBody>
          <a:bodyPr lIns="90000" tIns="46800" rIns="90000" bIns="46800">
            <a:spAutoFit/>
          </a:bodyPr>
          <a:lstStyle/>
          <a:p>
            <a:pPr eaLnBrk="1" hangingPunct="1">
              <a:lnSpc>
                <a:spcPct val="130000"/>
              </a:lnSpc>
              <a:buFont typeface="Arial" panose="020B0604020202020204" pitchFamily="34" charset="0"/>
              <a:buNone/>
              <a:defRPr/>
            </a:pPr>
            <a:r>
              <a:rPr lang="en-US" b="1" dirty="0">
                <a:solidFill>
                  <a:srgbClr val="0000FF"/>
                </a:solidFill>
                <a:latin typeface="Times New Roman" pitchFamily="18" charset="0"/>
              </a:rPr>
              <a:t> </a:t>
            </a:r>
            <a:r>
              <a:rPr lang="zh-CN" altLang="en-US" b="1" dirty="0">
                <a:solidFill>
                  <a:srgbClr val="0000FF"/>
                </a:solidFill>
                <a:latin typeface="Times New Roman" pitchFamily="18" charset="0"/>
              </a:rPr>
              <a:t>中值滤波器</a:t>
            </a:r>
            <a:r>
              <a:rPr lang="en-US" b="1" dirty="0">
                <a:solidFill>
                  <a:srgbClr val="0000FF"/>
                </a:solidFill>
                <a:latin typeface="Times New Roman" pitchFamily="18" charset="0"/>
              </a:rPr>
              <a:t>:</a:t>
            </a:r>
          </a:p>
          <a:p>
            <a:pPr eaLnBrk="1" hangingPunct="1">
              <a:lnSpc>
                <a:spcPct val="130000"/>
              </a:lnSpc>
              <a:spcBef>
                <a:spcPts val="600"/>
              </a:spcBef>
              <a:spcAft>
                <a:spcPts val="600"/>
              </a:spcAft>
              <a:buFont typeface="Wingdings" pitchFamily="2" charset="2"/>
              <a:buChar char="Ø"/>
              <a:defRPr/>
            </a:pPr>
            <a:r>
              <a:rPr lang="zh-CN" altLang="en-US" sz="2400" b="1" dirty="0">
                <a:solidFill>
                  <a:srgbClr val="0000FF"/>
                </a:solidFill>
                <a:latin typeface="Times New Roman" pitchFamily="18" charset="0"/>
              </a:rPr>
              <a:t>算法</a:t>
            </a:r>
            <a:r>
              <a:rPr lang="zh-CN" altLang="en-US" sz="2400" b="1" dirty="0">
                <a:latin typeface="Times New Roman" pitchFamily="18" charset="0"/>
              </a:rPr>
              <a:t>：先将掩模内欲求的像素及其领域的像素值排序（升序或降序），确定出中值</a:t>
            </a:r>
            <a:r>
              <a:rPr lang="en-US" sz="2400" b="1" dirty="0">
                <a:latin typeface="Times New Roman" pitchFamily="18" charset="0"/>
              </a:rPr>
              <a:t>,</a:t>
            </a:r>
            <a:r>
              <a:rPr lang="zh-CN" altLang="en-US" sz="2400" b="1" dirty="0">
                <a:latin typeface="Times New Roman" pitchFamily="18" charset="0"/>
              </a:rPr>
              <a:t>并</a:t>
            </a:r>
            <a:r>
              <a:rPr lang="zh-CN" altLang="en-US" sz="2400" b="1" i="1" u="sng" dirty="0">
                <a:solidFill>
                  <a:srgbClr val="0033CC"/>
                </a:solidFill>
                <a:effectLst>
                  <a:outerShdw blurRad="38100" dist="38100" dir="2700000" algn="tl">
                    <a:srgbClr val="C0C0C0"/>
                  </a:outerShdw>
                </a:effectLst>
                <a:latin typeface="Times New Roman" pitchFamily="18" charset="0"/>
              </a:rPr>
              <a:t>将中值赋予该像素点</a:t>
            </a:r>
            <a:r>
              <a:rPr lang="en-US" sz="2400" b="1" dirty="0">
                <a:latin typeface="Times New Roman" pitchFamily="18" charset="0"/>
              </a:rPr>
              <a:t>. </a:t>
            </a:r>
          </a:p>
          <a:p>
            <a:pPr eaLnBrk="1" hangingPunct="1">
              <a:lnSpc>
                <a:spcPct val="130000"/>
              </a:lnSpc>
              <a:spcBef>
                <a:spcPts val="600"/>
              </a:spcBef>
              <a:spcAft>
                <a:spcPts val="600"/>
              </a:spcAft>
              <a:buFont typeface="Wingdings" pitchFamily="2" charset="2"/>
              <a:buChar char="Ø"/>
              <a:defRPr/>
            </a:pPr>
            <a:r>
              <a:rPr lang="zh-CN" altLang="en-US" sz="2400" b="1" dirty="0">
                <a:solidFill>
                  <a:srgbClr val="0000FF"/>
                </a:solidFill>
                <a:latin typeface="Times New Roman" pitchFamily="18" charset="0"/>
              </a:rPr>
              <a:t>主要功能</a:t>
            </a:r>
            <a:r>
              <a:rPr lang="zh-CN" altLang="en-US" sz="2400" b="1" dirty="0">
                <a:latin typeface="Times New Roman" pitchFamily="18" charset="0"/>
              </a:rPr>
              <a:t>：使拥有不同灰度的点看起来更接近于它的邻近值。</a:t>
            </a:r>
          </a:p>
          <a:p>
            <a:pPr eaLnBrk="1" hangingPunct="1">
              <a:lnSpc>
                <a:spcPct val="130000"/>
              </a:lnSpc>
              <a:spcBef>
                <a:spcPts val="600"/>
              </a:spcBef>
              <a:spcAft>
                <a:spcPts val="600"/>
              </a:spcAft>
              <a:buFont typeface="Wingdings" pitchFamily="2" charset="2"/>
              <a:buChar char="Ø"/>
              <a:defRPr/>
            </a:pPr>
            <a:r>
              <a:rPr lang="zh-CN" altLang="en-US" sz="2400" b="1" dirty="0">
                <a:solidFill>
                  <a:srgbClr val="0000FF"/>
                </a:solidFill>
                <a:latin typeface="Times New Roman" pitchFamily="18" charset="0"/>
              </a:rPr>
              <a:t>主要用途</a:t>
            </a:r>
            <a:r>
              <a:rPr lang="zh-CN" altLang="en-US" sz="2400" b="1" dirty="0">
                <a:latin typeface="Times New Roman" pitchFamily="18" charset="0"/>
              </a:rPr>
              <a:t>：去除“</a:t>
            </a:r>
            <a:r>
              <a:rPr lang="zh-CN" altLang="en-US" sz="2400" b="1" dirty="0">
                <a:solidFill>
                  <a:srgbClr val="C00000"/>
                </a:solidFill>
                <a:latin typeface="Times New Roman" pitchFamily="18" charset="0"/>
              </a:rPr>
              <a:t>椒盐</a:t>
            </a:r>
            <a:r>
              <a:rPr lang="zh-CN" altLang="en-US" sz="2400" b="1" dirty="0">
                <a:latin typeface="Times New Roman" pitchFamily="18" charset="0"/>
              </a:rPr>
              <a:t>”噪声</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linds(horizontal)">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autoUpdateAnimBg="0"/>
      <p:bldP spid="13" grpId="0" autoUpdateAnimBg="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66853876-479D-447E-9D0A-9874F5077D0F}"/>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103427" name="TextBox 23">
            <a:extLst>
              <a:ext uri="{FF2B5EF4-FFF2-40B4-BE49-F238E27FC236}">
                <a16:creationId xmlns:a16="http://schemas.microsoft.com/office/drawing/2014/main" id="{0660344D-AAAE-4615-AD44-919AB1F97DAF}"/>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en-US" altLang="zh-CN" b="1">
                <a:solidFill>
                  <a:schemeClr val="bg1"/>
                </a:solidFill>
                <a:latin typeface="微软雅黑" panose="020B0503020204020204" pitchFamily="34" charset="-122"/>
                <a:ea typeface="微软雅黑" panose="020B0503020204020204" pitchFamily="34" charset="-122"/>
              </a:rPr>
              <a:t>3. 5.2 </a:t>
            </a:r>
            <a:r>
              <a:rPr lang="zh-CN" altLang="en-US" b="1">
                <a:solidFill>
                  <a:schemeClr val="bg1"/>
                </a:solidFill>
                <a:latin typeface="微软雅黑" panose="020B0503020204020204" pitchFamily="34" charset="-122"/>
                <a:ea typeface="微软雅黑" panose="020B0503020204020204" pitchFamily="34" charset="-122"/>
              </a:rPr>
              <a:t>统计排序（非线性）滤波器</a:t>
            </a:r>
          </a:p>
        </p:txBody>
      </p:sp>
      <p:sp>
        <p:nvSpPr>
          <p:cNvPr id="103428" name="矩形 1">
            <a:extLst>
              <a:ext uri="{FF2B5EF4-FFF2-40B4-BE49-F238E27FC236}">
                <a16:creationId xmlns:a16="http://schemas.microsoft.com/office/drawing/2014/main" id="{E644C26E-DFD4-4328-AEEF-383A9C59A5A7}"/>
              </a:ext>
            </a:extLst>
          </p:cNvPr>
          <p:cNvSpPr>
            <a:spLocks noChangeArrowheads="1"/>
          </p:cNvSpPr>
          <p:nvPr/>
        </p:nvSpPr>
        <p:spPr bwMode="auto">
          <a:xfrm>
            <a:off x="539750" y="1125538"/>
            <a:ext cx="18256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r>
              <a:rPr lang="zh-CN" altLang="en-US" b="1">
                <a:solidFill>
                  <a:srgbClr val="C00000"/>
                </a:solidFill>
                <a:latin typeface="Times New Roman" panose="02020603050405020304" pitchFamily="18" charset="0"/>
              </a:rPr>
              <a:t>椒盐噪声</a:t>
            </a:r>
            <a:endParaRPr lang="zh-CN" altLang="en-US"/>
          </a:p>
        </p:txBody>
      </p:sp>
      <p:sp>
        <p:nvSpPr>
          <p:cNvPr id="103429" name="矩形 2">
            <a:extLst>
              <a:ext uri="{FF2B5EF4-FFF2-40B4-BE49-F238E27FC236}">
                <a16:creationId xmlns:a16="http://schemas.microsoft.com/office/drawing/2014/main" id="{A68391B5-593A-4914-BB37-844559098928}"/>
              </a:ext>
            </a:extLst>
          </p:cNvPr>
          <p:cNvSpPr>
            <a:spLocks noChangeArrowheads="1"/>
          </p:cNvSpPr>
          <p:nvPr/>
        </p:nvSpPr>
        <p:spPr bwMode="auto">
          <a:xfrm>
            <a:off x="387350" y="1709738"/>
            <a:ext cx="8432800"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buFont typeface="Wingdings" panose="05000000000000000000" pitchFamily="2" charset="2"/>
              <a:buChar char="p"/>
            </a:pPr>
            <a:r>
              <a:rPr lang="zh-CN" altLang="en-US" b="1">
                <a:solidFill>
                  <a:srgbClr val="222222"/>
                </a:solidFill>
                <a:latin typeface="Arial" panose="020B0604020202020204" pitchFamily="34" charset="0"/>
              </a:rPr>
              <a:t>理解：</a:t>
            </a:r>
            <a:r>
              <a:rPr lang="zh-CN" altLang="en-US">
                <a:solidFill>
                  <a:srgbClr val="222222"/>
                </a:solidFill>
                <a:latin typeface="Arial" panose="020B0604020202020204" pitchFamily="34" charset="0"/>
              </a:rPr>
              <a:t>称为</a:t>
            </a:r>
            <a:r>
              <a:rPr lang="zh-CN" altLang="en-US" b="1">
                <a:solidFill>
                  <a:srgbClr val="222222"/>
                </a:solidFill>
                <a:latin typeface="Arial" panose="020B0604020202020204" pitchFamily="34" charset="0"/>
              </a:rPr>
              <a:t>脉冲噪声</a:t>
            </a:r>
            <a:r>
              <a:rPr lang="zh-CN" altLang="en-US">
                <a:solidFill>
                  <a:srgbClr val="222222"/>
                </a:solidFill>
                <a:latin typeface="Arial" panose="020B0604020202020204" pitchFamily="34" charset="0"/>
              </a:rPr>
              <a:t>，是图像中经常见到的一种噪声，它</a:t>
            </a:r>
            <a:r>
              <a:rPr lang="zh-CN" altLang="en-US">
                <a:solidFill>
                  <a:srgbClr val="C00000"/>
                </a:solidFill>
                <a:latin typeface="Arial" panose="020B0604020202020204" pitchFamily="34" charset="0"/>
              </a:rPr>
              <a:t>是一种随机出现的白点或者黑点</a:t>
            </a:r>
            <a:r>
              <a:rPr lang="zh-CN" altLang="en-US">
                <a:solidFill>
                  <a:srgbClr val="222222"/>
                </a:solidFill>
                <a:latin typeface="Arial" panose="020B0604020202020204" pitchFamily="34" charset="0"/>
              </a:rPr>
              <a:t>，可能是亮的区域有黑色像素或是在暗的区域有白色像素（或是两者皆有）。</a:t>
            </a:r>
            <a:endParaRPr lang="en-US" altLang="zh-CN">
              <a:solidFill>
                <a:srgbClr val="222222"/>
              </a:solidFill>
              <a:latin typeface="Arial" panose="020B0604020202020204" pitchFamily="34" charset="0"/>
            </a:endParaRPr>
          </a:p>
          <a:p>
            <a:pPr>
              <a:buFont typeface="Wingdings" panose="05000000000000000000" pitchFamily="2" charset="2"/>
              <a:buChar char="p"/>
            </a:pPr>
            <a:endParaRPr lang="en-US" altLang="zh-CN">
              <a:solidFill>
                <a:srgbClr val="222222"/>
              </a:solidFill>
              <a:latin typeface="Arial" panose="020B0604020202020204" pitchFamily="34" charset="0"/>
            </a:endParaRPr>
          </a:p>
          <a:p>
            <a:pPr>
              <a:buFont typeface="Wingdings" panose="05000000000000000000" pitchFamily="2" charset="2"/>
              <a:buChar char="p"/>
            </a:pPr>
            <a:r>
              <a:rPr lang="zh-CN" altLang="en-US" b="1">
                <a:solidFill>
                  <a:srgbClr val="222222"/>
                </a:solidFill>
                <a:latin typeface="Arial" panose="020B0604020202020204" pitchFamily="34" charset="0"/>
              </a:rPr>
              <a:t>成因</a:t>
            </a:r>
            <a:r>
              <a:rPr lang="zh-CN" altLang="en-US">
                <a:solidFill>
                  <a:srgbClr val="222222"/>
                </a:solidFill>
                <a:latin typeface="Arial" panose="020B0604020202020204" pitchFamily="34" charset="0"/>
              </a:rPr>
              <a:t>：可能是影像讯号受到突如其来的强烈干扰而产生、</a:t>
            </a:r>
            <a:r>
              <a:rPr lang="zh-CN" altLang="en-US">
                <a:solidFill>
                  <a:srgbClr val="222222"/>
                </a:solidFill>
                <a:latin typeface="Arial" panose="020B0604020202020204" pitchFamily="34" charset="0"/>
                <a:hlinkClick r:id="rId2" tooltip="类比数位转换器"/>
              </a:rPr>
              <a:t>类比数位转换器</a:t>
            </a:r>
            <a:r>
              <a:rPr lang="zh-CN" altLang="en-US">
                <a:solidFill>
                  <a:srgbClr val="222222"/>
                </a:solidFill>
                <a:latin typeface="Arial" panose="020B0604020202020204" pitchFamily="34" charset="0"/>
              </a:rPr>
              <a:t>或</a:t>
            </a:r>
            <a:r>
              <a:rPr lang="zh-CN" altLang="en-US">
                <a:solidFill>
                  <a:srgbClr val="222222"/>
                </a:solidFill>
                <a:latin typeface="Arial" panose="020B0604020202020204" pitchFamily="34" charset="0"/>
                <a:hlinkClick r:id="rId3" tooltip="位元传输（页面不存在）"/>
              </a:rPr>
              <a:t>位元传输</a:t>
            </a:r>
            <a:r>
              <a:rPr lang="zh-CN" altLang="en-US">
                <a:solidFill>
                  <a:srgbClr val="222222"/>
                </a:solidFill>
                <a:latin typeface="Arial" panose="020B0604020202020204" pitchFamily="34" charset="0"/>
              </a:rPr>
              <a:t>错误等。例如失效的感应器导致像素值为最小值，饱和的感应器导致像素值为最大值。</a:t>
            </a:r>
            <a:endParaRPr lang="zh-CN" altLang="en-US"/>
          </a:p>
        </p:txBody>
      </p:sp>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66853876-479D-447E-9D0A-9874F5077D0F}"/>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104451" name="TextBox 23">
            <a:extLst>
              <a:ext uri="{FF2B5EF4-FFF2-40B4-BE49-F238E27FC236}">
                <a16:creationId xmlns:a16="http://schemas.microsoft.com/office/drawing/2014/main" id="{B24D48CF-3A2D-4424-B3D8-F083651305D7}"/>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en-US" altLang="zh-CN" b="1">
                <a:solidFill>
                  <a:schemeClr val="bg1"/>
                </a:solidFill>
                <a:latin typeface="微软雅黑" panose="020B0503020204020204" pitchFamily="34" charset="-122"/>
                <a:ea typeface="微软雅黑" panose="020B0503020204020204" pitchFamily="34" charset="-122"/>
              </a:rPr>
              <a:t>3. 5.2 </a:t>
            </a:r>
            <a:r>
              <a:rPr lang="zh-CN" altLang="en-US" b="1">
                <a:solidFill>
                  <a:schemeClr val="bg1"/>
                </a:solidFill>
                <a:latin typeface="微软雅黑" panose="020B0503020204020204" pitchFamily="34" charset="-122"/>
                <a:ea typeface="微软雅黑" panose="020B0503020204020204" pitchFamily="34" charset="-122"/>
              </a:rPr>
              <a:t>统计排序（非线性）滤波器</a:t>
            </a:r>
          </a:p>
        </p:txBody>
      </p:sp>
      <p:sp>
        <p:nvSpPr>
          <p:cNvPr id="104452" name="矩形 1">
            <a:extLst>
              <a:ext uri="{FF2B5EF4-FFF2-40B4-BE49-F238E27FC236}">
                <a16:creationId xmlns:a16="http://schemas.microsoft.com/office/drawing/2014/main" id="{D55E665F-D005-4EA1-AA6E-4FAAE0F6454A}"/>
              </a:ext>
            </a:extLst>
          </p:cNvPr>
          <p:cNvSpPr>
            <a:spLocks noChangeArrowheads="1"/>
          </p:cNvSpPr>
          <p:nvPr/>
        </p:nvSpPr>
        <p:spPr bwMode="auto">
          <a:xfrm>
            <a:off x="3371850" y="887413"/>
            <a:ext cx="26685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r>
              <a:rPr lang="zh-CN" altLang="en-US" b="1">
                <a:solidFill>
                  <a:srgbClr val="C00000"/>
                </a:solidFill>
                <a:latin typeface="Times New Roman" panose="02020603050405020304" pitchFamily="18" charset="0"/>
              </a:rPr>
              <a:t>椒盐噪声示例</a:t>
            </a:r>
            <a:endParaRPr lang="zh-CN" altLang="en-US"/>
          </a:p>
        </p:txBody>
      </p:sp>
      <p:pic>
        <p:nvPicPr>
          <p:cNvPr id="104453" name="图片 4">
            <a:extLst>
              <a:ext uri="{FF2B5EF4-FFF2-40B4-BE49-F238E27FC236}">
                <a16:creationId xmlns:a16="http://schemas.microsoft.com/office/drawing/2014/main" id="{0E8F0080-8C03-4916-9830-BBD4B214AA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8538" y="1484313"/>
            <a:ext cx="48768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66853876-479D-447E-9D0A-9874F5077D0F}"/>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105475" name="TextBox 23">
            <a:extLst>
              <a:ext uri="{FF2B5EF4-FFF2-40B4-BE49-F238E27FC236}">
                <a16:creationId xmlns:a16="http://schemas.microsoft.com/office/drawing/2014/main" id="{227D6458-554E-499E-B343-82FC1B76B69E}"/>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en-US" altLang="zh-CN" b="1">
                <a:solidFill>
                  <a:schemeClr val="bg1"/>
                </a:solidFill>
                <a:latin typeface="微软雅黑" panose="020B0503020204020204" pitchFamily="34" charset="-122"/>
                <a:ea typeface="微软雅黑" panose="020B0503020204020204" pitchFamily="34" charset="-122"/>
              </a:rPr>
              <a:t>3. 5.2 </a:t>
            </a:r>
            <a:r>
              <a:rPr lang="zh-CN" altLang="en-US" b="1">
                <a:solidFill>
                  <a:schemeClr val="bg1"/>
                </a:solidFill>
                <a:latin typeface="微软雅黑" panose="020B0503020204020204" pitchFamily="34" charset="-122"/>
                <a:ea typeface="微软雅黑" panose="020B0503020204020204" pitchFamily="34" charset="-122"/>
              </a:rPr>
              <a:t>统计排序（非线性）滤波器</a:t>
            </a:r>
          </a:p>
        </p:txBody>
      </p:sp>
      <p:sp>
        <p:nvSpPr>
          <p:cNvPr id="105476" name="内容占位符 2">
            <a:extLst>
              <a:ext uri="{FF2B5EF4-FFF2-40B4-BE49-F238E27FC236}">
                <a16:creationId xmlns:a16="http://schemas.microsoft.com/office/drawing/2014/main" id="{B195B6B1-ADDA-4AE2-A9ED-D381306ED54F}"/>
              </a:ext>
            </a:extLst>
          </p:cNvPr>
          <p:cNvSpPr>
            <a:spLocks noGrp="1"/>
          </p:cNvSpPr>
          <p:nvPr>
            <p:ph idx="1"/>
          </p:nvPr>
        </p:nvSpPr>
        <p:spPr>
          <a:xfrm>
            <a:off x="360363" y="968375"/>
            <a:ext cx="8302625" cy="582613"/>
          </a:xfrm>
        </p:spPr>
        <p:txBody>
          <a:bodyPr/>
          <a:lstStyle/>
          <a:p>
            <a:pPr>
              <a:buFont typeface="Wingdings" panose="05000000000000000000" pitchFamily="2" charset="2"/>
              <a:buChar char="p"/>
            </a:pPr>
            <a:r>
              <a:rPr lang="zh-CN" altLang="en-US" sz="2800" b="1">
                <a:solidFill>
                  <a:srgbClr val="C00000"/>
                </a:solidFill>
                <a:ea typeface="华文楷体" panose="02010600040101010101" pitchFamily="2" charset="-122"/>
              </a:rPr>
              <a:t> 模板尺寸对滤波器影响</a:t>
            </a:r>
          </a:p>
        </p:txBody>
      </p:sp>
      <p:sp>
        <p:nvSpPr>
          <p:cNvPr id="105477" name="矩形 3">
            <a:extLst>
              <a:ext uri="{FF2B5EF4-FFF2-40B4-BE49-F238E27FC236}">
                <a16:creationId xmlns:a16="http://schemas.microsoft.com/office/drawing/2014/main" id="{18B31607-79AB-4832-8B7A-B57F05260DC7}"/>
              </a:ext>
            </a:extLst>
          </p:cNvPr>
          <p:cNvSpPr>
            <a:spLocks noChangeArrowheads="1"/>
          </p:cNvSpPr>
          <p:nvPr/>
        </p:nvSpPr>
        <p:spPr bwMode="auto">
          <a:xfrm>
            <a:off x="709613" y="1806575"/>
            <a:ext cx="67500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Wingdings" panose="05000000000000000000" pitchFamily="2" charset="2"/>
              <a:buChar char="p"/>
            </a:pPr>
            <a:r>
              <a:rPr lang="zh-CN" altLang="en-US" sz="2800" b="1">
                <a:latin typeface="Times New Roman" panose="02020603050405020304" pitchFamily="18" charset="0"/>
                <a:ea typeface="华文楷体" panose="02010600040101010101" pitchFamily="2" charset="-122"/>
                <a:cs typeface="Times New Roman" panose="02020603050405020304" pitchFamily="18" charset="0"/>
              </a:rPr>
              <a:t>用模板区域内像素的中值作为结果值。</a:t>
            </a:r>
            <a:endParaRPr lang="zh-CN" altLang="en-US" sz="2800" b="1">
              <a:latin typeface="Arial" panose="020B0604020202020204" pitchFamily="34" charset="0"/>
              <a:ea typeface="华文楷体" panose="02010600040101010101" pitchFamily="2" charset="-122"/>
              <a:cs typeface="Times New Roman" panose="02020603050405020304" pitchFamily="18" charset="0"/>
            </a:endParaRPr>
          </a:p>
        </p:txBody>
      </p:sp>
      <p:sp>
        <p:nvSpPr>
          <p:cNvPr id="2" name="文本框 1">
            <a:extLst>
              <a:ext uri="{FF2B5EF4-FFF2-40B4-BE49-F238E27FC236}">
                <a16:creationId xmlns:a16="http://schemas.microsoft.com/office/drawing/2014/main" id="{1F0DC511-84EF-4223-ABE5-F8B22E4ACBD5}"/>
              </a:ext>
            </a:extLst>
          </p:cNvPr>
          <p:cNvSpPr txBox="1">
            <a:spLocks noRot="1" noChangeAspect="1" noMove="1" noResize="1" noEditPoints="1" noAdjustHandles="1" noChangeArrowheads="1" noChangeShapeType="1" noTextEdit="1"/>
          </p:cNvSpPr>
          <p:nvPr/>
        </p:nvSpPr>
        <p:spPr>
          <a:xfrm>
            <a:off x="2394224" y="2852936"/>
            <a:ext cx="4355551" cy="492443"/>
          </a:xfrm>
          <a:prstGeom prst="rect">
            <a:avLst/>
          </a:prstGeom>
          <a:blipFill>
            <a:blip r:embed="rId2"/>
            <a:stretch>
              <a:fillRect l="-5742" t="-25926" r="-5182" b="-48148"/>
            </a:stretch>
          </a:blipFill>
        </p:spPr>
        <p:txBody>
          <a:bodyPr/>
          <a:lstStyle/>
          <a:p>
            <a:pPr>
              <a:defRPr/>
            </a:pPr>
            <a:r>
              <a:rPr lang="zh-CN" altLang="en-US">
                <a:noFill/>
              </a:rPr>
              <a:t> </a:t>
            </a:r>
          </a:p>
        </p:txBody>
      </p:sp>
      <p:sp>
        <p:nvSpPr>
          <p:cNvPr id="105479" name="矩形 3">
            <a:extLst>
              <a:ext uri="{FF2B5EF4-FFF2-40B4-BE49-F238E27FC236}">
                <a16:creationId xmlns:a16="http://schemas.microsoft.com/office/drawing/2014/main" id="{C5499416-D7D0-44F7-A492-15923D0C45C1}"/>
              </a:ext>
            </a:extLst>
          </p:cNvPr>
          <p:cNvSpPr>
            <a:spLocks noChangeArrowheads="1"/>
          </p:cNvSpPr>
          <p:nvPr/>
        </p:nvSpPr>
        <p:spPr bwMode="auto">
          <a:xfrm>
            <a:off x="671513" y="4025900"/>
            <a:ext cx="8008937"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Wingdings" panose="05000000000000000000" pitchFamily="2" charset="2"/>
              <a:buChar char="p"/>
            </a:pPr>
            <a:r>
              <a:rPr lang="zh-CN" altLang="en-US" sz="2800" b="1">
                <a:latin typeface="Times New Roman" panose="02020603050405020304" pitchFamily="18" charset="0"/>
                <a:ea typeface="华文楷体" panose="02010600040101010101" pitchFamily="2" charset="-122"/>
                <a:cs typeface="Times New Roman" panose="02020603050405020304" pitchFamily="18" charset="0"/>
              </a:rPr>
              <a:t>强迫突出的亮点（暗点）更像它周围的像素值，以消除孤立的亮点（暗点） 。</a:t>
            </a:r>
            <a:endParaRPr lang="zh-CN" altLang="en-US" sz="2800" b="1">
              <a:latin typeface="Arial" panose="020B0604020202020204" pitchFamily="34" charset="0"/>
              <a:ea typeface="华文楷体" panose="02010600040101010101" pitchFamily="2" charset="-122"/>
              <a:cs typeface="Times New Roman" panose="02020603050405020304" pitchFamily="18" charset="0"/>
            </a:endParaRPr>
          </a:p>
        </p:txBody>
      </p:sp>
      <p:graphicFrame>
        <p:nvGraphicFramePr>
          <p:cNvPr id="3" name="表格 2">
            <a:extLst>
              <a:ext uri="{FF2B5EF4-FFF2-40B4-BE49-F238E27FC236}">
                <a16:creationId xmlns:a16="http://schemas.microsoft.com/office/drawing/2014/main" id="{140338DD-225E-47ED-946E-3726BB825276}"/>
              </a:ext>
            </a:extLst>
          </p:cNvPr>
          <p:cNvGraphicFramePr>
            <a:graphicFrameLocks noGrp="1"/>
          </p:cNvGraphicFramePr>
          <p:nvPr/>
        </p:nvGraphicFramePr>
        <p:xfrm>
          <a:off x="2870200" y="5321300"/>
          <a:ext cx="1103313" cy="1112838"/>
        </p:xfrm>
        <a:graphic>
          <a:graphicData uri="http://schemas.openxmlformats.org/drawingml/2006/table">
            <a:tbl>
              <a:tblPr firstRow="1" bandRow="1">
                <a:tableStyleId>{5C22544A-7EE6-4342-B048-85BDC9FD1C3A}</a:tableStyleId>
              </a:tblPr>
              <a:tblGrid>
                <a:gridCol w="367771">
                  <a:extLst>
                    <a:ext uri="{9D8B030D-6E8A-4147-A177-3AD203B41FA5}">
                      <a16:colId xmlns:a16="http://schemas.microsoft.com/office/drawing/2014/main" val="3447108"/>
                    </a:ext>
                  </a:extLst>
                </a:gridCol>
                <a:gridCol w="367771">
                  <a:extLst>
                    <a:ext uri="{9D8B030D-6E8A-4147-A177-3AD203B41FA5}">
                      <a16:colId xmlns:a16="http://schemas.microsoft.com/office/drawing/2014/main" val="3333826075"/>
                    </a:ext>
                  </a:extLst>
                </a:gridCol>
                <a:gridCol w="367771">
                  <a:extLst>
                    <a:ext uri="{9D8B030D-6E8A-4147-A177-3AD203B41FA5}">
                      <a16:colId xmlns:a16="http://schemas.microsoft.com/office/drawing/2014/main" val="1102436091"/>
                    </a:ext>
                  </a:extLst>
                </a:gridCol>
              </a:tblGrid>
              <a:tr h="370946">
                <a:tc>
                  <a:txBody>
                    <a:bodyPr/>
                    <a:lstStyle/>
                    <a:p>
                      <a:endParaRPr lang="zh-CN" altLang="en-US" sz="1800" dirty="0"/>
                    </a:p>
                  </a:txBody>
                  <a:tcPr marL="91401" marR="91401" marT="45733" marB="45733">
                    <a:solidFill>
                      <a:srgbClr val="0000FF"/>
                    </a:solidFill>
                  </a:tcPr>
                </a:tc>
                <a:tc>
                  <a:txBody>
                    <a:bodyPr/>
                    <a:lstStyle/>
                    <a:p>
                      <a:endParaRPr lang="zh-CN" altLang="en-US" sz="1800"/>
                    </a:p>
                  </a:txBody>
                  <a:tcPr marL="91401" marR="91401" marT="45733" marB="45733">
                    <a:solidFill>
                      <a:srgbClr val="0000FF"/>
                    </a:solidFill>
                  </a:tcPr>
                </a:tc>
                <a:tc>
                  <a:txBody>
                    <a:bodyPr/>
                    <a:lstStyle/>
                    <a:p>
                      <a:endParaRPr lang="zh-CN" altLang="en-US" sz="1800"/>
                    </a:p>
                  </a:txBody>
                  <a:tcPr marL="91401" marR="91401" marT="45733" marB="45733">
                    <a:solidFill>
                      <a:srgbClr val="0000FF"/>
                    </a:solidFill>
                  </a:tcPr>
                </a:tc>
                <a:extLst>
                  <a:ext uri="{0D108BD9-81ED-4DB2-BD59-A6C34878D82A}">
                    <a16:rowId xmlns:a16="http://schemas.microsoft.com/office/drawing/2014/main" val="270434349"/>
                  </a:ext>
                </a:extLst>
              </a:tr>
              <a:tr h="370946">
                <a:tc>
                  <a:txBody>
                    <a:bodyPr/>
                    <a:lstStyle/>
                    <a:p>
                      <a:endParaRPr lang="zh-CN" altLang="en-US" sz="1800"/>
                    </a:p>
                  </a:txBody>
                  <a:tcPr marL="91401" marR="91401" marT="45733" marB="45733">
                    <a:solidFill>
                      <a:srgbClr val="0000FF"/>
                    </a:solidFill>
                  </a:tcPr>
                </a:tc>
                <a:tc>
                  <a:txBody>
                    <a:bodyPr/>
                    <a:lstStyle/>
                    <a:p>
                      <a:endParaRPr lang="zh-CN" altLang="en-US" sz="1800" dirty="0"/>
                    </a:p>
                  </a:txBody>
                  <a:tcPr marL="91401" marR="91401" marT="45733" marB="45733">
                    <a:solidFill>
                      <a:srgbClr val="FF0000"/>
                    </a:solidFill>
                  </a:tcPr>
                </a:tc>
                <a:tc>
                  <a:txBody>
                    <a:bodyPr/>
                    <a:lstStyle/>
                    <a:p>
                      <a:endParaRPr lang="zh-CN" altLang="en-US" sz="1800"/>
                    </a:p>
                  </a:txBody>
                  <a:tcPr marL="91401" marR="91401" marT="45733" marB="45733">
                    <a:solidFill>
                      <a:srgbClr val="0000FF"/>
                    </a:solidFill>
                  </a:tcPr>
                </a:tc>
                <a:extLst>
                  <a:ext uri="{0D108BD9-81ED-4DB2-BD59-A6C34878D82A}">
                    <a16:rowId xmlns:a16="http://schemas.microsoft.com/office/drawing/2014/main" val="1891933555"/>
                  </a:ext>
                </a:extLst>
              </a:tr>
              <a:tr h="370946">
                <a:tc>
                  <a:txBody>
                    <a:bodyPr/>
                    <a:lstStyle/>
                    <a:p>
                      <a:endParaRPr lang="zh-CN" altLang="en-US" sz="1800"/>
                    </a:p>
                  </a:txBody>
                  <a:tcPr marL="91401" marR="91401" marT="45733" marB="45733">
                    <a:solidFill>
                      <a:srgbClr val="0000FF"/>
                    </a:solidFill>
                  </a:tcPr>
                </a:tc>
                <a:tc>
                  <a:txBody>
                    <a:bodyPr/>
                    <a:lstStyle/>
                    <a:p>
                      <a:endParaRPr lang="zh-CN" altLang="en-US" sz="1800"/>
                    </a:p>
                  </a:txBody>
                  <a:tcPr marL="91401" marR="91401" marT="45733" marB="45733">
                    <a:solidFill>
                      <a:srgbClr val="0000FF"/>
                    </a:solidFill>
                  </a:tcPr>
                </a:tc>
                <a:tc>
                  <a:txBody>
                    <a:bodyPr/>
                    <a:lstStyle/>
                    <a:p>
                      <a:endParaRPr lang="zh-CN" altLang="en-US" sz="1800" dirty="0"/>
                    </a:p>
                  </a:txBody>
                  <a:tcPr marL="91401" marR="91401" marT="45733" marB="45733">
                    <a:solidFill>
                      <a:srgbClr val="0000FF"/>
                    </a:solidFill>
                  </a:tcPr>
                </a:tc>
                <a:extLst>
                  <a:ext uri="{0D108BD9-81ED-4DB2-BD59-A6C34878D82A}">
                    <a16:rowId xmlns:a16="http://schemas.microsoft.com/office/drawing/2014/main" val="1140437508"/>
                  </a:ext>
                </a:extLst>
              </a:tr>
            </a:tbl>
          </a:graphicData>
        </a:graphic>
      </p:graphicFrame>
      <p:graphicFrame>
        <p:nvGraphicFramePr>
          <p:cNvPr id="11" name="表格 10">
            <a:extLst>
              <a:ext uri="{FF2B5EF4-FFF2-40B4-BE49-F238E27FC236}">
                <a16:creationId xmlns:a16="http://schemas.microsoft.com/office/drawing/2014/main" id="{8EBCE813-329C-4CC3-B16F-259E5D915710}"/>
              </a:ext>
            </a:extLst>
          </p:cNvPr>
          <p:cNvGraphicFramePr>
            <a:graphicFrameLocks noGrp="1"/>
          </p:cNvGraphicFramePr>
          <p:nvPr/>
        </p:nvGraphicFramePr>
        <p:xfrm>
          <a:off x="5219700" y="5334000"/>
          <a:ext cx="1104900" cy="1111250"/>
        </p:xfrm>
        <a:graphic>
          <a:graphicData uri="http://schemas.openxmlformats.org/drawingml/2006/table">
            <a:tbl>
              <a:tblPr firstRow="1" bandRow="1">
                <a:tableStyleId>{5C22544A-7EE6-4342-B048-85BDC9FD1C3A}</a:tableStyleId>
              </a:tblPr>
              <a:tblGrid>
                <a:gridCol w="368300">
                  <a:extLst>
                    <a:ext uri="{9D8B030D-6E8A-4147-A177-3AD203B41FA5}">
                      <a16:colId xmlns:a16="http://schemas.microsoft.com/office/drawing/2014/main" val="3447108"/>
                    </a:ext>
                  </a:extLst>
                </a:gridCol>
                <a:gridCol w="368300">
                  <a:extLst>
                    <a:ext uri="{9D8B030D-6E8A-4147-A177-3AD203B41FA5}">
                      <a16:colId xmlns:a16="http://schemas.microsoft.com/office/drawing/2014/main" val="3333826075"/>
                    </a:ext>
                  </a:extLst>
                </a:gridCol>
                <a:gridCol w="368300">
                  <a:extLst>
                    <a:ext uri="{9D8B030D-6E8A-4147-A177-3AD203B41FA5}">
                      <a16:colId xmlns:a16="http://schemas.microsoft.com/office/drawing/2014/main" val="1102436091"/>
                    </a:ext>
                  </a:extLst>
                </a:gridCol>
              </a:tblGrid>
              <a:tr h="370417">
                <a:tc>
                  <a:txBody>
                    <a:bodyPr/>
                    <a:lstStyle/>
                    <a:p>
                      <a:endParaRPr lang="zh-CN" altLang="en-US" sz="1800" dirty="0"/>
                    </a:p>
                  </a:txBody>
                  <a:tcPr marL="91532" marR="91532" marT="45668" marB="45668">
                    <a:solidFill>
                      <a:srgbClr val="0000FF"/>
                    </a:solidFill>
                  </a:tcPr>
                </a:tc>
                <a:tc>
                  <a:txBody>
                    <a:bodyPr/>
                    <a:lstStyle/>
                    <a:p>
                      <a:endParaRPr lang="zh-CN" altLang="en-US" sz="1800"/>
                    </a:p>
                  </a:txBody>
                  <a:tcPr marL="91532" marR="91532" marT="45668" marB="45668">
                    <a:solidFill>
                      <a:srgbClr val="0000FF"/>
                    </a:solidFill>
                  </a:tcPr>
                </a:tc>
                <a:tc>
                  <a:txBody>
                    <a:bodyPr/>
                    <a:lstStyle/>
                    <a:p>
                      <a:endParaRPr lang="zh-CN" altLang="en-US" sz="1800"/>
                    </a:p>
                  </a:txBody>
                  <a:tcPr marL="91532" marR="91532" marT="45668" marB="45668">
                    <a:solidFill>
                      <a:srgbClr val="0000FF"/>
                    </a:solidFill>
                  </a:tcPr>
                </a:tc>
                <a:extLst>
                  <a:ext uri="{0D108BD9-81ED-4DB2-BD59-A6C34878D82A}">
                    <a16:rowId xmlns:a16="http://schemas.microsoft.com/office/drawing/2014/main" val="270434349"/>
                  </a:ext>
                </a:extLst>
              </a:tr>
              <a:tr h="370417">
                <a:tc>
                  <a:txBody>
                    <a:bodyPr/>
                    <a:lstStyle/>
                    <a:p>
                      <a:endParaRPr lang="zh-CN" altLang="en-US" sz="1800"/>
                    </a:p>
                  </a:txBody>
                  <a:tcPr marL="91532" marR="91532" marT="45668" marB="45668">
                    <a:solidFill>
                      <a:srgbClr val="0000FF"/>
                    </a:solidFill>
                  </a:tcPr>
                </a:tc>
                <a:tc>
                  <a:txBody>
                    <a:bodyPr/>
                    <a:lstStyle/>
                    <a:p>
                      <a:endParaRPr lang="zh-CN" altLang="en-US" sz="1800" dirty="0">
                        <a:solidFill>
                          <a:srgbClr val="0000FF"/>
                        </a:solidFill>
                      </a:endParaRPr>
                    </a:p>
                  </a:txBody>
                  <a:tcPr marL="91532" marR="91532" marT="45668" marB="45668">
                    <a:solidFill>
                      <a:srgbClr val="0000FF"/>
                    </a:solidFill>
                  </a:tcPr>
                </a:tc>
                <a:tc>
                  <a:txBody>
                    <a:bodyPr/>
                    <a:lstStyle/>
                    <a:p>
                      <a:endParaRPr lang="zh-CN" altLang="en-US" sz="1800"/>
                    </a:p>
                  </a:txBody>
                  <a:tcPr marL="91532" marR="91532" marT="45668" marB="45668">
                    <a:solidFill>
                      <a:srgbClr val="0000FF"/>
                    </a:solidFill>
                  </a:tcPr>
                </a:tc>
                <a:extLst>
                  <a:ext uri="{0D108BD9-81ED-4DB2-BD59-A6C34878D82A}">
                    <a16:rowId xmlns:a16="http://schemas.microsoft.com/office/drawing/2014/main" val="1891933555"/>
                  </a:ext>
                </a:extLst>
              </a:tr>
              <a:tr h="370417">
                <a:tc>
                  <a:txBody>
                    <a:bodyPr/>
                    <a:lstStyle/>
                    <a:p>
                      <a:endParaRPr lang="zh-CN" altLang="en-US" sz="1800"/>
                    </a:p>
                  </a:txBody>
                  <a:tcPr marL="91532" marR="91532" marT="45668" marB="45668">
                    <a:solidFill>
                      <a:srgbClr val="0000FF"/>
                    </a:solidFill>
                  </a:tcPr>
                </a:tc>
                <a:tc>
                  <a:txBody>
                    <a:bodyPr/>
                    <a:lstStyle/>
                    <a:p>
                      <a:endParaRPr lang="zh-CN" altLang="en-US" sz="1800"/>
                    </a:p>
                  </a:txBody>
                  <a:tcPr marL="91532" marR="91532" marT="45668" marB="45668">
                    <a:solidFill>
                      <a:srgbClr val="0000FF"/>
                    </a:solidFill>
                  </a:tcPr>
                </a:tc>
                <a:tc>
                  <a:txBody>
                    <a:bodyPr/>
                    <a:lstStyle/>
                    <a:p>
                      <a:endParaRPr lang="zh-CN" altLang="en-US" sz="1800" dirty="0"/>
                    </a:p>
                  </a:txBody>
                  <a:tcPr marL="91532" marR="91532" marT="45668" marB="45668">
                    <a:solidFill>
                      <a:srgbClr val="0000FF"/>
                    </a:solidFill>
                  </a:tcPr>
                </a:tc>
                <a:extLst>
                  <a:ext uri="{0D108BD9-81ED-4DB2-BD59-A6C34878D82A}">
                    <a16:rowId xmlns:a16="http://schemas.microsoft.com/office/drawing/2014/main" val="1140437508"/>
                  </a:ext>
                </a:extLst>
              </a:tr>
            </a:tbl>
          </a:graphicData>
        </a:graphic>
      </p:graphicFrame>
      <p:sp>
        <p:nvSpPr>
          <p:cNvPr id="4" name="箭头: 右 3">
            <a:extLst>
              <a:ext uri="{FF2B5EF4-FFF2-40B4-BE49-F238E27FC236}">
                <a16:creationId xmlns:a16="http://schemas.microsoft.com/office/drawing/2014/main" id="{E4BB8546-8589-4472-BB09-39FC13156D1B}"/>
              </a:ext>
            </a:extLst>
          </p:cNvPr>
          <p:cNvSpPr/>
          <p:nvPr/>
        </p:nvSpPr>
        <p:spPr>
          <a:xfrm>
            <a:off x="4067175" y="5649913"/>
            <a:ext cx="1060450" cy="431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8">
            <a:extLst>
              <a:ext uri="{FF2B5EF4-FFF2-40B4-BE49-F238E27FC236}">
                <a16:creationId xmlns:a16="http://schemas.microsoft.com/office/drawing/2014/main" id="{F117271A-636D-4B43-A260-BAE1FBEE39F5}"/>
              </a:ext>
            </a:extLst>
          </p:cNvPr>
          <p:cNvSpPr>
            <a:spLocks noGrp="1" noChangeArrowheads="1"/>
          </p:cNvSpPr>
          <p:nvPr>
            <p:ph type="title" idx="4294967295"/>
          </p:nvPr>
        </p:nvSpPr>
        <p:spPr>
          <a:xfrm>
            <a:off x="0" y="836613"/>
            <a:ext cx="5040313" cy="539750"/>
          </a:xfrm>
        </p:spPr>
        <p:txBody>
          <a:bodyPr>
            <a:normAutofit/>
          </a:bodyPr>
          <a:lstStyle/>
          <a:p>
            <a:pPr eaLnBrk="1" fontAlgn="auto" hangingPunct="1">
              <a:spcAft>
                <a:spcPts val="0"/>
              </a:spcAft>
              <a:defRPr/>
            </a:pPr>
            <a:r>
              <a:rPr lang="zh-CN" altLang="en-US" sz="3200" b="1">
                <a:solidFill>
                  <a:srgbClr val="000000"/>
                </a:solidFill>
                <a:effectLst>
                  <a:outerShdw blurRad="38100" dist="38100" dir="2700000" algn="tl">
                    <a:srgbClr val="C0C0C0"/>
                  </a:outerShdw>
                </a:effectLst>
                <a:latin typeface="Times New Roman" pitchFamily="18" charset="0"/>
                <a:ea typeface="楷体_GB2312" pitchFamily="1" charset="-122"/>
              </a:rPr>
              <a:t>中值</a:t>
            </a:r>
            <a:r>
              <a:rPr lang="zh-CN" altLang="en-US" sz="3200" b="1">
                <a:solidFill>
                  <a:srgbClr val="030305"/>
                </a:solidFill>
                <a:effectLst>
                  <a:outerShdw blurRad="38100" dist="38100" dir="2700000" algn="tl">
                    <a:srgbClr val="C0C0C0"/>
                  </a:outerShdw>
                </a:effectLst>
                <a:ea typeface="楷体_GB2312" pitchFamily="1" charset="-122"/>
              </a:rPr>
              <a:t>滤波示意图：例3.14</a:t>
            </a:r>
          </a:p>
        </p:txBody>
      </p:sp>
      <p:pic>
        <p:nvPicPr>
          <p:cNvPr id="106499" name="Picture 4">
            <a:extLst>
              <a:ext uri="{FF2B5EF4-FFF2-40B4-BE49-F238E27FC236}">
                <a16:creationId xmlns:a16="http://schemas.microsoft.com/office/drawing/2014/main" id="{6D86D034-4E34-428E-AC56-E128E64152B4}"/>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250825" y="1557338"/>
            <a:ext cx="8788400" cy="4464050"/>
          </a:xfrm>
          <a:noFill/>
        </p:spPr>
      </p:pic>
      <p:sp>
        <p:nvSpPr>
          <p:cNvPr id="106500" name="Rectangle 5">
            <a:extLst>
              <a:ext uri="{FF2B5EF4-FFF2-40B4-BE49-F238E27FC236}">
                <a16:creationId xmlns:a16="http://schemas.microsoft.com/office/drawing/2014/main" id="{AC2BC51E-F538-4A5A-9DC8-2E332012B667}"/>
              </a:ext>
            </a:extLst>
          </p:cNvPr>
          <p:cNvSpPr>
            <a:spLocks noChangeArrowheads="1"/>
          </p:cNvSpPr>
          <p:nvPr/>
        </p:nvSpPr>
        <p:spPr bwMode="auto">
          <a:xfrm>
            <a:off x="5364163" y="0"/>
            <a:ext cx="3779837" cy="5397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r" eaLnBrk="1" hangingPunct="1">
              <a:spcBef>
                <a:spcPct val="0"/>
              </a:spcBef>
              <a:buClrTx/>
              <a:buSzTx/>
              <a:buFont typeface="Arial" panose="020B0604020202020204" pitchFamily="34" charset="0"/>
              <a:buNone/>
            </a:pPr>
            <a:r>
              <a:rPr lang="en-US" altLang="zh-CN" sz="2400" b="1" u="sng">
                <a:solidFill>
                  <a:srgbClr val="030305"/>
                </a:solidFill>
                <a:latin typeface="楷体_GB2312" pitchFamily="1" charset="-122"/>
                <a:ea typeface="楷体_GB2312" pitchFamily="1" charset="-122"/>
              </a:rPr>
              <a:t>3.5.2 统计排序滤波器</a:t>
            </a:r>
            <a:endParaRPr lang="zh-CN" altLang="en-US" sz="2400" b="1" u="sng">
              <a:solidFill>
                <a:srgbClr val="030305"/>
              </a:solidFill>
              <a:latin typeface="楷体_GB2312" pitchFamily="1" charset="-122"/>
              <a:ea typeface="楷体_GB2312" pitchFamily="1" charset="-122"/>
            </a:endParaRPr>
          </a:p>
        </p:txBody>
      </p:sp>
      <p:sp>
        <p:nvSpPr>
          <p:cNvPr id="5" name="矩形 4">
            <a:extLst>
              <a:ext uri="{FF2B5EF4-FFF2-40B4-BE49-F238E27FC236}">
                <a16:creationId xmlns:a16="http://schemas.microsoft.com/office/drawing/2014/main" id="{7925CFCF-C339-431C-BE27-D1C39EB90D54}"/>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106502" name="TextBox 23">
            <a:extLst>
              <a:ext uri="{FF2B5EF4-FFF2-40B4-BE49-F238E27FC236}">
                <a16:creationId xmlns:a16="http://schemas.microsoft.com/office/drawing/2014/main" id="{EE69D8A3-A685-46CB-9519-6ECB4E279B91}"/>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en-US" altLang="zh-CN" b="1">
                <a:solidFill>
                  <a:schemeClr val="bg1"/>
                </a:solidFill>
                <a:latin typeface="微软雅黑" panose="020B0503020204020204" pitchFamily="34" charset="-122"/>
                <a:ea typeface="微软雅黑" panose="020B0503020204020204" pitchFamily="34" charset="-122"/>
              </a:rPr>
              <a:t>3. 5.2 </a:t>
            </a:r>
            <a:r>
              <a:rPr lang="zh-CN" altLang="en-US" b="1">
                <a:solidFill>
                  <a:schemeClr val="bg1"/>
                </a:solidFill>
                <a:latin typeface="微软雅黑" panose="020B0503020204020204" pitchFamily="34" charset="-122"/>
                <a:ea typeface="微软雅黑" panose="020B0503020204020204" pitchFamily="34" charset="-122"/>
              </a:rPr>
              <a:t>统计排序（非线性）滤波器</a:t>
            </a:r>
          </a:p>
        </p:txBody>
      </p:sp>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圆角矩形 17">
            <a:extLst>
              <a:ext uri="{FF2B5EF4-FFF2-40B4-BE49-F238E27FC236}">
                <a16:creationId xmlns:a16="http://schemas.microsoft.com/office/drawing/2014/main" id="{6E148CDD-2C7F-4178-B504-D012E8CC7240}"/>
              </a:ext>
            </a:extLst>
          </p:cNvPr>
          <p:cNvSpPr/>
          <p:nvPr/>
        </p:nvSpPr>
        <p:spPr>
          <a:xfrm>
            <a:off x="922087" y="1988840"/>
            <a:ext cx="7293251" cy="3323278"/>
          </a:xfrm>
          <a:prstGeom prst="roundRect">
            <a:avLst>
              <a:gd name="adj" fmla="val 4024"/>
            </a:avLst>
          </a:prstGeom>
          <a:solidFill>
            <a:schemeClr val="bg1">
              <a:lumMod val="95000"/>
            </a:schemeClr>
          </a:solidFill>
          <a:ln w="19050">
            <a:solidFill>
              <a:schemeClr val="tx1"/>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3" name="矩形 22">
            <a:extLst>
              <a:ext uri="{FF2B5EF4-FFF2-40B4-BE49-F238E27FC236}">
                <a16:creationId xmlns:a16="http://schemas.microsoft.com/office/drawing/2014/main" id="{C94CCD52-51B6-45C6-9D9B-1DA8F65A38B6}"/>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7526" name="TextBox 23">
            <a:extLst>
              <a:ext uri="{FF2B5EF4-FFF2-40B4-BE49-F238E27FC236}">
                <a16:creationId xmlns:a16="http://schemas.microsoft.com/office/drawing/2014/main" id="{EA2CCA68-43EA-4D12-958C-C71F17863539}"/>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a:r>
              <a:rPr lang="zh-CN" altLang="en-US" b="1">
                <a:solidFill>
                  <a:schemeClr val="bg1"/>
                </a:solidFill>
                <a:latin typeface="微软雅黑" panose="020B0503020204020204" pitchFamily="34" charset="-122"/>
                <a:ea typeface="微软雅黑" panose="020B0503020204020204" pitchFamily="34" charset="-122"/>
              </a:rPr>
              <a:t>空间滤波</a:t>
            </a:r>
          </a:p>
        </p:txBody>
      </p:sp>
      <p:graphicFrame>
        <p:nvGraphicFramePr>
          <p:cNvPr id="17" name="图示 16">
            <a:extLst>
              <a:ext uri="{FF2B5EF4-FFF2-40B4-BE49-F238E27FC236}">
                <a16:creationId xmlns:a16="http://schemas.microsoft.com/office/drawing/2014/main" id="{8E7AD9B5-B13F-4FDC-A4CC-8CA6AD66CDF1}"/>
              </a:ext>
            </a:extLst>
          </p:cNvPr>
          <p:cNvGraphicFramePr/>
          <p:nvPr/>
        </p:nvGraphicFramePr>
        <p:xfrm>
          <a:off x="1928794" y="2097408"/>
          <a:ext cx="5072098" cy="30718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E09E24C8-AF12-493B-9BE0-8A458CAB8562}"/>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8547" name="TextBox 23">
            <a:extLst>
              <a:ext uri="{FF2B5EF4-FFF2-40B4-BE49-F238E27FC236}">
                <a16:creationId xmlns:a16="http://schemas.microsoft.com/office/drawing/2014/main" id="{44336FD2-6479-420A-AF03-B4E10FBB6AD1}"/>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a:r>
              <a:rPr lang="zh-CN" altLang="en-US" b="1">
                <a:solidFill>
                  <a:schemeClr val="bg1"/>
                </a:solidFill>
                <a:latin typeface="微软雅黑" panose="020B0503020204020204" pitchFamily="34" charset="-122"/>
                <a:ea typeface="微软雅黑" panose="020B0503020204020204" pitchFamily="34" charset="-122"/>
              </a:rPr>
              <a:t>锐化滤波</a:t>
            </a:r>
          </a:p>
        </p:txBody>
      </p:sp>
      <p:sp>
        <p:nvSpPr>
          <p:cNvPr id="108548" name="内容占位符 2">
            <a:extLst>
              <a:ext uri="{FF2B5EF4-FFF2-40B4-BE49-F238E27FC236}">
                <a16:creationId xmlns:a16="http://schemas.microsoft.com/office/drawing/2014/main" id="{DBF594DA-538F-4646-B89B-88226DDCBC0F}"/>
              </a:ext>
            </a:extLst>
          </p:cNvPr>
          <p:cNvSpPr>
            <a:spLocks noGrp="1"/>
          </p:cNvSpPr>
          <p:nvPr>
            <p:ph idx="1"/>
          </p:nvPr>
        </p:nvSpPr>
        <p:spPr>
          <a:xfrm>
            <a:off x="468313" y="1857375"/>
            <a:ext cx="8304212" cy="950913"/>
          </a:xfrm>
        </p:spPr>
        <p:txBody>
          <a:bodyPr/>
          <a:lstStyle/>
          <a:p>
            <a:pPr marL="0" indent="457200">
              <a:buFont typeface="Wingdings 2" panose="05020102010507070707" pitchFamily="18" charset="2"/>
              <a:buNone/>
            </a:pPr>
            <a:r>
              <a:rPr lang="zh-CN" altLang="en-US" sz="2800"/>
              <a:t>在图像的识别中常需要突出边缘和轮廓信息，图像锐化的主要目的就是增强图像的边缘或轮廓</a:t>
            </a:r>
          </a:p>
        </p:txBody>
      </p:sp>
      <p:pic>
        <p:nvPicPr>
          <p:cNvPr id="108549" name="Picture 2" descr="image068">
            <a:extLst>
              <a:ext uri="{FF2B5EF4-FFF2-40B4-BE49-F238E27FC236}">
                <a16:creationId xmlns:a16="http://schemas.microsoft.com/office/drawing/2014/main" id="{C5371C1B-F628-4368-B0A9-C37C1EF21A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89613" y="3243263"/>
            <a:ext cx="274320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8550" name="Picture 3" descr="image001">
            <a:extLst>
              <a:ext uri="{FF2B5EF4-FFF2-40B4-BE49-F238E27FC236}">
                <a16:creationId xmlns:a16="http://schemas.microsoft.com/office/drawing/2014/main" id="{1204C46D-F64B-4F73-95C9-72D792B849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6613" y="3167063"/>
            <a:ext cx="281940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551" name="AutoShape 5">
            <a:extLst>
              <a:ext uri="{FF2B5EF4-FFF2-40B4-BE49-F238E27FC236}">
                <a16:creationId xmlns:a16="http://schemas.microsoft.com/office/drawing/2014/main" id="{7C77A45D-15C4-4C9F-9D45-A4D307373E9D}"/>
              </a:ext>
            </a:extLst>
          </p:cNvPr>
          <p:cNvSpPr>
            <a:spLocks noChangeArrowheads="1"/>
          </p:cNvSpPr>
          <p:nvPr/>
        </p:nvSpPr>
        <p:spPr bwMode="auto">
          <a:xfrm>
            <a:off x="3913188" y="4487863"/>
            <a:ext cx="1524000" cy="381000"/>
          </a:xfrm>
          <a:prstGeom prst="rightArrow">
            <a:avLst>
              <a:gd name="adj1" fmla="val 50000"/>
              <a:gd name="adj2" fmla="val 100000"/>
            </a:avLst>
          </a:prstGeom>
          <a:solidFill>
            <a:srgbClr val="002060"/>
          </a:solidFill>
          <a:ln w="9525">
            <a:solidFill>
              <a:srgbClr val="00206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Tx/>
              <a:buNone/>
            </a:pPr>
            <a:endParaRPr lang="zh-CN" altLang="en-US" sz="3200">
              <a:latin typeface="Arial" panose="020B0604020202020204" pitchFamily="34" charset="0"/>
            </a:endParaRPr>
          </a:p>
        </p:txBody>
      </p:sp>
      <p:sp>
        <p:nvSpPr>
          <p:cNvPr id="9" name="矩形 8">
            <a:extLst>
              <a:ext uri="{FF2B5EF4-FFF2-40B4-BE49-F238E27FC236}">
                <a16:creationId xmlns:a16="http://schemas.microsoft.com/office/drawing/2014/main" id="{B0A1AD9E-6616-42FF-8F9A-39CE20726482}"/>
              </a:ext>
            </a:extLst>
          </p:cNvPr>
          <p:cNvSpPr/>
          <p:nvPr/>
        </p:nvSpPr>
        <p:spPr>
          <a:xfrm>
            <a:off x="0" y="981075"/>
            <a:ext cx="2928938" cy="576263"/>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800" b="1" dirty="0">
                <a:latin typeface="微软雅黑" panose="020B0503020204020204" pitchFamily="34" charset="-122"/>
                <a:ea typeface="微软雅黑" panose="020B0503020204020204" pitchFamily="34" charset="-122"/>
              </a:rPr>
              <a:t>锐化空间滤波</a:t>
            </a:r>
          </a:p>
        </p:txBody>
      </p:sp>
      <p:sp>
        <p:nvSpPr>
          <p:cNvPr id="108553" name="TextBox 9">
            <a:extLst>
              <a:ext uri="{FF2B5EF4-FFF2-40B4-BE49-F238E27FC236}">
                <a16:creationId xmlns:a16="http://schemas.microsoft.com/office/drawing/2014/main" id="{9DD9469D-939E-4DC0-A10E-D43805E86FB6}"/>
              </a:ext>
            </a:extLst>
          </p:cNvPr>
          <p:cNvSpPr txBox="1">
            <a:spLocks noChangeArrowheads="1"/>
          </p:cNvSpPr>
          <p:nvPr/>
        </p:nvSpPr>
        <p:spPr bwMode="auto">
          <a:xfrm>
            <a:off x="3838575" y="3984625"/>
            <a:ext cx="146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a:r>
              <a:rPr lang="zh-CN" altLang="en-US" sz="2000"/>
              <a:t>锐化滤波器</a:t>
            </a:r>
          </a:p>
        </p:txBody>
      </p:sp>
    </p:spTree>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7BF4B7EA-7F48-4F2C-AAC9-1442057A943F}"/>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9571" name="TextBox 23">
            <a:extLst>
              <a:ext uri="{FF2B5EF4-FFF2-40B4-BE49-F238E27FC236}">
                <a16:creationId xmlns:a16="http://schemas.microsoft.com/office/drawing/2014/main" id="{94065C35-B0C0-4316-B1A6-A548D0697EDF}"/>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a:r>
              <a:rPr lang="zh-CN" altLang="en-US" b="1">
                <a:solidFill>
                  <a:schemeClr val="bg1"/>
                </a:solidFill>
                <a:latin typeface="微软雅黑" panose="020B0503020204020204" pitchFamily="34" charset="-122"/>
                <a:ea typeface="微软雅黑" panose="020B0503020204020204" pitchFamily="34" charset="-122"/>
              </a:rPr>
              <a:t>锐化滤波</a:t>
            </a:r>
          </a:p>
        </p:txBody>
      </p:sp>
      <p:sp>
        <p:nvSpPr>
          <p:cNvPr id="12" name="Rectangle 5">
            <a:extLst>
              <a:ext uri="{FF2B5EF4-FFF2-40B4-BE49-F238E27FC236}">
                <a16:creationId xmlns:a16="http://schemas.microsoft.com/office/drawing/2014/main" id="{E84AA1A3-D4A1-4097-AB10-4AF140F92482}"/>
              </a:ext>
            </a:extLst>
          </p:cNvPr>
          <p:cNvSpPr>
            <a:spLocks noChangeArrowheads="1"/>
          </p:cNvSpPr>
          <p:nvPr/>
        </p:nvSpPr>
        <p:spPr bwMode="auto">
          <a:xfrm>
            <a:off x="4857750" y="4692650"/>
            <a:ext cx="4032250" cy="1917700"/>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marL="457200" indent="-457200">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eaLnBrk="1" hangingPunct="1">
              <a:buFont typeface="Arial" panose="020B0604020202020204" pitchFamily="34" charset="0"/>
              <a:buNone/>
            </a:pPr>
            <a:r>
              <a:rPr lang="zh-CN" altLang="en-US" sz="2400" b="1">
                <a:latin typeface="Times New Roman" panose="02020603050405020304" pitchFamily="18" charset="0"/>
              </a:rPr>
              <a:t>对于二阶微分必须保证</a:t>
            </a:r>
            <a:r>
              <a:rPr lang="en-US" altLang="zh-CN" sz="2400" b="1">
                <a:latin typeface="Times New Roman" panose="02020603050405020304" pitchFamily="18" charset="0"/>
              </a:rPr>
              <a:t>:</a:t>
            </a:r>
          </a:p>
          <a:p>
            <a:pPr eaLnBrk="1" hangingPunct="1">
              <a:buFont typeface="Arial" panose="020B0604020202020204" pitchFamily="34" charset="0"/>
              <a:buAutoNum type="arabicParenBoth"/>
            </a:pPr>
            <a:r>
              <a:rPr lang="zh-CN" altLang="en-US" sz="2400" b="1">
                <a:latin typeface="Times New Roman" panose="02020603050405020304" pitchFamily="18" charset="0"/>
              </a:rPr>
              <a:t>在平坦区微分值为零</a:t>
            </a:r>
          </a:p>
          <a:p>
            <a:pPr eaLnBrk="1" hangingPunct="1">
              <a:buFont typeface="Arial" panose="020B0604020202020204" pitchFamily="34" charset="0"/>
              <a:buAutoNum type="arabicParenBoth"/>
            </a:pPr>
            <a:r>
              <a:rPr lang="zh-CN" altLang="en-US" sz="2400" b="1">
                <a:latin typeface="Times New Roman" panose="02020603050405020304" pitchFamily="18" charset="0"/>
              </a:rPr>
              <a:t>在灰度阶梯或斜坡的起始点处微分值非零</a:t>
            </a:r>
          </a:p>
          <a:p>
            <a:pPr eaLnBrk="1" hangingPunct="1">
              <a:buFont typeface="Arial" panose="020B0604020202020204" pitchFamily="34" charset="0"/>
              <a:buAutoNum type="arabicParenBoth"/>
            </a:pPr>
            <a:r>
              <a:rPr lang="zh-CN" altLang="en-US" sz="2400" b="1">
                <a:latin typeface="Times New Roman" panose="02020603050405020304" pitchFamily="18" charset="0"/>
              </a:rPr>
              <a:t>沿着斜坡面微分值为零</a:t>
            </a:r>
          </a:p>
        </p:txBody>
      </p:sp>
      <p:sp>
        <p:nvSpPr>
          <p:cNvPr id="13" name="Rectangle 6">
            <a:extLst>
              <a:ext uri="{FF2B5EF4-FFF2-40B4-BE49-F238E27FC236}">
                <a16:creationId xmlns:a16="http://schemas.microsoft.com/office/drawing/2014/main" id="{B186B3E2-AD3C-46A1-87AF-D2E738C5B90A}"/>
              </a:ext>
            </a:extLst>
          </p:cNvPr>
          <p:cNvSpPr>
            <a:spLocks noChangeArrowheads="1"/>
          </p:cNvSpPr>
          <p:nvPr/>
        </p:nvSpPr>
        <p:spPr bwMode="auto">
          <a:xfrm>
            <a:off x="593725" y="4692650"/>
            <a:ext cx="3960813" cy="1917700"/>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marL="457200" indent="-457200">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eaLnBrk="1" hangingPunct="1">
              <a:buFont typeface="Arial" panose="020B0604020202020204" pitchFamily="34" charset="0"/>
              <a:buNone/>
            </a:pPr>
            <a:r>
              <a:rPr lang="en-US" altLang="zh-CN" sz="2400" b="1">
                <a:latin typeface="Times New Roman" panose="02020603050405020304" pitchFamily="18" charset="0"/>
              </a:rPr>
              <a:t> </a:t>
            </a:r>
            <a:r>
              <a:rPr lang="zh-CN" altLang="en-US" sz="2400" b="1">
                <a:latin typeface="Times New Roman" panose="02020603050405020304" pitchFamily="18" charset="0"/>
              </a:rPr>
              <a:t>对于一阶微分必须保证</a:t>
            </a:r>
            <a:r>
              <a:rPr lang="zh-CN" altLang="en-US" sz="2400" b="1">
                <a:latin typeface="Times New Roman" panose="02020603050405020304" pitchFamily="18" charset="0"/>
                <a:sym typeface="Wingdings" panose="05000000000000000000" pitchFamily="2" charset="2"/>
              </a:rPr>
              <a:t>： </a:t>
            </a:r>
          </a:p>
          <a:p>
            <a:pPr eaLnBrk="1" hangingPunct="1">
              <a:buFont typeface="Arial" panose="020B0604020202020204" pitchFamily="34" charset="0"/>
              <a:buAutoNum type="arabicParenBoth"/>
            </a:pPr>
            <a:r>
              <a:rPr lang="zh-CN" altLang="en-US" sz="2400" b="1">
                <a:latin typeface="Times New Roman" panose="02020603050405020304" pitchFamily="18" charset="0"/>
                <a:sym typeface="Wingdings" panose="05000000000000000000" pitchFamily="2" charset="2"/>
              </a:rPr>
              <a:t>平坦段微分值为零 </a:t>
            </a:r>
          </a:p>
          <a:p>
            <a:pPr eaLnBrk="1" hangingPunct="1">
              <a:buFont typeface="Arial" panose="020B0604020202020204" pitchFamily="34" charset="0"/>
              <a:buAutoNum type="arabicParenBoth"/>
            </a:pPr>
            <a:r>
              <a:rPr lang="zh-CN" altLang="en-US" sz="2400" b="1">
                <a:latin typeface="Times New Roman" panose="02020603050405020304" pitchFamily="18" charset="0"/>
                <a:sym typeface="Wingdings" panose="05000000000000000000" pitchFamily="2" charset="2"/>
              </a:rPr>
              <a:t>在灰度阶梯或斜坡的起点处微分值非零 </a:t>
            </a:r>
          </a:p>
          <a:p>
            <a:pPr eaLnBrk="1" hangingPunct="1">
              <a:buFont typeface="Arial" panose="020B0604020202020204" pitchFamily="34" charset="0"/>
              <a:buAutoNum type="arabicParenBoth"/>
            </a:pPr>
            <a:r>
              <a:rPr lang="zh-CN" altLang="en-US" sz="2400" b="1">
                <a:latin typeface="Times New Roman" panose="02020603050405020304" pitchFamily="18" charset="0"/>
                <a:sym typeface="Wingdings" panose="05000000000000000000" pitchFamily="2" charset="2"/>
              </a:rPr>
              <a:t> 沿着斜坡面微分值非零</a:t>
            </a:r>
            <a:endParaRPr lang="zh-CN" altLang="en-US" sz="2400" b="1">
              <a:latin typeface="Times New Roman" panose="02020603050405020304" pitchFamily="18" charset="0"/>
            </a:endParaRPr>
          </a:p>
        </p:txBody>
      </p:sp>
      <p:sp>
        <p:nvSpPr>
          <p:cNvPr id="14" name="Rectangle 7">
            <a:extLst>
              <a:ext uri="{FF2B5EF4-FFF2-40B4-BE49-F238E27FC236}">
                <a16:creationId xmlns:a16="http://schemas.microsoft.com/office/drawing/2014/main" id="{46B075AE-6478-4DDB-90BB-AEC1C8C1A8A4}"/>
              </a:ext>
            </a:extLst>
          </p:cNvPr>
          <p:cNvSpPr>
            <a:spLocks noChangeArrowheads="1"/>
          </p:cNvSpPr>
          <p:nvPr/>
        </p:nvSpPr>
        <p:spPr bwMode="auto">
          <a:xfrm>
            <a:off x="250825" y="2643188"/>
            <a:ext cx="8424863" cy="1571625"/>
          </a:xfrm>
          <a:prstGeom prst="rect">
            <a:avLst/>
          </a:prstGeom>
          <a:noFill/>
          <a:ln>
            <a:noFill/>
          </a:ln>
        </p:spPr>
        <p:txBody>
          <a:bodyPr lIns="90000" tIns="46800" rIns="90000" bIns="46800">
            <a:spAutoFit/>
          </a:bodyPr>
          <a:lstStyle>
            <a:lvl1pPr>
              <a:spcBef>
                <a:spcPct val="20000"/>
              </a:spcBef>
              <a:buFont typeface="Arial" panose="020B0604020202020204" pitchFamily="34" charset="0"/>
              <a:buChar char="•"/>
              <a:defRPr sz="2400">
                <a:solidFill>
                  <a:srgbClr val="7F7F7F"/>
                </a:solidFill>
                <a:latin typeface="Century Gothic" panose="020B0502020202020204" pitchFamily="34" charset="0"/>
                <a:ea typeface="宋体" panose="02010600030101010101" pitchFamily="2" charset="-122"/>
              </a:defRPr>
            </a:lvl1pPr>
            <a:lvl2pPr marL="742950" indent="-285750">
              <a:spcBef>
                <a:spcPct val="20000"/>
              </a:spcBef>
              <a:buFont typeface="Arial" panose="020B0604020202020204" pitchFamily="34" charset="0"/>
              <a:buChar char="o"/>
              <a:defRPr sz="1600">
                <a:solidFill>
                  <a:srgbClr val="7F7F7F"/>
                </a:solidFill>
                <a:latin typeface="Century Gothic" panose="020B0502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3pPr>
            <a:lvl4pPr marL="1600200" indent="-228600">
              <a:spcBef>
                <a:spcPct val="20000"/>
              </a:spcBef>
              <a:buFont typeface="Arial" panose="020B0604020202020204" pitchFamily="34" charset="0"/>
              <a:buChar char="o"/>
              <a:defRPr sz="1600">
                <a:solidFill>
                  <a:srgbClr val="7F7F7F"/>
                </a:solidFill>
                <a:latin typeface="Century Gothic" panose="020B0502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9pPr>
          </a:lstStyle>
          <a:p>
            <a:pPr marL="342900" indent="-342900" eaLnBrk="1" hangingPunct="1">
              <a:spcBef>
                <a:spcPct val="0"/>
              </a:spcBef>
              <a:buFont typeface="Wingdings" panose="05000000000000000000" pitchFamily="2" charset="2"/>
              <a:buChar char="p"/>
              <a:defRPr/>
            </a:pPr>
            <a:r>
              <a:rPr lang="en-US" altLang="zh-CN" b="1" dirty="0">
                <a:solidFill>
                  <a:schemeClr val="tx1"/>
                </a:solidFill>
                <a:latin typeface="Times New Roman" panose="02020603050405020304" pitchFamily="18" charset="0"/>
                <a:ea typeface="楷体_GB2312" pitchFamily="1" charset="-122"/>
              </a:rPr>
              <a:t> </a:t>
            </a:r>
            <a:r>
              <a:rPr lang="zh-CN" altLang="en-US" b="1" dirty="0">
                <a:solidFill>
                  <a:schemeClr val="tx1"/>
                </a:solidFill>
                <a:latin typeface="Times New Roman" panose="02020603050405020304" pitchFamily="18" charset="0"/>
                <a:ea typeface="楷体_GB2312" pitchFamily="1" charset="-122"/>
              </a:rPr>
              <a:t>我们最感兴趣的是微分算子在</a:t>
            </a:r>
            <a:endParaRPr lang="en-US" altLang="zh-CN" b="1" dirty="0">
              <a:solidFill>
                <a:schemeClr val="tx1"/>
              </a:solidFill>
              <a:latin typeface="Times New Roman" panose="02020603050405020304" pitchFamily="18" charset="0"/>
              <a:ea typeface="楷体_GB2312" pitchFamily="1" charset="-122"/>
            </a:endParaRPr>
          </a:p>
          <a:p>
            <a:pPr marL="72000" eaLnBrk="1" hangingPunct="1">
              <a:spcBef>
                <a:spcPts val="0"/>
              </a:spcBef>
              <a:buFont typeface="Arial" panose="020B0604020202020204" pitchFamily="34" charset="0"/>
              <a:buNone/>
              <a:defRPr/>
            </a:pPr>
            <a:r>
              <a:rPr lang="zh-CN" altLang="en-US" b="1" dirty="0">
                <a:solidFill>
                  <a:schemeClr val="tx1"/>
                </a:solidFill>
                <a:latin typeface="Times New Roman" panose="02020603050405020304" pitchFamily="18" charset="0"/>
                <a:ea typeface="楷体_GB2312" pitchFamily="1" charset="-122"/>
              </a:rPr>
              <a:t>    ①恒定灰度区域</a:t>
            </a:r>
            <a:r>
              <a:rPr lang="en-US" altLang="zh-CN" b="1" dirty="0">
                <a:solidFill>
                  <a:schemeClr val="tx1"/>
                </a:solidFill>
                <a:latin typeface="Times New Roman" panose="02020603050405020304" pitchFamily="18" charset="0"/>
                <a:ea typeface="楷体_GB2312" pitchFamily="1" charset="-122"/>
              </a:rPr>
              <a:t>(</a:t>
            </a:r>
            <a:r>
              <a:rPr lang="zh-CN" altLang="en-US" b="1" dirty="0">
                <a:solidFill>
                  <a:schemeClr val="tx1"/>
                </a:solidFill>
                <a:latin typeface="Times New Roman" panose="02020603050405020304" pitchFamily="18" charset="0"/>
                <a:ea typeface="楷体_GB2312" pitchFamily="1" charset="-122"/>
              </a:rPr>
              <a:t>平坦段</a:t>
            </a:r>
            <a:r>
              <a:rPr lang="en-US" altLang="zh-CN" b="1" dirty="0">
                <a:solidFill>
                  <a:schemeClr val="tx1"/>
                </a:solidFill>
                <a:latin typeface="Times New Roman" panose="02020603050405020304" pitchFamily="18" charset="0"/>
                <a:ea typeface="楷体_GB2312" pitchFamily="1" charset="-122"/>
              </a:rPr>
              <a:t>)</a:t>
            </a:r>
            <a:r>
              <a:rPr lang="zh-CN" altLang="en-US" b="1" dirty="0">
                <a:solidFill>
                  <a:schemeClr val="tx1"/>
                </a:solidFill>
                <a:latin typeface="Times New Roman" panose="02020603050405020304" pitchFamily="18" charset="0"/>
                <a:ea typeface="楷体_GB2312" pitchFamily="1" charset="-122"/>
              </a:rPr>
              <a:t>、</a:t>
            </a:r>
            <a:endParaRPr lang="en-US" altLang="zh-CN" b="1" dirty="0">
              <a:solidFill>
                <a:schemeClr val="tx1"/>
              </a:solidFill>
              <a:latin typeface="Times New Roman" panose="02020603050405020304" pitchFamily="18" charset="0"/>
              <a:ea typeface="楷体_GB2312" pitchFamily="1" charset="-122"/>
            </a:endParaRPr>
          </a:p>
          <a:p>
            <a:pPr marL="72000" eaLnBrk="1" hangingPunct="1">
              <a:spcBef>
                <a:spcPts val="0"/>
              </a:spcBef>
              <a:buFont typeface="Arial" panose="020B0604020202020204" pitchFamily="34" charset="0"/>
              <a:buNone/>
              <a:defRPr/>
            </a:pPr>
            <a:r>
              <a:rPr lang="zh-CN" altLang="en-US" b="1" dirty="0">
                <a:solidFill>
                  <a:schemeClr val="tx1"/>
                </a:solidFill>
                <a:latin typeface="Times New Roman" panose="02020603050405020304" pitchFamily="18" charset="0"/>
                <a:ea typeface="楷体_GB2312" pitchFamily="1" charset="-122"/>
              </a:rPr>
              <a:t>    ②突变的开头与结尾</a:t>
            </a:r>
            <a:r>
              <a:rPr lang="en-US" altLang="zh-CN" b="1" dirty="0">
                <a:solidFill>
                  <a:schemeClr val="tx1"/>
                </a:solidFill>
                <a:latin typeface="Times New Roman" panose="02020603050405020304" pitchFamily="18" charset="0"/>
                <a:ea typeface="楷体_GB2312" pitchFamily="1" charset="-122"/>
              </a:rPr>
              <a:t>(</a:t>
            </a:r>
            <a:r>
              <a:rPr lang="zh-CN" altLang="en-US" b="1" dirty="0">
                <a:solidFill>
                  <a:schemeClr val="tx1"/>
                </a:solidFill>
                <a:latin typeface="Times New Roman" panose="02020603050405020304" pitchFamily="18" charset="0"/>
                <a:ea typeface="楷体_GB2312" pitchFamily="1" charset="-122"/>
              </a:rPr>
              <a:t>阶梯与斜坡突变</a:t>
            </a:r>
            <a:r>
              <a:rPr lang="en-US" altLang="zh-CN" b="1" dirty="0">
                <a:solidFill>
                  <a:schemeClr val="tx1"/>
                </a:solidFill>
                <a:latin typeface="Times New Roman" panose="02020603050405020304" pitchFamily="18" charset="0"/>
                <a:ea typeface="楷体_GB2312" pitchFamily="1" charset="-122"/>
              </a:rPr>
              <a:t>)</a:t>
            </a:r>
          </a:p>
          <a:p>
            <a:pPr marL="72000" eaLnBrk="1" hangingPunct="1">
              <a:spcBef>
                <a:spcPts val="0"/>
              </a:spcBef>
              <a:buFont typeface="Arial" panose="020B0604020202020204" pitchFamily="34" charset="0"/>
              <a:buNone/>
              <a:defRPr/>
            </a:pPr>
            <a:r>
              <a:rPr lang="zh-CN" altLang="en-US" b="1" dirty="0">
                <a:solidFill>
                  <a:schemeClr val="tx1"/>
                </a:solidFill>
                <a:latin typeface="Times New Roman" panose="02020603050405020304" pitchFamily="18" charset="0"/>
                <a:ea typeface="楷体_GB2312" pitchFamily="1" charset="-122"/>
              </a:rPr>
              <a:t>    ③沿着灰度级斜坡处的特性。</a:t>
            </a:r>
          </a:p>
        </p:txBody>
      </p:sp>
      <p:sp>
        <p:nvSpPr>
          <p:cNvPr id="15" name="Rectangle 8">
            <a:extLst>
              <a:ext uri="{FF2B5EF4-FFF2-40B4-BE49-F238E27FC236}">
                <a16:creationId xmlns:a16="http://schemas.microsoft.com/office/drawing/2014/main" id="{806FC2BA-D425-4D3C-89CF-75A383972716}"/>
              </a:ext>
            </a:extLst>
          </p:cNvPr>
          <p:cNvSpPr>
            <a:spLocks noChangeArrowheads="1"/>
          </p:cNvSpPr>
          <p:nvPr/>
        </p:nvSpPr>
        <p:spPr bwMode="auto">
          <a:xfrm>
            <a:off x="250825" y="962025"/>
            <a:ext cx="8640763" cy="120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marL="342900" indent="-342900">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eaLnBrk="1" hangingPunct="1">
              <a:buFont typeface="Wingdings" panose="05000000000000000000" pitchFamily="2" charset="2"/>
              <a:buChar char="p"/>
            </a:pPr>
            <a:r>
              <a:rPr lang="en-US" altLang="zh-CN" sz="2400" b="1">
                <a:latin typeface="Times New Roman" panose="02020603050405020304" pitchFamily="18" charset="0"/>
              </a:rPr>
              <a:t> </a:t>
            </a:r>
            <a:r>
              <a:rPr lang="zh-CN" altLang="en-US" sz="2400" b="1">
                <a:solidFill>
                  <a:srgbClr val="FF0000"/>
                </a:solidFill>
                <a:latin typeface="Times New Roman" panose="02020603050405020304" pitchFamily="18" charset="0"/>
              </a:rPr>
              <a:t>锐化处理可以用空间微分来完成</a:t>
            </a:r>
            <a:r>
              <a:rPr lang="en-US" altLang="zh-CN" sz="2400" b="1">
                <a:solidFill>
                  <a:srgbClr val="FF0000"/>
                </a:solidFill>
                <a:latin typeface="Times New Roman" panose="02020603050405020304" pitchFamily="18" charset="0"/>
              </a:rPr>
              <a:t>. </a:t>
            </a:r>
            <a:r>
              <a:rPr lang="zh-CN" altLang="en-US" sz="2400" b="1">
                <a:latin typeface="Times New Roman" panose="02020603050405020304" pitchFamily="18" charset="0"/>
              </a:rPr>
              <a:t>微分算子的响应强度与图像在该点的突变程度有关，图像微分</a:t>
            </a:r>
            <a:r>
              <a:rPr lang="zh-CN" altLang="en-US" sz="2400" b="1">
                <a:solidFill>
                  <a:srgbClr val="FF0000"/>
                </a:solidFill>
                <a:latin typeface="Times New Roman" panose="02020603050405020304" pitchFamily="18" charset="0"/>
              </a:rPr>
              <a:t>增强了边缘和其他突变</a:t>
            </a:r>
            <a:r>
              <a:rPr lang="en-US" altLang="zh-CN" sz="2400" b="1">
                <a:solidFill>
                  <a:srgbClr val="FF0000"/>
                </a:solidFill>
                <a:latin typeface="Times New Roman" panose="02020603050405020304" pitchFamily="18" charset="0"/>
              </a:rPr>
              <a:t>(</a:t>
            </a:r>
            <a:r>
              <a:rPr lang="zh-CN" altLang="en-US" sz="2400" b="1">
                <a:solidFill>
                  <a:srgbClr val="FF0000"/>
                </a:solidFill>
                <a:latin typeface="Times New Roman" panose="02020603050405020304" pitchFamily="18" charset="0"/>
              </a:rPr>
              <a:t>如噪声</a:t>
            </a:r>
            <a:r>
              <a:rPr lang="en-US" altLang="zh-CN" sz="2400" b="1">
                <a:solidFill>
                  <a:srgbClr val="FF0000"/>
                </a:solidFill>
                <a:latin typeface="Times New Roman" panose="02020603050405020304" pitchFamily="18" charset="0"/>
              </a:rPr>
              <a:t>)</a:t>
            </a:r>
            <a:r>
              <a:rPr lang="zh-CN" altLang="en-US" sz="2400" b="1">
                <a:solidFill>
                  <a:srgbClr val="FF0000"/>
                </a:solidFill>
                <a:latin typeface="Times New Roman" panose="02020603050405020304" pitchFamily="18" charset="0"/>
              </a:rPr>
              <a:t>而消弱了灰度变化缓慢的区域</a:t>
            </a:r>
            <a:r>
              <a:rPr lang="en-US" altLang="zh-CN" sz="2400" b="1">
                <a:latin typeface="Times New Roman" panose="02020603050405020304" pitchFamily="18" charset="0"/>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linds(horizontal)">
                                      <p:cBhvr>
                                        <p:cTn id="7" dur="500"/>
                                        <p:tgtEl>
                                          <p:spTgt spid="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linds(horizontal)">
                                      <p:cBhvr>
                                        <p:cTn id="12" dur="500"/>
                                        <p:tgtEl>
                                          <p:spTgt spid="1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blinds(horizontal)">
                                      <p:cBhvr>
                                        <p:cTn id="17" dur="500"/>
                                        <p:tgtEl>
                                          <p:spTgt spid="1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linds(horizontal)">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p:bldP spid="15" grpId="0" autoUpdateAnimBg="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89DAA11A-B0C9-4979-BE53-1B840E15B501}"/>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0595" name="TextBox 23">
            <a:extLst>
              <a:ext uri="{FF2B5EF4-FFF2-40B4-BE49-F238E27FC236}">
                <a16:creationId xmlns:a16="http://schemas.microsoft.com/office/drawing/2014/main" id="{49398727-B96B-4922-B08F-677624E928C2}"/>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a:r>
              <a:rPr lang="zh-CN" altLang="en-US" b="1">
                <a:solidFill>
                  <a:schemeClr val="bg1"/>
                </a:solidFill>
                <a:latin typeface="微软雅黑" panose="020B0503020204020204" pitchFamily="34" charset="-122"/>
                <a:ea typeface="微软雅黑" panose="020B0503020204020204" pitchFamily="34" charset="-122"/>
              </a:rPr>
              <a:t>锐化滤波</a:t>
            </a:r>
          </a:p>
        </p:txBody>
      </p:sp>
      <p:graphicFrame>
        <p:nvGraphicFramePr>
          <p:cNvPr id="8" name="Object 3">
            <a:extLst>
              <a:ext uri="{FF2B5EF4-FFF2-40B4-BE49-F238E27FC236}">
                <a16:creationId xmlns:a16="http://schemas.microsoft.com/office/drawing/2014/main" id="{4C67C89E-370D-44B2-A7F0-C0C86E5AF61A}"/>
              </a:ext>
            </a:extLst>
          </p:cNvPr>
          <p:cNvGraphicFramePr>
            <a:graphicFrameLocks noChangeAspect="1"/>
          </p:cNvGraphicFramePr>
          <p:nvPr/>
        </p:nvGraphicFramePr>
        <p:xfrm>
          <a:off x="1042988" y="3144838"/>
          <a:ext cx="6553200" cy="736600"/>
        </p:xfrm>
        <a:graphic>
          <a:graphicData uri="http://schemas.openxmlformats.org/presentationml/2006/ole">
            <mc:AlternateContent xmlns:mc="http://schemas.openxmlformats.org/markup-compatibility/2006">
              <mc:Choice xmlns:v="urn:schemas-microsoft-com:vml" Requires="v">
                <p:oleObj spid="_x0000_s110603" r:id="rId3" imgW="4540238" imgH="387438" progId="Equation.DSMT4">
                  <p:embed/>
                </p:oleObj>
              </mc:Choice>
              <mc:Fallback>
                <p:oleObj r:id="rId3" imgW="4540238" imgH="387438"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3144838"/>
                        <a:ext cx="6553200" cy="73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Rectangle 5">
            <a:extLst>
              <a:ext uri="{FF2B5EF4-FFF2-40B4-BE49-F238E27FC236}">
                <a16:creationId xmlns:a16="http://schemas.microsoft.com/office/drawing/2014/main" id="{47BB45D5-A1B0-4E64-8FF3-C2B256A319F9}"/>
              </a:ext>
            </a:extLst>
          </p:cNvPr>
          <p:cNvSpPr>
            <a:spLocks noChangeArrowheads="1"/>
          </p:cNvSpPr>
          <p:nvPr/>
        </p:nvSpPr>
        <p:spPr bwMode="auto">
          <a:xfrm>
            <a:off x="971550" y="4292600"/>
            <a:ext cx="53006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eaLnBrk="1" hangingPunct="1">
              <a:buFont typeface="Arial" panose="020B0604020202020204" pitchFamily="34" charset="0"/>
              <a:buNone/>
            </a:pPr>
            <a:r>
              <a:rPr lang="zh-CN" altLang="en-US" sz="2800" b="1">
                <a:latin typeface="Times New Roman" panose="02020603050405020304" pitchFamily="18" charset="0"/>
              </a:rPr>
              <a:t>用差分定义一元函数的二阶微分</a:t>
            </a:r>
            <a:r>
              <a:rPr lang="en-US" altLang="zh-CN" sz="2800" b="1">
                <a:latin typeface="Times New Roman" panose="02020603050405020304" pitchFamily="18" charset="0"/>
              </a:rPr>
              <a:t>:</a:t>
            </a:r>
          </a:p>
        </p:txBody>
      </p:sp>
      <p:graphicFrame>
        <p:nvGraphicFramePr>
          <p:cNvPr id="10" name="Object 5">
            <a:extLst>
              <a:ext uri="{FF2B5EF4-FFF2-40B4-BE49-F238E27FC236}">
                <a16:creationId xmlns:a16="http://schemas.microsoft.com/office/drawing/2014/main" id="{A5A7339F-9B84-4FBC-97EB-8FD5B7C4B473}"/>
              </a:ext>
            </a:extLst>
          </p:cNvPr>
          <p:cNvGraphicFramePr>
            <a:graphicFrameLocks noChangeAspect="1"/>
          </p:cNvGraphicFramePr>
          <p:nvPr/>
        </p:nvGraphicFramePr>
        <p:xfrm>
          <a:off x="1152525" y="5084763"/>
          <a:ext cx="5181600" cy="804862"/>
        </p:xfrm>
        <a:graphic>
          <a:graphicData uri="http://schemas.openxmlformats.org/presentationml/2006/ole">
            <mc:AlternateContent xmlns:mc="http://schemas.openxmlformats.org/markup-compatibility/2006">
              <mc:Choice xmlns:v="urn:schemas-microsoft-com:vml" Requires="v">
                <p:oleObj spid="_x0000_s110604" r:id="rId5" imgW="3460713" imgH="425275" progId="Equation.DSMT4">
                  <p:embed/>
                </p:oleObj>
              </mc:Choice>
              <mc:Fallback>
                <p:oleObj r:id="rId5" imgW="3460713" imgH="425275"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52525" y="5084763"/>
                        <a:ext cx="5181600" cy="804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 name="Rectangle 8">
            <a:extLst>
              <a:ext uri="{FF2B5EF4-FFF2-40B4-BE49-F238E27FC236}">
                <a16:creationId xmlns:a16="http://schemas.microsoft.com/office/drawing/2014/main" id="{30B374E9-4E7F-40A5-8AF2-6943E05F372C}"/>
              </a:ext>
            </a:extLst>
          </p:cNvPr>
          <p:cNvSpPr>
            <a:spLocks noChangeArrowheads="1"/>
          </p:cNvSpPr>
          <p:nvPr/>
        </p:nvSpPr>
        <p:spPr bwMode="auto">
          <a:xfrm>
            <a:off x="468313" y="692150"/>
            <a:ext cx="8208962" cy="1289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eaLnBrk="1" hangingPunct="1">
              <a:lnSpc>
                <a:spcPct val="140000"/>
              </a:lnSpc>
              <a:buFont typeface="Arial" panose="020B0604020202020204" pitchFamily="34" charset="0"/>
              <a:buNone/>
            </a:pPr>
            <a:r>
              <a:rPr lang="zh-CN" altLang="en-US" sz="2800" b="1">
                <a:latin typeface="Times New Roman" panose="02020603050405020304" pitchFamily="18" charset="0"/>
              </a:rPr>
              <a:t>由于我们处理的是数字量</a:t>
            </a:r>
            <a:r>
              <a:rPr lang="en-US" altLang="zh-CN" sz="2800" b="1">
                <a:latin typeface="Times New Roman" panose="02020603050405020304" pitchFamily="18" charset="0"/>
              </a:rPr>
              <a:t>,</a:t>
            </a:r>
            <a:r>
              <a:rPr lang="zh-CN" altLang="en-US" sz="2800" b="1">
                <a:latin typeface="Times New Roman" panose="02020603050405020304" pitchFamily="18" charset="0"/>
              </a:rPr>
              <a:t>最大灰度级的变化是有限的</a:t>
            </a:r>
            <a:r>
              <a:rPr lang="en-US" altLang="zh-CN" sz="2800" b="1">
                <a:latin typeface="Times New Roman" panose="02020603050405020304" pitchFamily="18" charset="0"/>
              </a:rPr>
              <a:t>,</a:t>
            </a:r>
            <a:r>
              <a:rPr lang="zh-CN" altLang="en-US" sz="2800" b="1">
                <a:latin typeface="Times New Roman" panose="02020603050405020304" pitchFamily="18" charset="0"/>
              </a:rPr>
              <a:t>变换发生的最短距离是在两个相邻像素之间</a:t>
            </a:r>
            <a:r>
              <a:rPr lang="en-US" altLang="zh-CN" sz="2800" b="1">
                <a:latin typeface="Times New Roman" panose="02020603050405020304" pitchFamily="18" charset="0"/>
              </a:rPr>
              <a:t>.</a:t>
            </a:r>
          </a:p>
        </p:txBody>
      </p:sp>
      <p:grpSp>
        <p:nvGrpSpPr>
          <p:cNvPr id="16" name="Group 7">
            <a:extLst>
              <a:ext uri="{FF2B5EF4-FFF2-40B4-BE49-F238E27FC236}">
                <a16:creationId xmlns:a16="http://schemas.microsoft.com/office/drawing/2014/main" id="{D878945B-9D71-4B11-8D26-C91E9C670B9D}"/>
              </a:ext>
            </a:extLst>
          </p:cNvPr>
          <p:cNvGrpSpPr>
            <a:grpSpLocks/>
          </p:cNvGrpSpPr>
          <p:nvPr/>
        </p:nvGrpSpPr>
        <p:grpSpPr bwMode="auto">
          <a:xfrm>
            <a:off x="827088" y="2420938"/>
            <a:ext cx="5743575" cy="519112"/>
            <a:chOff x="0" y="0"/>
            <a:chExt cx="3618" cy="327"/>
          </a:xfrm>
        </p:grpSpPr>
        <p:sp>
          <p:nvSpPr>
            <p:cNvPr id="110601" name="Rectangle 7">
              <a:extLst>
                <a:ext uri="{FF2B5EF4-FFF2-40B4-BE49-F238E27FC236}">
                  <a16:creationId xmlns:a16="http://schemas.microsoft.com/office/drawing/2014/main" id="{33AED59E-25E3-47DB-8E88-8DAE584AAE6A}"/>
                </a:ext>
              </a:extLst>
            </p:cNvPr>
            <p:cNvSpPr>
              <a:spLocks noChangeArrowheads="1"/>
            </p:cNvSpPr>
            <p:nvPr/>
          </p:nvSpPr>
          <p:spPr bwMode="auto">
            <a:xfrm>
              <a:off x="0" y="0"/>
              <a:ext cx="361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eaLnBrk="1" hangingPunct="1">
                <a:buFont typeface="Arial" panose="020B0604020202020204" pitchFamily="34" charset="0"/>
                <a:buNone/>
              </a:pPr>
              <a:r>
                <a:rPr lang="en-US" altLang="zh-CN" sz="2800" b="1">
                  <a:latin typeface="Times New Roman" panose="02020603050405020304" pitchFamily="18" charset="0"/>
                </a:rPr>
                <a:t> </a:t>
              </a:r>
              <a:r>
                <a:rPr lang="zh-CN" altLang="en-US" sz="2800" b="1">
                  <a:latin typeface="Times New Roman" panose="02020603050405020304" pitchFamily="18" charset="0"/>
                </a:rPr>
                <a:t>用差分定义一元函数        一阶微分</a:t>
              </a:r>
              <a:r>
                <a:rPr lang="en-US" altLang="zh-CN" sz="2800" b="1">
                  <a:latin typeface="Times New Roman" panose="02020603050405020304" pitchFamily="18" charset="0"/>
                </a:rPr>
                <a:t>:</a:t>
              </a:r>
            </a:p>
          </p:txBody>
        </p:sp>
        <p:graphicFrame>
          <p:nvGraphicFramePr>
            <p:cNvPr id="110602" name="Object 9">
              <a:extLst>
                <a:ext uri="{FF2B5EF4-FFF2-40B4-BE49-F238E27FC236}">
                  <a16:creationId xmlns:a16="http://schemas.microsoft.com/office/drawing/2014/main" id="{C975ED0A-64C3-41FB-8B9B-3670E4375BA6}"/>
                </a:ext>
              </a:extLst>
            </p:cNvPr>
            <p:cNvGraphicFramePr>
              <a:graphicFrameLocks noChangeAspect="1"/>
            </p:cNvGraphicFramePr>
            <p:nvPr/>
          </p:nvGraphicFramePr>
          <p:xfrm>
            <a:off x="2132" y="41"/>
            <a:ext cx="499" cy="275"/>
          </p:xfrm>
          <a:graphic>
            <a:graphicData uri="http://schemas.openxmlformats.org/presentationml/2006/ole">
              <mc:AlternateContent xmlns:mc="http://schemas.openxmlformats.org/markup-compatibility/2006">
                <mc:Choice xmlns:v="urn:schemas-microsoft-com:vml" Requires="v">
                  <p:oleObj spid="_x0000_s110605" r:id="rId7" imgW="368620" imgH="203377" progId="Equation.DSMT4">
                    <p:embed/>
                  </p:oleObj>
                </mc:Choice>
                <mc:Fallback>
                  <p:oleObj r:id="rId7" imgW="368620" imgH="203377" progId="Equation.DSMT4">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32" y="41"/>
                          <a:ext cx="499" cy="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linds(horizontal)">
                                      <p:cBhvr>
                                        <p:cTn id="12" dur="500"/>
                                        <p:tgtEl>
                                          <p:spTgt spid="1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linds(horizontal)">
                                      <p:cBhvr>
                                        <p:cTn id="17" dur="500"/>
                                        <p:tgtEl>
                                          <p:spTgt spid="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linds(horizontal)">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P spid="11" grpId="0" animBg="1" autoUpdateAnimBg="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BF0D3BB9-147F-4E8D-AD86-5AA5869E6BBB}"/>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1619" name="TextBox 23">
            <a:extLst>
              <a:ext uri="{FF2B5EF4-FFF2-40B4-BE49-F238E27FC236}">
                <a16:creationId xmlns:a16="http://schemas.microsoft.com/office/drawing/2014/main" id="{26D555A0-4570-413E-9C44-887B93622AFD}"/>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a:r>
              <a:rPr lang="zh-CN" altLang="en-US" b="1">
                <a:solidFill>
                  <a:schemeClr val="bg1"/>
                </a:solidFill>
                <a:latin typeface="微软雅黑" panose="020B0503020204020204" pitchFamily="34" charset="-122"/>
                <a:ea typeface="微软雅黑" panose="020B0503020204020204" pitchFamily="34" charset="-122"/>
              </a:rPr>
              <a:t>锐化滤波</a:t>
            </a:r>
          </a:p>
        </p:txBody>
      </p:sp>
      <p:pic>
        <p:nvPicPr>
          <p:cNvPr id="12" name="Picture 4">
            <a:extLst>
              <a:ext uri="{FF2B5EF4-FFF2-40B4-BE49-F238E27FC236}">
                <a16:creationId xmlns:a16="http://schemas.microsoft.com/office/drawing/2014/main" id="{D1D22E28-A52D-43A1-9DF2-DB58DC1E8A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613" y="1412875"/>
            <a:ext cx="5256212" cy="519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 Box 5">
            <a:extLst>
              <a:ext uri="{FF2B5EF4-FFF2-40B4-BE49-F238E27FC236}">
                <a16:creationId xmlns:a16="http://schemas.microsoft.com/office/drawing/2014/main" id="{DE3283EF-A969-44F0-9584-A9441E3BB7FD}"/>
              </a:ext>
            </a:extLst>
          </p:cNvPr>
          <p:cNvSpPr txBox="1">
            <a:spLocks noChangeArrowheads="1"/>
          </p:cNvSpPr>
          <p:nvPr/>
        </p:nvSpPr>
        <p:spPr bwMode="auto">
          <a:xfrm>
            <a:off x="1692275" y="5581650"/>
            <a:ext cx="8715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eaLnBrk="1" hangingPunct="1">
              <a:buFont typeface="Arial" panose="020B0604020202020204" pitchFamily="34" charset="0"/>
              <a:buNone/>
            </a:pPr>
            <a:r>
              <a:rPr lang="zh-CN" altLang="en-US" sz="1800" b="1">
                <a:solidFill>
                  <a:srgbClr val="FF0000"/>
                </a:solidFill>
                <a:latin typeface="Times New Roman" panose="02020603050405020304" pitchFamily="18" charset="0"/>
              </a:rPr>
              <a:t>图像带</a:t>
            </a:r>
          </a:p>
        </p:txBody>
      </p:sp>
      <p:sp>
        <p:nvSpPr>
          <p:cNvPr id="14" name="Text Box 6">
            <a:extLst>
              <a:ext uri="{FF2B5EF4-FFF2-40B4-BE49-F238E27FC236}">
                <a16:creationId xmlns:a16="http://schemas.microsoft.com/office/drawing/2014/main" id="{0AD21CF5-2E67-4264-8A94-F0232C74F743}"/>
              </a:ext>
            </a:extLst>
          </p:cNvPr>
          <p:cNvSpPr txBox="1">
            <a:spLocks noChangeArrowheads="1"/>
          </p:cNvSpPr>
          <p:nvPr/>
        </p:nvSpPr>
        <p:spPr bwMode="auto">
          <a:xfrm>
            <a:off x="1692275" y="5942013"/>
            <a:ext cx="1101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eaLnBrk="1" hangingPunct="1">
              <a:buFont typeface="Arial" panose="020B0604020202020204" pitchFamily="34" charset="0"/>
              <a:buNone/>
            </a:pPr>
            <a:r>
              <a:rPr lang="zh-CN" altLang="en-US" sz="1800" b="1">
                <a:solidFill>
                  <a:srgbClr val="FF0000"/>
                </a:solidFill>
                <a:latin typeface="Times New Roman" panose="02020603050405020304" pitchFamily="18" charset="0"/>
              </a:rPr>
              <a:t>一阶微分</a:t>
            </a:r>
          </a:p>
        </p:txBody>
      </p:sp>
      <p:sp>
        <p:nvSpPr>
          <p:cNvPr id="15" name="Text Box 7">
            <a:extLst>
              <a:ext uri="{FF2B5EF4-FFF2-40B4-BE49-F238E27FC236}">
                <a16:creationId xmlns:a16="http://schemas.microsoft.com/office/drawing/2014/main" id="{AD20BE40-5B5B-4E1B-9960-2FAC9CB2481C}"/>
              </a:ext>
            </a:extLst>
          </p:cNvPr>
          <p:cNvSpPr txBox="1">
            <a:spLocks noChangeArrowheads="1"/>
          </p:cNvSpPr>
          <p:nvPr/>
        </p:nvSpPr>
        <p:spPr bwMode="auto">
          <a:xfrm>
            <a:off x="1692275" y="6302375"/>
            <a:ext cx="11017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eaLnBrk="1" hangingPunct="1">
              <a:buFont typeface="Arial" panose="020B0604020202020204" pitchFamily="34" charset="0"/>
              <a:buNone/>
            </a:pPr>
            <a:r>
              <a:rPr lang="zh-CN" altLang="en-US" sz="1800" b="1">
                <a:solidFill>
                  <a:srgbClr val="FF0000"/>
                </a:solidFill>
                <a:latin typeface="Times New Roman" panose="02020603050405020304" pitchFamily="18" charset="0"/>
              </a:rPr>
              <a:t>二阶微分</a:t>
            </a:r>
          </a:p>
        </p:txBody>
      </p:sp>
      <p:sp>
        <p:nvSpPr>
          <p:cNvPr id="19" name="Rectangle 8">
            <a:extLst>
              <a:ext uri="{FF2B5EF4-FFF2-40B4-BE49-F238E27FC236}">
                <a16:creationId xmlns:a16="http://schemas.microsoft.com/office/drawing/2014/main" id="{41D4FD67-B2BB-4D57-80B5-28B1CE22B384}"/>
              </a:ext>
            </a:extLst>
          </p:cNvPr>
          <p:cNvSpPr>
            <a:spLocks noChangeArrowheads="1"/>
          </p:cNvSpPr>
          <p:nvPr/>
        </p:nvSpPr>
        <p:spPr bwMode="auto">
          <a:xfrm>
            <a:off x="3778250" y="620713"/>
            <a:ext cx="5365750" cy="378777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marL="457200" indent="-457200">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eaLnBrk="1" hangingPunct="1">
              <a:buFont typeface="Arial" panose="020B0604020202020204" pitchFamily="34" charset="0"/>
              <a:buNone/>
            </a:pPr>
            <a:r>
              <a:rPr lang="en-US" altLang="zh-CN" sz="2000" b="1">
                <a:solidFill>
                  <a:srgbClr val="FF0000"/>
                </a:solidFill>
                <a:latin typeface="Times New Roman" panose="02020603050405020304" pitchFamily="18" charset="0"/>
              </a:rPr>
              <a:t> </a:t>
            </a:r>
            <a:r>
              <a:rPr lang="zh-CN" altLang="en-US" sz="2000" b="1">
                <a:solidFill>
                  <a:srgbClr val="FF0000"/>
                </a:solidFill>
                <a:latin typeface="Times New Roman" panose="02020603050405020304" pitchFamily="18" charset="0"/>
              </a:rPr>
              <a:t>一阶微分和二阶微分的区别</a:t>
            </a:r>
            <a:r>
              <a:rPr lang="en-US" altLang="zh-CN" sz="2000" b="1">
                <a:solidFill>
                  <a:srgbClr val="FF0000"/>
                </a:solidFill>
                <a:latin typeface="Times New Roman" panose="02020603050405020304" pitchFamily="18" charset="0"/>
              </a:rPr>
              <a:t>:</a:t>
            </a:r>
          </a:p>
          <a:p>
            <a:pPr eaLnBrk="1" hangingPunct="1">
              <a:buFont typeface="Arial" panose="020B0604020202020204" pitchFamily="34" charset="0"/>
              <a:buNone/>
            </a:pPr>
            <a:endParaRPr lang="en-US" altLang="zh-CN" sz="2000" b="1">
              <a:solidFill>
                <a:srgbClr val="FF0000"/>
              </a:solidFill>
              <a:latin typeface="Times New Roman" panose="02020603050405020304" pitchFamily="18" charset="0"/>
            </a:endParaRPr>
          </a:p>
          <a:p>
            <a:pPr eaLnBrk="1" hangingPunct="1">
              <a:buFont typeface="Arial" panose="020B0604020202020204" pitchFamily="34" charset="0"/>
              <a:buNone/>
            </a:pPr>
            <a:r>
              <a:rPr lang="en-US" altLang="zh-CN" sz="2000" b="1">
                <a:latin typeface="Times New Roman" panose="02020603050405020304" pitchFamily="18" charset="0"/>
              </a:rPr>
              <a:t>(1)</a:t>
            </a:r>
            <a:r>
              <a:rPr lang="zh-CN" altLang="en-US" sz="2000" b="1">
                <a:latin typeface="Times New Roman" panose="02020603050405020304" pitchFamily="18" charset="0"/>
              </a:rPr>
              <a:t>一阶微分处理通常会产生较宽的边缘</a:t>
            </a:r>
            <a:endParaRPr lang="en-US" altLang="zh-CN" sz="2000" b="1">
              <a:latin typeface="Times New Roman" panose="02020603050405020304" pitchFamily="18" charset="0"/>
            </a:endParaRPr>
          </a:p>
          <a:p>
            <a:pPr eaLnBrk="1" hangingPunct="1">
              <a:buFont typeface="Arial" panose="020B0604020202020204" pitchFamily="34" charset="0"/>
              <a:buNone/>
            </a:pPr>
            <a:endParaRPr lang="zh-CN" altLang="en-US" sz="2000" b="1">
              <a:latin typeface="Times New Roman" panose="02020603050405020304" pitchFamily="18" charset="0"/>
            </a:endParaRPr>
          </a:p>
          <a:p>
            <a:pPr eaLnBrk="1" hangingPunct="1">
              <a:buFont typeface="Arial" panose="020B0604020202020204" pitchFamily="34" charset="0"/>
              <a:buNone/>
            </a:pPr>
            <a:r>
              <a:rPr lang="en-US" altLang="zh-CN" sz="2000" b="1">
                <a:latin typeface="Times New Roman" panose="02020603050405020304" pitchFamily="18" charset="0"/>
              </a:rPr>
              <a:t>(2)</a:t>
            </a:r>
            <a:r>
              <a:rPr lang="zh-CN" altLang="en-US" sz="2000" b="1">
                <a:latin typeface="Times New Roman" panose="02020603050405020304" pitchFamily="18" charset="0"/>
              </a:rPr>
              <a:t>二阶微分处理对细节有较强的响应</a:t>
            </a:r>
            <a:r>
              <a:rPr lang="en-US" altLang="zh-CN" sz="2000" b="1">
                <a:latin typeface="Times New Roman" panose="02020603050405020304" pitchFamily="18" charset="0"/>
              </a:rPr>
              <a:t>,</a:t>
            </a:r>
            <a:r>
              <a:rPr lang="zh-CN" altLang="en-US" sz="2000" b="1">
                <a:latin typeface="Times New Roman" panose="02020603050405020304" pitchFamily="18" charset="0"/>
              </a:rPr>
              <a:t>如细线和孤立点</a:t>
            </a:r>
            <a:endParaRPr lang="en-US" altLang="zh-CN" sz="2000" b="1">
              <a:latin typeface="Times New Roman" panose="02020603050405020304" pitchFamily="18" charset="0"/>
            </a:endParaRPr>
          </a:p>
          <a:p>
            <a:pPr eaLnBrk="1" hangingPunct="1">
              <a:buFont typeface="Arial" panose="020B0604020202020204" pitchFamily="34" charset="0"/>
              <a:buNone/>
            </a:pPr>
            <a:endParaRPr lang="zh-CN" altLang="en-US" sz="2000" b="1">
              <a:latin typeface="Times New Roman" panose="02020603050405020304" pitchFamily="18" charset="0"/>
            </a:endParaRPr>
          </a:p>
          <a:p>
            <a:pPr eaLnBrk="1" hangingPunct="1">
              <a:buFont typeface="Arial" panose="020B0604020202020204" pitchFamily="34" charset="0"/>
              <a:buNone/>
            </a:pPr>
            <a:r>
              <a:rPr lang="en-US" altLang="zh-CN" sz="2000" b="1">
                <a:latin typeface="Times New Roman" panose="02020603050405020304" pitchFamily="18" charset="0"/>
              </a:rPr>
              <a:t>…………..</a:t>
            </a:r>
          </a:p>
          <a:p>
            <a:pPr eaLnBrk="1" hangingPunct="1">
              <a:buFont typeface="Arial" panose="020B0604020202020204" pitchFamily="34" charset="0"/>
              <a:buNone/>
            </a:pPr>
            <a:endParaRPr lang="en-US" altLang="zh-CN" sz="2000" b="1">
              <a:latin typeface="Times New Roman" panose="02020603050405020304" pitchFamily="18" charset="0"/>
            </a:endParaRPr>
          </a:p>
          <a:p>
            <a:pPr eaLnBrk="1" hangingPunct="1">
              <a:buFont typeface="Arial" panose="020B0604020202020204" pitchFamily="34" charset="0"/>
              <a:buNone/>
            </a:pPr>
            <a:r>
              <a:rPr lang="zh-CN" altLang="en-US" sz="2000" b="1">
                <a:latin typeface="Times New Roman" panose="02020603050405020304" pitchFamily="18" charset="0"/>
              </a:rPr>
              <a:t>大多数应用中</a:t>
            </a:r>
            <a:r>
              <a:rPr lang="en-US" altLang="zh-CN" sz="2000" b="1">
                <a:latin typeface="Times New Roman" panose="02020603050405020304" pitchFamily="18" charset="0"/>
              </a:rPr>
              <a:t>,</a:t>
            </a:r>
            <a:r>
              <a:rPr lang="zh-CN" altLang="en-US" sz="2000" b="1">
                <a:latin typeface="Times New Roman" panose="02020603050405020304" pitchFamily="18" charset="0"/>
              </a:rPr>
              <a:t>对图像增强来说</a:t>
            </a:r>
            <a:r>
              <a:rPr lang="en-US" altLang="zh-CN" sz="2000" b="1">
                <a:latin typeface="Times New Roman" panose="02020603050405020304" pitchFamily="18" charset="0"/>
              </a:rPr>
              <a:t>.</a:t>
            </a:r>
            <a:r>
              <a:rPr lang="zh-CN" altLang="en-US" sz="2000" b="1">
                <a:latin typeface="Times New Roman" panose="02020603050405020304" pitchFamily="18" charset="0"/>
              </a:rPr>
              <a:t>二阶微分处理比一阶微分好</a:t>
            </a:r>
            <a:r>
              <a:rPr lang="en-US" altLang="zh-CN" sz="2000" b="1">
                <a:latin typeface="Times New Roman" panose="02020603050405020304" pitchFamily="18" charset="0"/>
              </a:rPr>
              <a:t>,</a:t>
            </a:r>
            <a:r>
              <a:rPr lang="zh-CN" altLang="en-US" sz="2000" b="1">
                <a:latin typeface="Times New Roman" panose="02020603050405020304" pitchFamily="18" charset="0"/>
              </a:rPr>
              <a:t>因为形成细节的能力强</a:t>
            </a:r>
            <a:r>
              <a:rPr lang="en-US" altLang="zh-CN" sz="2000" b="1">
                <a:latin typeface="Times New Roman" panose="02020603050405020304" pitchFamily="18" charset="0"/>
              </a:rPr>
              <a:t>. </a:t>
            </a:r>
            <a:r>
              <a:rPr lang="zh-CN" altLang="en-US" sz="2000" b="1">
                <a:latin typeface="Times New Roman" panose="02020603050405020304" pitchFamily="18" charset="0"/>
              </a:rPr>
              <a:t>而一阶微分处理主要用于提取边缘</a:t>
            </a:r>
            <a:r>
              <a:rPr lang="en-US" altLang="zh-CN" sz="2000" b="1">
                <a:latin typeface="Times New Roman" panose="02020603050405020304" pitchFamily="18" charset="0"/>
              </a:rPr>
              <a:t>.</a:t>
            </a:r>
          </a:p>
        </p:txBody>
      </p:sp>
      <p:sp>
        <p:nvSpPr>
          <p:cNvPr id="20" name="AutoShape 9">
            <a:extLst>
              <a:ext uri="{FF2B5EF4-FFF2-40B4-BE49-F238E27FC236}">
                <a16:creationId xmlns:a16="http://schemas.microsoft.com/office/drawing/2014/main" id="{165AC91F-93B7-42A2-8B1B-F91835731D8C}"/>
              </a:ext>
            </a:extLst>
          </p:cNvPr>
          <p:cNvSpPr>
            <a:spLocks noChangeArrowheads="1"/>
          </p:cNvSpPr>
          <p:nvPr/>
        </p:nvSpPr>
        <p:spPr bwMode="auto">
          <a:xfrm>
            <a:off x="971550" y="3860800"/>
            <a:ext cx="936625" cy="576263"/>
          </a:xfrm>
          <a:prstGeom prst="wedgeRoundRectCallout">
            <a:avLst>
              <a:gd name="adj1" fmla="val 183560"/>
              <a:gd name="adj2" fmla="val 107574"/>
              <a:gd name="adj3" fmla="val 16667"/>
            </a:avLst>
          </a:prstGeom>
          <a:solidFill>
            <a:srgbClr val="FFFF00"/>
          </a:solidFill>
          <a:ln w="9525">
            <a:solidFill>
              <a:schemeClr val="tx1"/>
            </a:solidFill>
            <a:miter lim="800000"/>
            <a:headEnd/>
            <a:tailEnd/>
          </a:ln>
        </p:spPr>
        <p:txBody>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zh-CN" altLang="en-US" sz="1600" b="1">
                <a:solidFill>
                  <a:srgbClr val="0033CC"/>
                </a:solidFill>
                <a:ea typeface="宋体" panose="02010600030101010101" pitchFamily="2" charset="-122"/>
              </a:rPr>
              <a:t>突变开始点</a:t>
            </a:r>
          </a:p>
        </p:txBody>
      </p:sp>
      <p:sp>
        <p:nvSpPr>
          <p:cNvPr id="21" name="AutoShape 10">
            <a:extLst>
              <a:ext uri="{FF2B5EF4-FFF2-40B4-BE49-F238E27FC236}">
                <a16:creationId xmlns:a16="http://schemas.microsoft.com/office/drawing/2014/main" id="{D0B1E234-797C-465C-8503-2001DC172806}"/>
              </a:ext>
            </a:extLst>
          </p:cNvPr>
          <p:cNvSpPr>
            <a:spLocks noChangeArrowheads="1"/>
          </p:cNvSpPr>
          <p:nvPr/>
        </p:nvSpPr>
        <p:spPr bwMode="auto">
          <a:xfrm>
            <a:off x="468313" y="4868863"/>
            <a:ext cx="936625" cy="576262"/>
          </a:xfrm>
          <a:prstGeom prst="wedgeRoundRectCallout">
            <a:avLst>
              <a:gd name="adj1" fmla="val 321356"/>
              <a:gd name="adj2" fmla="val 64875"/>
              <a:gd name="adj3" fmla="val 16667"/>
            </a:avLst>
          </a:prstGeom>
          <a:solidFill>
            <a:srgbClr val="FFFF00"/>
          </a:solidFill>
          <a:ln w="9525">
            <a:solidFill>
              <a:schemeClr val="tx1"/>
            </a:solidFill>
            <a:miter lim="800000"/>
            <a:headEnd/>
            <a:tailEnd/>
          </a:ln>
        </p:spPr>
        <p:txBody>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eaLnBrk="1" hangingPunct="1">
              <a:buFont typeface="Arial" panose="020B0604020202020204" pitchFamily="34" charset="0"/>
              <a:buNone/>
            </a:pPr>
            <a:r>
              <a:rPr lang="zh-CN" altLang="en-US" sz="1600" b="1">
                <a:solidFill>
                  <a:srgbClr val="0033CC"/>
                </a:solidFill>
                <a:ea typeface="宋体" panose="02010600030101010101" pitchFamily="2" charset="-122"/>
              </a:rPr>
              <a:t>突变结束点</a:t>
            </a:r>
          </a:p>
        </p:txBody>
      </p:sp>
      <p:grpSp>
        <p:nvGrpSpPr>
          <p:cNvPr id="22" name="Group 9">
            <a:extLst>
              <a:ext uri="{FF2B5EF4-FFF2-40B4-BE49-F238E27FC236}">
                <a16:creationId xmlns:a16="http://schemas.microsoft.com/office/drawing/2014/main" id="{A4D75BDA-1439-4798-9B85-1EE55995345E}"/>
              </a:ext>
            </a:extLst>
          </p:cNvPr>
          <p:cNvGrpSpPr>
            <a:grpSpLocks/>
          </p:cNvGrpSpPr>
          <p:nvPr/>
        </p:nvGrpSpPr>
        <p:grpSpPr bwMode="auto">
          <a:xfrm>
            <a:off x="3132138" y="6453188"/>
            <a:ext cx="3241675" cy="144462"/>
            <a:chOff x="0" y="0"/>
            <a:chExt cx="2042" cy="91"/>
          </a:xfrm>
        </p:grpSpPr>
        <p:sp>
          <p:nvSpPr>
            <p:cNvPr id="111629" name="AutoShape 11">
              <a:extLst>
                <a:ext uri="{FF2B5EF4-FFF2-40B4-BE49-F238E27FC236}">
                  <a16:creationId xmlns:a16="http://schemas.microsoft.com/office/drawing/2014/main" id="{777EBF47-6483-4107-8AEA-8C950D1B34B3}"/>
                </a:ext>
              </a:extLst>
            </p:cNvPr>
            <p:cNvSpPr>
              <a:spLocks noChangeArrowheads="1"/>
            </p:cNvSpPr>
            <p:nvPr/>
          </p:nvSpPr>
          <p:spPr bwMode="auto">
            <a:xfrm>
              <a:off x="0" y="0"/>
              <a:ext cx="46" cy="91"/>
            </a:xfrm>
            <a:prstGeom prst="triangle">
              <a:avLst>
                <a:gd name="adj" fmla="val 50000"/>
              </a:avLst>
            </a:prstGeom>
            <a:solidFill>
              <a:srgbClr val="9900FF"/>
            </a:solidFill>
            <a:ln w="9525">
              <a:solidFill>
                <a:schemeClr val="tx1"/>
              </a:solidFill>
              <a:miter lim="800000"/>
              <a:headEnd/>
              <a:tailEnd/>
            </a:ln>
          </p:spPr>
          <p:txBody>
            <a:bodyPr wrap="none" anchor="ct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eaLnBrk="1" hangingPunct="1">
                <a:buFont typeface="Arial" panose="020B0604020202020204" pitchFamily="34" charset="0"/>
                <a:buNone/>
              </a:pPr>
              <a:endParaRPr lang="zh-CN" altLang="en-US"/>
            </a:p>
          </p:txBody>
        </p:sp>
        <p:sp>
          <p:nvSpPr>
            <p:cNvPr id="111630" name="AutoShape 12">
              <a:extLst>
                <a:ext uri="{FF2B5EF4-FFF2-40B4-BE49-F238E27FC236}">
                  <a16:creationId xmlns:a16="http://schemas.microsoft.com/office/drawing/2014/main" id="{224AFE48-41A3-4814-BC21-7BDD3EC04E4D}"/>
                </a:ext>
              </a:extLst>
            </p:cNvPr>
            <p:cNvSpPr>
              <a:spLocks noChangeArrowheads="1"/>
            </p:cNvSpPr>
            <p:nvPr/>
          </p:nvSpPr>
          <p:spPr bwMode="auto">
            <a:xfrm>
              <a:off x="499" y="0"/>
              <a:ext cx="46" cy="91"/>
            </a:xfrm>
            <a:prstGeom prst="triangle">
              <a:avLst>
                <a:gd name="adj" fmla="val 50000"/>
              </a:avLst>
            </a:prstGeom>
            <a:solidFill>
              <a:srgbClr val="9900FF"/>
            </a:solidFill>
            <a:ln w="9525">
              <a:solidFill>
                <a:schemeClr val="tx1"/>
              </a:solidFill>
              <a:miter lim="800000"/>
              <a:headEnd/>
              <a:tailEnd/>
            </a:ln>
          </p:spPr>
          <p:txBody>
            <a:bodyPr wrap="none" anchor="ct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eaLnBrk="1" hangingPunct="1">
                <a:buFont typeface="Arial" panose="020B0604020202020204" pitchFamily="34" charset="0"/>
                <a:buNone/>
              </a:pPr>
              <a:endParaRPr lang="zh-CN" altLang="en-US"/>
            </a:p>
          </p:txBody>
        </p:sp>
        <p:sp>
          <p:nvSpPr>
            <p:cNvPr id="111631" name="AutoShape 13">
              <a:extLst>
                <a:ext uri="{FF2B5EF4-FFF2-40B4-BE49-F238E27FC236}">
                  <a16:creationId xmlns:a16="http://schemas.microsoft.com/office/drawing/2014/main" id="{4E49790B-6245-4F42-BB90-EFA4B13627D7}"/>
                </a:ext>
              </a:extLst>
            </p:cNvPr>
            <p:cNvSpPr>
              <a:spLocks noChangeArrowheads="1"/>
            </p:cNvSpPr>
            <p:nvPr/>
          </p:nvSpPr>
          <p:spPr bwMode="auto">
            <a:xfrm>
              <a:off x="816" y="0"/>
              <a:ext cx="46" cy="91"/>
            </a:xfrm>
            <a:prstGeom prst="triangle">
              <a:avLst>
                <a:gd name="adj" fmla="val 50000"/>
              </a:avLst>
            </a:prstGeom>
            <a:solidFill>
              <a:srgbClr val="9900FF"/>
            </a:solidFill>
            <a:ln w="9525">
              <a:solidFill>
                <a:schemeClr val="tx1"/>
              </a:solidFill>
              <a:miter lim="800000"/>
              <a:headEnd/>
              <a:tailEnd/>
            </a:ln>
          </p:spPr>
          <p:txBody>
            <a:bodyPr wrap="none" anchor="ct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eaLnBrk="1" hangingPunct="1">
                <a:buFont typeface="Arial" panose="020B0604020202020204" pitchFamily="34" charset="0"/>
                <a:buNone/>
              </a:pPr>
              <a:endParaRPr lang="zh-CN" altLang="en-US"/>
            </a:p>
          </p:txBody>
        </p:sp>
        <p:sp>
          <p:nvSpPr>
            <p:cNvPr id="111632" name="AutoShape 14">
              <a:extLst>
                <a:ext uri="{FF2B5EF4-FFF2-40B4-BE49-F238E27FC236}">
                  <a16:creationId xmlns:a16="http://schemas.microsoft.com/office/drawing/2014/main" id="{D3FA58D9-7192-4A53-812B-58FFDCD9088F}"/>
                </a:ext>
              </a:extLst>
            </p:cNvPr>
            <p:cNvSpPr>
              <a:spLocks noChangeArrowheads="1"/>
            </p:cNvSpPr>
            <p:nvPr/>
          </p:nvSpPr>
          <p:spPr bwMode="auto">
            <a:xfrm>
              <a:off x="1406" y="0"/>
              <a:ext cx="46" cy="91"/>
            </a:xfrm>
            <a:prstGeom prst="triangle">
              <a:avLst>
                <a:gd name="adj" fmla="val 50000"/>
              </a:avLst>
            </a:prstGeom>
            <a:solidFill>
              <a:srgbClr val="9900FF"/>
            </a:solidFill>
            <a:ln w="9525">
              <a:solidFill>
                <a:schemeClr val="tx1"/>
              </a:solidFill>
              <a:miter lim="800000"/>
              <a:headEnd/>
              <a:tailEnd/>
            </a:ln>
          </p:spPr>
          <p:txBody>
            <a:bodyPr wrap="none" anchor="ct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eaLnBrk="1" hangingPunct="1">
                <a:buFont typeface="Arial" panose="020B0604020202020204" pitchFamily="34" charset="0"/>
                <a:buNone/>
              </a:pPr>
              <a:endParaRPr lang="zh-CN" altLang="en-US"/>
            </a:p>
          </p:txBody>
        </p:sp>
        <p:sp>
          <p:nvSpPr>
            <p:cNvPr id="111633" name="AutoShape 15">
              <a:extLst>
                <a:ext uri="{FF2B5EF4-FFF2-40B4-BE49-F238E27FC236}">
                  <a16:creationId xmlns:a16="http://schemas.microsoft.com/office/drawing/2014/main" id="{F30ED24D-2C40-4BB4-848F-2A913CE9E94A}"/>
                </a:ext>
              </a:extLst>
            </p:cNvPr>
            <p:cNvSpPr>
              <a:spLocks noChangeArrowheads="1"/>
            </p:cNvSpPr>
            <p:nvPr/>
          </p:nvSpPr>
          <p:spPr bwMode="auto">
            <a:xfrm>
              <a:off x="1996" y="0"/>
              <a:ext cx="46" cy="91"/>
            </a:xfrm>
            <a:prstGeom prst="triangle">
              <a:avLst>
                <a:gd name="adj" fmla="val 50000"/>
              </a:avLst>
            </a:prstGeom>
            <a:solidFill>
              <a:srgbClr val="9900FF"/>
            </a:solidFill>
            <a:ln w="9525">
              <a:solidFill>
                <a:schemeClr val="tx1"/>
              </a:solidFill>
              <a:miter lim="800000"/>
              <a:headEnd/>
              <a:tailEnd/>
            </a:ln>
          </p:spPr>
          <p:txBody>
            <a:bodyPr wrap="none" anchor="ct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eaLnBrk="1" hangingPunct="1">
                <a:buFont typeface="Arial" panose="020B0604020202020204" pitchFamily="34" charset="0"/>
                <a:buNone/>
              </a:pPr>
              <a:endParaRPr lang="zh-CN" altLang="en-US"/>
            </a:p>
          </p:txBody>
        </p:sp>
      </p:grpSp>
      <p:sp>
        <p:nvSpPr>
          <p:cNvPr id="30" name="Line 20">
            <a:extLst>
              <a:ext uri="{FF2B5EF4-FFF2-40B4-BE49-F238E27FC236}">
                <a16:creationId xmlns:a16="http://schemas.microsoft.com/office/drawing/2014/main" id="{876ECC63-EE33-4C6C-B683-53D42FA8375B}"/>
              </a:ext>
            </a:extLst>
          </p:cNvPr>
          <p:cNvSpPr>
            <a:spLocks noChangeShapeType="1"/>
          </p:cNvSpPr>
          <p:nvPr/>
        </p:nvSpPr>
        <p:spPr bwMode="auto">
          <a:xfrm flipH="1" flipV="1">
            <a:off x="2916238" y="2852738"/>
            <a:ext cx="1511300" cy="1800225"/>
          </a:xfrm>
          <a:prstGeom prst="line">
            <a:avLst/>
          </a:prstGeom>
          <a:noFill/>
          <a:ln w="28575">
            <a:solidFill>
              <a:srgbClr val="99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blinds(horizontal)">
                                      <p:cBhvr>
                                        <p:cTn id="12" dur="500"/>
                                        <p:tgtEl>
                                          <p:spTgt spid="3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blinds(horizontal)">
                                      <p:cBhvr>
                                        <p:cTn id="17" dur="500"/>
                                        <p:tgtEl>
                                          <p:spTgt spid="1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blinds(horizontal)">
                                      <p:cBhvr>
                                        <p:cTn id="22" dur="500"/>
                                        <p:tgtEl>
                                          <p:spTgt spid="1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blinds(horizontal)">
                                      <p:cBhvr>
                                        <p:cTn id="27" dur="500"/>
                                        <p:tgtEl>
                                          <p:spTgt spid="1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blinds(horizontal)">
                                      <p:cBhvr>
                                        <p:cTn id="32" dur="500"/>
                                        <p:tgtEl>
                                          <p:spTgt spid="2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blinds(horizontal)">
                                      <p:cBhvr>
                                        <p:cTn id="37" dur="500"/>
                                        <p:tgtEl>
                                          <p:spTgt spid="2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blinds(horizontal)">
                                      <p:cBhvr>
                                        <p:cTn id="42" dur="500"/>
                                        <p:tgtEl>
                                          <p:spTgt spid="2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blinds(horizontal)">
                                      <p:cBhvr>
                                        <p:cTn id="4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utoUpdateAnimBg="0"/>
      <p:bldP spid="14" grpId="0" autoUpdateAnimBg="0"/>
      <p:bldP spid="15" grpId="0" autoUpdateAnimBg="0"/>
      <p:bldP spid="19" grpId="0" animBg="1" autoUpdateAnimBg="0"/>
      <p:bldP spid="20" grpId="0" animBg="1" autoUpdateAnimBg="0"/>
      <p:bldP spid="21" grpId="0" animBg="1" autoUpdateAnimBg="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87C288DE-9538-41FE-9525-CDF2CAD49B30}"/>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2643" name="TextBox 23">
            <a:extLst>
              <a:ext uri="{FF2B5EF4-FFF2-40B4-BE49-F238E27FC236}">
                <a16:creationId xmlns:a16="http://schemas.microsoft.com/office/drawing/2014/main" id="{737BDBBA-4C92-43DB-B8F8-6AFC3A8DDF91}"/>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a:r>
              <a:rPr lang="zh-CN" altLang="en-US" b="1">
                <a:solidFill>
                  <a:schemeClr val="bg1"/>
                </a:solidFill>
                <a:latin typeface="微软雅黑" panose="020B0503020204020204" pitchFamily="34" charset="-122"/>
                <a:ea typeface="微软雅黑" panose="020B0503020204020204" pitchFamily="34" charset="-122"/>
              </a:rPr>
              <a:t>锐化滤波</a:t>
            </a:r>
          </a:p>
        </p:txBody>
      </p:sp>
      <p:sp>
        <p:nvSpPr>
          <p:cNvPr id="112644" name="矩形 2">
            <a:extLst>
              <a:ext uri="{FF2B5EF4-FFF2-40B4-BE49-F238E27FC236}">
                <a16:creationId xmlns:a16="http://schemas.microsoft.com/office/drawing/2014/main" id="{78026785-923F-4F11-A2D3-FC1E6655DF75}"/>
              </a:ext>
            </a:extLst>
          </p:cNvPr>
          <p:cNvSpPr>
            <a:spLocks noChangeArrowheads="1"/>
          </p:cNvSpPr>
          <p:nvPr/>
        </p:nvSpPr>
        <p:spPr bwMode="auto">
          <a:xfrm>
            <a:off x="419100" y="1592263"/>
            <a:ext cx="8304213"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spcBef>
                <a:spcPct val="30000"/>
              </a:spcBef>
            </a:pPr>
            <a:r>
              <a:rPr lang="zh-CN" altLang="en-US" sz="2800">
                <a:latin typeface="华文楷体" panose="02010600040101010101" pitchFamily="2" charset="-122"/>
                <a:ea typeface="华文楷体" panose="02010600040101010101" pitchFamily="2" charset="-122"/>
              </a:rPr>
              <a:t>图像锐化法最常用的是梯度法。对于图像</a:t>
            </a:r>
            <a:r>
              <a:rPr lang="en-US" altLang="zh-CN" sz="2800">
                <a:latin typeface="华文楷体" panose="02010600040101010101" pitchFamily="2" charset="-122"/>
                <a:ea typeface="华文楷体" panose="02010600040101010101" pitchFamily="2" charset="-122"/>
              </a:rPr>
              <a:t>f(x</a:t>
            </a:r>
            <a:r>
              <a:rPr lang="zh-CN" altLang="en-US" sz="2800">
                <a:latin typeface="华文楷体" panose="02010600040101010101" pitchFamily="2" charset="-122"/>
                <a:ea typeface="华文楷体" panose="02010600040101010101" pitchFamily="2" charset="-122"/>
              </a:rPr>
              <a:t>，</a:t>
            </a:r>
            <a:r>
              <a:rPr lang="en-US" altLang="zh-CN" sz="2800">
                <a:latin typeface="华文楷体" panose="02010600040101010101" pitchFamily="2" charset="-122"/>
                <a:ea typeface="华文楷体" panose="02010600040101010101" pitchFamily="2" charset="-122"/>
              </a:rPr>
              <a:t>y)</a:t>
            </a:r>
            <a:r>
              <a:rPr lang="zh-CN" altLang="en-US" sz="2800">
                <a:latin typeface="华文楷体" panose="02010600040101010101" pitchFamily="2" charset="-122"/>
                <a:ea typeface="华文楷体" panose="02010600040101010101" pitchFamily="2" charset="-122"/>
              </a:rPr>
              <a:t>，在</a:t>
            </a:r>
            <a:r>
              <a:rPr lang="en-US" altLang="zh-CN" sz="2800">
                <a:latin typeface="华文楷体" panose="02010600040101010101" pitchFamily="2" charset="-122"/>
                <a:ea typeface="华文楷体" panose="02010600040101010101" pitchFamily="2" charset="-122"/>
              </a:rPr>
              <a:t>(x</a:t>
            </a:r>
            <a:r>
              <a:rPr lang="zh-CN" altLang="en-US" sz="2800">
                <a:latin typeface="华文楷体" panose="02010600040101010101" pitchFamily="2" charset="-122"/>
                <a:ea typeface="华文楷体" panose="02010600040101010101" pitchFamily="2" charset="-122"/>
              </a:rPr>
              <a:t>，</a:t>
            </a:r>
            <a:r>
              <a:rPr lang="en-US" altLang="zh-CN" sz="2800">
                <a:latin typeface="华文楷体" panose="02010600040101010101" pitchFamily="2" charset="-122"/>
                <a:ea typeface="华文楷体" panose="02010600040101010101" pitchFamily="2" charset="-122"/>
              </a:rPr>
              <a:t>y)</a:t>
            </a:r>
            <a:r>
              <a:rPr lang="zh-CN" altLang="en-US" sz="2800">
                <a:latin typeface="华文楷体" panose="02010600040101010101" pitchFamily="2" charset="-122"/>
                <a:ea typeface="华文楷体" panose="02010600040101010101" pitchFamily="2" charset="-122"/>
              </a:rPr>
              <a:t>处的梯度定义为 </a:t>
            </a:r>
          </a:p>
        </p:txBody>
      </p:sp>
      <p:graphicFrame>
        <p:nvGraphicFramePr>
          <p:cNvPr id="112645" name="对象 3">
            <a:extLst>
              <a:ext uri="{FF2B5EF4-FFF2-40B4-BE49-F238E27FC236}">
                <a16:creationId xmlns:a16="http://schemas.microsoft.com/office/drawing/2014/main" id="{89CBECEA-5903-4E3F-847C-4F7D82931CA4}"/>
              </a:ext>
            </a:extLst>
          </p:cNvPr>
          <p:cNvGraphicFramePr>
            <a:graphicFrameLocks noChangeAspect="1"/>
          </p:cNvGraphicFramePr>
          <p:nvPr/>
        </p:nvGraphicFramePr>
        <p:xfrm>
          <a:off x="1668463" y="2500313"/>
          <a:ext cx="4464050" cy="1612900"/>
        </p:xfrm>
        <a:graphic>
          <a:graphicData uri="http://schemas.openxmlformats.org/presentationml/2006/ole">
            <mc:AlternateContent xmlns:mc="http://schemas.openxmlformats.org/markup-compatibility/2006">
              <mc:Choice xmlns:v="urn:schemas-microsoft-com:vml" Requires="v">
                <p:oleObj spid="_x0000_s112685" name="Equation" r:id="rId3" imgW="1511300" imgH="546100" progId="Equation.DSMT4">
                  <p:embed/>
                </p:oleObj>
              </mc:Choice>
              <mc:Fallback>
                <p:oleObj name="Equation" r:id="rId3" imgW="1511300" imgH="546100" progId="Equation.DSMT4">
                  <p:embed/>
                  <p:pic>
                    <p:nvPicPr>
                      <p:cNvPr id="0" name="对象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68463" y="2500313"/>
                        <a:ext cx="4464050"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表格 5">
            <a:extLst>
              <a:ext uri="{FF2B5EF4-FFF2-40B4-BE49-F238E27FC236}">
                <a16:creationId xmlns:a16="http://schemas.microsoft.com/office/drawing/2014/main" id="{DF36EF21-2AF1-45ED-A311-0E9377339BC2}"/>
              </a:ext>
            </a:extLst>
          </p:cNvPr>
          <p:cNvGraphicFramePr>
            <a:graphicFrameLocks noGrp="1"/>
          </p:cNvGraphicFramePr>
          <p:nvPr/>
        </p:nvGraphicFramePr>
        <p:xfrm>
          <a:off x="1370013" y="4627563"/>
          <a:ext cx="2305050" cy="1944687"/>
        </p:xfrm>
        <a:graphic>
          <a:graphicData uri="http://schemas.openxmlformats.org/drawingml/2006/table">
            <a:tbl>
              <a:tblPr firstRow="1" bandRow="1">
                <a:tableStyleId>{5940675A-B579-460E-94D1-54222C63F5DA}</a:tableStyleId>
              </a:tblPr>
              <a:tblGrid>
                <a:gridCol w="768350">
                  <a:extLst>
                    <a:ext uri="{9D8B030D-6E8A-4147-A177-3AD203B41FA5}">
                      <a16:colId xmlns:a16="http://schemas.microsoft.com/office/drawing/2014/main" val="20000"/>
                    </a:ext>
                  </a:extLst>
                </a:gridCol>
                <a:gridCol w="768350">
                  <a:extLst>
                    <a:ext uri="{9D8B030D-6E8A-4147-A177-3AD203B41FA5}">
                      <a16:colId xmlns:a16="http://schemas.microsoft.com/office/drawing/2014/main" val="20001"/>
                    </a:ext>
                  </a:extLst>
                </a:gridCol>
                <a:gridCol w="768350">
                  <a:extLst>
                    <a:ext uri="{9D8B030D-6E8A-4147-A177-3AD203B41FA5}">
                      <a16:colId xmlns:a16="http://schemas.microsoft.com/office/drawing/2014/main" val="20002"/>
                    </a:ext>
                  </a:extLst>
                </a:gridCol>
              </a:tblGrid>
              <a:tr h="648229">
                <a:tc>
                  <a:txBody>
                    <a:bodyPr/>
                    <a:lstStyle/>
                    <a:p>
                      <a:endParaRPr lang="zh-CN" altLang="en-US" sz="1800" dirty="0"/>
                    </a:p>
                  </a:txBody>
                  <a:tcPr marL="91472" marR="91472" marT="45731" marB="45731"/>
                </a:tc>
                <a:tc>
                  <a:txBody>
                    <a:bodyPr/>
                    <a:lstStyle/>
                    <a:p>
                      <a:endParaRPr lang="zh-CN" altLang="en-US" sz="1800"/>
                    </a:p>
                  </a:txBody>
                  <a:tcPr marL="91472" marR="91472" marT="45731" marB="45731"/>
                </a:tc>
                <a:tc>
                  <a:txBody>
                    <a:bodyPr/>
                    <a:lstStyle/>
                    <a:p>
                      <a:endParaRPr lang="zh-CN" altLang="en-US" sz="1800"/>
                    </a:p>
                  </a:txBody>
                  <a:tcPr marL="91472" marR="91472" marT="45731" marB="45731"/>
                </a:tc>
                <a:extLst>
                  <a:ext uri="{0D108BD9-81ED-4DB2-BD59-A6C34878D82A}">
                    <a16:rowId xmlns:a16="http://schemas.microsoft.com/office/drawing/2014/main" val="10000"/>
                  </a:ext>
                </a:extLst>
              </a:tr>
              <a:tr h="648229">
                <a:tc>
                  <a:txBody>
                    <a:bodyPr/>
                    <a:lstStyle/>
                    <a:p>
                      <a:endParaRPr lang="zh-CN" altLang="en-US" sz="1800"/>
                    </a:p>
                  </a:txBody>
                  <a:tcPr marL="91472" marR="91472" marT="45731" marB="45731"/>
                </a:tc>
                <a:tc>
                  <a:txBody>
                    <a:bodyPr/>
                    <a:lstStyle/>
                    <a:p>
                      <a:endParaRPr lang="zh-CN" altLang="en-US" sz="1800" dirty="0"/>
                    </a:p>
                  </a:txBody>
                  <a:tcPr marL="91472" marR="91472" marT="45731" marB="45731">
                    <a:solidFill>
                      <a:srgbClr val="C00000"/>
                    </a:solidFill>
                  </a:tcPr>
                </a:tc>
                <a:tc>
                  <a:txBody>
                    <a:bodyPr/>
                    <a:lstStyle/>
                    <a:p>
                      <a:endParaRPr lang="zh-CN" altLang="en-US" sz="1800" dirty="0"/>
                    </a:p>
                  </a:txBody>
                  <a:tcPr marL="91472" marR="91472" marT="45731" marB="45731">
                    <a:solidFill>
                      <a:schemeClr val="accent3">
                        <a:lumMod val="75000"/>
                      </a:schemeClr>
                    </a:solidFill>
                  </a:tcPr>
                </a:tc>
                <a:extLst>
                  <a:ext uri="{0D108BD9-81ED-4DB2-BD59-A6C34878D82A}">
                    <a16:rowId xmlns:a16="http://schemas.microsoft.com/office/drawing/2014/main" val="10001"/>
                  </a:ext>
                </a:extLst>
              </a:tr>
              <a:tr h="648229">
                <a:tc>
                  <a:txBody>
                    <a:bodyPr/>
                    <a:lstStyle/>
                    <a:p>
                      <a:endParaRPr lang="zh-CN" altLang="en-US" sz="1800"/>
                    </a:p>
                  </a:txBody>
                  <a:tcPr marL="91472" marR="91472" marT="45731" marB="45731"/>
                </a:tc>
                <a:tc>
                  <a:txBody>
                    <a:bodyPr/>
                    <a:lstStyle/>
                    <a:p>
                      <a:endParaRPr lang="zh-CN" altLang="en-US" sz="1800"/>
                    </a:p>
                  </a:txBody>
                  <a:tcPr marL="91472" marR="91472" marT="45731" marB="45731"/>
                </a:tc>
                <a:tc>
                  <a:txBody>
                    <a:bodyPr/>
                    <a:lstStyle/>
                    <a:p>
                      <a:endParaRPr lang="zh-CN" altLang="en-US" sz="1800" dirty="0"/>
                    </a:p>
                  </a:txBody>
                  <a:tcPr marL="91472" marR="91472" marT="45731" marB="45731"/>
                </a:tc>
                <a:extLst>
                  <a:ext uri="{0D108BD9-81ED-4DB2-BD59-A6C34878D82A}">
                    <a16:rowId xmlns:a16="http://schemas.microsoft.com/office/drawing/2014/main" val="10002"/>
                  </a:ext>
                </a:extLst>
              </a:tr>
            </a:tbl>
          </a:graphicData>
        </a:graphic>
      </p:graphicFrame>
      <p:sp>
        <p:nvSpPr>
          <p:cNvPr id="112664" name="TextBox 6">
            <a:extLst>
              <a:ext uri="{FF2B5EF4-FFF2-40B4-BE49-F238E27FC236}">
                <a16:creationId xmlns:a16="http://schemas.microsoft.com/office/drawing/2014/main" id="{8C74D109-2655-4D83-A47F-15821A2770DA}"/>
              </a:ext>
            </a:extLst>
          </p:cNvPr>
          <p:cNvSpPr txBox="1">
            <a:spLocks noChangeArrowheads="1"/>
          </p:cNvSpPr>
          <p:nvPr/>
        </p:nvSpPr>
        <p:spPr bwMode="auto">
          <a:xfrm>
            <a:off x="1214438" y="4195763"/>
            <a:ext cx="26527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a:r>
              <a:rPr lang="zh-CN" altLang="en-US" sz="2000" b="1"/>
              <a:t>水平方向梯度运算</a:t>
            </a:r>
          </a:p>
        </p:txBody>
      </p:sp>
      <p:graphicFrame>
        <p:nvGraphicFramePr>
          <p:cNvPr id="21" name="表格 20">
            <a:extLst>
              <a:ext uri="{FF2B5EF4-FFF2-40B4-BE49-F238E27FC236}">
                <a16:creationId xmlns:a16="http://schemas.microsoft.com/office/drawing/2014/main" id="{361F6AC1-2E19-4351-97EF-90A1F7F2CBAF}"/>
              </a:ext>
            </a:extLst>
          </p:cNvPr>
          <p:cNvGraphicFramePr>
            <a:graphicFrameLocks noGrp="1"/>
          </p:cNvGraphicFramePr>
          <p:nvPr/>
        </p:nvGraphicFramePr>
        <p:xfrm>
          <a:off x="5043488" y="4627563"/>
          <a:ext cx="2303462" cy="1944687"/>
        </p:xfrm>
        <a:graphic>
          <a:graphicData uri="http://schemas.openxmlformats.org/drawingml/2006/table">
            <a:tbl>
              <a:tblPr firstRow="1" bandRow="1">
                <a:tableStyleId>{5940675A-B579-460E-94D1-54222C63F5DA}</a:tableStyleId>
              </a:tblPr>
              <a:tblGrid>
                <a:gridCol w="767821">
                  <a:extLst>
                    <a:ext uri="{9D8B030D-6E8A-4147-A177-3AD203B41FA5}">
                      <a16:colId xmlns:a16="http://schemas.microsoft.com/office/drawing/2014/main" val="20000"/>
                    </a:ext>
                  </a:extLst>
                </a:gridCol>
                <a:gridCol w="767821">
                  <a:extLst>
                    <a:ext uri="{9D8B030D-6E8A-4147-A177-3AD203B41FA5}">
                      <a16:colId xmlns:a16="http://schemas.microsoft.com/office/drawing/2014/main" val="20001"/>
                    </a:ext>
                  </a:extLst>
                </a:gridCol>
                <a:gridCol w="767821">
                  <a:extLst>
                    <a:ext uri="{9D8B030D-6E8A-4147-A177-3AD203B41FA5}">
                      <a16:colId xmlns:a16="http://schemas.microsoft.com/office/drawing/2014/main" val="20002"/>
                    </a:ext>
                  </a:extLst>
                </a:gridCol>
              </a:tblGrid>
              <a:tr h="648229">
                <a:tc>
                  <a:txBody>
                    <a:bodyPr/>
                    <a:lstStyle/>
                    <a:p>
                      <a:endParaRPr lang="zh-CN" altLang="en-US" sz="1800" dirty="0"/>
                    </a:p>
                  </a:txBody>
                  <a:tcPr marL="91409" marR="91409" marT="45731" marB="45731"/>
                </a:tc>
                <a:tc>
                  <a:txBody>
                    <a:bodyPr/>
                    <a:lstStyle/>
                    <a:p>
                      <a:endParaRPr lang="zh-CN" altLang="en-US" sz="1800"/>
                    </a:p>
                  </a:txBody>
                  <a:tcPr marL="91409" marR="91409" marT="45731" marB="45731"/>
                </a:tc>
                <a:tc>
                  <a:txBody>
                    <a:bodyPr/>
                    <a:lstStyle/>
                    <a:p>
                      <a:endParaRPr lang="zh-CN" altLang="en-US" sz="1800"/>
                    </a:p>
                  </a:txBody>
                  <a:tcPr marL="91409" marR="91409" marT="45731" marB="45731"/>
                </a:tc>
                <a:extLst>
                  <a:ext uri="{0D108BD9-81ED-4DB2-BD59-A6C34878D82A}">
                    <a16:rowId xmlns:a16="http://schemas.microsoft.com/office/drawing/2014/main" val="10000"/>
                  </a:ext>
                </a:extLst>
              </a:tr>
              <a:tr h="648229">
                <a:tc>
                  <a:txBody>
                    <a:bodyPr/>
                    <a:lstStyle/>
                    <a:p>
                      <a:endParaRPr lang="zh-CN" altLang="en-US" sz="1800"/>
                    </a:p>
                  </a:txBody>
                  <a:tcPr marL="91409" marR="91409" marT="45731" marB="45731"/>
                </a:tc>
                <a:tc>
                  <a:txBody>
                    <a:bodyPr/>
                    <a:lstStyle/>
                    <a:p>
                      <a:endParaRPr lang="zh-CN" altLang="en-US" sz="1800" dirty="0"/>
                    </a:p>
                  </a:txBody>
                  <a:tcPr marL="91409" marR="91409" marT="45731" marB="45731">
                    <a:solidFill>
                      <a:srgbClr val="C00000"/>
                    </a:solidFill>
                  </a:tcPr>
                </a:tc>
                <a:tc>
                  <a:txBody>
                    <a:bodyPr/>
                    <a:lstStyle/>
                    <a:p>
                      <a:endParaRPr lang="zh-CN" altLang="en-US" sz="1800"/>
                    </a:p>
                  </a:txBody>
                  <a:tcPr marL="91409" marR="91409" marT="45731" marB="45731"/>
                </a:tc>
                <a:extLst>
                  <a:ext uri="{0D108BD9-81ED-4DB2-BD59-A6C34878D82A}">
                    <a16:rowId xmlns:a16="http://schemas.microsoft.com/office/drawing/2014/main" val="10001"/>
                  </a:ext>
                </a:extLst>
              </a:tr>
              <a:tr h="648229">
                <a:tc>
                  <a:txBody>
                    <a:bodyPr/>
                    <a:lstStyle/>
                    <a:p>
                      <a:endParaRPr lang="zh-CN" altLang="en-US" sz="1800"/>
                    </a:p>
                  </a:txBody>
                  <a:tcPr marL="91409" marR="91409" marT="45731" marB="45731"/>
                </a:tc>
                <a:tc>
                  <a:txBody>
                    <a:bodyPr/>
                    <a:lstStyle/>
                    <a:p>
                      <a:endParaRPr lang="zh-CN" altLang="en-US" sz="1800"/>
                    </a:p>
                  </a:txBody>
                  <a:tcPr marL="91409" marR="91409" marT="45731" marB="45731">
                    <a:solidFill>
                      <a:schemeClr val="accent3">
                        <a:lumMod val="75000"/>
                      </a:schemeClr>
                    </a:solidFill>
                  </a:tcPr>
                </a:tc>
                <a:tc>
                  <a:txBody>
                    <a:bodyPr/>
                    <a:lstStyle/>
                    <a:p>
                      <a:endParaRPr lang="zh-CN" altLang="en-US" sz="1800"/>
                    </a:p>
                  </a:txBody>
                  <a:tcPr marL="91409" marR="91409" marT="45731" marB="45731"/>
                </a:tc>
                <a:extLst>
                  <a:ext uri="{0D108BD9-81ED-4DB2-BD59-A6C34878D82A}">
                    <a16:rowId xmlns:a16="http://schemas.microsoft.com/office/drawing/2014/main" val="10002"/>
                  </a:ext>
                </a:extLst>
              </a:tr>
            </a:tbl>
          </a:graphicData>
        </a:graphic>
      </p:graphicFrame>
      <p:sp>
        <p:nvSpPr>
          <p:cNvPr id="112683" name="TextBox 21">
            <a:extLst>
              <a:ext uri="{FF2B5EF4-FFF2-40B4-BE49-F238E27FC236}">
                <a16:creationId xmlns:a16="http://schemas.microsoft.com/office/drawing/2014/main" id="{896D75DC-F3A9-455A-8CA7-8C372501A61A}"/>
              </a:ext>
            </a:extLst>
          </p:cNvPr>
          <p:cNvSpPr txBox="1">
            <a:spLocks noChangeArrowheads="1"/>
          </p:cNvSpPr>
          <p:nvPr/>
        </p:nvSpPr>
        <p:spPr bwMode="auto">
          <a:xfrm>
            <a:off x="5043488" y="4195763"/>
            <a:ext cx="23034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a:r>
              <a:rPr lang="zh-CN" altLang="en-US" sz="2000" b="1"/>
              <a:t>垂直方向梯度运算</a:t>
            </a:r>
          </a:p>
        </p:txBody>
      </p:sp>
      <p:sp>
        <p:nvSpPr>
          <p:cNvPr id="112684" name="内容占位符 2">
            <a:extLst>
              <a:ext uri="{FF2B5EF4-FFF2-40B4-BE49-F238E27FC236}">
                <a16:creationId xmlns:a16="http://schemas.microsoft.com/office/drawing/2014/main" id="{B06FC900-D00C-450D-AEBF-9FB776F83618}"/>
              </a:ext>
            </a:extLst>
          </p:cNvPr>
          <p:cNvSpPr>
            <a:spLocks noGrp="1"/>
          </p:cNvSpPr>
          <p:nvPr>
            <p:ph idx="1"/>
          </p:nvPr>
        </p:nvSpPr>
        <p:spPr>
          <a:xfrm>
            <a:off x="360363" y="968375"/>
            <a:ext cx="8302625" cy="582613"/>
          </a:xfrm>
        </p:spPr>
        <p:txBody>
          <a:bodyPr/>
          <a:lstStyle/>
          <a:p>
            <a:pPr>
              <a:buFont typeface="Wingdings" panose="05000000000000000000" pitchFamily="2" charset="2"/>
              <a:buChar char="p"/>
            </a:pPr>
            <a:r>
              <a:rPr lang="zh-CN" altLang="en-US" sz="2800" b="1">
                <a:latin typeface="Times New Roman" panose="02020603050405020304" pitchFamily="18" charset="0"/>
                <a:ea typeface="楷体_GB2312" pitchFamily="1" charset="-122"/>
              </a:rPr>
              <a:t>基于一阶微分的图像增强 </a:t>
            </a:r>
            <a:r>
              <a:rPr lang="en-US" altLang="zh-CN" sz="2800" b="1">
                <a:latin typeface="Times New Roman" panose="02020603050405020304" pitchFamily="18" charset="0"/>
                <a:ea typeface="楷体_GB2312" pitchFamily="1" charset="-122"/>
              </a:rPr>
              <a:t>——</a:t>
            </a:r>
            <a:r>
              <a:rPr lang="zh-CN" altLang="en-US" sz="3200" b="1">
                <a:solidFill>
                  <a:srgbClr val="FF0000"/>
                </a:solidFill>
                <a:ea typeface="华文楷体" panose="02010600040101010101" pitchFamily="2" charset="-122"/>
              </a:rPr>
              <a:t>梯度锐化 </a:t>
            </a:r>
          </a:p>
          <a:p>
            <a:pPr eaLnBrk="1" hangingPunct="1">
              <a:spcBef>
                <a:spcPct val="0"/>
              </a:spcBef>
              <a:buClrTx/>
              <a:buSzTx/>
              <a:buFont typeface="Arial" panose="020B0604020202020204" pitchFamily="34" charset="0"/>
              <a:buNone/>
            </a:pPr>
            <a:endParaRPr lang="zh-CN" altLang="en-US" sz="2800" b="1">
              <a:latin typeface="Times New Roman" panose="02020603050405020304" pitchFamily="18" charset="0"/>
              <a:ea typeface="楷体_GB2312" pitchFamily="1" charset="-122"/>
            </a:endParaRPr>
          </a:p>
        </p:txBody>
      </p:sp>
    </p:spTree>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A06935F3-93D1-4CE8-BEEF-7955E65B01FA}"/>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3667" name="TextBox 23">
            <a:extLst>
              <a:ext uri="{FF2B5EF4-FFF2-40B4-BE49-F238E27FC236}">
                <a16:creationId xmlns:a16="http://schemas.microsoft.com/office/drawing/2014/main" id="{53BED172-577A-4FC7-810F-97D4B29DCAB1}"/>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a:r>
              <a:rPr lang="zh-CN" altLang="en-US" b="1">
                <a:solidFill>
                  <a:schemeClr val="bg1"/>
                </a:solidFill>
                <a:latin typeface="微软雅黑" panose="020B0503020204020204" pitchFamily="34" charset="-122"/>
                <a:ea typeface="微软雅黑" panose="020B0503020204020204" pitchFamily="34" charset="-122"/>
              </a:rPr>
              <a:t>锐化滤波</a:t>
            </a:r>
          </a:p>
        </p:txBody>
      </p:sp>
      <p:grpSp>
        <p:nvGrpSpPr>
          <p:cNvPr id="113668" name="组合 107">
            <a:extLst>
              <a:ext uri="{FF2B5EF4-FFF2-40B4-BE49-F238E27FC236}">
                <a16:creationId xmlns:a16="http://schemas.microsoft.com/office/drawing/2014/main" id="{2C10C0BB-D40D-4338-9217-60ADD3E779BD}"/>
              </a:ext>
            </a:extLst>
          </p:cNvPr>
          <p:cNvGrpSpPr>
            <a:grpSpLocks/>
          </p:cNvGrpSpPr>
          <p:nvPr/>
        </p:nvGrpSpPr>
        <p:grpSpPr bwMode="auto">
          <a:xfrm>
            <a:off x="1631950" y="3216275"/>
            <a:ext cx="1643063" cy="1409700"/>
            <a:chOff x="1632736" y="3216716"/>
            <a:chExt cx="1643063" cy="1408953"/>
          </a:xfrm>
        </p:grpSpPr>
        <p:sp>
          <p:nvSpPr>
            <p:cNvPr id="113749" name="Rectangle 5">
              <a:extLst>
                <a:ext uri="{FF2B5EF4-FFF2-40B4-BE49-F238E27FC236}">
                  <a16:creationId xmlns:a16="http://schemas.microsoft.com/office/drawing/2014/main" id="{74682392-6208-421F-9796-DFB5D02FE572}"/>
                </a:ext>
              </a:extLst>
            </p:cNvPr>
            <p:cNvSpPr>
              <a:spLocks noChangeArrowheads="1"/>
            </p:cNvSpPr>
            <p:nvPr/>
          </p:nvSpPr>
          <p:spPr bwMode="auto">
            <a:xfrm>
              <a:off x="2728111" y="4156752"/>
              <a:ext cx="547688" cy="468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tx2"/>
                </a:buClr>
                <a:buSzTx/>
                <a:buFont typeface="Wingdings" panose="05000000000000000000" pitchFamily="2" charset="2"/>
                <a:buNone/>
              </a:pPr>
              <a:r>
                <a:rPr lang="zh-CN" altLang="en-US" sz="2000">
                  <a:solidFill>
                    <a:srgbClr val="000066"/>
                  </a:solidFill>
                  <a:latin typeface="楷体_GB2312" pitchFamily="1" charset="-122"/>
                  <a:ea typeface="楷体_GB2312" pitchFamily="1" charset="-122"/>
                </a:rPr>
                <a:t>1</a:t>
              </a:r>
            </a:p>
          </p:txBody>
        </p:sp>
        <p:sp>
          <p:nvSpPr>
            <p:cNvPr id="113750" name="Rectangle 6">
              <a:extLst>
                <a:ext uri="{FF2B5EF4-FFF2-40B4-BE49-F238E27FC236}">
                  <a16:creationId xmlns:a16="http://schemas.microsoft.com/office/drawing/2014/main" id="{791B0073-4848-4393-A378-8ECF5DBCE717}"/>
                </a:ext>
              </a:extLst>
            </p:cNvPr>
            <p:cNvSpPr>
              <a:spLocks noChangeArrowheads="1"/>
            </p:cNvSpPr>
            <p:nvPr/>
          </p:nvSpPr>
          <p:spPr bwMode="auto">
            <a:xfrm>
              <a:off x="2180424" y="4156752"/>
              <a:ext cx="547688" cy="468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tx2"/>
                </a:buClr>
                <a:buSzTx/>
                <a:buFont typeface="Wingdings" panose="05000000000000000000" pitchFamily="2" charset="2"/>
                <a:buNone/>
              </a:pPr>
              <a:r>
                <a:rPr lang="zh-CN" altLang="en-US" sz="2000">
                  <a:solidFill>
                    <a:srgbClr val="000066"/>
                  </a:solidFill>
                  <a:latin typeface="楷体_GB2312" pitchFamily="1" charset="-122"/>
                  <a:ea typeface="楷体_GB2312" pitchFamily="1" charset="-122"/>
                </a:rPr>
                <a:t>0</a:t>
              </a:r>
            </a:p>
          </p:txBody>
        </p:sp>
        <p:sp>
          <p:nvSpPr>
            <p:cNvPr id="113751" name="Rectangle 7">
              <a:extLst>
                <a:ext uri="{FF2B5EF4-FFF2-40B4-BE49-F238E27FC236}">
                  <a16:creationId xmlns:a16="http://schemas.microsoft.com/office/drawing/2014/main" id="{DD67C653-4073-486D-AE6A-5A0D480B7B89}"/>
                </a:ext>
              </a:extLst>
            </p:cNvPr>
            <p:cNvSpPr>
              <a:spLocks noChangeArrowheads="1"/>
            </p:cNvSpPr>
            <p:nvPr/>
          </p:nvSpPr>
          <p:spPr bwMode="auto">
            <a:xfrm>
              <a:off x="1632736" y="4156752"/>
              <a:ext cx="547688" cy="468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tx2"/>
                </a:buClr>
                <a:buSzTx/>
                <a:buFont typeface="Wingdings" panose="05000000000000000000" pitchFamily="2" charset="2"/>
                <a:buNone/>
              </a:pPr>
              <a:r>
                <a:rPr lang="zh-CN" altLang="en-US" sz="2000">
                  <a:solidFill>
                    <a:srgbClr val="000066"/>
                  </a:solidFill>
                  <a:latin typeface="楷体_GB2312" pitchFamily="1" charset="-122"/>
                  <a:ea typeface="楷体_GB2312" pitchFamily="1" charset="-122"/>
                </a:rPr>
                <a:t>-1</a:t>
              </a:r>
            </a:p>
          </p:txBody>
        </p:sp>
        <p:sp>
          <p:nvSpPr>
            <p:cNvPr id="113752" name="Rectangle 8">
              <a:extLst>
                <a:ext uri="{FF2B5EF4-FFF2-40B4-BE49-F238E27FC236}">
                  <a16:creationId xmlns:a16="http://schemas.microsoft.com/office/drawing/2014/main" id="{0DC00542-7E41-463E-8845-78C1E93600F9}"/>
                </a:ext>
              </a:extLst>
            </p:cNvPr>
            <p:cNvSpPr>
              <a:spLocks noChangeArrowheads="1"/>
            </p:cNvSpPr>
            <p:nvPr/>
          </p:nvSpPr>
          <p:spPr bwMode="auto">
            <a:xfrm>
              <a:off x="2728111" y="3686734"/>
              <a:ext cx="547688" cy="4700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tx2"/>
                </a:buClr>
                <a:buSzTx/>
                <a:buFont typeface="Wingdings" panose="05000000000000000000" pitchFamily="2" charset="2"/>
                <a:buNone/>
              </a:pPr>
              <a:r>
                <a:rPr lang="zh-CN" altLang="en-US" sz="2000">
                  <a:solidFill>
                    <a:srgbClr val="000066"/>
                  </a:solidFill>
                  <a:latin typeface="楷体_GB2312" pitchFamily="1" charset="-122"/>
                  <a:ea typeface="楷体_GB2312" pitchFamily="1" charset="-122"/>
                </a:rPr>
                <a:t>1</a:t>
              </a:r>
            </a:p>
          </p:txBody>
        </p:sp>
        <p:sp>
          <p:nvSpPr>
            <p:cNvPr id="113753" name="Rectangle 9">
              <a:extLst>
                <a:ext uri="{FF2B5EF4-FFF2-40B4-BE49-F238E27FC236}">
                  <a16:creationId xmlns:a16="http://schemas.microsoft.com/office/drawing/2014/main" id="{62146943-3202-4992-BE38-CB4CCB8606EC}"/>
                </a:ext>
              </a:extLst>
            </p:cNvPr>
            <p:cNvSpPr>
              <a:spLocks noChangeArrowheads="1"/>
            </p:cNvSpPr>
            <p:nvPr/>
          </p:nvSpPr>
          <p:spPr bwMode="auto">
            <a:xfrm>
              <a:off x="2180424" y="3686734"/>
              <a:ext cx="547688" cy="4700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tx2"/>
                </a:buClr>
                <a:buSzTx/>
                <a:buFont typeface="Wingdings" panose="05000000000000000000" pitchFamily="2" charset="2"/>
                <a:buNone/>
              </a:pPr>
              <a:r>
                <a:rPr lang="zh-CN" altLang="en-US" sz="2000">
                  <a:solidFill>
                    <a:srgbClr val="000066"/>
                  </a:solidFill>
                  <a:latin typeface="楷体_GB2312" pitchFamily="1" charset="-122"/>
                  <a:ea typeface="楷体_GB2312" pitchFamily="1" charset="-122"/>
                </a:rPr>
                <a:t>0</a:t>
              </a:r>
            </a:p>
          </p:txBody>
        </p:sp>
        <p:sp>
          <p:nvSpPr>
            <p:cNvPr id="113754" name="Rectangle 10">
              <a:extLst>
                <a:ext uri="{FF2B5EF4-FFF2-40B4-BE49-F238E27FC236}">
                  <a16:creationId xmlns:a16="http://schemas.microsoft.com/office/drawing/2014/main" id="{219DB031-4A37-446E-8088-A6BD3858CF5A}"/>
                </a:ext>
              </a:extLst>
            </p:cNvPr>
            <p:cNvSpPr>
              <a:spLocks noChangeArrowheads="1"/>
            </p:cNvSpPr>
            <p:nvPr/>
          </p:nvSpPr>
          <p:spPr bwMode="auto">
            <a:xfrm>
              <a:off x="1632736" y="3686734"/>
              <a:ext cx="547688" cy="4700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tx2"/>
                </a:buClr>
                <a:buSzTx/>
                <a:buFont typeface="Wingdings" panose="05000000000000000000" pitchFamily="2" charset="2"/>
                <a:buNone/>
              </a:pPr>
              <a:r>
                <a:rPr lang="zh-CN" altLang="en-US" sz="2000">
                  <a:solidFill>
                    <a:srgbClr val="000066"/>
                  </a:solidFill>
                  <a:latin typeface="楷体_GB2312" pitchFamily="1" charset="-122"/>
                  <a:ea typeface="楷体_GB2312" pitchFamily="1" charset="-122"/>
                </a:rPr>
                <a:t>-1</a:t>
              </a:r>
            </a:p>
          </p:txBody>
        </p:sp>
        <p:sp>
          <p:nvSpPr>
            <p:cNvPr id="113755" name="Rectangle 11">
              <a:extLst>
                <a:ext uri="{FF2B5EF4-FFF2-40B4-BE49-F238E27FC236}">
                  <a16:creationId xmlns:a16="http://schemas.microsoft.com/office/drawing/2014/main" id="{E579CDDD-9C10-4CFD-9967-B22574AAC698}"/>
                </a:ext>
              </a:extLst>
            </p:cNvPr>
            <p:cNvSpPr>
              <a:spLocks noChangeArrowheads="1"/>
            </p:cNvSpPr>
            <p:nvPr/>
          </p:nvSpPr>
          <p:spPr bwMode="auto">
            <a:xfrm>
              <a:off x="2728111" y="3216716"/>
              <a:ext cx="547688" cy="4700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tx2"/>
                </a:buClr>
                <a:buSzTx/>
                <a:buFont typeface="Wingdings" panose="05000000000000000000" pitchFamily="2" charset="2"/>
                <a:buNone/>
              </a:pPr>
              <a:r>
                <a:rPr lang="zh-CN" altLang="en-US" sz="2000">
                  <a:solidFill>
                    <a:srgbClr val="000066"/>
                  </a:solidFill>
                  <a:latin typeface="楷体_GB2312" pitchFamily="1" charset="-122"/>
                  <a:ea typeface="楷体_GB2312" pitchFamily="1" charset="-122"/>
                </a:rPr>
                <a:t>1</a:t>
              </a:r>
            </a:p>
          </p:txBody>
        </p:sp>
        <p:sp>
          <p:nvSpPr>
            <p:cNvPr id="113756" name="Rectangle 12">
              <a:extLst>
                <a:ext uri="{FF2B5EF4-FFF2-40B4-BE49-F238E27FC236}">
                  <a16:creationId xmlns:a16="http://schemas.microsoft.com/office/drawing/2014/main" id="{E65C3F62-ACCD-44C6-8B99-0436C5CE6890}"/>
                </a:ext>
              </a:extLst>
            </p:cNvPr>
            <p:cNvSpPr>
              <a:spLocks noChangeArrowheads="1"/>
            </p:cNvSpPr>
            <p:nvPr/>
          </p:nvSpPr>
          <p:spPr bwMode="auto">
            <a:xfrm>
              <a:off x="2180424" y="3216716"/>
              <a:ext cx="547688" cy="4700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tx2"/>
                </a:buClr>
                <a:buSzTx/>
                <a:buFont typeface="Wingdings" panose="05000000000000000000" pitchFamily="2" charset="2"/>
                <a:buNone/>
              </a:pPr>
              <a:r>
                <a:rPr lang="zh-CN" altLang="en-US" sz="2000">
                  <a:solidFill>
                    <a:srgbClr val="000066"/>
                  </a:solidFill>
                  <a:latin typeface="楷体_GB2312" pitchFamily="1" charset="-122"/>
                  <a:ea typeface="楷体_GB2312" pitchFamily="1" charset="-122"/>
                </a:rPr>
                <a:t>0</a:t>
              </a:r>
            </a:p>
          </p:txBody>
        </p:sp>
        <p:sp>
          <p:nvSpPr>
            <p:cNvPr id="113757" name="Rectangle 13">
              <a:extLst>
                <a:ext uri="{FF2B5EF4-FFF2-40B4-BE49-F238E27FC236}">
                  <a16:creationId xmlns:a16="http://schemas.microsoft.com/office/drawing/2014/main" id="{AF602C67-B4DB-4B80-B9BE-B74F9601AA68}"/>
                </a:ext>
              </a:extLst>
            </p:cNvPr>
            <p:cNvSpPr>
              <a:spLocks noChangeArrowheads="1"/>
            </p:cNvSpPr>
            <p:nvPr/>
          </p:nvSpPr>
          <p:spPr bwMode="auto">
            <a:xfrm>
              <a:off x="1632736" y="3216716"/>
              <a:ext cx="547688" cy="4700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tx2"/>
                </a:buClr>
                <a:buSzTx/>
                <a:buFont typeface="Wingdings" panose="05000000000000000000" pitchFamily="2" charset="2"/>
                <a:buNone/>
              </a:pPr>
              <a:r>
                <a:rPr lang="zh-CN" altLang="en-US" sz="2000">
                  <a:solidFill>
                    <a:srgbClr val="000066"/>
                  </a:solidFill>
                  <a:latin typeface="楷体_GB2312" pitchFamily="1" charset="-122"/>
                  <a:ea typeface="楷体_GB2312" pitchFamily="1" charset="-122"/>
                </a:rPr>
                <a:t>-1</a:t>
              </a:r>
            </a:p>
          </p:txBody>
        </p:sp>
        <p:sp>
          <p:nvSpPr>
            <p:cNvPr id="113758" name="Line 14">
              <a:extLst>
                <a:ext uri="{FF2B5EF4-FFF2-40B4-BE49-F238E27FC236}">
                  <a16:creationId xmlns:a16="http://schemas.microsoft.com/office/drawing/2014/main" id="{12B1C940-3C03-4FAC-824A-DFD7A67415E0}"/>
                </a:ext>
              </a:extLst>
            </p:cNvPr>
            <p:cNvSpPr>
              <a:spLocks noChangeShapeType="1"/>
            </p:cNvSpPr>
            <p:nvPr/>
          </p:nvSpPr>
          <p:spPr bwMode="auto">
            <a:xfrm>
              <a:off x="1632736" y="3216716"/>
              <a:ext cx="1643063"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759" name="Line 15">
              <a:extLst>
                <a:ext uri="{FF2B5EF4-FFF2-40B4-BE49-F238E27FC236}">
                  <a16:creationId xmlns:a16="http://schemas.microsoft.com/office/drawing/2014/main" id="{3AA9AC4F-040A-4629-A566-C79BEF9D2826}"/>
                </a:ext>
              </a:extLst>
            </p:cNvPr>
            <p:cNvSpPr>
              <a:spLocks noChangeShapeType="1"/>
            </p:cNvSpPr>
            <p:nvPr/>
          </p:nvSpPr>
          <p:spPr bwMode="auto">
            <a:xfrm>
              <a:off x="1632736" y="3686734"/>
              <a:ext cx="1643063"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760" name="Line 16">
              <a:extLst>
                <a:ext uri="{FF2B5EF4-FFF2-40B4-BE49-F238E27FC236}">
                  <a16:creationId xmlns:a16="http://schemas.microsoft.com/office/drawing/2014/main" id="{7C0BF54A-1FF0-46B4-866D-67058AF88969}"/>
                </a:ext>
              </a:extLst>
            </p:cNvPr>
            <p:cNvSpPr>
              <a:spLocks noChangeShapeType="1"/>
            </p:cNvSpPr>
            <p:nvPr/>
          </p:nvSpPr>
          <p:spPr bwMode="auto">
            <a:xfrm>
              <a:off x="1632736" y="4156752"/>
              <a:ext cx="1643063"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761" name="Line 17">
              <a:extLst>
                <a:ext uri="{FF2B5EF4-FFF2-40B4-BE49-F238E27FC236}">
                  <a16:creationId xmlns:a16="http://schemas.microsoft.com/office/drawing/2014/main" id="{60538C3F-7D34-4F50-B267-CB89533AA99E}"/>
                </a:ext>
              </a:extLst>
            </p:cNvPr>
            <p:cNvSpPr>
              <a:spLocks noChangeShapeType="1"/>
            </p:cNvSpPr>
            <p:nvPr/>
          </p:nvSpPr>
          <p:spPr bwMode="auto">
            <a:xfrm>
              <a:off x="1632736" y="4625669"/>
              <a:ext cx="1643063"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762" name="Line 18">
              <a:extLst>
                <a:ext uri="{FF2B5EF4-FFF2-40B4-BE49-F238E27FC236}">
                  <a16:creationId xmlns:a16="http://schemas.microsoft.com/office/drawing/2014/main" id="{C15235F8-AB3F-4F42-A22A-0F081BF81668}"/>
                </a:ext>
              </a:extLst>
            </p:cNvPr>
            <p:cNvSpPr>
              <a:spLocks noChangeShapeType="1"/>
            </p:cNvSpPr>
            <p:nvPr/>
          </p:nvSpPr>
          <p:spPr bwMode="auto">
            <a:xfrm>
              <a:off x="1632736" y="3216716"/>
              <a:ext cx="0" cy="1408953"/>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763" name="Line 19">
              <a:extLst>
                <a:ext uri="{FF2B5EF4-FFF2-40B4-BE49-F238E27FC236}">
                  <a16:creationId xmlns:a16="http://schemas.microsoft.com/office/drawing/2014/main" id="{6294551B-BBB5-4F6C-A61A-CC5A8F379FA9}"/>
                </a:ext>
              </a:extLst>
            </p:cNvPr>
            <p:cNvSpPr>
              <a:spLocks noChangeShapeType="1"/>
            </p:cNvSpPr>
            <p:nvPr/>
          </p:nvSpPr>
          <p:spPr bwMode="auto">
            <a:xfrm>
              <a:off x="2180424" y="3216716"/>
              <a:ext cx="0" cy="140895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764" name="Line 20">
              <a:extLst>
                <a:ext uri="{FF2B5EF4-FFF2-40B4-BE49-F238E27FC236}">
                  <a16:creationId xmlns:a16="http://schemas.microsoft.com/office/drawing/2014/main" id="{6EF01C44-1B8C-47CB-B62E-6E4B938A9543}"/>
                </a:ext>
              </a:extLst>
            </p:cNvPr>
            <p:cNvSpPr>
              <a:spLocks noChangeShapeType="1"/>
            </p:cNvSpPr>
            <p:nvPr/>
          </p:nvSpPr>
          <p:spPr bwMode="auto">
            <a:xfrm>
              <a:off x="2728111" y="3216716"/>
              <a:ext cx="0" cy="140895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765" name="Line 21">
              <a:extLst>
                <a:ext uri="{FF2B5EF4-FFF2-40B4-BE49-F238E27FC236}">
                  <a16:creationId xmlns:a16="http://schemas.microsoft.com/office/drawing/2014/main" id="{4A30F949-55CD-4A42-B69B-ABC9D4037B64}"/>
                </a:ext>
              </a:extLst>
            </p:cNvPr>
            <p:cNvSpPr>
              <a:spLocks noChangeShapeType="1"/>
            </p:cNvSpPr>
            <p:nvPr/>
          </p:nvSpPr>
          <p:spPr bwMode="auto">
            <a:xfrm>
              <a:off x="3275799" y="3216716"/>
              <a:ext cx="0" cy="1408953"/>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13669" name="组合 108">
            <a:extLst>
              <a:ext uri="{FF2B5EF4-FFF2-40B4-BE49-F238E27FC236}">
                <a16:creationId xmlns:a16="http://schemas.microsoft.com/office/drawing/2014/main" id="{57D6C08F-4009-4AE9-AD41-F8E8C2518967}"/>
              </a:ext>
            </a:extLst>
          </p:cNvPr>
          <p:cNvGrpSpPr>
            <a:grpSpLocks/>
          </p:cNvGrpSpPr>
          <p:nvPr/>
        </p:nvGrpSpPr>
        <p:grpSpPr bwMode="auto">
          <a:xfrm>
            <a:off x="3686175" y="3216275"/>
            <a:ext cx="1643063" cy="1409700"/>
            <a:chOff x="3686564" y="3216716"/>
            <a:chExt cx="1643063" cy="1408953"/>
          </a:xfrm>
        </p:grpSpPr>
        <p:sp>
          <p:nvSpPr>
            <p:cNvPr id="113732" name="Rectangle 22">
              <a:extLst>
                <a:ext uri="{FF2B5EF4-FFF2-40B4-BE49-F238E27FC236}">
                  <a16:creationId xmlns:a16="http://schemas.microsoft.com/office/drawing/2014/main" id="{B55D9059-25D1-4748-B94B-00F071BB646E}"/>
                </a:ext>
              </a:extLst>
            </p:cNvPr>
            <p:cNvSpPr>
              <a:spLocks noChangeArrowheads="1"/>
            </p:cNvSpPr>
            <p:nvPr/>
          </p:nvSpPr>
          <p:spPr bwMode="auto">
            <a:xfrm>
              <a:off x="4781939" y="4156752"/>
              <a:ext cx="547688" cy="468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tx2"/>
                </a:buClr>
                <a:buSzTx/>
                <a:buFont typeface="Wingdings" panose="05000000000000000000" pitchFamily="2" charset="2"/>
                <a:buNone/>
              </a:pPr>
              <a:r>
                <a:rPr lang="zh-CN" altLang="en-US" sz="2000">
                  <a:solidFill>
                    <a:srgbClr val="000066"/>
                  </a:solidFill>
                  <a:latin typeface="楷体_GB2312" pitchFamily="1" charset="-122"/>
                  <a:ea typeface="楷体_GB2312" pitchFamily="1" charset="-122"/>
                </a:rPr>
                <a:t>1</a:t>
              </a:r>
            </a:p>
          </p:txBody>
        </p:sp>
        <p:sp>
          <p:nvSpPr>
            <p:cNvPr id="113733" name="Rectangle 23">
              <a:extLst>
                <a:ext uri="{FF2B5EF4-FFF2-40B4-BE49-F238E27FC236}">
                  <a16:creationId xmlns:a16="http://schemas.microsoft.com/office/drawing/2014/main" id="{B07C2283-6256-45B4-AF55-8119081E3A17}"/>
                </a:ext>
              </a:extLst>
            </p:cNvPr>
            <p:cNvSpPr>
              <a:spLocks noChangeArrowheads="1"/>
            </p:cNvSpPr>
            <p:nvPr/>
          </p:nvSpPr>
          <p:spPr bwMode="auto">
            <a:xfrm>
              <a:off x="4234252" y="4156752"/>
              <a:ext cx="547688" cy="468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tx2"/>
                </a:buClr>
                <a:buSzTx/>
                <a:buFont typeface="Wingdings" panose="05000000000000000000" pitchFamily="2" charset="2"/>
                <a:buNone/>
              </a:pPr>
              <a:r>
                <a:rPr lang="zh-CN" altLang="en-US" sz="2000">
                  <a:solidFill>
                    <a:srgbClr val="000066"/>
                  </a:solidFill>
                  <a:latin typeface="楷体_GB2312" pitchFamily="1" charset="-122"/>
                  <a:ea typeface="楷体_GB2312" pitchFamily="1" charset="-122"/>
                </a:rPr>
                <a:t>1</a:t>
              </a:r>
            </a:p>
          </p:txBody>
        </p:sp>
        <p:sp>
          <p:nvSpPr>
            <p:cNvPr id="113734" name="Rectangle 24">
              <a:extLst>
                <a:ext uri="{FF2B5EF4-FFF2-40B4-BE49-F238E27FC236}">
                  <a16:creationId xmlns:a16="http://schemas.microsoft.com/office/drawing/2014/main" id="{CBFCA635-2AAF-4EF6-A17A-FC0B563E70A7}"/>
                </a:ext>
              </a:extLst>
            </p:cNvPr>
            <p:cNvSpPr>
              <a:spLocks noChangeArrowheads="1"/>
            </p:cNvSpPr>
            <p:nvPr/>
          </p:nvSpPr>
          <p:spPr bwMode="auto">
            <a:xfrm>
              <a:off x="3686564" y="4156752"/>
              <a:ext cx="547688" cy="468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tx2"/>
                </a:buClr>
                <a:buSzTx/>
                <a:buFont typeface="Wingdings" panose="05000000000000000000" pitchFamily="2" charset="2"/>
                <a:buNone/>
              </a:pPr>
              <a:r>
                <a:rPr lang="zh-CN" altLang="en-US" sz="2000">
                  <a:solidFill>
                    <a:srgbClr val="000066"/>
                  </a:solidFill>
                  <a:latin typeface="楷体_GB2312" pitchFamily="1" charset="-122"/>
                  <a:ea typeface="楷体_GB2312" pitchFamily="1" charset="-122"/>
                </a:rPr>
                <a:t>1</a:t>
              </a:r>
            </a:p>
          </p:txBody>
        </p:sp>
        <p:sp>
          <p:nvSpPr>
            <p:cNvPr id="113735" name="Rectangle 25">
              <a:extLst>
                <a:ext uri="{FF2B5EF4-FFF2-40B4-BE49-F238E27FC236}">
                  <a16:creationId xmlns:a16="http://schemas.microsoft.com/office/drawing/2014/main" id="{63241997-9717-4834-A423-C8879DAE498F}"/>
                </a:ext>
              </a:extLst>
            </p:cNvPr>
            <p:cNvSpPr>
              <a:spLocks noChangeArrowheads="1"/>
            </p:cNvSpPr>
            <p:nvPr/>
          </p:nvSpPr>
          <p:spPr bwMode="auto">
            <a:xfrm>
              <a:off x="4781939" y="3686734"/>
              <a:ext cx="547688" cy="4700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tx2"/>
                </a:buClr>
                <a:buSzTx/>
                <a:buFont typeface="Wingdings" panose="05000000000000000000" pitchFamily="2" charset="2"/>
                <a:buNone/>
              </a:pPr>
              <a:r>
                <a:rPr lang="zh-CN" altLang="en-US" sz="2000">
                  <a:solidFill>
                    <a:srgbClr val="000066"/>
                  </a:solidFill>
                  <a:latin typeface="楷体_GB2312" pitchFamily="1" charset="-122"/>
                  <a:ea typeface="楷体_GB2312" pitchFamily="1" charset="-122"/>
                </a:rPr>
                <a:t>0</a:t>
              </a:r>
            </a:p>
          </p:txBody>
        </p:sp>
        <p:sp>
          <p:nvSpPr>
            <p:cNvPr id="113736" name="Rectangle 26">
              <a:extLst>
                <a:ext uri="{FF2B5EF4-FFF2-40B4-BE49-F238E27FC236}">
                  <a16:creationId xmlns:a16="http://schemas.microsoft.com/office/drawing/2014/main" id="{5D9E1E16-D46F-4107-89C1-AF2AD37F86CC}"/>
                </a:ext>
              </a:extLst>
            </p:cNvPr>
            <p:cNvSpPr>
              <a:spLocks noChangeArrowheads="1"/>
            </p:cNvSpPr>
            <p:nvPr/>
          </p:nvSpPr>
          <p:spPr bwMode="auto">
            <a:xfrm>
              <a:off x="4234252" y="3686734"/>
              <a:ext cx="547688" cy="4700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tx2"/>
                </a:buClr>
                <a:buSzTx/>
                <a:buFont typeface="Wingdings" panose="05000000000000000000" pitchFamily="2" charset="2"/>
                <a:buNone/>
              </a:pPr>
              <a:r>
                <a:rPr lang="zh-CN" altLang="en-US" sz="2000">
                  <a:solidFill>
                    <a:srgbClr val="000066"/>
                  </a:solidFill>
                  <a:latin typeface="楷体_GB2312" pitchFamily="1" charset="-122"/>
                  <a:ea typeface="楷体_GB2312" pitchFamily="1" charset="-122"/>
                </a:rPr>
                <a:t>0</a:t>
              </a:r>
            </a:p>
          </p:txBody>
        </p:sp>
        <p:sp>
          <p:nvSpPr>
            <p:cNvPr id="113737" name="Rectangle 27">
              <a:extLst>
                <a:ext uri="{FF2B5EF4-FFF2-40B4-BE49-F238E27FC236}">
                  <a16:creationId xmlns:a16="http://schemas.microsoft.com/office/drawing/2014/main" id="{FF13F3CB-2976-4262-AB9A-D2811363B811}"/>
                </a:ext>
              </a:extLst>
            </p:cNvPr>
            <p:cNvSpPr>
              <a:spLocks noChangeArrowheads="1"/>
            </p:cNvSpPr>
            <p:nvPr/>
          </p:nvSpPr>
          <p:spPr bwMode="auto">
            <a:xfrm>
              <a:off x="3686564" y="3686734"/>
              <a:ext cx="547688" cy="4700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tx2"/>
                </a:buClr>
                <a:buSzTx/>
                <a:buFont typeface="Wingdings" panose="05000000000000000000" pitchFamily="2" charset="2"/>
                <a:buNone/>
              </a:pPr>
              <a:r>
                <a:rPr lang="zh-CN" altLang="en-US" sz="2000">
                  <a:solidFill>
                    <a:srgbClr val="000066"/>
                  </a:solidFill>
                  <a:latin typeface="楷体_GB2312" pitchFamily="1" charset="-122"/>
                  <a:ea typeface="楷体_GB2312" pitchFamily="1" charset="-122"/>
                </a:rPr>
                <a:t>0</a:t>
              </a:r>
            </a:p>
          </p:txBody>
        </p:sp>
        <p:sp>
          <p:nvSpPr>
            <p:cNvPr id="113738" name="Rectangle 28">
              <a:extLst>
                <a:ext uri="{FF2B5EF4-FFF2-40B4-BE49-F238E27FC236}">
                  <a16:creationId xmlns:a16="http://schemas.microsoft.com/office/drawing/2014/main" id="{FFA178E3-1942-4857-8805-C3FF76DFC496}"/>
                </a:ext>
              </a:extLst>
            </p:cNvPr>
            <p:cNvSpPr>
              <a:spLocks noChangeArrowheads="1"/>
            </p:cNvSpPr>
            <p:nvPr/>
          </p:nvSpPr>
          <p:spPr bwMode="auto">
            <a:xfrm>
              <a:off x="4781939" y="3216716"/>
              <a:ext cx="547688" cy="4700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tx2"/>
                </a:buClr>
                <a:buSzTx/>
                <a:buFont typeface="Wingdings" panose="05000000000000000000" pitchFamily="2" charset="2"/>
                <a:buNone/>
              </a:pPr>
              <a:r>
                <a:rPr lang="zh-CN" altLang="en-US" sz="2000">
                  <a:solidFill>
                    <a:srgbClr val="000066"/>
                  </a:solidFill>
                  <a:latin typeface="楷体_GB2312" pitchFamily="1" charset="-122"/>
                  <a:ea typeface="楷体_GB2312" pitchFamily="1" charset="-122"/>
                </a:rPr>
                <a:t>-1</a:t>
              </a:r>
            </a:p>
          </p:txBody>
        </p:sp>
        <p:sp>
          <p:nvSpPr>
            <p:cNvPr id="113739" name="Rectangle 29">
              <a:extLst>
                <a:ext uri="{FF2B5EF4-FFF2-40B4-BE49-F238E27FC236}">
                  <a16:creationId xmlns:a16="http://schemas.microsoft.com/office/drawing/2014/main" id="{05A6342B-B9AC-4634-A1AA-EECA3A8D65EE}"/>
                </a:ext>
              </a:extLst>
            </p:cNvPr>
            <p:cNvSpPr>
              <a:spLocks noChangeArrowheads="1"/>
            </p:cNvSpPr>
            <p:nvPr/>
          </p:nvSpPr>
          <p:spPr bwMode="auto">
            <a:xfrm>
              <a:off x="4234252" y="3216716"/>
              <a:ext cx="547688" cy="4700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tx2"/>
                </a:buClr>
                <a:buSzTx/>
                <a:buFont typeface="Wingdings" panose="05000000000000000000" pitchFamily="2" charset="2"/>
                <a:buNone/>
              </a:pPr>
              <a:r>
                <a:rPr lang="zh-CN" altLang="en-US" sz="2000">
                  <a:solidFill>
                    <a:srgbClr val="000066"/>
                  </a:solidFill>
                  <a:latin typeface="楷体_GB2312" pitchFamily="1" charset="-122"/>
                  <a:ea typeface="楷体_GB2312" pitchFamily="1" charset="-122"/>
                </a:rPr>
                <a:t>-1</a:t>
              </a:r>
            </a:p>
          </p:txBody>
        </p:sp>
        <p:sp>
          <p:nvSpPr>
            <p:cNvPr id="113740" name="Rectangle 30">
              <a:extLst>
                <a:ext uri="{FF2B5EF4-FFF2-40B4-BE49-F238E27FC236}">
                  <a16:creationId xmlns:a16="http://schemas.microsoft.com/office/drawing/2014/main" id="{FF01CF76-00F4-4549-B0B9-DB7ACD70902E}"/>
                </a:ext>
              </a:extLst>
            </p:cNvPr>
            <p:cNvSpPr>
              <a:spLocks noChangeArrowheads="1"/>
            </p:cNvSpPr>
            <p:nvPr/>
          </p:nvSpPr>
          <p:spPr bwMode="auto">
            <a:xfrm>
              <a:off x="3686564" y="3216716"/>
              <a:ext cx="547688" cy="4700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tx2"/>
                </a:buClr>
                <a:buSzTx/>
                <a:buFont typeface="Wingdings" panose="05000000000000000000" pitchFamily="2" charset="2"/>
                <a:buNone/>
              </a:pPr>
              <a:r>
                <a:rPr lang="zh-CN" altLang="en-US" sz="2000">
                  <a:solidFill>
                    <a:srgbClr val="000066"/>
                  </a:solidFill>
                  <a:latin typeface="楷体_GB2312" pitchFamily="1" charset="-122"/>
                  <a:ea typeface="楷体_GB2312" pitchFamily="1" charset="-122"/>
                </a:rPr>
                <a:t>-1</a:t>
              </a:r>
            </a:p>
          </p:txBody>
        </p:sp>
        <p:sp>
          <p:nvSpPr>
            <p:cNvPr id="113741" name="Line 31">
              <a:extLst>
                <a:ext uri="{FF2B5EF4-FFF2-40B4-BE49-F238E27FC236}">
                  <a16:creationId xmlns:a16="http://schemas.microsoft.com/office/drawing/2014/main" id="{56A5B880-9411-4E7A-A93D-A8A375F14411}"/>
                </a:ext>
              </a:extLst>
            </p:cNvPr>
            <p:cNvSpPr>
              <a:spLocks noChangeShapeType="1"/>
            </p:cNvSpPr>
            <p:nvPr/>
          </p:nvSpPr>
          <p:spPr bwMode="auto">
            <a:xfrm>
              <a:off x="3686564" y="3216716"/>
              <a:ext cx="1643063"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742" name="Line 32">
              <a:extLst>
                <a:ext uri="{FF2B5EF4-FFF2-40B4-BE49-F238E27FC236}">
                  <a16:creationId xmlns:a16="http://schemas.microsoft.com/office/drawing/2014/main" id="{F4C90131-0E72-44F1-9320-296198BC49A3}"/>
                </a:ext>
              </a:extLst>
            </p:cNvPr>
            <p:cNvSpPr>
              <a:spLocks noChangeShapeType="1"/>
            </p:cNvSpPr>
            <p:nvPr/>
          </p:nvSpPr>
          <p:spPr bwMode="auto">
            <a:xfrm>
              <a:off x="3686564" y="3686734"/>
              <a:ext cx="1643063"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743" name="Line 33">
              <a:extLst>
                <a:ext uri="{FF2B5EF4-FFF2-40B4-BE49-F238E27FC236}">
                  <a16:creationId xmlns:a16="http://schemas.microsoft.com/office/drawing/2014/main" id="{E11CAECA-A5C2-447B-96B6-E6E76E101991}"/>
                </a:ext>
              </a:extLst>
            </p:cNvPr>
            <p:cNvSpPr>
              <a:spLocks noChangeShapeType="1"/>
            </p:cNvSpPr>
            <p:nvPr/>
          </p:nvSpPr>
          <p:spPr bwMode="auto">
            <a:xfrm>
              <a:off x="3686564" y="4156752"/>
              <a:ext cx="1643063"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744" name="Line 34">
              <a:extLst>
                <a:ext uri="{FF2B5EF4-FFF2-40B4-BE49-F238E27FC236}">
                  <a16:creationId xmlns:a16="http://schemas.microsoft.com/office/drawing/2014/main" id="{BA89A3FE-0094-47DA-83B2-ECC52D662174}"/>
                </a:ext>
              </a:extLst>
            </p:cNvPr>
            <p:cNvSpPr>
              <a:spLocks noChangeShapeType="1"/>
            </p:cNvSpPr>
            <p:nvPr/>
          </p:nvSpPr>
          <p:spPr bwMode="auto">
            <a:xfrm>
              <a:off x="3686564" y="4625669"/>
              <a:ext cx="1643063"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745" name="Line 35">
              <a:extLst>
                <a:ext uri="{FF2B5EF4-FFF2-40B4-BE49-F238E27FC236}">
                  <a16:creationId xmlns:a16="http://schemas.microsoft.com/office/drawing/2014/main" id="{0606007F-E1B1-49AB-94EA-EE1D88A759F6}"/>
                </a:ext>
              </a:extLst>
            </p:cNvPr>
            <p:cNvSpPr>
              <a:spLocks noChangeShapeType="1"/>
            </p:cNvSpPr>
            <p:nvPr/>
          </p:nvSpPr>
          <p:spPr bwMode="auto">
            <a:xfrm>
              <a:off x="3686564" y="3216716"/>
              <a:ext cx="0" cy="1408953"/>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746" name="Line 36">
              <a:extLst>
                <a:ext uri="{FF2B5EF4-FFF2-40B4-BE49-F238E27FC236}">
                  <a16:creationId xmlns:a16="http://schemas.microsoft.com/office/drawing/2014/main" id="{CD8EDD93-155E-4D10-827C-B9D7300BAA31}"/>
                </a:ext>
              </a:extLst>
            </p:cNvPr>
            <p:cNvSpPr>
              <a:spLocks noChangeShapeType="1"/>
            </p:cNvSpPr>
            <p:nvPr/>
          </p:nvSpPr>
          <p:spPr bwMode="auto">
            <a:xfrm>
              <a:off x="4234252" y="3216716"/>
              <a:ext cx="0" cy="140895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747" name="Line 37">
              <a:extLst>
                <a:ext uri="{FF2B5EF4-FFF2-40B4-BE49-F238E27FC236}">
                  <a16:creationId xmlns:a16="http://schemas.microsoft.com/office/drawing/2014/main" id="{D48D2C93-C829-4207-9AA8-816F844058F6}"/>
                </a:ext>
              </a:extLst>
            </p:cNvPr>
            <p:cNvSpPr>
              <a:spLocks noChangeShapeType="1"/>
            </p:cNvSpPr>
            <p:nvPr/>
          </p:nvSpPr>
          <p:spPr bwMode="auto">
            <a:xfrm>
              <a:off x="4781939" y="3216716"/>
              <a:ext cx="0" cy="140895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748" name="Line 38">
              <a:extLst>
                <a:ext uri="{FF2B5EF4-FFF2-40B4-BE49-F238E27FC236}">
                  <a16:creationId xmlns:a16="http://schemas.microsoft.com/office/drawing/2014/main" id="{1D21E11F-3C38-41C0-919F-10B5D21C89A6}"/>
                </a:ext>
              </a:extLst>
            </p:cNvPr>
            <p:cNvSpPr>
              <a:spLocks noChangeShapeType="1"/>
            </p:cNvSpPr>
            <p:nvPr/>
          </p:nvSpPr>
          <p:spPr bwMode="auto">
            <a:xfrm>
              <a:off x="5329627" y="3216716"/>
              <a:ext cx="0" cy="1408953"/>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13670" name="组合 105">
            <a:extLst>
              <a:ext uri="{FF2B5EF4-FFF2-40B4-BE49-F238E27FC236}">
                <a16:creationId xmlns:a16="http://schemas.microsoft.com/office/drawing/2014/main" id="{CE24ECEA-C8A6-4F8F-9B44-918809E14D0C}"/>
              </a:ext>
            </a:extLst>
          </p:cNvPr>
          <p:cNvGrpSpPr>
            <a:grpSpLocks/>
          </p:cNvGrpSpPr>
          <p:nvPr/>
        </p:nvGrpSpPr>
        <p:grpSpPr bwMode="auto">
          <a:xfrm>
            <a:off x="3686175" y="5021263"/>
            <a:ext cx="1643063" cy="1408112"/>
            <a:chOff x="3686564" y="4801788"/>
            <a:chExt cx="1643063" cy="1408953"/>
          </a:xfrm>
        </p:grpSpPr>
        <p:sp>
          <p:nvSpPr>
            <p:cNvPr id="113716" name="Rectangle 56">
              <a:extLst>
                <a:ext uri="{FF2B5EF4-FFF2-40B4-BE49-F238E27FC236}">
                  <a16:creationId xmlns:a16="http://schemas.microsoft.com/office/drawing/2014/main" id="{7716B091-EE25-4ECC-A7F5-564FE3AA7BC8}"/>
                </a:ext>
              </a:extLst>
            </p:cNvPr>
            <p:cNvSpPr>
              <a:spLocks noChangeArrowheads="1"/>
            </p:cNvSpPr>
            <p:nvPr/>
          </p:nvSpPr>
          <p:spPr bwMode="auto">
            <a:xfrm>
              <a:off x="4781939" y="5741824"/>
              <a:ext cx="547688" cy="468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tx2"/>
                </a:buClr>
                <a:buSzTx/>
                <a:buFont typeface="Wingdings" panose="05000000000000000000" pitchFamily="2" charset="2"/>
                <a:buNone/>
              </a:pPr>
              <a:r>
                <a:rPr lang="zh-CN" altLang="en-US" sz="2000">
                  <a:solidFill>
                    <a:srgbClr val="000066"/>
                  </a:solidFill>
                  <a:latin typeface="楷体_GB2312" pitchFamily="1" charset="-122"/>
                  <a:ea typeface="楷体_GB2312" pitchFamily="1" charset="-122"/>
                </a:rPr>
                <a:t>1</a:t>
              </a:r>
            </a:p>
          </p:txBody>
        </p:sp>
        <p:sp>
          <p:nvSpPr>
            <p:cNvPr id="113717" name="Rectangle 57">
              <a:extLst>
                <a:ext uri="{FF2B5EF4-FFF2-40B4-BE49-F238E27FC236}">
                  <a16:creationId xmlns:a16="http://schemas.microsoft.com/office/drawing/2014/main" id="{79973155-78C4-4CE0-86AD-E32ED6B479BC}"/>
                </a:ext>
              </a:extLst>
            </p:cNvPr>
            <p:cNvSpPr>
              <a:spLocks noChangeArrowheads="1"/>
            </p:cNvSpPr>
            <p:nvPr/>
          </p:nvSpPr>
          <p:spPr bwMode="auto">
            <a:xfrm>
              <a:off x="4234252" y="5741824"/>
              <a:ext cx="547688" cy="468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tx2"/>
                </a:buClr>
                <a:buSzTx/>
                <a:buFont typeface="Wingdings" panose="05000000000000000000" pitchFamily="2" charset="2"/>
                <a:buNone/>
              </a:pPr>
              <a:r>
                <a:rPr lang="zh-CN" altLang="en-US" sz="2000">
                  <a:solidFill>
                    <a:srgbClr val="000066"/>
                  </a:solidFill>
                  <a:latin typeface="楷体_GB2312" pitchFamily="1" charset="-122"/>
                  <a:ea typeface="楷体_GB2312" pitchFamily="1" charset="-122"/>
                </a:rPr>
                <a:t>2</a:t>
              </a:r>
            </a:p>
          </p:txBody>
        </p:sp>
        <p:sp>
          <p:nvSpPr>
            <p:cNvPr id="113718" name="Rectangle 58">
              <a:extLst>
                <a:ext uri="{FF2B5EF4-FFF2-40B4-BE49-F238E27FC236}">
                  <a16:creationId xmlns:a16="http://schemas.microsoft.com/office/drawing/2014/main" id="{6A6088A4-E9CD-4E8B-BD53-D116CEC8871D}"/>
                </a:ext>
              </a:extLst>
            </p:cNvPr>
            <p:cNvSpPr>
              <a:spLocks noChangeArrowheads="1"/>
            </p:cNvSpPr>
            <p:nvPr/>
          </p:nvSpPr>
          <p:spPr bwMode="auto">
            <a:xfrm>
              <a:off x="3686564" y="5741824"/>
              <a:ext cx="547688" cy="468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tx2"/>
                </a:buClr>
                <a:buSzTx/>
                <a:buFont typeface="Wingdings" panose="05000000000000000000" pitchFamily="2" charset="2"/>
                <a:buNone/>
              </a:pPr>
              <a:r>
                <a:rPr lang="zh-CN" altLang="en-US" sz="2000">
                  <a:solidFill>
                    <a:srgbClr val="000066"/>
                  </a:solidFill>
                  <a:latin typeface="楷体_GB2312" pitchFamily="1" charset="-122"/>
                  <a:ea typeface="楷体_GB2312" pitchFamily="1" charset="-122"/>
                </a:rPr>
                <a:t>1</a:t>
              </a:r>
            </a:p>
          </p:txBody>
        </p:sp>
        <p:sp>
          <p:nvSpPr>
            <p:cNvPr id="113719" name="Rectangle 59">
              <a:extLst>
                <a:ext uri="{FF2B5EF4-FFF2-40B4-BE49-F238E27FC236}">
                  <a16:creationId xmlns:a16="http://schemas.microsoft.com/office/drawing/2014/main" id="{9D1A616F-D649-4F74-A277-493969168776}"/>
                </a:ext>
              </a:extLst>
            </p:cNvPr>
            <p:cNvSpPr>
              <a:spLocks noChangeArrowheads="1"/>
            </p:cNvSpPr>
            <p:nvPr/>
          </p:nvSpPr>
          <p:spPr bwMode="auto">
            <a:xfrm>
              <a:off x="4781939" y="5271806"/>
              <a:ext cx="547688" cy="4700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tx2"/>
                </a:buClr>
                <a:buSzTx/>
                <a:buFont typeface="Wingdings" panose="05000000000000000000" pitchFamily="2" charset="2"/>
                <a:buNone/>
              </a:pPr>
              <a:r>
                <a:rPr lang="en-US" altLang="zh-CN" sz="2000">
                  <a:solidFill>
                    <a:srgbClr val="000066"/>
                  </a:solidFill>
                  <a:latin typeface="楷体_GB2312" pitchFamily="1" charset="-122"/>
                  <a:ea typeface="楷体_GB2312" pitchFamily="1" charset="-122"/>
                </a:rPr>
                <a:t>0</a:t>
              </a:r>
            </a:p>
          </p:txBody>
        </p:sp>
        <p:sp>
          <p:nvSpPr>
            <p:cNvPr id="113720" name="Rectangle 60">
              <a:extLst>
                <a:ext uri="{FF2B5EF4-FFF2-40B4-BE49-F238E27FC236}">
                  <a16:creationId xmlns:a16="http://schemas.microsoft.com/office/drawing/2014/main" id="{201931A5-2910-4622-A2B9-E1F5D0436C0A}"/>
                </a:ext>
              </a:extLst>
            </p:cNvPr>
            <p:cNvSpPr>
              <a:spLocks noChangeArrowheads="1"/>
            </p:cNvSpPr>
            <p:nvPr/>
          </p:nvSpPr>
          <p:spPr bwMode="auto">
            <a:xfrm>
              <a:off x="4234252" y="5271806"/>
              <a:ext cx="547688" cy="4700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tx2"/>
                </a:buClr>
                <a:buSzTx/>
                <a:buFont typeface="Wingdings" panose="05000000000000000000" pitchFamily="2" charset="2"/>
                <a:buNone/>
              </a:pPr>
              <a:r>
                <a:rPr lang="zh-CN" altLang="en-US" sz="2000">
                  <a:solidFill>
                    <a:srgbClr val="000066"/>
                  </a:solidFill>
                  <a:latin typeface="楷体_GB2312" pitchFamily="1" charset="-122"/>
                  <a:ea typeface="楷体_GB2312" pitchFamily="1" charset="-122"/>
                </a:rPr>
                <a:t>0</a:t>
              </a:r>
            </a:p>
          </p:txBody>
        </p:sp>
        <p:sp>
          <p:nvSpPr>
            <p:cNvPr id="113721" name="Rectangle 61">
              <a:extLst>
                <a:ext uri="{FF2B5EF4-FFF2-40B4-BE49-F238E27FC236}">
                  <a16:creationId xmlns:a16="http://schemas.microsoft.com/office/drawing/2014/main" id="{11F33731-0DD2-4572-911D-BE786A4E136B}"/>
                </a:ext>
              </a:extLst>
            </p:cNvPr>
            <p:cNvSpPr>
              <a:spLocks noChangeArrowheads="1"/>
            </p:cNvSpPr>
            <p:nvPr/>
          </p:nvSpPr>
          <p:spPr bwMode="auto">
            <a:xfrm>
              <a:off x="3686564" y="5271806"/>
              <a:ext cx="547688" cy="4700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tx2"/>
                </a:buClr>
                <a:buSzTx/>
                <a:buFont typeface="Wingdings" panose="05000000000000000000" pitchFamily="2" charset="2"/>
                <a:buNone/>
              </a:pPr>
              <a:r>
                <a:rPr lang="en-US" altLang="zh-CN" sz="2000">
                  <a:solidFill>
                    <a:srgbClr val="000066"/>
                  </a:solidFill>
                  <a:latin typeface="楷体_GB2312" pitchFamily="1" charset="-122"/>
                  <a:ea typeface="楷体_GB2312" pitchFamily="1" charset="-122"/>
                </a:rPr>
                <a:t>0</a:t>
              </a:r>
            </a:p>
          </p:txBody>
        </p:sp>
        <p:sp>
          <p:nvSpPr>
            <p:cNvPr id="113722" name="Rectangle 62">
              <a:extLst>
                <a:ext uri="{FF2B5EF4-FFF2-40B4-BE49-F238E27FC236}">
                  <a16:creationId xmlns:a16="http://schemas.microsoft.com/office/drawing/2014/main" id="{DD87EB40-280F-4AFE-9C7B-F11EA01A81B5}"/>
                </a:ext>
              </a:extLst>
            </p:cNvPr>
            <p:cNvSpPr>
              <a:spLocks noChangeArrowheads="1"/>
            </p:cNvSpPr>
            <p:nvPr/>
          </p:nvSpPr>
          <p:spPr bwMode="auto">
            <a:xfrm>
              <a:off x="4781939" y="4801788"/>
              <a:ext cx="547688" cy="4700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tx2"/>
                </a:buClr>
                <a:buSzTx/>
                <a:buFont typeface="Wingdings" panose="05000000000000000000" pitchFamily="2" charset="2"/>
                <a:buNone/>
              </a:pPr>
              <a:r>
                <a:rPr lang="en-US" altLang="zh-CN" sz="2000">
                  <a:solidFill>
                    <a:srgbClr val="000066"/>
                  </a:solidFill>
                  <a:latin typeface="楷体_GB2312" pitchFamily="1" charset="-122"/>
                  <a:ea typeface="楷体_GB2312" pitchFamily="1" charset="-122"/>
                </a:rPr>
                <a:t>-1</a:t>
              </a:r>
            </a:p>
          </p:txBody>
        </p:sp>
        <p:sp>
          <p:nvSpPr>
            <p:cNvPr id="113723" name="Rectangle 63">
              <a:extLst>
                <a:ext uri="{FF2B5EF4-FFF2-40B4-BE49-F238E27FC236}">
                  <a16:creationId xmlns:a16="http://schemas.microsoft.com/office/drawing/2014/main" id="{5982AA90-6D3A-4F3C-81EF-26BDAF220DD0}"/>
                </a:ext>
              </a:extLst>
            </p:cNvPr>
            <p:cNvSpPr>
              <a:spLocks noChangeArrowheads="1"/>
            </p:cNvSpPr>
            <p:nvPr/>
          </p:nvSpPr>
          <p:spPr bwMode="auto">
            <a:xfrm>
              <a:off x="4234252" y="4801788"/>
              <a:ext cx="547688" cy="4700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tx2"/>
                </a:buClr>
                <a:buSzTx/>
                <a:buFont typeface="Wingdings" panose="05000000000000000000" pitchFamily="2" charset="2"/>
                <a:buNone/>
              </a:pPr>
              <a:r>
                <a:rPr lang="zh-CN" altLang="en-US" sz="2000">
                  <a:solidFill>
                    <a:srgbClr val="000066"/>
                  </a:solidFill>
                  <a:latin typeface="楷体_GB2312" pitchFamily="1" charset="-122"/>
                  <a:ea typeface="楷体_GB2312" pitchFamily="1" charset="-122"/>
                </a:rPr>
                <a:t>-2</a:t>
              </a:r>
            </a:p>
          </p:txBody>
        </p:sp>
        <p:sp>
          <p:nvSpPr>
            <p:cNvPr id="113724" name="Rectangle 64">
              <a:extLst>
                <a:ext uri="{FF2B5EF4-FFF2-40B4-BE49-F238E27FC236}">
                  <a16:creationId xmlns:a16="http://schemas.microsoft.com/office/drawing/2014/main" id="{2DE4CB65-9475-4F6F-81CC-058283F284D7}"/>
                </a:ext>
              </a:extLst>
            </p:cNvPr>
            <p:cNvSpPr>
              <a:spLocks noChangeArrowheads="1"/>
            </p:cNvSpPr>
            <p:nvPr/>
          </p:nvSpPr>
          <p:spPr bwMode="auto">
            <a:xfrm>
              <a:off x="3686564" y="4801788"/>
              <a:ext cx="547688" cy="4700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tx2"/>
                </a:buClr>
                <a:buSzTx/>
                <a:buFont typeface="Wingdings" panose="05000000000000000000" pitchFamily="2" charset="2"/>
                <a:buNone/>
              </a:pPr>
              <a:r>
                <a:rPr lang="zh-CN" altLang="en-US" sz="2000">
                  <a:solidFill>
                    <a:srgbClr val="000066"/>
                  </a:solidFill>
                  <a:latin typeface="楷体_GB2312" pitchFamily="1" charset="-122"/>
                  <a:ea typeface="楷体_GB2312" pitchFamily="1" charset="-122"/>
                </a:rPr>
                <a:t>-1</a:t>
              </a:r>
            </a:p>
          </p:txBody>
        </p:sp>
        <p:sp>
          <p:nvSpPr>
            <p:cNvPr id="113725" name="Line 65">
              <a:extLst>
                <a:ext uri="{FF2B5EF4-FFF2-40B4-BE49-F238E27FC236}">
                  <a16:creationId xmlns:a16="http://schemas.microsoft.com/office/drawing/2014/main" id="{8F90644C-FAD3-4EDB-9C00-4785D6C9985E}"/>
                </a:ext>
              </a:extLst>
            </p:cNvPr>
            <p:cNvSpPr>
              <a:spLocks noChangeShapeType="1"/>
            </p:cNvSpPr>
            <p:nvPr/>
          </p:nvSpPr>
          <p:spPr bwMode="auto">
            <a:xfrm>
              <a:off x="3686564" y="4801788"/>
              <a:ext cx="1643063"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726" name="Line 66">
              <a:extLst>
                <a:ext uri="{FF2B5EF4-FFF2-40B4-BE49-F238E27FC236}">
                  <a16:creationId xmlns:a16="http://schemas.microsoft.com/office/drawing/2014/main" id="{A35A50BA-15CF-4267-9D5D-F355904AD815}"/>
                </a:ext>
              </a:extLst>
            </p:cNvPr>
            <p:cNvSpPr>
              <a:spLocks noChangeShapeType="1"/>
            </p:cNvSpPr>
            <p:nvPr/>
          </p:nvSpPr>
          <p:spPr bwMode="auto">
            <a:xfrm>
              <a:off x="3686564" y="5271806"/>
              <a:ext cx="1643063"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727" name="Line 67">
              <a:extLst>
                <a:ext uri="{FF2B5EF4-FFF2-40B4-BE49-F238E27FC236}">
                  <a16:creationId xmlns:a16="http://schemas.microsoft.com/office/drawing/2014/main" id="{C30E1472-F263-4D8E-B37F-0DA46648FB4B}"/>
                </a:ext>
              </a:extLst>
            </p:cNvPr>
            <p:cNvSpPr>
              <a:spLocks noChangeShapeType="1"/>
            </p:cNvSpPr>
            <p:nvPr/>
          </p:nvSpPr>
          <p:spPr bwMode="auto">
            <a:xfrm>
              <a:off x="3686564" y="5741824"/>
              <a:ext cx="1643063"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728" name="Line 68">
              <a:extLst>
                <a:ext uri="{FF2B5EF4-FFF2-40B4-BE49-F238E27FC236}">
                  <a16:creationId xmlns:a16="http://schemas.microsoft.com/office/drawing/2014/main" id="{A82CF180-81F0-4D71-BDEB-2F1D1F890A58}"/>
                </a:ext>
              </a:extLst>
            </p:cNvPr>
            <p:cNvSpPr>
              <a:spLocks noChangeShapeType="1"/>
            </p:cNvSpPr>
            <p:nvPr/>
          </p:nvSpPr>
          <p:spPr bwMode="auto">
            <a:xfrm>
              <a:off x="3686564" y="6210741"/>
              <a:ext cx="1643063"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729" name="Line 70">
              <a:extLst>
                <a:ext uri="{FF2B5EF4-FFF2-40B4-BE49-F238E27FC236}">
                  <a16:creationId xmlns:a16="http://schemas.microsoft.com/office/drawing/2014/main" id="{D53DA333-3244-4136-B8B5-7C3D62E0FADD}"/>
                </a:ext>
              </a:extLst>
            </p:cNvPr>
            <p:cNvSpPr>
              <a:spLocks noChangeShapeType="1"/>
            </p:cNvSpPr>
            <p:nvPr/>
          </p:nvSpPr>
          <p:spPr bwMode="auto">
            <a:xfrm>
              <a:off x="4234252" y="4801788"/>
              <a:ext cx="0" cy="140895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730" name="Line 71">
              <a:extLst>
                <a:ext uri="{FF2B5EF4-FFF2-40B4-BE49-F238E27FC236}">
                  <a16:creationId xmlns:a16="http://schemas.microsoft.com/office/drawing/2014/main" id="{6D8CC347-6060-439E-8AE3-328693569BFF}"/>
                </a:ext>
              </a:extLst>
            </p:cNvPr>
            <p:cNvSpPr>
              <a:spLocks noChangeShapeType="1"/>
            </p:cNvSpPr>
            <p:nvPr/>
          </p:nvSpPr>
          <p:spPr bwMode="auto">
            <a:xfrm>
              <a:off x="4781939" y="4801788"/>
              <a:ext cx="0" cy="140895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731" name="Line 72">
              <a:extLst>
                <a:ext uri="{FF2B5EF4-FFF2-40B4-BE49-F238E27FC236}">
                  <a16:creationId xmlns:a16="http://schemas.microsoft.com/office/drawing/2014/main" id="{F3078986-4F4C-414C-8E5B-D67719DD49C5}"/>
                </a:ext>
              </a:extLst>
            </p:cNvPr>
            <p:cNvSpPr>
              <a:spLocks noChangeShapeType="1"/>
            </p:cNvSpPr>
            <p:nvPr/>
          </p:nvSpPr>
          <p:spPr bwMode="auto">
            <a:xfrm>
              <a:off x="5329627" y="4801788"/>
              <a:ext cx="0" cy="1408953"/>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13671" name="Text Box 74">
            <a:extLst>
              <a:ext uri="{FF2B5EF4-FFF2-40B4-BE49-F238E27FC236}">
                <a16:creationId xmlns:a16="http://schemas.microsoft.com/office/drawing/2014/main" id="{30162100-E463-4055-B489-7E5068CDE4C3}"/>
              </a:ext>
            </a:extLst>
          </p:cNvPr>
          <p:cNvSpPr txBox="1">
            <a:spLocks noChangeArrowheads="1"/>
          </p:cNvSpPr>
          <p:nvPr/>
        </p:nvSpPr>
        <p:spPr bwMode="auto">
          <a:xfrm>
            <a:off x="5537200" y="3538538"/>
            <a:ext cx="2119313" cy="461962"/>
          </a:xfrm>
          <a:prstGeom prst="rect">
            <a:avLst/>
          </a:prstGeom>
          <a:solidFill>
            <a:srgbClr val="CC99FF"/>
          </a:solidFill>
          <a:ln>
            <a:noFill/>
          </a:ln>
          <a:effectLst/>
          <a:extLs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kumimoji="1" lang="en-US" altLang="zh-CN" sz="2400" b="1">
                <a:latin typeface="Times New Roman" panose="02020603050405020304" pitchFamily="18" charset="0"/>
              </a:rPr>
              <a:t>Prewitt</a:t>
            </a:r>
            <a:r>
              <a:rPr kumimoji="1" lang="zh-CN" altLang="en-US" sz="2400" b="1">
                <a:latin typeface="Times New Roman" panose="02020603050405020304" pitchFamily="18" charset="0"/>
              </a:rPr>
              <a:t>算子</a:t>
            </a:r>
          </a:p>
        </p:txBody>
      </p:sp>
      <p:sp>
        <p:nvSpPr>
          <p:cNvPr id="113672" name="Text Box 75">
            <a:extLst>
              <a:ext uri="{FF2B5EF4-FFF2-40B4-BE49-F238E27FC236}">
                <a16:creationId xmlns:a16="http://schemas.microsoft.com/office/drawing/2014/main" id="{B4816A5F-329B-4200-8BDA-7B4E26989DC6}"/>
              </a:ext>
            </a:extLst>
          </p:cNvPr>
          <p:cNvSpPr txBox="1">
            <a:spLocks noChangeArrowheads="1"/>
          </p:cNvSpPr>
          <p:nvPr/>
        </p:nvSpPr>
        <p:spPr bwMode="auto">
          <a:xfrm>
            <a:off x="5537200" y="5449888"/>
            <a:ext cx="2119313" cy="46037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kumimoji="1" lang="en-US" altLang="zh-CN" sz="2400">
                <a:latin typeface="Times New Roman" panose="02020603050405020304" pitchFamily="18" charset="0"/>
              </a:rPr>
              <a:t>Sobel </a:t>
            </a:r>
            <a:r>
              <a:rPr kumimoji="1" lang="zh-CN" altLang="en-US" sz="2400">
                <a:latin typeface="Times New Roman" panose="02020603050405020304" pitchFamily="18" charset="0"/>
              </a:rPr>
              <a:t>算子</a:t>
            </a:r>
          </a:p>
        </p:txBody>
      </p:sp>
      <p:sp>
        <p:nvSpPr>
          <p:cNvPr id="113673" name="Line 69">
            <a:extLst>
              <a:ext uri="{FF2B5EF4-FFF2-40B4-BE49-F238E27FC236}">
                <a16:creationId xmlns:a16="http://schemas.microsoft.com/office/drawing/2014/main" id="{D2C84027-C0F7-4D04-8C0E-EDD494AB4FF7}"/>
              </a:ext>
            </a:extLst>
          </p:cNvPr>
          <p:cNvSpPr>
            <a:spLocks noChangeShapeType="1"/>
          </p:cNvSpPr>
          <p:nvPr/>
        </p:nvSpPr>
        <p:spPr bwMode="auto">
          <a:xfrm>
            <a:off x="3686175" y="5021263"/>
            <a:ext cx="0" cy="1408112"/>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113674" name="组合 106">
            <a:extLst>
              <a:ext uri="{FF2B5EF4-FFF2-40B4-BE49-F238E27FC236}">
                <a16:creationId xmlns:a16="http://schemas.microsoft.com/office/drawing/2014/main" id="{FBCC6155-3491-405B-A997-CF68CA5C9FDD}"/>
              </a:ext>
            </a:extLst>
          </p:cNvPr>
          <p:cNvGrpSpPr>
            <a:grpSpLocks/>
          </p:cNvGrpSpPr>
          <p:nvPr/>
        </p:nvGrpSpPr>
        <p:grpSpPr bwMode="auto">
          <a:xfrm>
            <a:off x="1633538" y="5000625"/>
            <a:ext cx="1643062" cy="1433513"/>
            <a:chOff x="1632793" y="4781301"/>
            <a:chExt cx="1643063" cy="1433781"/>
          </a:xfrm>
        </p:grpSpPr>
        <p:sp>
          <p:nvSpPr>
            <p:cNvPr id="113699" name="Rectangle 39">
              <a:extLst>
                <a:ext uri="{FF2B5EF4-FFF2-40B4-BE49-F238E27FC236}">
                  <a16:creationId xmlns:a16="http://schemas.microsoft.com/office/drawing/2014/main" id="{4D54227B-E677-425C-92D7-4849B7C356FF}"/>
                </a:ext>
              </a:extLst>
            </p:cNvPr>
            <p:cNvSpPr>
              <a:spLocks noChangeArrowheads="1"/>
            </p:cNvSpPr>
            <p:nvPr/>
          </p:nvSpPr>
          <p:spPr bwMode="auto">
            <a:xfrm>
              <a:off x="2728168" y="5683484"/>
              <a:ext cx="547688" cy="468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tx2"/>
                </a:buClr>
                <a:buSzTx/>
                <a:buFont typeface="Wingdings" panose="05000000000000000000" pitchFamily="2" charset="2"/>
                <a:buNone/>
              </a:pPr>
              <a:r>
                <a:rPr lang="zh-CN" altLang="en-US" sz="2000">
                  <a:solidFill>
                    <a:srgbClr val="000066"/>
                  </a:solidFill>
                  <a:latin typeface="楷体_GB2312" pitchFamily="1" charset="-122"/>
                  <a:ea typeface="楷体_GB2312" pitchFamily="1" charset="-122"/>
                </a:rPr>
                <a:t>1</a:t>
              </a:r>
            </a:p>
          </p:txBody>
        </p:sp>
        <p:sp>
          <p:nvSpPr>
            <p:cNvPr id="113700" name="Rectangle 40">
              <a:extLst>
                <a:ext uri="{FF2B5EF4-FFF2-40B4-BE49-F238E27FC236}">
                  <a16:creationId xmlns:a16="http://schemas.microsoft.com/office/drawing/2014/main" id="{28E1ECC7-22B1-45A3-873D-84E207174390}"/>
                </a:ext>
              </a:extLst>
            </p:cNvPr>
            <p:cNvSpPr>
              <a:spLocks noChangeArrowheads="1"/>
            </p:cNvSpPr>
            <p:nvPr/>
          </p:nvSpPr>
          <p:spPr bwMode="auto">
            <a:xfrm>
              <a:off x="2180480" y="5683484"/>
              <a:ext cx="547688" cy="468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tx2"/>
                </a:buClr>
                <a:buSzTx/>
                <a:buFont typeface="Wingdings" panose="05000000000000000000" pitchFamily="2" charset="2"/>
                <a:buNone/>
              </a:pPr>
              <a:r>
                <a:rPr lang="zh-CN" altLang="en-US" sz="2000">
                  <a:solidFill>
                    <a:srgbClr val="000066"/>
                  </a:solidFill>
                  <a:latin typeface="楷体_GB2312" pitchFamily="1" charset="-122"/>
                  <a:ea typeface="楷体_GB2312" pitchFamily="1" charset="-122"/>
                </a:rPr>
                <a:t>0</a:t>
              </a:r>
            </a:p>
          </p:txBody>
        </p:sp>
        <p:sp>
          <p:nvSpPr>
            <p:cNvPr id="113701" name="Rectangle 41">
              <a:extLst>
                <a:ext uri="{FF2B5EF4-FFF2-40B4-BE49-F238E27FC236}">
                  <a16:creationId xmlns:a16="http://schemas.microsoft.com/office/drawing/2014/main" id="{B88AF149-EFB3-4895-BA4F-6CA5CC5FA0D6}"/>
                </a:ext>
              </a:extLst>
            </p:cNvPr>
            <p:cNvSpPr>
              <a:spLocks noChangeArrowheads="1"/>
            </p:cNvSpPr>
            <p:nvPr/>
          </p:nvSpPr>
          <p:spPr bwMode="auto">
            <a:xfrm>
              <a:off x="1632793" y="5683484"/>
              <a:ext cx="547688" cy="468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tx2"/>
                </a:buClr>
                <a:buSzTx/>
                <a:buFont typeface="Wingdings" panose="05000000000000000000" pitchFamily="2" charset="2"/>
                <a:buNone/>
              </a:pPr>
              <a:r>
                <a:rPr lang="zh-CN" altLang="en-US" sz="2000">
                  <a:solidFill>
                    <a:srgbClr val="000066"/>
                  </a:solidFill>
                  <a:latin typeface="楷体_GB2312" pitchFamily="1" charset="-122"/>
                  <a:ea typeface="楷体_GB2312" pitchFamily="1" charset="-122"/>
                </a:rPr>
                <a:t>-1</a:t>
              </a:r>
            </a:p>
          </p:txBody>
        </p:sp>
        <p:sp>
          <p:nvSpPr>
            <p:cNvPr id="113702" name="Rectangle 42">
              <a:extLst>
                <a:ext uri="{FF2B5EF4-FFF2-40B4-BE49-F238E27FC236}">
                  <a16:creationId xmlns:a16="http://schemas.microsoft.com/office/drawing/2014/main" id="{6499B907-0C5E-42BC-B6B9-C0CC3EFB2CDD}"/>
                </a:ext>
              </a:extLst>
            </p:cNvPr>
            <p:cNvSpPr>
              <a:spLocks noChangeArrowheads="1"/>
            </p:cNvSpPr>
            <p:nvPr/>
          </p:nvSpPr>
          <p:spPr bwMode="auto">
            <a:xfrm>
              <a:off x="2728168" y="5213466"/>
              <a:ext cx="547688" cy="4700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tx2"/>
                </a:buClr>
                <a:buSzTx/>
                <a:buFont typeface="Wingdings" panose="05000000000000000000" pitchFamily="2" charset="2"/>
                <a:buNone/>
              </a:pPr>
              <a:r>
                <a:rPr lang="zh-CN" altLang="en-US" sz="2000">
                  <a:solidFill>
                    <a:srgbClr val="000066"/>
                  </a:solidFill>
                  <a:latin typeface="楷体_GB2312" pitchFamily="1" charset="-122"/>
                  <a:ea typeface="楷体_GB2312" pitchFamily="1" charset="-122"/>
                </a:rPr>
                <a:t>2</a:t>
              </a:r>
            </a:p>
          </p:txBody>
        </p:sp>
        <p:sp>
          <p:nvSpPr>
            <p:cNvPr id="113703" name="Rectangle 43">
              <a:extLst>
                <a:ext uri="{FF2B5EF4-FFF2-40B4-BE49-F238E27FC236}">
                  <a16:creationId xmlns:a16="http://schemas.microsoft.com/office/drawing/2014/main" id="{44747F37-509E-4D43-9C03-9E295CBA1284}"/>
                </a:ext>
              </a:extLst>
            </p:cNvPr>
            <p:cNvSpPr>
              <a:spLocks noChangeArrowheads="1"/>
            </p:cNvSpPr>
            <p:nvPr/>
          </p:nvSpPr>
          <p:spPr bwMode="auto">
            <a:xfrm>
              <a:off x="2180480" y="5213466"/>
              <a:ext cx="547688" cy="4700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tx2"/>
                </a:buClr>
                <a:buSzTx/>
                <a:buFont typeface="Wingdings" panose="05000000000000000000" pitchFamily="2" charset="2"/>
                <a:buNone/>
              </a:pPr>
              <a:r>
                <a:rPr lang="zh-CN" altLang="en-US" sz="2000">
                  <a:solidFill>
                    <a:srgbClr val="000066"/>
                  </a:solidFill>
                  <a:latin typeface="楷体_GB2312" pitchFamily="1" charset="-122"/>
                  <a:ea typeface="楷体_GB2312" pitchFamily="1" charset="-122"/>
                </a:rPr>
                <a:t>0</a:t>
              </a:r>
            </a:p>
          </p:txBody>
        </p:sp>
        <p:sp>
          <p:nvSpPr>
            <p:cNvPr id="113704" name="Rectangle 44">
              <a:extLst>
                <a:ext uri="{FF2B5EF4-FFF2-40B4-BE49-F238E27FC236}">
                  <a16:creationId xmlns:a16="http://schemas.microsoft.com/office/drawing/2014/main" id="{355B4746-B7D5-45E0-AF1A-30236B845A49}"/>
                </a:ext>
              </a:extLst>
            </p:cNvPr>
            <p:cNvSpPr>
              <a:spLocks noChangeArrowheads="1"/>
            </p:cNvSpPr>
            <p:nvPr/>
          </p:nvSpPr>
          <p:spPr bwMode="auto">
            <a:xfrm>
              <a:off x="1632793" y="5213466"/>
              <a:ext cx="547688" cy="4700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tx2"/>
                </a:buClr>
                <a:buSzTx/>
                <a:buFont typeface="Wingdings" panose="05000000000000000000" pitchFamily="2" charset="2"/>
                <a:buNone/>
              </a:pPr>
              <a:r>
                <a:rPr lang="zh-CN" altLang="en-US" sz="2000">
                  <a:solidFill>
                    <a:srgbClr val="000066"/>
                  </a:solidFill>
                  <a:latin typeface="楷体_GB2312" pitchFamily="1" charset="-122"/>
                  <a:ea typeface="楷体_GB2312" pitchFamily="1" charset="-122"/>
                </a:rPr>
                <a:t>-2</a:t>
              </a:r>
            </a:p>
          </p:txBody>
        </p:sp>
        <p:sp>
          <p:nvSpPr>
            <p:cNvPr id="113705" name="Rectangle 45">
              <a:extLst>
                <a:ext uri="{FF2B5EF4-FFF2-40B4-BE49-F238E27FC236}">
                  <a16:creationId xmlns:a16="http://schemas.microsoft.com/office/drawing/2014/main" id="{EDBDF405-549E-40EC-8902-2484046C39E4}"/>
                </a:ext>
              </a:extLst>
            </p:cNvPr>
            <p:cNvSpPr>
              <a:spLocks noChangeArrowheads="1"/>
            </p:cNvSpPr>
            <p:nvPr/>
          </p:nvSpPr>
          <p:spPr bwMode="auto">
            <a:xfrm>
              <a:off x="2728168" y="4817198"/>
              <a:ext cx="547688" cy="358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tx2"/>
                </a:buClr>
                <a:buSzTx/>
                <a:buFont typeface="Wingdings" panose="05000000000000000000" pitchFamily="2" charset="2"/>
                <a:buNone/>
              </a:pPr>
              <a:r>
                <a:rPr lang="zh-CN" altLang="en-US" sz="2000">
                  <a:solidFill>
                    <a:srgbClr val="000066"/>
                  </a:solidFill>
                  <a:latin typeface="楷体_GB2312" pitchFamily="1" charset="-122"/>
                  <a:ea typeface="楷体_GB2312" pitchFamily="1" charset="-122"/>
                </a:rPr>
                <a:t>1</a:t>
              </a:r>
            </a:p>
          </p:txBody>
        </p:sp>
        <p:sp>
          <p:nvSpPr>
            <p:cNvPr id="113706" name="Rectangle 46">
              <a:extLst>
                <a:ext uri="{FF2B5EF4-FFF2-40B4-BE49-F238E27FC236}">
                  <a16:creationId xmlns:a16="http://schemas.microsoft.com/office/drawing/2014/main" id="{BADA3084-0A89-4385-9776-C26CBD21C65F}"/>
                </a:ext>
              </a:extLst>
            </p:cNvPr>
            <p:cNvSpPr>
              <a:spLocks noChangeArrowheads="1"/>
            </p:cNvSpPr>
            <p:nvPr/>
          </p:nvSpPr>
          <p:spPr bwMode="auto">
            <a:xfrm>
              <a:off x="2180480" y="4801788"/>
              <a:ext cx="547688" cy="4116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tx2"/>
                </a:buClr>
                <a:buSzTx/>
                <a:buFont typeface="Wingdings" panose="05000000000000000000" pitchFamily="2" charset="2"/>
                <a:buNone/>
              </a:pPr>
              <a:r>
                <a:rPr lang="zh-CN" altLang="en-US" sz="2000">
                  <a:solidFill>
                    <a:srgbClr val="000066"/>
                  </a:solidFill>
                  <a:latin typeface="楷体_GB2312" pitchFamily="1" charset="-122"/>
                  <a:ea typeface="楷体_GB2312" pitchFamily="1" charset="-122"/>
                </a:rPr>
                <a:t>0</a:t>
              </a:r>
            </a:p>
          </p:txBody>
        </p:sp>
        <p:sp>
          <p:nvSpPr>
            <p:cNvPr id="113707" name="Rectangle 47">
              <a:extLst>
                <a:ext uri="{FF2B5EF4-FFF2-40B4-BE49-F238E27FC236}">
                  <a16:creationId xmlns:a16="http://schemas.microsoft.com/office/drawing/2014/main" id="{A42B6E13-474F-459D-98A4-E401EBF02160}"/>
                </a:ext>
              </a:extLst>
            </p:cNvPr>
            <p:cNvSpPr>
              <a:spLocks noChangeArrowheads="1"/>
            </p:cNvSpPr>
            <p:nvPr/>
          </p:nvSpPr>
          <p:spPr bwMode="auto">
            <a:xfrm>
              <a:off x="1632793" y="4817198"/>
              <a:ext cx="547688" cy="358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buClr>
                  <a:schemeClr val="tx2"/>
                </a:buClr>
                <a:buSzTx/>
                <a:buFont typeface="Wingdings" panose="05000000000000000000" pitchFamily="2" charset="2"/>
                <a:buNone/>
              </a:pPr>
              <a:r>
                <a:rPr lang="zh-CN" altLang="en-US" sz="2000">
                  <a:solidFill>
                    <a:srgbClr val="000066"/>
                  </a:solidFill>
                  <a:latin typeface="楷体_GB2312" pitchFamily="1" charset="-122"/>
                  <a:ea typeface="楷体_GB2312" pitchFamily="1" charset="-122"/>
                </a:rPr>
                <a:t>-1</a:t>
              </a:r>
            </a:p>
          </p:txBody>
        </p:sp>
        <p:sp>
          <p:nvSpPr>
            <p:cNvPr id="113708" name="Line 48">
              <a:extLst>
                <a:ext uri="{FF2B5EF4-FFF2-40B4-BE49-F238E27FC236}">
                  <a16:creationId xmlns:a16="http://schemas.microsoft.com/office/drawing/2014/main" id="{B2FBD381-EE29-4359-BE27-2E955FD5B6D0}"/>
                </a:ext>
              </a:extLst>
            </p:cNvPr>
            <p:cNvSpPr>
              <a:spLocks noChangeShapeType="1"/>
            </p:cNvSpPr>
            <p:nvPr/>
          </p:nvSpPr>
          <p:spPr bwMode="auto">
            <a:xfrm>
              <a:off x="1632793" y="4781566"/>
              <a:ext cx="1643063"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709" name="Line 49">
              <a:extLst>
                <a:ext uri="{FF2B5EF4-FFF2-40B4-BE49-F238E27FC236}">
                  <a16:creationId xmlns:a16="http://schemas.microsoft.com/office/drawing/2014/main" id="{A56515C3-141F-4B16-A533-AD06111DAD18}"/>
                </a:ext>
              </a:extLst>
            </p:cNvPr>
            <p:cNvSpPr>
              <a:spLocks noChangeShapeType="1"/>
            </p:cNvSpPr>
            <p:nvPr/>
          </p:nvSpPr>
          <p:spPr bwMode="auto">
            <a:xfrm>
              <a:off x="1632793" y="5213466"/>
              <a:ext cx="1643063"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710" name="Line 50">
              <a:extLst>
                <a:ext uri="{FF2B5EF4-FFF2-40B4-BE49-F238E27FC236}">
                  <a16:creationId xmlns:a16="http://schemas.microsoft.com/office/drawing/2014/main" id="{2E399B9D-B62E-415C-877D-9A7F56B1A90C}"/>
                </a:ext>
              </a:extLst>
            </p:cNvPr>
            <p:cNvSpPr>
              <a:spLocks noChangeShapeType="1"/>
            </p:cNvSpPr>
            <p:nvPr/>
          </p:nvSpPr>
          <p:spPr bwMode="auto">
            <a:xfrm>
              <a:off x="1632793" y="5683484"/>
              <a:ext cx="1643063"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711" name="Line 51">
              <a:extLst>
                <a:ext uri="{FF2B5EF4-FFF2-40B4-BE49-F238E27FC236}">
                  <a16:creationId xmlns:a16="http://schemas.microsoft.com/office/drawing/2014/main" id="{6AB44C34-F7E9-4D0E-A491-823148A9F56F}"/>
                </a:ext>
              </a:extLst>
            </p:cNvPr>
            <p:cNvSpPr>
              <a:spLocks noChangeShapeType="1"/>
            </p:cNvSpPr>
            <p:nvPr/>
          </p:nvSpPr>
          <p:spPr bwMode="auto">
            <a:xfrm>
              <a:off x="1632793" y="6207847"/>
              <a:ext cx="1643063"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712" name="Line 52">
              <a:extLst>
                <a:ext uri="{FF2B5EF4-FFF2-40B4-BE49-F238E27FC236}">
                  <a16:creationId xmlns:a16="http://schemas.microsoft.com/office/drawing/2014/main" id="{A30BB865-EEF4-47DC-AB0C-9F78D302E155}"/>
                </a:ext>
              </a:extLst>
            </p:cNvPr>
            <p:cNvSpPr>
              <a:spLocks noChangeShapeType="1"/>
            </p:cNvSpPr>
            <p:nvPr/>
          </p:nvSpPr>
          <p:spPr bwMode="auto">
            <a:xfrm>
              <a:off x="1632793" y="4811082"/>
              <a:ext cx="0" cy="140400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713" name="Line 53">
              <a:extLst>
                <a:ext uri="{FF2B5EF4-FFF2-40B4-BE49-F238E27FC236}">
                  <a16:creationId xmlns:a16="http://schemas.microsoft.com/office/drawing/2014/main" id="{B6C5DC99-4914-4F36-9BE0-17D403B64D34}"/>
                </a:ext>
              </a:extLst>
            </p:cNvPr>
            <p:cNvSpPr>
              <a:spLocks noChangeShapeType="1"/>
            </p:cNvSpPr>
            <p:nvPr/>
          </p:nvSpPr>
          <p:spPr bwMode="auto">
            <a:xfrm>
              <a:off x="2180480" y="4796568"/>
              <a:ext cx="0" cy="1368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714" name="Line 54">
              <a:extLst>
                <a:ext uri="{FF2B5EF4-FFF2-40B4-BE49-F238E27FC236}">
                  <a16:creationId xmlns:a16="http://schemas.microsoft.com/office/drawing/2014/main" id="{34B11D29-2700-433B-98FD-97E263036374}"/>
                </a:ext>
              </a:extLst>
            </p:cNvPr>
            <p:cNvSpPr>
              <a:spLocks noChangeShapeType="1"/>
            </p:cNvSpPr>
            <p:nvPr/>
          </p:nvSpPr>
          <p:spPr bwMode="auto">
            <a:xfrm>
              <a:off x="2728168" y="4781301"/>
              <a:ext cx="0" cy="1404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715" name="Line 52">
              <a:extLst>
                <a:ext uri="{FF2B5EF4-FFF2-40B4-BE49-F238E27FC236}">
                  <a16:creationId xmlns:a16="http://schemas.microsoft.com/office/drawing/2014/main" id="{7A8ADF28-8A7D-42F7-AE3E-AD67E0507003}"/>
                </a:ext>
              </a:extLst>
            </p:cNvPr>
            <p:cNvSpPr>
              <a:spLocks noChangeShapeType="1"/>
            </p:cNvSpPr>
            <p:nvPr/>
          </p:nvSpPr>
          <p:spPr bwMode="auto">
            <a:xfrm>
              <a:off x="3275735" y="4803847"/>
              <a:ext cx="0" cy="140400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13675" name="内容占位符 2">
            <a:extLst>
              <a:ext uri="{FF2B5EF4-FFF2-40B4-BE49-F238E27FC236}">
                <a16:creationId xmlns:a16="http://schemas.microsoft.com/office/drawing/2014/main" id="{6D56D6A1-9A26-4644-9968-E060395B43E7}"/>
              </a:ext>
            </a:extLst>
          </p:cNvPr>
          <p:cNvSpPr>
            <a:spLocks noGrp="1"/>
          </p:cNvSpPr>
          <p:nvPr>
            <p:ph idx="1"/>
          </p:nvPr>
        </p:nvSpPr>
        <p:spPr>
          <a:xfrm>
            <a:off x="360363" y="968375"/>
            <a:ext cx="8302625" cy="582613"/>
          </a:xfrm>
        </p:spPr>
        <p:txBody>
          <a:bodyPr/>
          <a:lstStyle/>
          <a:p>
            <a:pPr>
              <a:buFont typeface="Wingdings" panose="05000000000000000000" pitchFamily="2" charset="2"/>
              <a:buChar char="p"/>
            </a:pPr>
            <a:r>
              <a:rPr lang="zh-CN" altLang="en-US" sz="2800" b="1">
                <a:solidFill>
                  <a:srgbClr val="C00000"/>
                </a:solidFill>
                <a:ea typeface="华文楷体" panose="02010600040101010101" pitchFamily="2" charset="-122"/>
              </a:rPr>
              <a:t> </a:t>
            </a:r>
            <a:r>
              <a:rPr lang="zh-CN" altLang="en-US" sz="2800" b="1">
                <a:ea typeface="华文楷体" panose="02010600040101010101" pitchFamily="2" charset="-122"/>
              </a:rPr>
              <a:t>常用梯度锐化滤波器</a:t>
            </a:r>
          </a:p>
        </p:txBody>
      </p:sp>
      <p:graphicFrame>
        <p:nvGraphicFramePr>
          <p:cNvPr id="100" name="表格 99">
            <a:extLst>
              <a:ext uri="{FF2B5EF4-FFF2-40B4-BE49-F238E27FC236}">
                <a16:creationId xmlns:a16="http://schemas.microsoft.com/office/drawing/2014/main" id="{406C4FBC-0AA7-44A4-AB33-736A1EC6C37E}"/>
              </a:ext>
            </a:extLst>
          </p:cNvPr>
          <p:cNvGraphicFramePr>
            <a:graphicFrameLocks noGrp="1"/>
          </p:cNvGraphicFramePr>
          <p:nvPr/>
        </p:nvGraphicFramePr>
        <p:xfrm>
          <a:off x="1690688" y="1736725"/>
          <a:ext cx="809625" cy="741363"/>
        </p:xfrm>
        <a:graphic>
          <a:graphicData uri="http://schemas.openxmlformats.org/drawingml/2006/table">
            <a:tbl>
              <a:tblPr firstRow="1" bandRow="1">
                <a:tableStyleId>{5940675A-B579-460E-94D1-54222C63F5DA}</a:tableStyleId>
              </a:tblPr>
              <a:tblGrid>
                <a:gridCol w="404813">
                  <a:extLst>
                    <a:ext uri="{9D8B030D-6E8A-4147-A177-3AD203B41FA5}">
                      <a16:colId xmlns:a16="http://schemas.microsoft.com/office/drawing/2014/main" val="20000"/>
                    </a:ext>
                  </a:extLst>
                </a:gridCol>
                <a:gridCol w="404813">
                  <a:extLst>
                    <a:ext uri="{9D8B030D-6E8A-4147-A177-3AD203B41FA5}">
                      <a16:colId xmlns:a16="http://schemas.microsoft.com/office/drawing/2014/main" val="20001"/>
                    </a:ext>
                  </a:extLst>
                </a:gridCol>
              </a:tblGrid>
              <a:tr h="370682">
                <a:tc>
                  <a:txBody>
                    <a:bodyPr/>
                    <a:lstStyle/>
                    <a:p>
                      <a:r>
                        <a:rPr lang="en-US" altLang="zh-CN" sz="1800" dirty="0"/>
                        <a:t>-1</a:t>
                      </a:r>
                      <a:endParaRPr lang="zh-CN" altLang="en-US" sz="1800" dirty="0"/>
                    </a:p>
                  </a:txBody>
                  <a:tcPr marL="91531" marR="91531" marT="45700" marB="45700"/>
                </a:tc>
                <a:tc>
                  <a:txBody>
                    <a:bodyPr/>
                    <a:lstStyle/>
                    <a:p>
                      <a:endParaRPr lang="zh-CN" altLang="en-US" sz="1800" dirty="0"/>
                    </a:p>
                  </a:txBody>
                  <a:tcPr marL="91531" marR="91531" marT="45700" marB="45700"/>
                </a:tc>
                <a:extLst>
                  <a:ext uri="{0D108BD9-81ED-4DB2-BD59-A6C34878D82A}">
                    <a16:rowId xmlns:a16="http://schemas.microsoft.com/office/drawing/2014/main" val="10000"/>
                  </a:ext>
                </a:extLst>
              </a:tr>
              <a:tr h="370682">
                <a:tc>
                  <a:txBody>
                    <a:bodyPr/>
                    <a:lstStyle/>
                    <a:p>
                      <a:endParaRPr lang="zh-CN" altLang="en-US" sz="1800" dirty="0"/>
                    </a:p>
                  </a:txBody>
                  <a:tcPr marL="91531" marR="91531" marT="45700" marB="45700"/>
                </a:tc>
                <a:tc>
                  <a:txBody>
                    <a:bodyPr/>
                    <a:lstStyle/>
                    <a:p>
                      <a:r>
                        <a:rPr lang="en-US" altLang="zh-CN" sz="1800" dirty="0"/>
                        <a:t>1</a:t>
                      </a:r>
                      <a:endParaRPr lang="zh-CN" altLang="en-US" sz="1800" dirty="0"/>
                    </a:p>
                  </a:txBody>
                  <a:tcPr marL="91531" marR="91531" marT="45700" marB="45700"/>
                </a:tc>
                <a:extLst>
                  <a:ext uri="{0D108BD9-81ED-4DB2-BD59-A6C34878D82A}">
                    <a16:rowId xmlns:a16="http://schemas.microsoft.com/office/drawing/2014/main" val="10001"/>
                  </a:ext>
                </a:extLst>
              </a:tr>
            </a:tbl>
          </a:graphicData>
        </a:graphic>
      </p:graphicFrame>
      <p:graphicFrame>
        <p:nvGraphicFramePr>
          <p:cNvPr id="101" name="表格 100">
            <a:extLst>
              <a:ext uri="{FF2B5EF4-FFF2-40B4-BE49-F238E27FC236}">
                <a16:creationId xmlns:a16="http://schemas.microsoft.com/office/drawing/2014/main" id="{06068DCD-E98B-4FC9-8264-3FC032C1AFE3}"/>
              </a:ext>
            </a:extLst>
          </p:cNvPr>
          <p:cNvGraphicFramePr>
            <a:graphicFrameLocks noGrp="1"/>
          </p:cNvGraphicFramePr>
          <p:nvPr/>
        </p:nvGraphicFramePr>
        <p:xfrm>
          <a:off x="3621088" y="1736725"/>
          <a:ext cx="808037" cy="741363"/>
        </p:xfrm>
        <a:graphic>
          <a:graphicData uri="http://schemas.openxmlformats.org/drawingml/2006/table">
            <a:tbl>
              <a:tblPr firstRow="1" bandRow="1">
                <a:tableStyleId>{5940675A-B579-460E-94D1-54222C63F5DA}</a:tableStyleId>
              </a:tblPr>
              <a:tblGrid>
                <a:gridCol w="404019">
                  <a:extLst>
                    <a:ext uri="{9D8B030D-6E8A-4147-A177-3AD203B41FA5}">
                      <a16:colId xmlns:a16="http://schemas.microsoft.com/office/drawing/2014/main" val="20000"/>
                    </a:ext>
                  </a:extLst>
                </a:gridCol>
                <a:gridCol w="404019">
                  <a:extLst>
                    <a:ext uri="{9D8B030D-6E8A-4147-A177-3AD203B41FA5}">
                      <a16:colId xmlns:a16="http://schemas.microsoft.com/office/drawing/2014/main" val="20001"/>
                    </a:ext>
                  </a:extLst>
                </a:gridCol>
              </a:tblGrid>
              <a:tr h="370682">
                <a:tc>
                  <a:txBody>
                    <a:bodyPr/>
                    <a:lstStyle/>
                    <a:p>
                      <a:endParaRPr lang="zh-CN" altLang="en-US" sz="1800" dirty="0"/>
                    </a:p>
                  </a:txBody>
                  <a:tcPr marL="91351" marR="91351" marT="45700" marB="45700"/>
                </a:tc>
                <a:tc>
                  <a:txBody>
                    <a:bodyPr/>
                    <a:lstStyle/>
                    <a:p>
                      <a:r>
                        <a:rPr lang="en-US" altLang="zh-CN" sz="1800" dirty="0"/>
                        <a:t>-1</a:t>
                      </a:r>
                      <a:endParaRPr lang="zh-CN" altLang="en-US" sz="1800" dirty="0"/>
                    </a:p>
                  </a:txBody>
                  <a:tcPr marL="91351" marR="91351" marT="45700" marB="45700"/>
                </a:tc>
                <a:extLst>
                  <a:ext uri="{0D108BD9-81ED-4DB2-BD59-A6C34878D82A}">
                    <a16:rowId xmlns:a16="http://schemas.microsoft.com/office/drawing/2014/main" val="10000"/>
                  </a:ext>
                </a:extLst>
              </a:tr>
              <a:tr h="370682">
                <a:tc>
                  <a:txBody>
                    <a:bodyPr/>
                    <a:lstStyle/>
                    <a:p>
                      <a:r>
                        <a:rPr lang="en-US" altLang="zh-CN" sz="1800" dirty="0"/>
                        <a:t>1</a:t>
                      </a:r>
                      <a:endParaRPr lang="zh-CN" altLang="en-US" sz="1800" dirty="0"/>
                    </a:p>
                  </a:txBody>
                  <a:tcPr marL="91351" marR="91351" marT="45700" marB="45700"/>
                </a:tc>
                <a:tc>
                  <a:txBody>
                    <a:bodyPr/>
                    <a:lstStyle/>
                    <a:p>
                      <a:endParaRPr lang="zh-CN" altLang="en-US" sz="1800" dirty="0"/>
                    </a:p>
                  </a:txBody>
                  <a:tcPr marL="91351" marR="91351" marT="45700" marB="45700"/>
                </a:tc>
                <a:extLst>
                  <a:ext uri="{0D108BD9-81ED-4DB2-BD59-A6C34878D82A}">
                    <a16:rowId xmlns:a16="http://schemas.microsoft.com/office/drawing/2014/main" val="10001"/>
                  </a:ext>
                </a:extLst>
              </a:tr>
            </a:tbl>
          </a:graphicData>
        </a:graphic>
      </p:graphicFrame>
      <p:sp>
        <p:nvSpPr>
          <p:cNvPr id="113698" name="Text Box 74">
            <a:extLst>
              <a:ext uri="{FF2B5EF4-FFF2-40B4-BE49-F238E27FC236}">
                <a16:creationId xmlns:a16="http://schemas.microsoft.com/office/drawing/2014/main" id="{7710F15C-7DD2-4F6B-99C8-8EC6A6BF8B52}"/>
              </a:ext>
            </a:extLst>
          </p:cNvPr>
          <p:cNvSpPr txBox="1">
            <a:spLocks noChangeArrowheads="1"/>
          </p:cNvSpPr>
          <p:nvPr/>
        </p:nvSpPr>
        <p:spPr bwMode="auto">
          <a:xfrm>
            <a:off x="5500688" y="1824038"/>
            <a:ext cx="2119312" cy="461962"/>
          </a:xfrm>
          <a:prstGeom prst="rect">
            <a:avLst/>
          </a:prstGeom>
          <a:solidFill>
            <a:srgbClr val="CC99FF"/>
          </a:solidFill>
          <a:ln>
            <a:noFill/>
          </a:ln>
          <a:effectLst/>
          <a:extLs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kumimoji="1" lang="en-US" altLang="zh-CN" sz="2400" b="1">
                <a:latin typeface="Times New Roman" panose="02020603050405020304" pitchFamily="18" charset="0"/>
              </a:rPr>
              <a:t>Roberts</a:t>
            </a:r>
            <a:r>
              <a:rPr kumimoji="1" lang="zh-CN" altLang="en-US" sz="2400" b="1">
                <a:latin typeface="Times New Roman" panose="02020603050405020304" pitchFamily="18" charset="0"/>
              </a:rPr>
              <a:t>算子</a:t>
            </a:r>
          </a:p>
        </p:txBody>
      </p:sp>
    </p:spTree>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07F2427C-9AC9-4C03-B96F-AA0437B21DDF}"/>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4691" name="TextBox 23">
            <a:extLst>
              <a:ext uri="{FF2B5EF4-FFF2-40B4-BE49-F238E27FC236}">
                <a16:creationId xmlns:a16="http://schemas.microsoft.com/office/drawing/2014/main" id="{EA74DF3E-CA65-43B9-80C3-F7888E68A427}"/>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rgbClr val="7F7F7F"/>
                </a:solidFill>
                <a:latin typeface="Century Gothic" panose="020B0502020202020204" pitchFamily="34" charset="0"/>
                <a:ea typeface="宋体" panose="02010600030101010101" pitchFamily="2" charset="-122"/>
              </a:defRPr>
            </a:lvl1pPr>
            <a:lvl2pPr marL="742950" indent="-285750">
              <a:spcBef>
                <a:spcPct val="20000"/>
              </a:spcBef>
              <a:buFont typeface="Arial" panose="020B0604020202020204" pitchFamily="34" charset="0"/>
              <a:buChar char="o"/>
              <a:defRPr sz="1600">
                <a:solidFill>
                  <a:srgbClr val="7F7F7F"/>
                </a:solidFill>
                <a:latin typeface="Century Gothic" panose="020B0502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3pPr>
            <a:lvl4pPr marL="1600200" indent="-228600">
              <a:spcBef>
                <a:spcPct val="20000"/>
              </a:spcBef>
              <a:buFont typeface="Arial" panose="020B0604020202020204" pitchFamily="34" charset="0"/>
              <a:buChar char="o"/>
              <a:defRPr sz="1600">
                <a:solidFill>
                  <a:srgbClr val="7F7F7F"/>
                </a:solidFill>
                <a:latin typeface="Century Gothic" panose="020B0502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9pPr>
          </a:lstStyle>
          <a:p>
            <a:pPr algn="ctr">
              <a:spcBef>
                <a:spcPct val="0"/>
              </a:spcBef>
              <a:buFontTx/>
              <a:buNone/>
            </a:pPr>
            <a:r>
              <a:rPr lang="zh-CN" altLang="en-US" sz="3200" b="1">
                <a:solidFill>
                  <a:schemeClr val="bg1"/>
                </a:solidFill>
                <a:latin typeface="微软雅黑" panose="020B0503020204020204" pitchFamily="34" charset="-122"/>
                <a:ea typeface="微软雅黑" panose="020B0503020204020204" pitchFamily="34" charset="-122"/>
              </a:rPr>
              <a:t>锐化滤波</a:t>
            </a:r>
          </a:p>
        </p:txBody>
      </p:sp>
      <p:graphicFrame>
        <p:nvGraphicFramePr>
          <p:cNvPr id="12" name="Object 3">
            <a:extLst>
              <a:ext uri="{FF2B5EF4-FFF2-40B4-BE49-F238E27FC236}">
                <a16:creationId xmlns:a16="http://schemas.microsoft.com/office/drawing/2014/main" id="{C292845B-145B-4FC6-86DB-838D43FB6280}"/>
              </a:ext>
            </a:extLst>
          </p:cNvPr>
          <p:cNvGraphicFramePr>
            <a:graphicFrameLocks noChangeAspect="1"/>
          </p:cNvGraphicFramePr>
          <p:nvPr/>
        </p:nvGraphicFramePr>
        <p:xfrm>
          <a:off x="706438" y="2462213"/>
          <a:ext cx="2736850" cy="688975"/>
        </p:xfrm>
        <a:graphic>
          <a:graphicData uri="http://schemas.openxmlformats.org/presentationml/2006/ole">
            <mc:AlternateContent xmlns:mc="http://schemas.openxmlformats.org/markup-compatibility/2006">
              <mc:Choice xmlns:v="urn:schemas-microsoft-com:vml" Requires="v">
                <p:oleObj spid="_x0000_s114702" r:id="rId3" imgW="1765300" imgH="444500" progId="Equation.DSMT4">
                  <p:embed/>
                </p:oleObj>
              </mc:Choice>
              <mc:Fallback>
                <p:oleObj r:id="rId3" imgW="1765300" imgH="4445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6438" y="2462213"/>
                        <a:ext cx="2736850" cy="68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 name="Object 4">
            <a:extLst>
              <a:ext uri="{FF2B5EF4-FFF2-40B4-BE49-F238E27FC236}">
                <a16:creationId xmlns:a16="http://schemas.microsoft.com/office/drawing/2014/main" id="{157CBD20-AB0B-46B0-9687-6F746EEFCCF6}"/>
              </a:ext>
            </a:extLst>
          </p:cNvPr>
          <p:cNvGraphicFramePr>
            <a:graphicFrameLocks noChangeAspect="1"/>
          </p:cNvGraphicFramePr>
          <p:nvPr/>
        </p:nvGraphicFramePr>
        <p:xfrm>
          <a:off x="2003425" y="3565525"/>
          <a:ext cx="4670425" cy="727075"/>
        </p:xfrm>
        <a:graphic>
          <a:graphicData uri="http://schemas.openxmlformats.org/presentationml/2006/ole">
            <mc:AlternateContent xmlns:mc="http://schemas.openxmlformats.org/markup-compatibility/2006">
              <mc:Choice xmlns:v="urn:schemas-microsoft-com:vml" Requires="v">
                <p:oleObj spid="_x0000_s114703" r:id="rId5" imgW="2692400" imgH="419100" progId="Equation.DSMT4">
                  <p:embed/>
                </p:oleObj>
              </mc:Choice>
              <mc:Fallback>
                <p:oleObj r:id="rId5" imgW="2692400" imgH="4191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03425" y="3565525"/>
                        <a:ext cx="4670425" cy="72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 name="Text Box 5">
            <a:extLst>
              <a:ext uri="{FF2B5EF4-FFF2-40B4-BE49-F238E27FC236}">
                <a16:creationId xmlns:a16="http://schemas.microsoft.com/office/drawing/2014/main" id="{E993B6B7-04D1-4F49-8D94-B0B21EE8DD96}"/>
              </a:ext>
            </a:extLst>
          </p:cNvPr>
          <p:cNvSpPr txBox="1">
            <a:spLocks noChangeArrowheads="1"/>
          </p:cNvSpPr>
          <p:nvPr/>
        </p:nvSpPr>
        <p:spPr bwMode="auto">
          <a:xfrm>
            <a:off x="539750" y="1125538"/>
            <a:ext cx="7920038" cy="126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marL="457200" indent="-457200">
              <a:spcBef>
                <a:spcPct val="20000"/>
              </a:spcBef>
              <a:buFont typeface="Arial" panose="020B0604020202020204" pitchFamily="34" charset="0"/>
              <a:buChar char="•"/>
              <a:defRPr sz="2400">
                <a:solidFill>
                  <a:srgbClr val="7F7F7F"/>
                </a:solidFill>
                <a:latin typeface="Century Gothic" panose="020B0502020202020204" pitchFamily="34" charset="0"/>
                <a:ea typeface="宋体" panose="02010600030101010101" pitchFamily="2" charset="-122"/>
              </a:defRPr>
            </a:lvl1pPr>
            <a:lvl2pPr marL="742950" indent="-285750">
              <a:spcBef>
                <a:spcPct val="20000"/>
              </a:spcBef>
              <a:buFont typeface="Arial" panose="020B0604020202020204" pitchFamily="34" charset="0"/>
              <a:buChar char="o"/>
              <a:defRPr sz="1600">
                <a:solidFill>
                  <a:srgbClr val="7F7F7F"/>
                </a:solidFill>
                <a:latin typeface="Century Gothic" panose="020B0502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3pPr>
            <a:lvl4pPr marL="1600200" indent="-228600">
              <a:spcBef>
                <a:spcPct val="20000"/>
              </a:spcBef>
              <a:buFont typeface="Arial" panose="020B0604020202020204" pitchFamily="34" charset="0"/>
              <a:buChar char="o"/>
              <a:defRPr sz="1600">
                <a:solidFill>
                  <a:srgbClr val="7F7F7F"/>
                </a:solidFill>
                <a:latin typeface="Century Gothic" panose="020B0502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9pPr>
          </a:lstStyle>
          <a:p>
            <a:pPr eaLnBrk="1" hangingPunct="1">
              <a:spcBef>
                <a:spcPct val="0"/>
              </a:spcBef>
              <a:buFont typeface="Arial" panose="020B0604020202020204" pitchFamily="34" charset="0"/>
              <a:buNone/>
            </a:pPr>
            <a:r>
              <a:rPr lang="zh-CN" altLang="en-US" sz="2800" b="1">
                <a:solidFill>
                  <a:schemeClr val="tx1"/>
                </a:solidFill>
                <a:latin typeface="Times New Roman" panose="02020603050405020304" pitchFamily="18" charset="0"/>
                <a:ea typeface="楷体_GB2312" pitchFamily="1" charset="-122"/>
              </a:rPr>
              <a:t>基于二阶微分的图像增强 </a:t>
            </a:r>
            <a:r>
              <a:rPr lang="en-US" altLang="zh-CN" sz="2800" b="1">
                <a:solidFill>
                  <a:schemeClr val="tx1"/>
                </a:solidFill>
                <a:latin typeface="Times New Roman" panose="02020603050405020304" pitchFamily="18" charset="0"/>
                <a:ea typeface="楷体_GB2312" pitchFamily="1" charset="-122"/>
              </a:rPr>
              <a:t>—— </a:t>
            </a:r>
            <a:r>
              <a:rPr lang="zh-CN" altLang="en-US" sz="2800" b="1">
                <a:solidFill>
                  <a:srgbClr val="FF0000"/>
                </a:solidFill>
                <a:latin typeface="Times New Roman" panose="02020603050405020304" pitchFamily="18" charset="0"/>
                <a:ea typeface="楷体_GB2312" pitchFamily="1" charset="-122"/>
              </a:rPr>
              <a:t>拉普拉斯算子</a:t>
            </a:r>
          </a:p>
          <a:p>
            <a:pPr eaLnBrk="1" hangingPunct="1">
              <a:spcBef>
                <a:spcPct val="0"/>
              </a:spcBef>
              <a:buFont typeface="Arial" panose="020B0604020202020204" pitchFamily="34" charset="0"/>
              <a:buNone/>
            </a:pPr>
            <a:endParaRPr lang="zh-CN" altLang="en-US" b="1">
              <a:solidFill>
                <a:schemeClr val="tx1"/>
              </a:solidFill>
              <a:latin typeface="Times New Roman" panose="02020603050405020304" pitchFamily="18" charset="0"/>
              <a:ea typeface="楷体_GB2312" pitchFamily="1" charset="-122"/>
            </a:endParaRPr>
          </a:p>
          <a:p>
            <a:pPr eaLnBrk="1" hangingPunct="1">
              <a:spcBef>
                <a:spcPct val="0"/>
              </a:spcBef>
              <a:buFont typeface="Arial" panose="020B0604020202020204" pitchFamily="34" charset="0"/>
              <a:buNone/>
            </a:pPr>
            <a:r>
              <a:rPr lang="zh-CN" altLang="en-US" b="1">
                <a:solidFill>
                  <a:schemeClr val="tx1"/>
                </a:solidFill>
                <a:latin typeface="Times New Roman" panose="02020603050405020304" pitchFamily="18" charset="0"/>
                <a:ea typeface="楷体_GB2312" pitchFamily="1" charset="-122"/>
              </a:rPr>
              <a:t>二元图像函数</a:t>
            </a:r>
            <a:r>
              <a:rPr lang="en-US" altLang="zh-CN" b="1">
                <a:solidFill>
                  <a:schemeClr val="tx1"/>
                </a:solidFill>
                <a:latin typeface="Times New Roman" panose="02020603050405020304" pitchFamily="18" charset="0"/>
                <a:ea typeface="楷体_GB2312" pitchFamily="1" charset="-122"/>
              </a:rPr>
              <a:t>f(x,y)</a:t>
            </a:r>
            <a:r>
              <a:rPr lang="zh-CN" altLang="en-US" b="1">
                <a:solidFill>
                  <a:schemeClr val="tx1"/>
                </a:solidFill>
                <a:latin typeface="Times New Roman" panose="02020603050405020304" pitchFamily="18" charset="0"/>
                <a:ea typeface="楷体_GB2312" pitchFamily="1" charset="-122"/>
              </a:rPr>
              <a:t>的拉普拉斯变换定义为：</a:t>
            </a:r>
            <a:r>
              <a:rPr lang="zh-CN" altLang="en-US" sz="2000" b="1">
                <a:solidFill>
                  <a:schemeClr val="tx1"/>
                </a:solidFill>
                <a:latin typeface="Times New Roman" panose="02020603050405020304" pitchFamily="18" charset="0"/>
                <a:ea typeface="楷体_GB2312" pitchFamily="1" charset="-122"/>
              </a:rPr>
              <a:t>      </a:t>
            </a:r>
          </a:p>
        </p:txBody>
      </p:sp>
      <p:sp>
        <p:nvSpPr>
          <p:cNvPr id="15" name="Rectangle 6">
            <a:extLst>
              <a:ext uri="{FF2B5EF4-FFF2-40B4-BE49-F238E27FC236}">
                <a16:creationId xmlns:a16="http://schemas.microsoft.com/office/drawing/2014/main" id="{F322A353-2E58-40E6-855A-C8E84E88468F}"/>
              </a:ext>
            </a:extLst>
          </p:cNvPr>
          <p:cNvSpPr>
            <a:spLocks noChangeArrowheads="1"/>
          </p:cNvSpPr>
          <p:nvPr/>
        </p:nvSpPr>
        <p:spPr bwMode="auto">
          <a:xfrm>
            <a:off x="611188" y="3070225"/>
            <a:ext cx="1800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Font typeface="Arial" panose="020B0604020202020204" pitchFamily="34" charset="0"/>
              <a:buChar char="•"/>
              <a:defRPr sz="2400">
                <a:solidFill>
                  <a:srgbClr val="7F7F7F"/>
                </a:solidFill>
                <a:latin typeface="Century Gothic" panose="020B0502020202020204" pitchFamily="34" charset="0"/>
                <a:ea typeface="宋体" panose="02010600030101010101" pitchFamily="2" charset="-122"/>
              </a:defRPr>
            </a:lvl1pPr>
            <a:lvl2pPr marL="742950" indent="-285750">
              <a:spcBef>
                <a:spcPct val="20000"/>
              </a:spcBef>
              <a:buFont typeface="Arial" panose="020B0604020202020204" pitchFamily="34" charset="0"/>
              <a:buChar char="o"/>
              <a:defRPr sz="1600">
                <a:solidFill>
                  <a:srgbClr val="7F7F7F"/>
                </a:solidFill>
                <a:latin typeface="Century Gothic" panose="020B0502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3pPr>
            <a:lvl4pPr marL="1600200" indent="-228600">
              <a:spcBef>
                <a:spcPct val="20000"/>
              </a:spcBef>
              <a:buFont typeface="Arial" panose="020B0604020202020204" pitchFamily="34" charset="0"/>
              <a:buChar char="o"/>
              <a:defRPr sz="1600">
                <a:solidFill>
                  <a:srgbClr val="7F7F7F"/>
                </a:solidFill>
                <a:latin typeface="Century Gothic" panose="020B0502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9pPr>
          </a:lstStyle>
          <a:p>
            <a:pPr eaLnBrk="1" hangingPunct="1">
              <a:spcBef>
                <a:spcPct val="0"/>
              </a:spcBef>
              <a:buFont typeface="Arial" panose="020B0604020202020204" pitchFamily="34" charset="0"/>
              <a:buNone/>
            </a:pPr>
            <a:r>
              <a:rPr lang="zh-CN" altLang="en-US" b="1">
                <a:solidFill>
                  <a:schemeClr val="tx1"/>
                </a:solidFill>
                <a:latin typeface="Times New Roman" panose="02020603050405020304" pitchFamily="18" charset="0"/>
                <a:ea typeface="楷体_GB2312" pitchFamily="1" charset="-122"/>
              </a:rPr>
              <a:t>离散方式：</a:t>
            </a:r>
          </a:p>
        </p:txBody>
      </p:sp>
      <p:graphicFrame>
        <p:nvGraphicFramePr>
          <p:cNvPr id="19" name="Object 7">
            <a:extLst>
              <a:ext uri="{FF2B5EF4-FFF2-40B4-BE49-F238E27FC236}">
                <a16:creationId xmlns:a16="http://schemas.microsoft.com/office/drawing/2014/main" id="{7E2364E7-7CEF-4778-A305-957A309978AF}"/>
              </a:ext>
            </a:extLst>
          </p:cNvPr>
          <p:cNvGraphicFramePr>
            <a:graphicFrameLocks noChangeAspect="1"/>
          </p:cNvGraphicFramePr>
          <p:nvPr/>
        </p:nvGraphicFramePr>
        <p:xfrm>
          <a:off x="1979613" y="4292600"/>
          <a:ext cx="5610225" cy="917575"/>
        </p:xfrm>
        <a:graphic>
          <a:graphicData uri="http://schemas.openxmlformats.org/presentationml/2006/ole">
            <mc:AlternateContent xmlns:mc="http://schemas.openxmlformats.org/markup-compatibility/2006">
              <mc:Choice xmlns:v="urn:schemas-microsoft-com:vml" Requires="v">
                <p:oleObj spid="_x0000_s114704" r:id="rId7" imgW="2717800" imgH="444500" progId="Equation.DSMT4">
                  <p:embed/>
                </p:oleObj>
              </mc:Choice>
              <mc:Fallback>
                <p:oleObj r:id="rId7" imgW="2717800" imgH="444500"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79613" y="4292600"/>
                        <a:ext cx="5610225" cy="917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 name="Object 8">
            <a:extLst>
              <a:ext uri="{FF2B5EF4-FFF2-40B4-BE49-F238E27FC236}">
                <a16:creationId xmlns:a16="http://schemas.microsoft.com/office/drawing/2014/main" id="{696C5BDF-4FFE-4071-92CE-EE43F22932AF}"/>
              </a:ext>
            </a:extLst>
          </p:cNvPr>
          <p:cNvGraphicFramePr>
            <a:graphicFrameLocks noChangeAspect="1"/>
          </p:cNvGraphicFramePr>
          <p:nvPr/>
        </p:nvGraphicFramePr>
        <p:xfrm>
          <a:off x="0" y="5734050"/>
          <a:ext cx="8964613" cy="530225"/>
        </p:xfrm>
        <a:graphic>
          <a:graphicData uri="http://schemas.openxmlformats.org/presentationml/2006/ole">
            <mc:AlternateContent xmlns:mc="http://schemas.openxmlformats.org/markup-compatibility/2006">
              <mc:Choice xmlns:v="urn:schemas-microsoft-com:vml" Requires="v">
                <p:oleObj spid="_x0000_s114705" r:id="rId9" imgW="6165838" imgH="171450" progId="Equation.DSMT4">
                  <p:embed/>
                </p:oleObj>
              </mc:Choice>
              <mc:Fallback>
                <p:oleObj r:id="rId9" imgW="6165838" imgH="171450" progId="Equation.DSMT4">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5734050"/>
                        <a:ext cx="8964613" cy="530225"/>
                      </a:xfrm>
                      <a:prstGeom prst="rect">
                        <a:avLst/>
                      </a:prstGeom>
                      <a:solidFill>
                        <a:srgbClr val="0033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 name="Rectangle 10">
            <a:extLst>
              <a:ext uri="{FF2B5EF4-FFF2-40B4-BE49-F238E27FC236}">
                <a16:creationId xmlns:a16="http://schemas.microsoft.com/office/drawing/2014/main" id="{C2A9189B-51D0-4671-B4AB-72A0D4555E1E}"/>
              </a:ext>
            </a:extLst>
          </p:cNvPr>
          <p:cNvSpPr>
            <a:spLocks noChangeArrowheads="1"/>
          </p:cNvSpPr>
          <p:nvPr/>
        </p:nvSpPr>
        <p:spPr bwMode="auto">
          <a:xfrm>
            <a:off x="1042988" y="3716338"/>
            <a:ext cx="942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Font typeface="Arial" panose="020B0604020202020204" pitchFamily="34" charset="0"/>
              <a:buChar char="•"/>
              <a:defRPr sz="2400">
                <a:solidFill>
                  <a:srgbClr val="7F7F7F"/>
                </a:solidFill>
                <a:latin typeface="Century Gothic" panose="020B0502020202020204" pitchFamily="34" charset="0"/>
                <a:ea typeface="宋体" panose="02010600030101010101" pitchFamily="2" charset="-122"/>
              </a:defRPr>
            </a:lvl1pPr>
            <a:lvl2pPr marL="742950" indent="-285750">
              <a:spcBef>
                <a:spcPct val="20000"/>
              </a:spcBef>
              <a:buFont typeface="Arial" panose="020B0604020202020204" pitchFamily="34" charset="0"/>
              <a:buChar char="o"/>
              <a:defRPr sz="1600">
                <a:solidFill>
                  <a:srgbClr val="7F7F7F"/>
                </a:solidFill>
                <a:latin typeface="Century Gothic" panose="020B0502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3pPr>
            <a:lvl4pPr marL="1600200" indent="-228600">
              <a:spcBef>
                <a:spcPct val="20000"/>
              </a:spcBef>
              <a:buFont typeface="Arial" panose="020B0604020202020204" pitchFamily="34" charset="0"/>
              <a:buChar char="o"/>
              <a:defRPr sz="1600">
                <a:solidFill>
                  <a:srgbClr val="7F7F7F"/>
                </a:solidFill>
                <a:latin typeface="Century Gothic" panose="020B0502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9pPr>
          </a:lstStyle>
          <a:p>
            <a:pPr eaLnBrk="1" hangingPunct="1">
              <a:spcBef>
                <a:spcPct val="0"/>
              </a:spcBef>
              <a:buFont typeface="Arial" panose="020B0604020202020204" pitchFamily="34" charset="0"/>
              <a:buNone/>
            </a:pPr>
            <a:r>
              <a:rPr lang="en-US" altLang="zh-CN" b="1">
                <a:solidFill>
                  <a:schemeClr val="tx1"/>
                </a:solidFill>
                <a:latin typeface="Times New Roman" panose="02020603050405020304" pitchFamily="18" charset="0"/>
                <a:ea typeface="楷体_GB2312" pitchFamily="1" charset="-122"/>
              </a:rPr>
              <a:t>x</a:t>
            </a:r>
            <a:r>
              <a:rPr lang="zh-CN" altLang="en-US" b="1">
                <a:solidFill>
                  <a:schemeClr val="tx1"/>
                </a:solidFill>
                <a:latin typeface="Times New Roman" panose="02020603050405020304" pitchFamily="18" charset="0"/>
                <a:ea typeface="楷体_GB2312" pitchFamily="1" charset="-122"/>
              </a:rPr>
              <a:t>方向</a:t>
            </a:r>
          </a:p>
        </p:txBody>
      </p:sp>
      <p:sp>
        <p:nvSpPr>
          <p:cNvPr id="22" name="Rectangle 11">
            <a:extLst>
              <a:ext uri="{FF2B5EF4-FFF2-40B4-BE49-F238E27FC236}">
                <a16:creationId xmlns:a16="http://schemas.microsoft.com/office/drawing/2014/main" id="{8E53EF2C-15F7-4C63-AEB4-EA6B17A81B34}"/>
              </a:ext>
            </a:extLst>
          </p:cNvPr>
          <p:cNvSpPr>
            <a:spLocks noChangeArrowheads="1"/>
          </p:cNvSpPr>
          <p:nvPr/>
        </p:nvSpPr>
        <p:spPr bwMode="auto">
          <a:xfrm>
            <a:off x="1042988" y="4508500"/>
            <a:ext cx="942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Font typeface="Arial" panose="020B0604020202020204" pitchFamily="34" charset="0"/>
              <a:buChar char="•"/>
              <a:defRPr sz="2400">
                <a:solidFill>
                  <a:srgbClr val="7F7F7F"/>
                </a:solidFill>
                <a:latin typeface="Century Gothic" panose="020B0502020202020204" pitchFamily="34" charset="0"/>
                <a:ea typeface="宋体" panose="02010600030101010101" pitchFamily="2" charset="-122"/>
              </a:defRPr>
            </a:lvl1pPr>
            <a:lvl2pPr marL="742950" indent="-285750">
              <a:spcBef>
                <a:spcPct val="20000"/>
              </a:spcBef>
              <a:buFont typeface="Arial" panose="020B0604020202020204" pitchFamily="34" charset="0"/>
              <a:buChar char="o"/>
              <a:defRPr sz="1600">
                <a:solidFill>
                  <a:srgbClr val="7F7F7F"/>
                </a:solidFill>
                <a:latin typeface="Century Gothic" panose="020B0502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3pPr>
            <a:lvl4pPr marL="1600200" indent="-228600">
              <a:spcBef>
                <a:spcPct val="20000"/>
              </a:spcBef>
              <a:buFont typeface="Arial" panose="020B0604020202020204" pitchFamily="34" charset="0"/>
              <a:buChar char="o"/>
              <a:defRPr sz="1600">
                <a:solidFill>
                  <a:srgbClr val="7F7F7F"/>
                </a:solidFill>
                <a:latin typeface="Century Gothic" panose="020B0502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9pPr>
          </a:lstStyle>
          <a:p>
            <a:pPr eaLnBrk="1" hangingPunct="1">
              <a:spcBef>
                <a:spcPct val="0"/>
              </a:spcBef>
              <a:buFont typeface="Arial" panose="020B0604020202020204" pitchFamily="34" charset="0"/>
              <a:buNone/>
            </a:pPr>
            <a:r>
              <a:rPr lang="en-US" altLang="zh-CN" b="1">
                <a:solidFill>
                  <a:schemeClr val="tx1"/>
                </a:solidFill>
                <a:latin typeface="Times New Roman" panose="02020603050405020304" pitchFamily="18" charset="0"/>
                <a:ea typeface="楷体_GB2312" pitchFamily="1" charset="-122"/>
              </a:rPr>
              <a:t>y</a:t>
            </a:r>
            <a:r>
              <a:rPr lang="zh-CN" altLang="en-US" b="1">
                <a:solidFill>
                  <a:schemeClr val="tx1"/>
                </a:solidFill>
                <a:latin typeface="Times New Roman" panose="02020603050405020304" pitchFamily="18" charset="0"/>
                <a:ea typeface="楷体_GB2312" pitchFamily="1" charset="-122"/>
              </a:rPr>
              <a:t>方向</a:t>
            </a:r>
          </a:p>
        </p:txBody>
      </p:sp>
      <p:sp>
        <p:nvSpPr>
          <p:cNvPr id="25" name="Rectangle 12">
            <a:extLst>
              <a:ext uri="{FF2B5EF4-FFF2-40B4-BE49-F238E27FC236}">
                <a16:creationId xmlns:a16="http://schemas.microsoft.com/office/drawing/2014/main" id="{E817F729-6D3F-4A67-9A4B-B73934DD216C}"/>
              </a:ext>
            </a:extLst>
          </p:cNvPr>
          <p:cNvSpPr>
            <a:spLocks noChangeArrowheads="1"/>
          </p:cNvSpPr>
          <p:nvPr/>
        </p:nvSpPr>
        <p:spPr bwMode="auto">
          <a:xfrm>
            <a:off x="539750" y="5229225"/>
            <a:ext cx="66246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Font typeface="Arial" panose="020B0604020202020204" pitchFamily="34" charset="0"/>
              <a:buChar char="•"/>
              <a:defRPr sz="2400">
                <a:solidFill>
                  <a:srgbClr val="7F7F7F"/>
                </a:solidFill>
                <a:latin typeface="Century Gothic" panose="020B0502020202020204" pitchFamily="34" charset="0"/>
                <a:ea typeface="宋体" panose="02010600030101010101" pitchFamily="2" charset="-122"/>
              </a:defRPr>
            </a:lvl1pPr>
            <a:lvl2pPr marL="742950" indent="-285750">
              <a:spcBef>
                <a:spcPct val="20000"/>
              </a:spcBef>
              <a:buFont typeface="Arial" panose="020B0604020202020204" pitchFamily="34" charset="0"/>
              <a:buChar char="o"/>
              <a:defRPr sz="1600">
                <a:solidFill>
                  <a:srgbClr val="7F7F7F"/>
                </a:solidFill>
                <a:latin typeface="Century Gothic" panose="020B0502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3pPr>
            <a:lvl4pPr marL="1600200" indent="-228600">
              <a:spcBef>
                <a:spcPct val="20000"/>
              </a:spcBef>
              <a:buFont typeface="Arial" panose="020B0604020202020204" pitchFamily="34" charset="0"/>
              <a:buChar char="o"/>
              <a:defRPr sz="1600">
                <a:solidFill>
                  <a:srgbClr val="7F7F7F"/>
                </a:solidFill>
                <a:latin typeface="Century Gothic" panose="020B0502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9pPr>
          </a:lstStyle>
          <a:p>
            <a:pPr eaLnBrk="1" hangingPunct="1">
              <a:spcBef>
                <a:spcPct val="0"/>
              </a:spcBef>
              <a:buFont typeface="Arial" panose="020B0604020202020204" pitchFamily="34" charset="0"/>
              <a:buNone/>
            </a:pPr>
            <a:r>
              <a:rPr lang="zh-CN" altLang="en-US" b="1">
                <a:solidFill>
                  <a:schemeClr val="tx1"/>
                </a:solidFill>
                <a:latin typeface="Times New Roman" panose="02020603050405020304" pitchFamily="18" charset="0"/>
                <a:ea typeface="楷体_GB2312" pitchFamily="1" charset="-122"/>
              </a:rPr>
              <a:t>故二维拉普拉斯数字实现由以上两个分量相加：</a:t>
            </a:r>
          </a:p>
        </p:txBody>
      </p:sp>
      <p:sp>
        <p:nvSpPr>
          <p:cNvPr id="26" name="Text Box 13">
            <a:extLst>
              <a:ext uri="{FF2B5EF4-FFF2-40B4-BE49-F238E27FC236}">
                <a16:creationId xmlns:a16="http://schemas.microsoft.com/office/drawing/2014/main" id="{A3B597B3-1729-46DD-AAEF-33C576E93C58}"/>
              </a:ext>
            </a:extLst>
          </p:cNvPr>
          <p:cNvSpPr txBox="1">
            <a:spLocks noChangeArrowheads="1"/>
          </p:cNvSpPr>
          <p:nvPr/>
        </p:nvSpPr>
        <p:spPr bwMode="auto">
          <a:xfrm>
            <a:off x="3851275" y="2420938"/>
            <a:ext cx="5041900" cy="822325"/>
          </a:xfrm>
          <a:prstGeom prst="rect">
            <a:avLst/>
          </a:prstGeom>
          <a:solidFill>
            <a:srgbClr val="E8CF66"/>
          </a:solidFill>
          <a:ln>
            <a:noFill/>
          </a:ln>
          <a:effectLst/>
          <a:extLst/>
        </p:spPr>
        <p:txBody>
          <a:bodyPr lIns="90000" tIns="46800" rIns="90000" bIns="46800">
            <a:spAutoFit/>
          </a:bodyPr>
          <a:lstStyle>
            <a:lvl1pPr eaLnBrk="0" hangingPunct="0">
              <a:defRPr sz="3200">
                <a:solidFill>
                  <a:schemeClr val="tx1"/>
                </a:solidFill>
                <a:latin typeface="Verdana" pitchFamily="34" charset="0"/>
                <a:ea typeface="楷体_GB2312" pitchFamily="1" charset="-122"/>
              </a:defRPr>
            </a:lvl1pPr>
            <a:lvl2pPr marL="742950" indent="-285750" eaLnBrk="0" hangingPunct="0">
              <a:defRPr sz="3200">
                <a:solidFill>
                  <a:schemeClr val="tx1"/>
                </a:solidFill>
                <a:latin typeface="Verdana" pitchFamily="34" charset="0"/>
                <a:ea typeface="楷体_GB2312" pitchFamily="1" charset="-122"/>
              </a:defRPr>
            </a:lvl2pPr>
            <a:lvl3pPr marL="1143000" indent="-228600" eaLnBrk="0" hangingPunct="0">
              <a:defRPr sz="3200">
                <a:solidFill>
                  <a:schemeClr val="tx1"/>
                </a:solidFill>
                <a:latin typeface="Verdana" pitchFamily="34" charset="0"/>
                <a:ea typeface="楷体_GB2312" pitchFamily="1" charset="-122"/>
              </a:defRPr>
            </a:lvl3pPr>
            <a:lvl4pPr marL="1600200" indent="-228600" eaLnBrk="0" hangingPunct="0">
              <a:defRPr sz="3200">
                <a:solidFill>
                  <a:schemeClr val="tx1"/>
                </a:solidFill>
                <a:latin typeface="Verdana" pitchFamily="34" charset="0"/>
                <a:ea typeface="楷体_GB2312" pitchFamily="1" charset="-122"/>
              </a:defRPr>
            </a:lvl4pPr>
            <a:lvl5pPr marL="2057400" indent="-228600" eaLnBrk="0" hangingPunct="0">
              <a:defRPr sz="3200">
                <a:solidFill>
                  <a:schemeClr val="tx1"/>
                </a:solidFill>
                <a:latin typeface="Verdana" pitchFamily="34" charset="0"/>
                <a:ea typeface="楷体_GB2312" pitchFamily="1" charset="-122"/>
              </a:defRPr>
            </a:lvl5pPr>
            <a:lvl6pPr marL="25146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6pPr>
            <a:lvl7pPr marL="29718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7pPr>
            <a:lvl8pPr marL="34290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8pPr>
            <a:lvl9pPr marL="38862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9pPr>
          </a:lstStyle>
          <a:p>
            <a:pPr eaLnBrk="1" hangingPunct="1">
              <a:buFont typeface="Arial" panose="020B0604020202020204" pitchFamily="34" charset="0"/>
              <a:buNone/>
              <a:defRPr/>
            </a:pPr>
            <a:r>
              <a:rPr lang="zh-CN" altLang="en-US" sz="2400" b="1" dirty="0">
                <a:latin typeface="Times New Roman" pitchFamily="18" charset="0"/>
              </a:rPr>
              <a:t>最简单的</a:t>
            </a:r>
            <a:r>
              <a:rPr lang="zh-CN" altLang="en-US" sz="2400" b="1" i="1" u="sng" dirty="0">
                <a:solidFill>
                  <a:srgbClr val="0033CC"/>
                </a:solidFill>
                <a:effectLst>
                  <a:outerShdw blurRad="38100" dist="38100" dir="2700000" algn="tl">
                    <a:srgbClr val="000000"/>
                  </a:outerShdw>
                </a:effectLst>
                <a:latin typeface="Times New Roman" pitchFamily="18" charset="0"/>
              </a:rPr>
              <a:t>各向同性</a:t>
            </a:r>
            <a:r>
              <a:rPr lang="zh-CN" altLang="en-US" sz="2400" b="1" i="1" dirty="0">
                <a:solidFill>
                  <a:srgbClr val="0033CC"/>
                </a:solidFill>
                <a:effectLst>
                  <a:outerShdw blurRad="38100" dist="38100" dir="2700000" algn="tl">
                    <a:srgbClr val="000000"/>
                  </a:outerShdw>
                </a:effectLst>
                <a:latin typeface="Times New Roman" pitchFamily="18" charset="0"/>
              </a:rPr>
              <a:t>（即：旋转不变性）</a:t>
            </a:r>
            <a:r>
              <a:rPr lang="zh-CN" altLang="en-US" sz="2400" b="1" dirty="0">
                <a:latin typeface="Times New Roman" pitchFamily="18" charset="0"/>
              </a:rPr>
              <a:t>算子</a:t>
            </a:r>
            <a:r>
              <a:rPr lang="en-US" sz="2400" b="1" dirty="0">
                <a:latin typeface="Times New Roman" pitchFamily="18" charset="0"/>
              </a:rPr>
              <a:t>,</a:t>
            </a:r>
            <a:r>
              <a:rPr lang="zh-CN" altLang="en-US" sz="2400" b="1" dirty="0">
                <a:latin typeface="Times New Roman" pitchFamily="18" charset="0"/>
              </a:rPr>
              <a:t>并且是一个</a:t>
            </a:r>
            <a:r>
              <a:rPr lang="zh-CN" altLang="en-US" sz="2400" b="1" i="1" u="sng" dirty="0">
                <a:solidFill>
                  <a:srgbClr val="0033CC"/>
                </a:solidFill>
                <a:effectLst>
                  <a:outerShdw blurRad="38100" dist="38100" dir="2700000" algn="tl">
                    <a:srgbClr val="000000"/>
                  </a:outerShdw>
                </a:effectLst>
                <a:latin typeface="Times New Roman" pitchFamily="18" charset="0"/>
              </a:rPr>
              <a:t>线性</a:t>
            </a:r>
            <a:r>
              <a:rPr lang="zh-CN" altLang="en-US" sz="2400" b="1" dirty="0">
                <a:latin typeface="Times New Roman" pitchFamily="18" charset="0"/>
              </a:rPr>
              <a:t>操作</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blinds(horizontal)">
                                      <p:cBhvr>
                                        <p:cTn id="17" dur="500"/>
                                        <p:tgtEl>
                                          <p:spTgt spid="2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blinds(horizontal)">
                                      <p:cBhvr>
                                        <p:cTn id="22" dur="500"/>
                                        <p:tgtEl>
                                          <p:spTgt spid="1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blinds(horizontal)">
                                      <p:cBhvr>
                                        <p:cTn id="27" dur="500"/>
                                        <p:tgtEl>
                                          <p:spTgt spid="2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blinds(horizontal)">
                                      <p:cBhvr>
                                        <p:cTn id="32" dur="500"/>
                                        <p:tgtEl>
                                          <p:spTgt spid="1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blinds(horizontal)">
                                      <p:cBhvr>
                                        <p:cTn id="37" dur="500"/>
                                        <p:tgtEl>
                                          <p:spTgt spid="2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blinds(horizontal)">
                                      <p:cBhvr>
                                        <p:cTn id="42" dur="500"/>
                                        <p:tgtEl>
                                          <p:spTgt spid="1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blinds(horizontal)">
                                      <p:cBhvr>
                                        <p:cTn id="47" dur="500"/>
                                        <p:tgtEl>
                                          <p:spTgt spid="2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blinds(horizontal)">
                                      <p:cBhvr>
                                        <p:cTn id="5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utoUpdateAnimBg="0"/>
      <p:bldP spid="15" grpId="0" autoUpdateAnimBg="0"/>
      <p:bldP spid="21" grpId="0" autoUpdateAnimBg="0"/>
      <p:bldP spid="22" grpId="0" autoUpdateAnimBg="0"/>
      <p:bldP spid="25" grpId="0" autoUpdateAnimBg="0"/>
      <p:bldP spid="26" grpId="0" animBg="1" autoUpdateAnimBg="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412E2672-10A4-4368-9CD3-C619AE60A2F1}"/>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5715" name="TextBox 23">
            <a:extLst>
              <a:ext uri="{FF2B5EF4-FFF2-40B4-BE49-F238E27FC236}">
                <a16:creationId xmlns:a16="http://schemas.microsoft.com/office/drawing/2014/main" id="{EE502FAE-079B-4C32-950E-6DE746AB3B6B}"/>
              </a:ext>
            </a:extLst>
          </p:cNvPr>
          <p:cNvSpPr txBox="1">
            <a:spLocks noChangeArrowheads="1"/>
          </p:cNvSpPr>
          <p:nvPr/>
        </p:nvSpPr>
        <p:spPr bwMode="auto">
          <a:xfrm>
            <a:off x="0" y="58738"/>
            <a:ext cx="91440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rgbClr val="7F7F7F"/>
                </a:solidFill>
                <a:latin typeface="Century Gothic" panose="020B0502020202020204" pitchFamily="34" charset="0"/>
                <a:ea typeface="宋体" panose="02010600030101010101" pitchFamily="2" charset="-122"/>
              </a:defRPr>
            </a:lvl1pPr>
            <a:lvl2pPr marL="742950" indent="-285750">
              <a:spcBef>
                <a:spcPct val="20000"/>
              </a:spcBef>
              <a:buFont typeface="Arial" panose="020B0604020202020204" pitchFamily="34" charset="0"/>
              <a:buChar char="o"/>
              <a:defRPr sz="1600">
                <a:solidFill>
                  <a:srgbClr val="7F7F7F"/>
                </a:solidFill>
                <a:latin typeface="Century Gothic" panose="020B0502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3pPr>
            <a:lvl4pPr marL="1600200" indent="-228600">
              <a:spcBef>
                <a:spcPct val="20000"/>
              </a:spcBef>
              <a:buFont typeface="Arial" panose="020B0604020202020204" pitchFamily="34" charset="0"/>
              <a:buChar char="o"/>
              <a:defRPr sz="1600">
                <a:solidFill>
                  <a:srgbClr val="7F7F7F"/>
                </a:solidFill>
                <a:latin typeface="Century Gothic" panose="020B0502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9pPr>
          </a:lstStyle>
          <a:p>
            <a:pPr algn="ctr">
              <a:spcBef>
                <a:spcPct val="0"/>
              </a:spcBef>
              <a:buFontTx/>
              <a:buNone/>
            </a:pPr>
            <a:r>
              <a:rPr lang="zh-CN" altLang="en-US" sz="3200" b="1">
                <a:solidFill>
                  <a:schemeClr val="bg1"/>
                </a:solidFill>
                <a:latin typeface="微软雅黑" panose="020B0503020204020204" pitchFamily="34" charset="-122"/>
                <a:ea typeface="微软雅黑" panose="020B0503020204020204" pitchFamily="34" charset="-122"/>
              </a:rPr>
              <a:t>锐化滤波</a:t>
            </a:r>
            <a:r>
              <a:rPr lang="en-US" altLang="zh-CN" sz="3200" b="1">
                <a:solidFill>
                  <a:schemeClr val="bg1"/>
                </a:solidFill>
                <a:latin typeface="微软雅黑" panose="020B0503020204020204" pitchFamily="34" charset="-122"/>
                <a:ea typeface="微软雅黑" panose="020B0503020204020204" pitchFamily="34" charset="-122"/>
              </a:rPr>
              <a:t>-</a:t>
            </a:r>
            <a:r>
              <a:rPr lang="zh-CN" altLang="en-US" sz="3200" b="1">
                <a:solidFill>
                  <a:srgbClr val="FF0000"/>
                </a:solidFill>
                <a:latin typeface="Times New Roman" panose="02020603050405020304" pitchFamily="18" charset="0"/>
                <a:ea typeface="楷体_GB2312" pitchFamily="1" charset="-122"/>
              </a:rPr>
              <a:t>拉普拉斯算子</a:t>
            </a:r>
          </a:p>
          <a:p>
            <a:pPr algn="ctr">
              <a:spcBef>
                <a:spcPct val="0"/>
              </a:spcBef>
              <a:buFontTx/>
              <a:buNone/>
            </a:pPr>
            <a:endParaRPr lang="zh-CN" altLang="en-US" sz="3200" b="1">
              <a:solidFill>
                <a:schemeClr val="bg1"/>
              </a:solidFill>
              <a:latin typeface="微软雅黑" panose="020B0503020204020204" pitchFamily="34" charset="-122"/>
              <a:ea typeface="微软雅黑" panose="020B0503020204020204" pitchFamily="34" charset="-122"/>
            </a:endParaRPr>
          </a:p>
        </p:txBody>
      </p:sp>
      <p:sp>
        <p:nvSpPr>
          <p:cNvPr id="16" name="Text Box 6">
            <a:extLst>
              <a:ext uri="{FF2B5EF4-FFF2-40B4-BE49-F238E27FC236}">
                <a16:creationId xmlns:a16="http://schemas.microsoft.com/office/drawing/2014/main" id="{F7905A8A-470D-4612-8ED4-778A42EC0E28}"/>
              </a:ext>
            </a:extLst>
          </p:cNvPr>
          <p:cNvSpPr txBox="1">
            <a:spLocks noChangeArrowheads="1"/>
          </p:cNvSpPr>
          <p:nvPr/>
        </p:nvSpPr>
        <p:spPr bwMode="auto">
          <a:xfrm>
            <a:off x="468313" y="6237288"/>
            <a:ext cx="6124575"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marL="457200" indent="-457200">
              <a:spcBef>
                <a:spcPct val="20000"/>
              </a:spcBef>
              <a:buFont typeface="Arial" panose="020B0604020202020204" pitchFamily="34" charset="0"/>
              <a:buChar char="•"/>
              <a:defRPr sz="2400">
                <a:solidFill>
                  <a:srgbClr val="7F7F7F"/>
                </a:solidFill>
                <a:latin typeface="Century Gothic" panose="020B0502020202020204" pitchFamily="34" charset="0"/>
                <a:ea typeface="宋体" panose="02010600030101010101" pitchFamily="2" charset="-122"/>
              </a:defRPr>
            </a:lvl1pPr>
            <a:lvl2pPr marL="742950" indent="-285750">
              <a:spcBef>
                <a:spcPct val="20000"/>
              </a:spcBef>
              <a:buFont typeface="Arial" panose="020B0604020202020204" pitchFamily="34" charset="0"/>
              <a:buChar char="o"/>
              <a:defRPr sz="1600">
                <a:solidFill>
                  <a:srgbClr val="7F7F7F"/>
                </a:solidFill>
                <a:latin typeface="Century Gothic" panose="020B0502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3pPr>
            <a:lvl4pPr marL="1600200" indent="-228600">
              <a:spcBef>
                <a:spcPct val="20000"/>
              </a:spcBef>
              <a:buFont typeface="Arial" panose="020B0604020202020204" pitchFamily="34" charset="0"/>
              <a:buChar char="o"/>
              <a:defRPr sz="1600">
                <a:solidFill>
                  <a:srgbClr val="7F7F7F"/>
                </a:solidFill>
                <a:latin typeface="Century Gothic" panose="020B0502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9pPr>
          </a:lstStyle>
          <a:p>
            <a:pPr eaLnBrk="1" hangingPunct="1">
              <a:spcBef>
                <a:spcPct val="0"/>
              </a:spcBef>
              <a:buFont typeface="Arial" panose="020B0604020202020204" pitchFamily="34" charset="0"/>
              <a:buAutoNum type="alphaLcParenBoth" startAt="2"/>
            </a:pPr>
            <a:r>
              <a:rPr lang="zh-CN" altLang="en-US" b="1">
                <a:solidFill>
                  <a:schemeClr val="tx1"/>
                </a:solidFill>
                <a:latin typeface="Times New Roman" panose="02020603050405020304" pitchFamily="18" charset="0"/>
                <a:ea typeface="楷体_GB2312" pitchFamily="1" charset="-122"/>
              </a:rPr>
              <a:t>扩展的拉普拉斯掩模，包括了对角线邻域</a:t>
            </a:r>
          </a:p>
        </p:txBody>
      </p:sp>
      <p:pic>
        <p:nvPicPr>
          <p:cNvPr id="115717" name="Picture 18">
            <a:extLst>
              <a:ext uri="{FF2B5EF4-FFF2-40B4-BE49-F238E27FC236}">
                <a16:creationId xmlns:a16="http://schemas.microsoft.com/office/drawing/2014/main" id="{0156F7B3-4B38-4942-A95A-F23464C748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1196975"/>
            <a:ext cx="2171700" cy="233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9">
            <a:extLst>
              <a:ext uri="{FF2B5EF4-FFF2-40B4-BE49-F238E27FC236}">
                <a16:creationId xmlns:a16="http://schemas.microsoft.com/office/drawing/2014/main" id="{C5346DD5-E68C-478E-B4A8-88AEDE646E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3860800"/>
            <a:ext cx="2133600" cy="232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719" name="Text Box 20">
            <a:extLst>
              <a:ext uri="{FF2B5EF4-FFF2-40B4-BE49-F238E27FC236}">
                <a16:creationId xmlns:a16="http://schemas.microsoft.com/office/drawing/2014/main" id="{4472E21B-7B41-4135-8918-B578F612B558}"/>
              </a:ext>
            </a:extLst>
          </p:cNvPr>
          <p:cNvSpPr txBox="1">
            <a:spLocks noChangeArrowheads="1"/>
          </p:cNvSpPr>
          <p:nvPr/>
        </p:nvSpPr>
        <p:spPr bwMode="auto">
          <a:xfrm>
            <a:off x="250825" y="3429000"/>
            <a:ext cx="3927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marL="457200" indent="-457200">
              <a:spcBef>
                <a:spcPct val="20000"/>
              </a:spcBef>
              <a:buFont typeface="Arial" panose="020B0604020202020204" pitchFamily="34" charset="0"/>
              <a:buChar char="•"/>
              <a:defRPr sz="2400">
                <a:solidFill>
                  <a:srgbClr val="7F7F7F"/>
                </a:solidFill>
                <a:latin typeface="Century Gothic" panose="020B0502020202020204" pitchFamily="34" charset="0"/>
                <a:ea typeface="宋体" panose="02010600030101010101" pitchFamily="2" charset="-122"/>
              </a:defRPr>
            </a:lvl1pPr>
            <a:lvl2pPr marL="742950" indent="-285750">
              <a:spcBef>
                <a:spcPct val="20000"/>
              </a:spcBef>
              <a:buFont typeface="Arial" panose="020B0604020202020204" pitchFamily="34" charset="0"/>
              <a:buChar char="o"/>
              <a:defRPr sz="1600">
                <a:solidFill>
                  <a:srgbClr val="7F7F7F"/>
                </a:solidFill>
                <a:latin typeface="Century Gothic" panose="020B0502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3pPr>
            <a:lvl4pPr marL="1600200" indent="-228600">
              <a:spcBef>
                <a:spcPct val="20000"/>
              </a:spcBef>
              <a:buFont typeface="Arial" panose="020B0604020202020204" pitchFamily="34" charset="0"/>
              <a:buChar char="o"/>
              <a:defRPr sz="1600">
                <a:solidFill>
                  <a:srgbClr val="7F7F7F"/>
                </a:solidFill>
                <a:latin typeface="Century Gothic" panose="020B0502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9pPr>
          </a:lstStyle>
          <a:p>
            <a:pPr eaLnBrk="1" hangingPunct="1">
              <a:spcBef>
                <a:spcPct val="0"/>
              </a:spcBef>
              <a:buFont typeface="Arial" panose="020B0604020202020204" pitchFamily="34" charset="0"/>
              <a:buAutoNum type="alphaLcParenBoth"/>
            </a:pPr>
            <a:r>
              <a:rPr lang="zh-CN" altLang="en-US" b="1">
                <a:solidFill>
                  <a:schemeClr val="tx1"/>
                </a:solidFill>
                <a:latin typeface="Times New Roman" panose="02020603050405020304" pitchFamily="18" charset="0"/>
                <a:ea typeface="楷体_GB2312" pitchFamily="1" charset="-122"/>
              </a:rPr>
              <a:t>公式</a:t>
            </a:r>
            <a:r>
              <a:rPr lang="en-US" altLang="zh-CN" b="1">
                <a:solidFill>
                  <a:schemeClr val="tx1"/>
                </a:solidFill>
                <a:latin typeface="Times New Roman" panose="02020603050405020304" pitchFamily="18" charset="0"/>
                <a:ea typeface="楷体_GB2312" pitchFamily="1" charset="-122"/>
              </a:rPr>
              <a:t>(3.6-6)</a:t>
            </a:r>
            <a:r>
              <a:rPr lang="zh-CN" altLang="en-US" b="1">
                <a:solidFill>
                  <a:schemeClr val="tx1"/>
                </a:solidFill>
                <a:latin typeface="Times New Roman" panose="02020603050405020304" pitchFamily="18" charset="0"/>
                <a:ea typeface="楷体_GB2312" pitchFamily="1" charset="-122"/>
              </a:rPr>
              <a:t>所对应的掩模</a:t>
            </a:r>
          </a:p>
        </p:txBody>
      </p:sp>
      <p:sp>
        <p:nvSpPr>
          <p:cNvPr id="28" name="Text Box 21">
            <a:extLst>
              <a:ext uri="{FF2B5EF4-FFF2-40B4-BE49-F238E27FC236}">
                <a16:creationId xmlns:a16="http://schemas.microsoft.com/office/drawing/2014/main" id="{7EAA58B9-6792-4CDE-AE44-4BFC64B3FB58}"/>
              </a:ext>
            </a:extLst>
          </p:cNvPr>
          <p:cNvSpPr txBox="1">
            <a:spLocks noChangeArrowheads="1"/>
          </p:cNvSpPr>
          <p:nvPr/>
        </p:nvSpPr>
        <p:spPr bwMode="auto">
          <a:xfrm>
            <a:off x="4356100" y="3644900"/>
            <a:ext cx="4668838"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marL="457200" indent="-457200">
              <a:spcBef>
                <a:spcPct val="20000"/>
              </a:spcBef>
              <a:buFont typeface="Arial" panose="020B0604020202020204" pitchFamily="34" charset="0"/>
              <a:buChar char="•"/>
              <a:defRPr sz="2400">
                <a:solidFill>
                  <a:srgbClr val="7F7F7F"/>
                </a:solidFill>
                <a:latin typeface="Century Gothic" panose="020B0502020202020204" pitchFamily="34" charset="0"/>
                <a:ea typeface="宋体" panose="02010600030101010101" pitchFamily="2" charset="-122"/>
              </a:defRPr>
            </a:lvl1pPr>
            <a:lvl2pPr marL="742950" indent="-285750">
              <a:spcBef>
                <a:spcPct val="20000"/>
              </a:spcBef>
              <a:buFont typeface="Arial" panose="020B0604020202020204" pitchFamily="34" charset="0"/>
              <a:buChar char="o"/>
              <a:defRPr sz="1600">
                <a:solidFill>
                  <a:srgbClr val="7F7F7F"/>
                </a:solidFill>
                <a:latin typeface="Century Gothic" panose="020B0502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3pPr>
            <a:lvl4pPr marL="1600200" indent="-228600">
              <a:spcBef>
                <a:spcPct val="20000"/>
              </a:spcBef>
              <a:buFont typeface="Arial" panose="020B0604020202020204" pitchFamily="34" charset="0"/>
              <a:buChar char="o"/>
              <a:defRPr sz="1600">
                <a:solidFill>
                  <a:srgbClr val="7F7F7F"/>
                </a:solidFill>
                <a:latin typeface="Century Gothic" panose="020B0502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9pPr>
          </a:lstStyle>
          <a:p>
            <a:pPr eaLnBrk="1" hangingPunct="1">
              <a:spcBef>
                <a:spcPct val="0"/>
              </a:spcBef>
              <a:buFont typeface="Arial" panose="020B0604020202020204" pitchFamily="34" charset="0"/>
              <a:buAutoNum type="alphaLcParenBoth" startAt="3"/>
            </a:pPr>
            <a:r>
              <a:rPr lang="zh-CN" altLang="en-US" b="1">
                <a:solidFill>
                  <a:schemeClr val="tx1"/>
                </a:solidFill>
                <a:latin typeface="Times New Roman" panose="02020603050405020304" pitchFamily="18" charset="0"/>
                <a:ea typeface="楷体_GB2312" pitchFamily="1" charset="-122"/>
              </a:rPr>
              <a:t>和</a:t>
            </a:r>
            <a:r>
              <a:rPr lang="en-US" altLang="zh-CN" b="1">
                <a:solidFill>
                  <a:schemeClr val="tx1"/>
                </a:solidFill>
                <a:latin typeface="Times New Roman" panose="02020603050405020304" pitchFamily="18" charset="0"/>
                <a:ea typeface="楷体_GB2312" pitchFamily="1" charset="-122"/>
              </a:rPr>
              <a:t>(d)</a:t>
            </a:r>
            <a:r>
              <a:rPr lang="zh-CN" altLang="en-US" b="1">
                <a:solidFill>
                  <a:schemeClr val="tx1"/>
                </a:solidFill>
                <a:latin typeface="Times New Roman" panose="02020603050405020304" pitchFamily="18" charset="0"/>
                <a:ea typeface="楷体_GB2312" pitchFamily="1" charset="-122"/>
              </a:rPr>
              <a:t>其他两种拉普拉斯的实现</a:t>
            </a:r>
          </a:p>
        </p:txBody>
      </p:sp>
      <p:pic>
        <p:nvPicPr>
          <p:cNvPr id="29" name="Picture 22">
            <a:extLst>
              <a:ext uri="{FF2B5EF4-FFF2-40B4-BE49-F238E27FC236}">
                <a16:creationId xmlns:a16="http://schemas.microsoft.com/office/drawing/2014/main" id="{B6473182-3572-44A8-A0D8-9922BE7AEA1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27538" y="1196975"/>
            <a:ext cx="4333875" cy="241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0" name="Group 9">
            <a:extLst>
              <a:ext uri="{FF2B5EF4-FFF2-40B4-BE49-F238E27FC236}">
                <a16:creationId xmlns:a16="http://schemas.microsoft.com/office/drawing/2014/main" id="{FB473F20-0434-4C46-9AD5-0C33C5FC4421}"/>
              </a:ext>
            </a:extLst>
          </p:cNvPr>
          <p:cNvGrpSpPr>
            <a:grpSpLocks/>
          </p:cNvGrpSpPr>
          <p:nvPr/>
        </p:nvGrpSpPr>
        <p:grpSpPr bwMode="auto">
          <a:xfrm>
            <a:off x="971550" y="4005263"/>
            <a:ext cx="1801813" cy="1871662"/>
            <a:chOff x="0" y="0"/>
            <a:chExt cx="1135" cy="1179"/>
          </a:xfrm>
        </p:grpSpPr>
        <p:sp>
          <p:nvSpPr>
            <p:cNvPr id="115725" name="Oval 24">
              <a:extLst>
                <a:ext uri="{FF2B5EF4-FFF2-40B4-BE49-F238E27FC236}">
                  <a16:creationId xmlns:a16="http://schemas.microsoft.com/office/drawing/2014/main" id="{92878F5F-2A60-4911-9AAE-59B9920CEFB8}"/>
                </a:ext>
              </a:extLst>
            </p:cNvPr>
            <p:cNvSpPr>
              <a:spLocks noChangeArrowheads="1"/>
            </p:cNvSpPr>
            <p:nvPr/>
          </p:nvSpPr>
          <p:spPr bwMode="auto">
            <a:xfrm>
              <a:off x="0" y="0"/>
              <a:ext cx="318" cy="317"/>
            </a:xfrm>
            <a:prstGeom prst="ellipse">
              <a:avLst/>
            </a:prstGeom>
            <a:noFill/>
            <a:ln w="28575">
              <a:solidFill>
                <a:srgbClr val="9900FF"/>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2400">
                  <a:solidFill>
                    <a:srgbClr val="7F7F7F"/>
                  </a:solidFill>
                  <a:latin typeface="Century Gothic" panose="020B0502020202020204" pitchFamily="34" charset="0"/>
                  <a:ea typeface="宋体" panose="02010600030101010101" pitchFamily="2" charset="-122"/>
                </a:defRPr>
              </a:lvl1pPr>
              <a:lvl2pPr marL="742950" indent="-285750">
                <a:spcBef>
                  <a:spcPct val="20000"/>
                </a:spcBef>
                <a:buFont typeface="Arial" panose="020B0604020202020204" pitchFamily="34" charset="0"/>
                <a:buChar char="o"/>
                <a:defRPr sz="1600">
                  <a:solidFill>
                    <a:srgbClr val="7F7F7F"/>
                  </a:solidFill>
                  <a:latin typeface="Century Gothic" panose="020B0502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3pPr>
              <a:lvl4pPr marL="1600200" indent="-228600">
                <a:spcBef>
                  <a:spcPct val="20000"/>
                </a:spcBef>
                <a:buFont typeface="Arial" panose="020B0604020202020204" pitchFamily="34" charset="0"/>
                <a:buChar char="o"/>
                <a:defRPr sz="1600">
                  <a:solidFill>
                    <a:srgbClr val="7F7F7F"/>
                  </a:solidFill>
                  <a:latin typeface="Century Gothic" panose="020B0502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9pPr>
            </a:lstStyle>
            <a:p>
              <a:pPr eaLnBrk="1" hangingPunct="1">
                <a:spcBef>
                  <a:spcPct val="0"/>
                </a:spcBef>
                <a:buFont typeface="Arial" panose="020B0604020202020204" pitchFamily="34" charset="0"/>
                <a:buNone/>
              </a:pPr>
              <a:endParaRPr lang="zh-CN" altLang="en-US" sz="3200">
                <a:solidFill>
                  <a:schemeClr val="tx1"/>
                </a:solidFill>
                <a:latin typeface="Verdana" panose="020B0604030504040204" pitchFamily="34" charset="0"/>
                <a:ea typeface="楷体_GB2312" pitchFamily="1" charset="-122"/>
              </a:endParaRPr>
            </a:p>
          </p:txBody>
        </p:sp>
        <p:sp>
          <p:nvSpPr>
            <p:cNvPr id="115726" name="Oval 25">
              <a:extLst>
                <a:ext uri="{FF2B5EF4-FFF2-40B4-BE49-F238E27FC236}">
                  <a16:creationId xmlns:a16="http://schemas.microsoft.com/office/drawing/2014/main" id="{419D72F8-ACE6-4EB9-A80F-F81C4149CA3D}"/>
                </a:ext>
              </a:extLst>
            </p:cNvPr>
            <p:cNvSpPr>
              <a:spLocks noChangeArrowheads="1"/>
            </p:cNvSpPr>
            <p:nvPr/>
          </p:nvSpPr>
          <p:spPr bwMode="auto">
            <a:xfrm>
              <a:off x="817" y="816"/>
              <a:ext cx="318" cy="317"/>
            </a:xfrm>
            <a:prstGeom prst="ellipse">
              <a:avLst/>
            </a:prstGeom>
            <a:noFill/>
            <a:ln w="28575">
              <a:solidFill>
                <a:srgbClr val="9900FF"/>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2400">
                  <a:solidFill>
                    <a:srgbClr val="7F7F7F"/>
                  </a:solidFill>
                  <a:latin typeface="Century Gothic" panose="020B0502020202020204" pitchFamily="34" charset="0"/>
                  <a:ea typeface="宋体" panose="02010600030101010101" pitchFamily="2" charset="-122"/>
                </a:defRPr>
              </a:lvl1pPr>
              <a:lvl2pPr marL="742950" indent="-285750">
                <a:spcBef>
                  <a:spcPct val="20000"/>
                </a:spcBef>
                <a:buFont typeface="Arial" panose="020B0604020202020204" pitchFamily="34" charset="0"/>
                <a:buChar char="o"/>
                <a:defRPr sz="1600">
                  <a:solidFill>
                    <a:srgbClr val="7F7F7F"/>
                  </a:solidFill>
                  <a:latin typeface="Century Gothic" panose="020B0502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3pPr>
              <a:lvl4pPr marL="1600200" indent="-228600">
                <a:spcBef>
                  <a:spcPct val="20000"/>
                </a:spcBef>
                <a:buFont typeface="Arial" panose="020B0604020202020204" pitchFamily="34" charset="0"/>
                <a:buChar char="o"/>
                <a:defRPr sz="1600">
                  <a:solidFill>
                    <a:srgbClr val="7F7F7F"/>
                  </a:solidFill>
                  <a:latin typeface="Century Gothic" panose="020B0502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9pPr>
            </a:lstStyle>
            <a:p>
              <a:pPr eaLnBrk="1" hangingPunct="1">
                <a:spcBef>
                  <a:spcPct val="0"/>
                </a:spcBef>
                <a:buFont typeface="Arial" panose="020B0604020202020204" pitchFamily="34" charset="0"/>
                <a:buNone/>
              </a:pPr>
              <a:endParaRPr lang="zh-CN" altLang="en-US" sz="3200">
                <a:solidFill>
                  <a:schemeClr val="tx1"/>
                </a:solidFill>
                <a:latin typeface="Verdana" panose="020B0604030504040204" pitchFamily="34" charset="0"/>
                <a:ea typeface="楷体_GB2312" pitchFamily="1" charset="-122"/>
              </a:endParaRPr>
            </a:p>
          </p:txBody>
        </p:sp>
        <p:sp>
          <p:nvSpPr>
            <p:cNvPr id="115727" name="Oval 26">
              <a:extLst>
                <a:ext uri="{FF2B5EF4-FFF2-40B4-BE49-F238E27FC236}">
                  <a16:creationId xmlns:a16="http://schemas.microsoft.com/office/drawing/2014/main" id="{BB1752A4-8B1D-4A77-879A-86830629AEDB}"/>
                </a:ext>
              </a:extLst>
            </p:cNvPr>
            <p:cNvSpPr>
              <a:spLocks noChangeArrowheads="1"/>
            </p:cNvSpPr>
            <p:nvPr/>
          </p:nvSpPr>
          <p:spPr bwMode="auto">
            <a:xfrm>
              <a:off x="0" y="862"/>
              <a:ext cx="318" cy="317"/>
            </a:xfrm>
            <a:prstGeom prst="ellipse">
              <a:avLst/>
            </a:prstGeom>
            <a:noFill/>
            <a:ln w="28575">
              <a:solidFill>
                <a:srgbClr val="9900FF"/>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2400">
                  <a:solidFill>
                    <a:srgbClr val="7F7F7F"/>
                  </a:solidFill>
                  <a:latin typeface="Century Gothic" panose="020B0502020202020204" pitchFamily="34" charset="0"/>
                  <a:ea typeface="宋体" panose="02010600030101010101" pitchFamily="2" charset="-122"/>
                </a:defRPr>
              </a:lvl1pPr>
              <a:lvl2pPr marL="742950" indent="-285750">
                <a:spcBef>
                  <a:spcPct val="20000"/>
                </a:spcBef>
                <a:buFont typeface="Arial" panose="020B0604020202020204" pitchFamily="34" charset="0"/>
                <a:buChar char="o"/>
                <a:defRPr sz="1600">
                  <a:solidFill>
                    <a:srgbClr val="7F7F7F"/>
                  </a:solidFill>
                  <a:latin typeface="Century Gothic" panose="020B0502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3pPr>
              <a:lvl4pPr marL="1600200" indent="-228600">
                <a:spcBef>
                  <a:spcPct val="20000"/>
                </a:spcBef>
                <a:buFont typeface="Arial" panose="020B0604020202020204" pitchFamily="34" charset="0"/>
                <a:buChar char="o"/>
                <a:defRPr sz="1600">
                  <a:solidFill>
                    <a:srgbClr val="7F7F7F"/>
                  </a:solidFill>
                  <a:latin typeface="Century Gothic" panose="020B0502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9pPr>
            </a:lstStyle>
            <a:p>
              <a:pPr eaLnBrk="1" hangingPunct="1">
                <a:spcBef>
                  <a:spcPct val="0"/>
                </a:spcBef>
                <a:buFont typeface="Arial" panose="020B0604020202020204" pitchFamily="34" charset="0"/>
                <a:buNone/>
              </a:pPr>
              <a:endParaRPr lang="zh-CN" altLang="en-US" sz="3200">
                <a:solidFill>
                  <a:schemeClr val="tx1"/>
                </a:solidFill>
                <a:latin typeface="Verdana" panose="020B0604030504040204" pitchFamily="34" charset="0"/>
                <a:ea typeface="楷体_GB2312" pitchFamily="1" charset="-122"/>
              </a:endParaRPr>
            </a:p>
          </p:txBody>
        </p:sp>
        <p:sp>
          <p:nvSpPr>
            <p:cNvPr id="115728" name="Oval 27">
              <a:extLst>
                <a:ext uri="{FF2B5EF4-FFF2-40B4-BE49-F238E27FC236}">
                  <a16:creationId xmlns:a16="http://schemas.microsoft.com/office/drawing/2014/main" id="{CD0D6BD6-3830-4480-963B-E79097A6E6C5}"/>
                </a:ext>
              </a:extLst>
            </p:cNvPr>
            <p:cNvSpPr>
              <a:spLocks noChangeArrowheads="1"/>
            </p:cNvSpPr>
            <p:nvPr/>
          </p:nvSpPr>
          <p:spPr bwMode="auto">
            <a:xfrm>
              <a:off x="817" y="0"/>
              <a:ext cx="318" cy="317"/>
            </a:xfrm>
            <a:prstGeom prst="ellipse">
              <a:avLst/>
            </a:prstGeom>
            <a:noFill/>
            <a:ln w="28575">
              <a:solidFill>
                <a:srgbClr val="9900FF"/>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2400">
                  <a:solidFill>
                    <a:srgbClr val="7F7F7F"/>
                  </a:solidFill>
                  <a:latin typeface="Century Gothic" panose="020B0502020202020204" pitchFamily="34" charset="0"/>
                  <a:ea typeface="宋体" panose="02010600030101010101" pitchFamily="2" charset="-122"/>
                </a:defRPr>
              </a:lvl1pPr>
              <a:lvl2pPr marL="742950" indent="-285750">
                <a:spcBef>
                  <a:spcPct val="20000"/>
                </a:spcBef>
                <a:buFont typeface="Arial" panose="020B0604020202020204" pitchFamily="34" charset="0"/>
                <a:buChar char="o"/>
                <a:defRPr sz="1600">
                  <a:solidFill>
                    <a:srgbClr val="7F7F7F"/>
                  </a:solidFill>
                  <a:latin typeface="Century Gothic" panose="020B0502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3pPr>
              <a:lvl4pPr marL="1600200" indent="-228600">
                <a:spcBef>
                  <a:spcPct val="20000"/>
                </a:spcBef>
                <a:buFont typeface="Arial" panose="020B0604020202020204" pitchFamily="34" charset="0"/>
                <a:buChar char="o"/>
                <a:defRPr sz="1600">
                  <a:solidFill>
                    <a:srgbClr val="7F7F7F"/>
                  </a:solidFill>
                  <a:latin typeface="Century Gothic" panose="020B0502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9pPr>
            </a:lstStyle>
            <a:p>
              <a:pPr eaLnBrk="1" hangingPunct="1">
                <a:spcBef>
                  <a:spcPct val="0"/>
                </a:spcBef>
                <a:buFont typeface="Arial" panose="020B0604020202020204" pitchFamily="34" charset="0"/>
                <a:buNone/>
              </a:pPr>
              <a:endParaRPr lang="zh-CN" altLang="en-US" sz="3200">
                <a:solidFill>
                  <a:schemeClr val="tx1"/>
                </a:solidFill>
                <a:latin typeface="Verdana" panose="020B0604030504040204" pitchFamily="34" charset="0"/>
                <a:ea typeface="楷体_GB2312" pitchFamily="1" charset="-122"/>
              </a:endParaRPr>
            </a:p>
          </p:txBody>
        </p:sp>
      </p:grpSp>
      <p:graphicFrame>
        <p:nvGraphicFramePr>
          <p:cNvPr id="115723" name="Object 14">
            <a:extLst>
              <a:ext uri="{FF2B5EF4-FFF2-40B4-BE49-F238E27FC236}">
                <a16:creationId xmlns:a16="http://schemas.microsoft.com/office/drawing/2014/main" id="{0E7A168D-7CDC-450D-8E16-71954F7C2CDC}"/>
              </a:ext>
            </a:extLst>
          </p:cNvPr>
          <p:cNvGraphicFramePr>
            <a:graphicFrameLocks noChangeAspect="1"/>
          </p:cNvGraphicFramePr>
          <p:nvPr/>
        </p:nvGraphicFramePr>
        <p:xfrm>
          <a:off x="0" y="620713"/>
          <a:ext cx="9144000" cy="541337"/>
        </p:xfrm>
        <a:graphic>
          <a:graphicData uri="http://schemas.openxmlformats.org/presentationml/2006/ole">
            <mc:AlternateContent xmlns:mc="http://schemas.openxmlformats.org/markup-compatibility/2006">
              <mc:Choice xmlns:v="urn:schemas-microsoft-com:vml" Requires="v">
                <p:oleObj spid="_x0000_s115729" r:id="rId6" imgW="6165838" imgH="171450" progId="Equation.DSMT4">
                  <p:embed/>
                </p:oleObj>
              </mc:Choice>
              <mc:Fallback>
                <p:oleObj r:id="rId6" imgW="6165838" imgH="171450" progId="Equation.DSMT4">
                  <p:embed/>
                  <p:pic>
                    <p:nvPicPr>
                      <p:cNvPr id="0" name="Object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620713"/>
                        <a:ext cx="9144000" cy="541337"/>
                      </a:xfrm>
                      <a:prstGeom prst="rect">
                        <a:avLst/>
                      </a:prstGeom>
                      <a:solidFill>
                        <a:srgbClr val="0033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6" name="Text Box 32">
            <a:extLst>
              <a:ext uri="{FF2B5EF4-FFF2-40B4-BE49-F238E27FC236}">
                <a16:creationId xmlns:a16="http://schemas.microsoft.com/office/drawing/2014/main" id="{0D761973-6128-4A0E-88CD-D165D4077023}"/>
              </a:ext>
            </a:extLst>
          </p:cNvPr>
          <p:cNvSpPr txBox="1">
            <a:spLocks noChangeArrowheads="1"/>
          </p:cNvSpPr>
          <p:nvPr/>
        </p:nvSpPr>
        <p:spPr bwMode="auto">
          <a:xfrm>
            <a:off x="3203575" y="4365625"/>
            <a:ext cx="5761038" cy="1592263"/>
          </a:xfrm>
          <a:prstGeom prst="rect">
            <a:avLst/>
          </a:prstGeom>
          <a:solidFill>
            <a:srgbClr val="FFFFCC"/>
          </a:solidFill>
          <a:ln w="38100" cmpd="dbl">
            <a:solidFill>
              <a:schemeClr val="tx1"/>
            </a:solidFill>
            <a:miter lim="800000"/>
            <a:headEnd/>
            <a:tailEnd/>
          </a:ln>
          <a:effectLst/>
          <a:extLst/>
        </p:spPr>
        <p:txBody>
          <a:bodyPr>
            <a:spAutoFit/>
          </a:bodyPr>
          <a:lstStyle>
            <a:lvl1pPr eaLnBrk="0" hangingPunct="0">
              <a:defRPr sz="3200">
                <a:solidFill>
                  <a:schemeClr val="tx1"/>
                </a:solidFill>
                <a:latin typeface="Verdana" pitchFamily="34" charset="0"/>
                <a:ea typeface="楷体_GB2312" pitchFamily="1" charset="-122"/>
              </a:defRPr>
            </a:lvl1pPr>
            <a:lvl2pPr marL="742950" indent="-285750" eaLnBrk="0" hangingPunct="0">
              <a:defRPr sz="3200">
                <a:solidFill>
                  <a:schemeClr val="tx1"/>
                </a:solidFill>
                <a:latin typeface="Verdana" pitchFamily="34" charset="0"/>
                <a:ea typeface="楷体_GB2312" pitchFamily="1" charset="-122"/>
              </a:defRPr>
            </a:lvl2pPr>
            <a:lvl3pPr marL="1143000" indent="-228600" eaLnBrk="0" hangingPunct="0">
              <a:defRPr sz="3200">
                <a:solidFill>
                  <a:schemeClr val="tx1"/>
                </a:solidFill>
                <a:latin typeface="Verdana" pitchFamily="34" charset="0"/>
                <a:ea typeface="楷体_GB2312" pitchFamily="1" charset="-122"/>
              </a:defRPr>
            </a:lvl3pPr>
            <a:lvl4pPr marL="1600200" indent="-228600" eaLnBrk="0" hangingPunct="0">
              <a:defRPr sz="3200">
                <a:solidFill>
                  <a:schemeClr val="tx1"/>
                </a:solidFill>
                <a:latin typeface="Verdana" pitchFamily="34" charset="0"/>
                <a:ea typeface="楷体_GB2312" pitchFamily="1" charset="-122"/>
              </a:defRPr>
            </a:lvl4pPr>
            <a:lvl5pPr marL="2057400" indent="-228600" eaLnBrk="0" hangingPunct="0">
              <a:defRPr sz="3200">
                <a:solidFill>
                  <a:schemeClr val="tx1"/>
                </a:solidFill>
                <a:latin typeface="Verdana" pitchFamily="34" charset="0"/>
                <a:ea typeface="楷体_GB2312" pitchFamily="1" charset="-122"/>
              </a:defRPr>
            </a:lvl5pPr>
            <a:lvl6pPr marL="25146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6pPr>
            <a:lvl7pPr marL="29718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7pPr>
            <a:lvl8pPr marL="34290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8pPr>
            <a:lvl9pPr marL="38862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9pPr>
          </a:lstStyle>
          <a:p>
            <a:pPr eaLnBrk="1" hangingPunct="1">
              <a:spcBef>
                <a:spcPct val="50000"/>
              </a:spcBef>
              <a:buFont typeface="Arial" panose="020B0604020202020204" pitchFamily="34" charset="0"/>
              <a:buNone/>
              <a:defRPr/>
            </a:pPr>
            <a:r>
              <a:rPr lang="zh-CN" altLang="en-US" b="1">
                <a:effectLst>
                  <a:outerShdw blurRad="38100" dist="38100" dir="2700000" algn="tl">
                    <a:srgbClr val="FFFFFF"/>
                  </a:outerShdw>
                </a:effectLst>
                <a:latin typeface="楷体_GB2312" pitchFamily="1" charset="-122"/>
              </a:rPr>
              <a:t>微分掩模的所有系数之和为</a:t>
            </a:r>
            <a:r>
              <a:rPr lang="en-US" b="1">
                <a:effectLst>
                  <a:outerShdw blurRad="38100" dist="38100" dir="2700000" algn="tl">
                    <a:srgbClr val="FFFFFF"/>
                  </a:outerShdw>
                </a:effectLst>
                <a:latin typeface="楷体_GB2312" pitchFamily="1" charset="-122"/>
              </a:rPr>
              <a:t>0</a:t>
            </a:r>
            <a:r>
              <a:rPr lang="zh-CN" altLang="en-US" b="1">
                <a:effectLst>
                  <a:outerShdw blurRad="38100" dist="38100" dir="2700000" algn="tl">
                    <a:srgbClr val="FFFFFF"/>
                  </a:outerShdw>
                </a:effectLst>
                <a:latin typeface="楷体_GB2312" pitchFamily="1" charset="-122"/>
              </a:rPr>
              <a:t>保证了灰度恒定区域的响应为</a:t>
            </a:r>
            <a:r>
              <a:rPr lang="en-US" b="1">
                <a:effectLst>
                  <a:outerShdw blurRad="38100" dist="38100" dir="2700000" algn="tl">
                    <a:srgbClr val="FFFFFF"/>
                  </a:outerShdw>
                </a:effectLst>
                <a:latin typeface="楷体_GB2312" pitchFamily="1" charset="-122"/>
              </a:rPr>
              <a:t>0</a:t>
            </a:r>
            <a:r>
              <a:rPr lang="zh-CN" altLang="en-US" b="1">
                <a:effectLst>
                  <a:outerShdw blurRad="38100" dist="38100" dir="2700000" algn="tl">
                    <a:srgbClr val="FFFFFF"/>
                  </a:outerShdw>
                </a:effectLst>
                <a:latin typeface="楷体_GB2312" pitchFamily="1" charset="-122"/>
              </a:rPr>
              <a:t>（微分算子要求的）</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linds(horizontal)">
                                      <p:cBhvr>
                                        <p:cTn id="7" dur="500"/>
                                        <p:tgtEl>
                                          <p:spTgt spid="18"/>
                                        </p:tgtEl>
                                      </p:cBhvr>
                                    </p:animEffect>
                                  </p:childTnLst>
                                </p:cTn>
                              </p:par>
                            </p:childTnLst>
                          </p:cTn>
                        </p:par>
                        <p:par>
                          <p:cTn id="8" fill="hold" nodeType="after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blinds(horizontal)">
                                      <p:cBhvr>
                                        <p:cTn id="11" dur="500"/>
                                        <p:tgtEl>
                                          <p:spTgt spid="1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nodeType="click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blinds(horizontal)">
                                      <p:cBhvr>
                                        <p:cTn id="16" dur="500"/>
                                        <p:tgtEl>
                                          <p:spTgt spid="3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nodeType="clickEffect">
                                  <p:stCondLst>
                                    <p:cond delay="0"/>
                                  </p:stCondLst>
                                  <p:childTnLst>
                                    <p:set>
                                      <p:cBhvr>
                                        <p:cTn id="20" dur="1" fill="hold">
                                          <p:stCondLst>
                                            <p:cond delay="0"/>
                                          </p:stCondLst>
                                        </p:cTn>
                                        <p:tgtEl>
                                          <p:spTgt spid="29"/>
                                        </p:tgtEl>
                                        <p:attrNameLst>
                                          <p:attrName>style.visibility</p:attrName>
                                        </p:attrNameLst>
                                      </p:cBhvr>
                                      <p:to>
                                        <p:strVal val="visible"/>
                                      </p:to>
                                    </p:set>
                                    <p:animEffect transition="in" filter="blinds(horizontal)">
                                      <p:cBhvr>
                                        <p:cTn id="21" dur="500"/>
                                        <p:tgtEl>
                                          <p:spTgt spid="29"/>
                                        </p:tgtEl>
                                      </p:cBhvr>
                                    </p:animEffect>
                                  </p:childTnLst>
                                </p:cTn>
                              </p:par>
                            </p:childTnLst>
                          </p:cTn>
                        </p:par>
                        <p:par>
                          <p:cTn id="22" fill="hold" nodeType="afterGroup">
                            <p:stCondLst>
                              <p:cond delay="500"/>
                            </p:stCondLst>
                            <p:childTnLst>
                              <p:par>
                                <p:cTn id="23" presetID="3" presetClass="entr" presetSubtype="10" fill="hold" grpId="0" nodeType="after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blinds(horizontal)">
                                      <p:cBhvr>
                                        <p:cTn id="25" dur="500"/>
                                        <p:tgtEl>
                                          <p:spTgt spid="28"/>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36"/>
                                        </p:tgtEl>
                                        <p:attrNameLst>
                                          <p:attrName>style.visibility</p:attrName>
                                        </p:attrNameLst>
                                      </p:cBhvr>
                                      <p:to>
                                        <p:strVal val="visible"/>
                                      </p:to>
                                    </p:set>
                                    <p:animEffect transition="in" filter="blinds(horizontal)">
                                      <p:cBhvr>
                                        <p:cTn id="30"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autoUpdateAnimBg="0"/>
      <p:bldP spid="28" grpId="0" animBg="1" autoUpdateAnimBg="0"/>
      <p:bldP spid="36" grpId="0" animBg="1" autoUpdateAnimBg="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9270F6E4-30F7-471B-9B3E-9C797FFF8963}"/>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6739" name="TextBox 23">
            <a:extLst>
              <a:ext uri="{FF2B5EF4-FFF2-40B4-BE49-F238E27FC236}">
                <a16:creationId xmlns:a16="http://schemas.microsoft.com/office/drawing/2014/main" id="{645B3B31-8DD3-48D3-8E30-C5DBA6791ABD}"/>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rgbClr val="7F7F7F"/>
                </a:solidFill>
                <a:latin typeface="Century Gothic" panose="020B0502020202020204" pitchFamily="34" charset="0"/>
                <a:ea typeface="宋体" panose="02010600030101010101" pitchFamily="2" charset="-122"/>
              </a:defRPr>
            </a:lvl1pPr>
            <a:lvl2pPr marL="742950" indent="-285750">
              <a:spcBef>
                <a:spcPct val="20000"/>
              </a:spcBef>
              <a:buFont typeface="Arial" panose="020B0604020202020204" pitchFamily="34" charset="0"/>
              <a:buChar char="o"/>
              <a:defRPr sz="1600">
                <a:solidFill>
                  <a:srgbClr val="7F7F7F"/>
                </a:solidFill>
                <a:latin typeface="Century Gothic" panose="020B0502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3pPr>
            <a:lvl4pPr marL="1600200" indent="-228600">
              <a:spcBef>
                <a:spcPct val="20000"/>
              </a:spcBef>
              <a:buFont typeface="Arial" panose="020B0604020202020204" pitchFamily="34" charset="0"/>
              <a:buChar char="o"/>
              <a:defRPr sz="1600">
                <a:solidFill>
                  <a:srgbClr val="7F7F7F"/>
                </a:solidFill>
                <a:latin typeface="Century Gothic" panose="020B0502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9pPr>
          </a:lstStyle>
          <a:p>
            <a:pPr algn="ctr">
              <a:spcBef>
                <a:spcPct val="0"/>
              </a:spcBef>
              <a:buFontTx/>
              <a:buNone/>
            </a:pPr>
            <a:r>
              <a:rPr lang="zh-CN" altLang="en-US" sz="3200" b="1">
                <a:solidFill>
                  <a:schemeClr val="bg1"/>
                </a:solidFill>
                <a:latin typeface="微软雅黑" panose="020B0503020204020204" pitchFamily="34" charset="-122"/>
                <a:ea typeface="微软雅黑" panose="020B0503020204020204" pitchFamily="34" charset="-122"/>
              </a:rPr>
              <a:t>锐化滤波</a:t>
            </a:r>
          </a:p>
        </p:txBody>
      </p:sp>
      <p:pic>
        <p:nvPicPr>
          <p:cNvPr id="116740" name="Picture 18" descr="camera">
            <a:extLst>
              <a:ext uri="{FF2B5EF4-FFF2-40B4-BE49-F238E27FC236}">
                <a16:creationId xmlns:a16="http://schemas.microsoft.com/office/drawing/2014/main" id="{9C3F776C-B6CE-4A27-893F-623B250766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9450" y="1708150"/>
            <a:ext cx="2346325" cy="216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6741" name="Picture 19" descr="Sobel">
            <a:extLst>
              <a:ext uri="{FF2B5EF4-FFF2-40B4-BE49-F238E27FC236}">
                <a16:creationId xmlns:a16="http://schemas.microsoft.com/office/drawing/2014/main" id="{CF20179D-196D-42AA-A57F-8FAE814D545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86500" y="1657350"/>
            <a:ext cx="2346325" cy="216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 Box 20">
            <a:extLst>
              <a:ext uri="{FF2B5EF4-FFF2-40B4-BE49-F238E27FC236}">
                <a16:creationId xmlns:a16="http://schemas.microsoft.com/office/drawing/2014/main" id="{B856A260-0B2B-4975-B062-95DFBCAB8BF0}"/>
              </a:ext>
            </a:extLst>
          </p:cNvPr>
          <p:cNvSpPr txBox="1">
            <a:spLocks noChangeArrowheads="1"/>
          </p:cNvSpPr>
          <p:nvPr/>
        </p:nvSpPr>
        <p:spPr bwMode="auto">
          <a:xfrm>
            <a:off x="6759575" y="3814763"/>
            <a:ext cx="156845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kumimoji="1" lang="en-US" altLang="zh-CN" sz="2000" dirty="0" err="1">
                <a:effectLst>
                  <a:outerShdw blurRad="38100" dist="38100" dir="2700000" algn="tl">
                    <a:srgbClr val="C0C0C0"/>
                  </a:outerShdw>
                </a:effectLst>
                <a:latin typeface="Times New Roman" pitchFamily="18" charset="0"/>
                <a:ea typeface="宋体" pitchFamily="2" charset="-122"/>
              </a:rPr>
              <a:t>Sobel</a:t>
            </a:r>
            <a:r>
              <a:rPr kumimoji="1" lang="zh-CN" altLang="en-US" sz="2000" dirty="0">
                <a:effectLst>
                  <a:outerShdw blurRad="38100" dist="38100" dir="2700000" algn="tl">
                    <a:srgbClr val="C0C0C0"/>
                  </a:outerShdw>
                </a:effectLst>
                <a:latin typeface="Times New Roman" pitchFamily="18" charset="0"/>
                <a:ea typeface="宋体" pitchFamily="2" charset="-122"/>
              </a:rPr>
              <a:t>梯度</a:t>
            </a:r>
            <a:endParaRPr kumimoji="1" lang="en-US" altLang="zh-CN" sz="2000" dirty="0">
              <a:effectLst>
                <a:outerShdw blurRad="38100" dist="38100" dir="2700000" algn="tl">
                  <a:srgbClr val="C0C0C0"/>
                </a:outerShdw>
              </a:effectLst>
              <a:latin typeface="Times New Roman" pitchFamily="18" charset="0"/>
              <a:ea typeface="宋体" pitchFamily="2" charset="-122"/>
            </a:endParaRPr>
          </a:p>
        </p:txBody>
      </p:sp>
      <p:pic>
        <p:nvPicPr>
          <p:cNvPr id="116743" name="Picture 21" descr="roberts">
            <a:extLst>
              <a:ext uri="{FF2B5EF4-FFF2-40B4-BE49-F238E27FC236}">
                <a16:creationId xmlns:a16="http://schemas.microsoft.com/office/drawing/2014/main" id="{1F36EDA1-6CEB-4452-BF12-378AED4F22A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95663" y="4279900"/>
            <a:ext cx="2328862" cy="215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 Box 22">
            <a:extLst>
              <a:ext uri="{FF2B5EF4-FFF2-40B4-BE49-F238E27FC236}">
                <a16:creationId xmlns:a16="http://schemas.microsoft.com/office/drawing/2014/main" id="{A415754D-F5F0-4980-A75F-F0F4D4BFF309}"/>
              </a:ext>
            </a:extLst>
          </p:cNvPr>
          <p:cNvSpPr txBox="1">
            <a:spLocks noChangeArrowheads="1"/>
          </p:cNvSpPr>
          <p:nvPr/>
        </p:nvSpPr>
        <p:spPr bwMode="auto">
          <a:xfrm>
            <a:off x="3976688" y="6429375"/>
            <a:ext cx="1493837"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kumimoji="1" lang="en-US" altLang="zh-CN" sz="2000" dirty="0">
                <a:effectLst>
                  <a:outerShdw blurRad="38100" dist="38100" dir="2700000" algn="tl">
                    <a:srgbClr val="C0C0C0"/>
                  </a:outerShdw>
                </a:effectLst>
                <a:latin typeface="Times New Roman" pitchFamily="18" charset="0"/>
                <a:ea typeface="宋体" pitchFamily="2" charset="-122"/>
              </a:rPr>
              <a:t>Roberts</a:t>
            </a:r>
            <a:r>
              <a:rPr kumimoji="1" lang="zh-CN" altLang="en-US" sz="2000" dirty="0">
                <a:effectLst>
                  <a:outerShdw blurRad="38100" dist="38100" dir="2700000" algn="tl">
                    <a:srgbClr val="C0C0C0"/>
                  </a:outerShdw>
                </a:effectLst>
                <a:latin typeface="Times New Roman" pitchFamily="18" charset="0"/>
                <a:ea typeface="宋体" pitchFamily="2" charset="-122"/>
              </a:rPr>
              <a:t>梯度</a:t>
            </a:r>
            <a:endParaRPr kumimoji="1" lang="en-US" altLang="zh-CN" sz="2000" dirty="0">
              <a:effectLst>
                <a:outerShdw blurRad="38100" dist="38100" dir="2700000" algn="tl">
                  <a:srgbClr val="C0C0C0"/>
                </a:outerShdw>
              </a:effectLst>
              <a:latin typeface="Times New Roman" pitchFamily="18" charset="0"/>
              <a:ea typeface="宋体" pitchFamily="2" charset="-122"/>
            </a:endParaRPr>
          </a:p>
        </p:txBody>
      </p:sp>
      <p:pic>
        <p:nvPicPr>
          <p:cNvPr id="116745" name="Picture 23" descr="prewitt">
            <a:extLst>
              <a:ext uri="{FF2B5EF4-FFF2-40B4-BE49-F238E27FC236}">
                <a16:creationId xmlns:a16="http://schemas.microsoft.com/office/drawing/2014/main" id="{8FB2682C-DCDD-419B-B77C-D387681F773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9450" y="4286250"/>
            <a:ext cx="2322513" cy="216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 Box 24">
            <a:extLst>
              <a:ext uri="{FF2B5EF4-FFF2-40B4-BE49-F238E27FC236}">
                <a16:creationId xmlns:a16="http://schemas.microsoft.com/office/drawing/2014/main" id="{0C42F4C7-96C5-4FE8-BBDD-A1AFE7560E64}"/>
              </a:ext>
            </a:extLst>
          </p:cNvPr>
          <p:cNvSpPr txBox="1">
            <a:spLocks noChangeArrowheads="1"/>
          </p:cNvSpPr>
          <p:nvPr/>
        </p:nvSpPr>
        <p:spPr bwMode="auto">
          <a:xfrm>
            <a:off x="1143000" y="6429375"/>
            <a:ext cx="1436688"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kumimoji="1" lang="en-US" altLang="zh-CN" sz="2000" dirty="0">
                <a:effectLst>
                  <a:outerShdw blurRad="38100" dist="38100" dir="2700000" algn="tl">
                    <a:srgbClr val="C0C0C0"/>
                  </a:outerShdw>
                </a:effectLst>
                <a:latin typeface="Times New Roman" pitchFamily="18" charset="0"/>
                <a:ea typeface="宋体" pitchFamily="2" charset="-122"/>
              </a:rPr>
              <a:t>Prewitt</a:t>
            </a:r>
            <a:r>
              <a:rPr kumimoji="1" lang="zh-CN" altLang="en-US" sz="2000" dirty="0">
                <a:effectLst>
                  <a:outerShdw blurRad="38100" dist="38100" dir="2700000" algn="tl">
                    <a:srgbClr val="C0C0C0"/>
                  </a:outerShdw>
                </a:effectLst>
                <a:latin typeface="Times New Roman" pitchFamily="18" charset="0"/>
                <a:ea typeface="宋体" pitchFamily="2" charset="-122"/>
              </a:rPr>
              <a:t>梯度</a:t>
            </a:r>
            <a:endParaRPr kumimoji="1" lang="en-US" altLang="zh-CN" sz="2000" dirty="0">
              <a:effectLst>
                <a:outerShdw blurRad="38100" dist="38100" dir="2700000" algn="tl">
                  <a:srgbClr val="C0C0C0"/>
                </a:outerShdw>
              </a:effectLst>
              <a:latin typeface="Times New Roman" pitchFamily="18" charset="0"/>
              <a:ea typeface="宋体" pitchFamily="2" charset="-122"/>
            </a:endParaRPr>
          </a:p>
        </p:txBody>
      </p:sp>
      <p:sp>
        <p:nvSpPr>
          <p:cNvPr id="17" name="Rectangle 26">
            <a:extLst>
              <a:ext uri="{FF2B5EF4-FFF2-40B4-BE49-F238E27FC236}">
                <a16:creationId xmlns:a16="http://schemas.microsoft.com/office/drawing/2014/main" id="{DF61C46F-6AA9-4D7D-B630-82BEDFFE04CE}"/>
              </a:ext>
            </a:extLst>
          </p:cNvPr>
          <p:cNvSpPr>
            <a:spLocks noChangeArrowheads="1"/>
          </p:cNvSpPr>
          <p:nvPr/>
        </p:nvSpPr>
        <p:spPr bwMode="auto">
          <a:xfrm>
            <a:off x="3943350" y="3817938"/>
            <a:ext cx="1211263"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kumimoji="1" lang="zh-CN" altLang="en-US" sz="2000" dirty="0">
                <a:effectLst>
                  <a:outerShdw blurRad="38100" dist="38100" dir="2700000" algn="tl">
                    <a:srgbClr val="C0C0C0"/>
                  </a:outerShdw>
                </a:effectLst>
                <a:latin typeface="Times New Roman" pitchFamily="18" charset="0"/>
                <a:ea typeface="宋体" pitchFamily="2" charset="-122"/>
              </a:rPr>
              <a:t>传统梯度</a:t>
            </a:r>
          </a:p>
        </p:txBody>
      </p:sp>
      <p:pic>
        <p:nvPicPr>
          <p:cNvPr id="116748" name="Picture 27" descr="L&amp;G">
            <a:extLst>
              <a:ext uri="{FF2B5EF4-FFF2-40B4-BE49-F238E27FC236}">
                <a16:creationId xmlns:a16="http://schemas.microsoft.com/office/drawing/2014/main" id="{48D6C80D-798A-4216-90C0-F307BB491D1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27775" y="4314825"/>
            <a:ext cx="2270125" cy="216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 Box 28">
            <a:extLst>
              <a:ext uri="{FF2B5EF4-FFF2-40B4-BE49-F238E27FC236}">
                <a16:creationId xmlns:a16="http://schemas.microsoft.com/office/drawing/2014/main" id="{FC5B84BE-B623-4079-AE4C-D943F84492C4}"/>
              </a:ext>
            </a:extLst>
          </p:cNvPr>
          <p:cNvSpPr txBox="1">
            <a:spLocks noChangeArrowheads="1"/>
          </p:cNvSpPr>
          <p:nvPr/>
        </p:nvSpPr>
        <p:spPr bwMode="auto">
          <a:xfrm>
            <a:off x="6286500" y="6429375"/>
            <a:ext cx="26289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kumimoji="1" lang="zh-CN" altLang="en-US" sz="2000" dirty="0">
                <a:effectLst>
                  <a:outerShdw blurRad="38100" dist="38100" dir="2700000" algn="tl">
                    <a:srgbClr val="C0C0C0"/>
                  </a:outerShdw>
                </a:effectLst>
                <a:latin typeface="Times New Roman" pitchFamily="18" charset="0"/>
                <a:ea typeface="宋体" pitchFamily="2" charset="-122"/>
              </a:rPr>
              <a:t>拉普拉斯算子</a:t>
            </a:r>
            <a:endParaRPr kumimoji="1" lang="en-US" altLang="zh-CN" sz="2000" dirty="0">
              <a:effectLst>
                <a:outerShdw blurRad="38100" dist="38100" dir="2700000" algn="tl">
                  <a:srgbClr val="C0C0C0"/>
                </a:outerShdw>
              </a:effectLst>
              <a:latin typeface="Times New Roman" pitchFamily="18" charset="0"/>
              <a:ea typeface="宋体" pitchFamily="2" charset="-122"/>
            </a:endParaRPr>
          </a:p>
        </p:txBody>
      </p:sp>
      <p:sp>
        <p:nvSpPr>
          <p:cNvPr id="20" name="Text Box 29">
            <a:extLst>
              <a:ext uri="{FF2B5EF4-FFF2-40B4-BE49-F238E27FC236}">
                <a16:creationId xmlns:a16="http://schemas.microsoft.com/office/drawing/2014/main" id="{95E107B3-31B1-4D92-8ED1-F334D13A942E}"/>
              </a:ext>
            </a:extLst>
          </p:cNvPr>
          <p:cNvSpPr txBox="1">
            <a:spLocks noChangeArrowheads="1"/>
          </p:cNvSpPr>
          <p:nvPr/>
        </p:nvSpPr>
        <p:spPr bwMode="auto">
          <a:xfrm>
            <a:off x="1260475" y="3848100"/>
            <a:ext cx="1098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kumimoji="1" lang="zh-CN" altLang="en-US" sz="1800" dirty="0">
                <a:effectLst>
                  <a:outerShdw blurRad="38100" dist="38100" dir="2700000" algn="tl">
                    <a:srgbClr val="C0C0C0"/>
                  </a:outerShdw>
                </a:effectLst>
                <a:latin typeface="Times New Roman" pitchFamily="18" charset="0"/>
                <a:ea typeface="宋体" pitchFamily="2" charset="-122"/>
              </a:rPr>
              <a:t>原始图像</a:t>
            </a:r>
          </a:p>
        </p:txBody>
      </p:sp>
      <p:pic>
        <p:nvPicPr>
          <p:cNvPr id="116751" name="Picture 30" descr="YANSHI2">
            <a:extLst>
              <a:ext uri="{FF2B5EF4-FFF2-40B4-BE49-F238E27FC236}">
                <a16:creationId xmlns:a16="http://schemas.microsoft.com/office/drawing/2014/main" id="{F5C79EB5-2458-41ED-BE79-F1765418342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98850" y="1697038"/>
            <a:ext cx="2225675" cy="216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6752" name="内容占位符 2">
            <a:extLst>
              <a:ext uri="{FF2B5EF4-FFF2-40B4-BE49-F238E27FC236}">
                <a16:creationId xmlns:a16="http://schemas.microsoft.com/office/drawing/2014/main" id="{D617F08F-C5B6-4CFC-B6CF-BACC3352A1C6}"/>
              </a:ext>
            </a:extLst>
          </p:cNvPr>
          <p:cNvSpPr>
            <a:spLocks noGrp="1" noChangeArrowheads="1"/>
          </p:cNvSpPr>
          <p:nvPr>
            <p:ph idx="1"/>
          </p:nvPr>
        </p:nvSpPr>
        <p:spPr>
          <a:xfrm>
            <a:off x="360363" y="917575"/>
            <a:ext cx="8302625" cy="582613"/>
          </a:xfrm>
        </p:spPr>
        <p:txBody>
          <a:bodyPr/>
          <a:lstStyle/>
          <a:p>
            <a:pPr>
              <a:buFont typeface="Wingdings" panose="05000000000000000000" pitchFamily="2" charset="2"/>
              <a:buChar char="p"/>
            </a:pPr>
            <a:r>
              <a:rPr lang="zh-CN" altLang="en-US" sz="2800" b="1">
                <a:solidFill>
                  <a:srgbClr val="C00000"/>
                </a:solidFill>
                <a:ea typeface="华文楷体" panose="02010600040101010101" pitchFamily="2" charset="-122"/>
              </a:rPr>
              <a:t> </a:t>
            </a:r>
            <a:r>
              <a:rPr lang="zh-CN" altLang="en-US" sz="2800" b="1">
                <a:solidFill>
                  <a:schemeClr val="tx1"/>
                </a:solidFill>
                <a:ea typeface="华文楷体" panose="02010600040101010101" pitchFamily="2" charset="-122"/>
              </a:rPr>
              <a:t>锐化滤波示例</a:t>
            </a:r>
          </a:p>
        </p:txBody>
      </p:sp>
      <p:sp>
        <p:nvSpPr>
          <p:cNvPr id="25" name="内容占位符 2">
            <a:extLst>
              <a:ext uri="{FF2B5EF4-FFF2-40B4-BE49-F238E27FC236}">
                <a16:creationId xmlns:a16="http://schemas.microsoft.com/office/drawing/2014/main" id="{4327BFC2-23C3-416D-A260-E7A1809DC5A3}"/>
              </a:ext>
            </a:extLst>
          </p:cNvPr>
          <p:cNvSpPr txBox="1">
            <a:spLocks noChangeArrowheads="1"/>
          </p:cNvSpPr>
          <p:nvPr/>
        </p:nvSpPr>
        <p:spPr bwMode="auto">
          <a:xfrm>
            <a:off x="3001963" y="7938"/>
            <a:ext cx="6107112" cy="151288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Verdana" panose="020B0604030504040204" pitchFamily="34" charset="0"/>
                <a:ea typeface="楷体_GB2312" pitchFamily="1" charset="-122"/>
              </a:defRPr>
            </a:lvl1pPr>
            <a:lvl2pPr marL="639763" indent="-246063">
              <a:defRPr sz="3200">
                <a:solidFill>
                  <a:schemeClr val="tx1"/>
                </a:solidFill>
                <a:latin typeface="Verdana" panose="020B0604030504040204" pitchFamily="34" charset="0"/>
                <a:ea typeface="楷体_GB2312" pitchFamily="1" charset="-122"/>
              </a:defRPr>
            </a:lvl2pPr>
            <a:lvl3pPr indent="-246063">
              <a:defRPr sz="3200">
                <a:solidFill>
                  <a:schemeClr val="tx1"/>
                </a:solidFill>
                <a:latin typeface="Verdana" panose="020B0604030504040204" pitchFamily="34" charset="0"/>
                <a:ea typeface="楷体_GB2312" pitchFamily="1" charset="-122"/>
              </a:defRPr>
            </a:lvl3pPr>
            <a:lvl4pPr marL="1187450" indent="-209550">
              <a:defRPr sz="3200">
                <a:solidFill>
                  <a:schemeClr val="tx1"/>
                </a:solidFill>
                <a:latin typeface="Verdana" panose="020B0604030504040204" pitchFamily="34" charset="0"/>
                <a:ea typeface="楷体_GB2312" pitchFamily="1" charset="-122"/>
              </a:defRPr>
            </a:lvl4pPr>
            <a:lvl5pPr marL="1462088" indent="-209550">
              <a:defRPr sz="3200">
                <a:solidFill>
                  <a:schemeClr val="tx1"/>
                </a:solidFill>
                <a:latin typeface="Verdana" panose="020B0604030504040204" pitchFamily="34" charset="0"/>
                <a:ea typeface="楷体_GB2312" pitchFamily="1" charset="-122"/>
              </a:defRPr>
            </a:lvl5pPr>
            <a:lvl6pPr marL="1919288" indent="-20955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376488" indent="-20955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2833688" indent="-20955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290888" indent="-20955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spcBef>
                <a:spcPct val="20000"/>
              </a:spcBef>
              <a:buClr>
                <a:srgbClr val="0BD0D9"/>
              </a:buClr>
              <a:buSzPct val="95000"/>
              <a:buFont typeface="Wingdings 2" panose="05020102010507070707" pitchFamily="18" charset="2"/>
              <a:buNone/>
            </a:pPr>
            <a:r>
              <a:rPr lang="zh-CN" altLang="en-US" sz="4000" b="1">
                <a:solidFill>
                  <a:srgbClr val="C00000"/>
                </a:solidFill>
                <a:latin typeface="Constantia" panose="02030602050306030303" pitchFamily="18" charset="0"/>
                <a:ea typeface="华文楷体" panose="02010600040101010101" pitchFamily="2" charset="-122"/>
              </a:rPr>
              <a:t>请对比梯度锐化与拉普拉斯锐化的区别</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ppt_x"/>
                                          </p:val>
                                        </p:tav>
                                        <p:tav tm="100000">
                                          <p:val>
                                            <p:strVal val="#ppt_x"/>
                                          </p:val>
                                        </p:tav>
                                      </p:tavLst>
                                    </p:anim>
                                    <p:anim calcmode="lin" valueType="num">
                                      <p:cBhvr additive="base">
                                        <p:cTn id="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5">
            <a:extLst>
              <a:ext uri="{FF2B5EF4-FFF2-40B4-BE49-F238E27FC236}">
                <a16:creationId xmlns:a16="http://schemas.microsoft.com/office/drawing/2014/main" id="{7AF19A1D-944A-40BE-A151-F240A3841E46}"/>
              </a:ext>
            </a:extLst>
          </p:cNvPr>
          <p:cNvSpPr>
            <a:spLocks noChangeArrowheads="1"/>
          </p:cNvSpPr>
          <p:nvPr/>
        </p:nvSpPr>
        <p:spPr bwMode="auto">
          <a:xfrm>
            <a:off x="323850" y="692150"/>
            <a:ext cx="8208963" cy="2314575"/>
          </a:xfrm>
          <a:prstGeom prst="rect">
            <a:avLst/>
          </a:prstGeom>
          <a:solidFill>
            <a:schemeClr val="bg1"/>
          </a:solidFill>
          <a:ln>
            <a:noFill/>
          </a:ln>
          <a:effectLst/>
          <a:extLst/>
        </p:spPr>
        <p:txBody>
          <a:bodyPr lIns="90000" tIns="46800" rIns="90000" bIns="46800">
            <a:spAutoFit/>
          </a:bodyPr>
          <a:lstStyle/>
          <a:p>
            <a:pPr eaLnBrk="1" hangingPunct="1">
              <a:lnSpc>
                <a:spcPct val="130000"/>
              </a:lnSpc>
              <a:buFont typeface="Arial" panose="020B0604020202020204" pitchFamily="34" charset="0"/>
              <a:buNone/>
              <a:defRPr/>
            </a:pPr>
            <a:r>
              <a:rPr lang="en-US" sz="2800" b="1" dirty="0">
                <a:latin typeface="Times New Roman" pitchFamily="18" charset="0"/>
              </a:rPr>
              <a:t>    </a:t>
            </a:r>
            <a:r>
              <a:rPr lang="zh-CN" altLang="en-US" sz="2800" b="1" dirty="0">
                <a:latin typeface="Times New Roman" pitchFamily="18" charset="0"/>
              </a:rPr>
              <a:t>将</a:t>
            </a:r>
            <a:r>
              <a:rPr lang="zh-CN" altLang="en-US" sz="2800" b="1" i="1" u="sng" dirty="0">
                <a:effectLst>
                  <a:outerShdw blurRad="38100" dist="38100" dir="2700000" algn="tl">
                    <a:srgbClr val="C0C0C0"/>
                  </a:outerShdw>
                </a:effectLst>
                <a:latin typeface="Times New Roman" pitchFamily="18" charset="0"/>
              </a:rPr>
              <a:t>原始图像和拉普拉斯图像叠加</a:t>
            </a:r>
            <a:r>
              <a:rPr lang="zh-CN" altLang="en-US" sz="2800" b="1" dirty="0">
                <a:latin typeface="Times New Roman" pitchFamily="18" charset="0"/>
              </a:rPr>
              <a:t>在一起的简单方法可以保护拉普拉斯锐化处理的效果，同时又能复原背景信息。因此拉普拉斯算子用于图像增强的基本方法如下</a:t>
            </a:r>
            <a:r>
              <a:rPr lang="en-US" sz="2800" b="1" dirty="0">
                <a:latin typeface="Times New Roman" pitchFamily="18" charset="0"/>
              </a:rPr>
              <a:t>:</a:t>
            </a:r>
          </a:p>
        </p:txBody>
      </p:sp>
      <p:sp>
        <p:nvSpPr>
          <p:cNvPr id="118787" name="Text Box 6">
            <a:extLst>
              <a:ext uri="{FF2B5EF4-FFF2-40B4-BE49-F238E27FC236}">
                <a16:creationId xmlns:a16="http://schemas.microsoft.com/office/drawing/2014/main" id="{5B7A1193-194F-4687-BFE7-BF6B41FBB0F7}"/>
              </a:ext>
            </a:extLst>
          </p:cNvPr>
          <p:cNvSpPr txBox="1">
            <a:spLocks noChangeArrowheads="1"/>
          </p:cNvSpPr>
          <p:nvPr/>
        </p:nvSpPr>
        <p:spPr bwMode="auto">
          <a:xfrm>
            <a:off x="4140200" y="5013325"/>
            <a:ext cx="4248150" cy="4572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400" b="1">
                <a:solidFill>
                  <a:srgbClr val="FF0000"/>
                </a:solidFill>
                <a:latin typeface="Times New Roman" panose="02020603050405020304" pitchFamily="18" charset="0"/>
                <a:ea typeface="楷体_GB2312" pitchFamily="1" charset="-122"/>
              </a:rPr>
              <a:t>注意拉普拉斯定义时的符号</a:t>
            </a:r>
          </a:p>
        </p:txBody>
      </p:sp>
      <p:graphicFrame>
        <p:nvGraphicFramePr>
          <p:cNvPr id="118788" name="Object 4">
            <a:extLst>
              <a:ext uri="{FF2B5EF4-FFF2-40B4-BE49-F238E27FC236}">
                <a16:creationId xmlns:a16="http://schemas.microsoft.com/office/drawing/2014/main" id="{0DD89B95-76DD-44FD-BB1B-AD9594DCA2F2}"/>
              </a:ext>
            </a:extLst>
          </p:cNvPr>
          <p:cNvGraphicFramePr>
            <a:graphicFrameLocks noGrp="1" noChangeAspect="1"/>
          </p:cNvGraphicFramePr>
          <p:nvPr>
            <p:ph sz="half" idx="4294967295"/>
          </p:nvPr>
        </p:nvGraphicFramePr>
        <p:xfrm>
          <a:off x="0" y="3695700"/>
          <a:ext cx="7820025" cy="957263"/>
        </p:xfrm>
        <a:graphic>
          <a:graphicData uri="http://schemas.openxmlformats.org/presentationml/2006/ole">
            <mc:AlternateContent xmlns:mc="http://schemas.openxmlformats.org/markup-compatibility/2006">
              <mc:Choice xmlns:v="urn:schemas-microsoft-com:vml" Requires="v">
                <p:oleObj spid="_x0000_s118791" r:id="rId3" imgW="4152900" imgH="508000" progId="Equation.DSMT4">
                  <p:embed/>
                </p:oleObj>
              </mc:Choice>
              <mc:Fallback>
                <p:oleObj r:id="rId3" imgW="4152900" imgH="508000" progId="Equation.DSMT4">
                  <p:embed/>
                  <p:pic>
                    <p:nvPicPr>
                      <p:cNvPr id="0"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3695700"/>
                        <a:ext cx="7820025" cy="957263"/>
                      </a:xfrm>
                      <a:prstGeom prst="rect">
                        <a:avLst/>
                      </a:prstGeom>
                      <a:solidFill>
                        <a:schemeClr val="bg2"/>
                      </a:solidFill>
                      <a:ln w="9525" cmpd="sng">
                        <a:solidFill>
                          <a:srgbClr val="FF0000"/>
                        </a:solidFill>
                        <a:miter lim="800000"/>
                        <a:headEnd/>
                        <a:tailEnd/>
                      </a:ln>
                    </p:spPr>
                  </p:pic>
                </p:oleObj>
              </mc:Fallback>
            </mc:AlternateContent>
          </a:graphicData>
        </a:graphic>
      </p:graphicFrame>
      <p:sp>
        <p:nvSpPr>
          <p:cNvPr id="6" name="矩形 5">
            <a:extLst>
              <a:ext uri="{FF2B5EF4-FFF2-40B4-BE49-F238E27FC236}">
                <a16:creationId xmlns:a16="http://schemas.microsoft.com/office/drawing/2014/main" id="{7BA75A5E-74F4-44E1-AE92-3A37171BA7F3}"/>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8790" name="TextBox 23">
            <a:extLst>
              <a:ext uri="{FF2B5EF4-FFF2-40B4-BE49-F238E27FC236}">
                <a16:creationId xmlns:a16="http://schemas.microsoft.com/office/drawing/2014/main" id="{A4E99B58-E7CD-4DBD-B207-48722AD935B8}"/>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a:r>
              <a:rPr lang="zh-CN" altLang="en-US" b="1">
                <a:solidFill>
                  <a:schemeClr val="bg1"/>
                </a:solidFill>
                <a:latin typeface="微软雅黑" panose="020B0503020204020204" pitchFamily="34" charset="-122"/>
                <a:ea typeface="微软雅黑" panose="020B0503020204020204" pitchFamily="34" charset="-122"/>
              </a:rPr>
              <a:t>拉普拉斯滤波用于图像增强</a:t>
            </a:r>
          </a:p>
        </p:txBody>
      </p:sp>
    </p:spTree>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41AD843A-6512-4FFC-8C3A-AE5859F078E5}"/>
              </a:ext>
            </a:extLst>
          </p:cNvPr>
          <p:cNvSpPr>
            <a:spLocks noChangeArrowheads="1"/>
          </p:cNvSpPr>
          <p:nvPr/>
        </p:nvSpPr>
        <p:spPr bwMode="auto">
          <a:xfrm>
            <a:off x="468313" y="1773238"/>
            <a:ext cx="59039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Font typeface="Arial" panose="020B0604020202020204" pitchFamily="34" charset="0"/>
              <a:buChar char="•"/>
              <a:defRPr sz="2400">
                <a:solidFill>
                  <a:srgbClr val="7F7F7F"/>
                </a:solidFill>
                <a:latin typeface="Century Gothic" panose="020B0502020202020204" pitchFamily="34" charset="0"/>
                <a:ea typeface="宋体" panose="02010600030101010101" pitchFamily="2" charset="-122"/>
              </a:defRPr>
            </a:lvl1pPr>
            <a:lvl2pPr marL="742950" indent="-285750">
              <a:spcBef>
                <a:spcPct val="20000"/>
              </a:spcBef>
              <a:buFont typeface="Arial" panose="020B0604020202020204" pitchFamily="34" charset="0"/>
              <a:buChar char="o"/>
              <a:defRPr sz="1600">
                <a:solidFill>
                  <a:srgbClr val="7F7F7F"/>
                </a:solidFill>
                <a:latin typeface="Century Gothic" panose="020B0502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3pPr>
            <a:lvl4pPr marL="1600200" indent="-228600">
              <a:spcBef>
                <a:spcPct val="20000"/>
              </a:spcBef>
              <a:buFont typeface="Arial" panose="020B0604020202020204" pitchFamily="34" charset="0"/>
              <a:buChar char="o"/>
              <a:defRPr sz="1600">
                <a:solidFill>
                  <a:srgbClr val="7F7F7F"/>
                </a:solidFill>
                <a:latin typeface="Century Gothic" panose="020B0502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9pPr>
          </a:lstStyle>
          <a:p>
            <a:pPr eaLnBrk="1" hangingPunct="1">
              <a:spcBef>
                <a:spcPct val="0"/>
              </a:spcBef>
              <a:buFont typeface="Arial" panose="020B0604020202020204" pitchFamily="34" charset="0"/>
              <a:buNone/>
            </a:pPr>
            <a:r>
              <a:rPr lang="zh-CN" altLang="en-US" sz="2800" b="1">
                <a:solidFill>
                  <a:schemeClr val="tx1"/>
                </a:solidFill>
                <a:latin typeface="Times New Roman" panose="02020603050405020304" pitchFamily="18" charset="0"/>
                <a:ea typeface="楷体_GB2312" pitchFamily="1" charset="-122"/>
              </a:rPr>
              <a:t>实际运用时，叠加过程可以简化为</a:t>
            </a:r>
            <a:r>
              <a:rPr lang="en-US" altLang="zh-CN" sz="2800" b="1">
                <a:solidFill>
                  <a:schemeClr val="tx1"/>
                </a:solidFill>
                <a:latin typeface="Times New Roman" panose="02020603050405020304" pitchFamily="18" charset="0"/>
                <a:ea typeface="楷体_GB2312" pitchFamily="1" charset="-122"/>
              </a:rPr>
              <a:t>:</a:t>
            </a:r>
          </a:p>
        </p:txBody>
      </p:sp>
      <p:graphicFrame>
        <p:nvGraphicFramePr>
          <p:cNvPr id="96259" name="Object 3">
            <a:extLst>
              <a:ext uri="{FF2B5EF4-FFF2-40B4-BE49-F238E27FC236}">
                <a16:creationId xmlns:a16="http://schemas.microsoft.com/office/drawing/2014/main" id="{7DF096BC-CB5C-42C0-8DDF-DC9624E7D93D}"/>
              </a:ext>
            </a:extLst>
          </p:cNvPr>
          <p:cNvGraphicFramePr>
            <a:graphicFrameLocks noGrp="1" noChangeAspect="1"/>
          </p:cNvGraphicFramePr>
          <p:nvPr>
            <p:ph sz="half" idx="4294967295"/>
          </p:nvPr>
        </p:nvGraphicFramePr>
        <p:xfrm>
          <a:off x="252413" y="2428875"/>
          <a:ext cx="8601075" cy="755650"/>
        </p:xfrm>
        <a:graphic>
          <a:graphicData uri="http://schemas.openxmlformats.org/presentationml/2006/ole">
            <mc:AlternateContent xmlns:mc="http://schemas.openxmlformats.org/markup-compatibility/2006">
              <mc:Choice xmlns:v="urn:schemas-microsoft-com:vml" Requires="v">
                <p:oleObj spid="_x0000_s119817" r:id="rId3" imgW="4914900" imgH="431800" progId="Equation.DSMT4">
                  <p:embed/>
                </p:oleObj>
              </mc:Choice>
              <mc:Fallback>
                <p:oleObj r:id="rId3" imgW="4914900" imgH="431800" progId="Equation.DSMT4">
                  <p:embed/>
                  <p:pic>
                    <p:nvPicPr>
                      <p:cNvPr id="0" name="Object 3"/>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2413" y="2428875"/>
                        <a:ext cx="8601075" cy="755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96261" name="Picture 7">
            <a:extLst>
              <a:ext uri="{FF2B5EF4-FFF2-40B4-BE49-F238E27FC236}">
                <a16:creationId xmlns:a16="http://schemas.microsoft.com/office/drawing/2014/main" id="{E7E7D8D1-09DD-4864-B662-6D7AD32EE3A8}"/>
              </a:ext>
            </a:extLst>
          </p:cNvPr>
          <p:cNvPicPr>
            <a:picLocks noGrp="1" noChangeAspect="1" noChangeArrowheads="1"/>
          </p:cNvPicPr>
          <p:nvPr>
            <p:ph sz="quarter" idx="4294967295"/>
          </p:nvPr>
        </p:nvPicPr>
        <p:blipFill>
          <a:blip r:embed="rId5">
            <a:extLst>
              <a:ext uri="{28A0092B-C50C-407E-A947-70E740481C1C}">
                <a14:useLocalDpi xmlns:a14="http://schemas.microsoft.com/office/drawing/2010/main" val="0"/>
              </a:ext>
            </a:extLst>
          </a:blip>
          <a:srcRect r="44717" b="55521"/>
          <a:stretch>
            <a:fillRect/>
          </a:stretch>
        </p:blipFill>
        <p:spPr>
          <a:xfrm>
            <a:off x="4067175" y="3716338"/>
            <a:ext cx="4149725" cy="2835275"/>
          </a:xfrm>
          <a:noFill/>
        </p:spPr>
      </p:pic>
      <p:sp>
        <p:nvSpPr>
          <p:cNvPr id="96262" name="Text Box 8">
            <a:extLst>
              <a:ext uri="{FF2B5EF4-FFF2-40B4-BE49-F238E27FC236}">
                <a16:creationId xmlns:a16="http://schemas.microsoft.com/office/drawing/2014/main" id="{0BD056FC-FB46-4074-ABE8-AE00AEA60456}"/>
              </a:ext>
            </a:extLst>
          </p:cNvPr>
          <p:cNvSpPr txBox="1">
            <a:spLocks noChangeArrowheads="1"/>
          </p:cNvSpPr>
          <p:nvPr/>
        </p:nvSpPr>
        <p:spPr bwMode="auto">
          <a:xfrm>
            <a:off x="971550" y="3716338"/>
            <a:ext cx="26320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Font typeface="Arial" panose="020B0604020202020204" pitchFamily="34" charset="0"/>
              <a:buChar char="•"/>
              <a:defRPr sz="2400">
                <a:solidFill>
                  <a:srgbClr val="7F7F7F"/>
                </a:solidFill>
                <a:latin typeface="Century Gothic" panose="020B0502020202020204" pitchFamily="34" charset="0"/>
                <a:ea typeface="宋体" panose="02010600030101010101" pitchFamily="2" charset="-122"/>
              </a:defRPr>
            </a:lvl1pPr>
            <a:lvl2pPr marL="742950" indent="-285750">
              <a:spcBef>
                <a:spcPct val="20000"/>
              </a:spcBef>
              <a:buFont typeface="Arial" panose="020B0604020202020204" pitchFamily="34" charset="0"/>
              <a:buChar char="o"/>
              <a:defRPr sz="1600">
                <a:solidFill>
                  <a:srgbClr val="7F7F7F"/>
                </a:solidFill>
                <a:latin typeface="Century Gothic" panose="020B0502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3pPr>
            <a:lvl4pPr marL="1600200" indent="-228600">
              <a:spcBef>
                <a:spcPct val="20000"/>
              </a:spcBef>
              <a:buFont typeface="Arial" panose="020B0604020202020204" pitchFamily="34" charset="0"/>
              <a:buChar char="o"/>
              <a:defRPr sz="1600">
                <a:solidFill>
                  <a:srgbClr val="7F7F7F"/>
                </a:solidFill>
                <a:latin typeface="Century Gothic" panose="020B0502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9pPr>
          </a:lstStyle>
          <a:p>
            <a:pPr eaLnBrk="1" hangingPunct="1">
              <a:spcBef>
                <a:spcPct val="0"/>
              </a:spcBef>
              <a:buFont typeface="Arial" panose="020B0604020202020204" pitchFamily="34" charset="0"/>
              <a:buNone/>
            </a:pPr>
            <a:r>
              <a:rPr lang="zh-CN" altLang="en-US" b="1">
                <a:solidFill>
                  <a:schemeClr val="tx1"/>
                </a:solidFill>
                <a:latin typeface="Times New Roman" panose="02020603050405020304" pitchFamily="18" charset="0"/>
                <a:ea typeface="楷体_GB2312" pitchFamily="1" charset="-122"/>
              </a:rPr>
              <a:t>可以用下面的掩模</a:t>
            </a:r>
          </a:p>
          <a:p>
            <a:pPr eaLnBrk="1" hangingPunct="1">
              <a:spcBef>
                <a:spcPct val="0"/>
              </a:spcBef>
              <a:buFont typeface="Arial" panose="020B0604020202020204" pitchFamily="34" charset="0"/>
              <a:buNone/>
            </a:pPr>
            <a:r>
              <a:rPr lang="zh-CN" altLang="en-US" b="1">
                <a:solidFill>
                  <a:schemeClr val="tx1"/>
                </a:solidFill>
                <a:latin typeface="Times New Roman" panose="02020603050405020304" pitchFamily="18" charset="0"/>
                <a:ea typeface="楷体_GB2312" pitchFamily="1" charset="-122"/>
              </a:rPr>
              <a:t>一次扫描来实现</a:t>
            </a:r>
          </a:p>
        </p:txBody>
      </p:sp>
      <p:sp>
        <p:nvSpPr>
          <p:cNvPr id="96263" name="Text Box 9">
            <a:extLst>
              <a:ext uri="{FF2B5EF4-FFF2-40B4-BE49-F238E27FC236}">
                <a16:creationId xmlns:a16="http://schemas.microsoft.com/office/drawing/2014/main" id="{DF17DB61-2936-4A36-8EC5-5B70764F76BB}"/>
              </a:ext>
            </a:extLst>
          </p:cNvPr>
          <p:cNvSpPr txBox="1">
            <a:spLocks noChangeArrowheads="1"/>
          </p:cNvSpPr>
          <p:nvPr/>
        </p:nvSpPr>
        <p:spPr bwMode="auto">
          <a:xfrm>
            <a:off x="6659563" y="4149725"/>
            <a:ext cx="18002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rgbClr val="7F7F7F"/>
                </a:solidFill>
                <a:latin typeface="Century Gothic" panose="020B0502020202020204" pitchFamily="34" charset="0"/>
                <a:ea typeface="宋体" panose="02010600030101010101" pitchFamily="2" charset="-122"/>
              </a:defRPr>
            </a:lvl1pPr>
            <a:lvl2pPr marL="742950" indent="-285750">
              <a:spcBef>
                <a:spcPct val="20000"/>
              </a:spcBef>
              <a:buFont typeface="Arial" panose="020B0604020202020204" pitchFamily="34" charset="0"/>
              <a:buChar char="o"/>
              <a:defRPr sz="1600">
                <a:solidFill>
                  <a:srgbClr val="7F7F7F"/>
                </a:solidFill>
                <a:latin typeface="Century Gothic" panose="020B0502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3pPr>
            <a:lvl4pPr marL="1600200" indent="-228600">
              <a:spcBef>
                <a:spcPct val="20000"/>
              </a:spcBef>
              <a:buFont typeface="Arial" panose="020B0604020202020204" pitchFamily="34" charset="0"/>
              <a:buChar char="o"/>
              <a:defRPr sz="1600">
                <a:solidFill>
                  <a:srgbClr val="7F7F7F"/>
                </a:solidFill>
                <a:latin typeface="Century Gothic" panose="020B0502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9pPr>
          </a:lstStyle>
          <a:p>
            <a:pPr eaLnBrk="1" hangingPunct="1">
              <a:spcBef>
                <a:spcPct val="50000"/>
              </a:spcBef>
              <a:buFont typeface="Arial" panose="020B0604020202020204" pitchFamily="34" charset="0"/>
              <a:buNone/>
            </a:pPr>
            <a:r>
              <a:rPr lang="zh-CN" altLang="en-US" sz="1800" b="1">
                <a:solidFill>
                  <a:schemeClr val="tx1"/>
                </a:solidFill>
                <a:latin typeface="Verdana" panose="020B0604030504040204" pitchFamily="34" charset="0"/>
              </a:rPr>
              <a:t>包含了对角线邻域的掩模</a:t>
            </a:r>
          </a:p>
        </p:txBody>
      </p:sp>
      <p:sp>
        <p:nvSpPr>
          <p:cNvPr id="11" name="矩形 10">
            <a:extLst>
              <a:ext uri="{FF2B5EF4-FFF2-40B4-BE49-F238E27FC236}">
                <a16:creationId xmlns:a16="http://schemas.microsoft.com/office/drawing/2014/main" id="{B2F89540-6009-41F1-99C3-0318660BF6EF}"/>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9816" name="TextBox 23">
            <a:extLst>
              <a:ext uri="{FF2B5EF4-FFF2-40B4-BE49-F238E27FC236}">
                <a16:creationId xmlns:a16="http://schemas.microsoft.com/office/drawing/2014/main" id="{439434BE-7DFF-44DC-B616-CE98A4064211}"/>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rgbClr val="7F7F7F"/>
                </a:solidFill>
                <a:latin typeface="Century Gothic" panose="020B0502020202020204" pitchFamily="34" charset="0"/>
                <a:ea typeface="宋体" panose="02010600030101010101" pitchFamily="2" charset="-122"/>
              </a:defRPr>
            </a:lvl1pPr>
            <a:lvl2pPr marL="742950" indent="-285750">
              <a:spcBef>
                <a:spcPct val="20000"/>
              </a:spcBef>
              <a:buFont typeface="Arial" panose="020B0604020202020204" pitchFamily="34" charset="0"/>
              <a:buChar char="o"/>
              <a:defRPr sz="1600">
                <a:solidFill>
                  <a:srgbClr val="7F7F7F"/>
                </a:solidFill>
                <a:latin typeface="Century Gothic" panose="020B0502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3pPr>
            <a:lvl4pPr marL="1600200" indent="-228600">
              <a:spcBef>
                <a:spcPct val="20000"/>
              </a:spcBef>
              <a:buFont typeface="Arial" panose="020B0604020202020204" pitchFamily="34" charset="0"/>
              <a:buChar char="o"/>
              <a:defRPr sz="1600">
                <a:solidFill>
                  <a:srgbClr val="7F7F7F"/>
                </a:solidFill>
                <a:latin typeface="Century Gothic" panose="020B0502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9pPr>
          </a:lstStyle>
          <a:p>
            <a:pPr algn="ctr">
              <a:spcBef>
                <a:spcPct val="0"/>
              </a:spcBef>
              <a:buFontTx/>
              <a:buNone/>
            </a:pPr>
            <a:r>
              <a:rPr lang="zh-CN" altLang="en-US" sz="3200" b="1">
                <a:solidFill>
                  <a:schemeClr val="bg1"/>
                </a:solidFill>
                <a:latin typeface="微软雅黑" panose="020B0503020204020204" pitchFamily="34" charset="-122"/>
                <a:ea typeface="微软雅黑" panose="020B0503020204020204" pitchFamily="34" charset="-122"/>
              </a:rPr>
              <a:t>拉普拉斯滤波用于图像增强</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6258"/>
                                        </p:tgtEl>
                                        <p:attrNameLst>
                                          <p:attrName>style.visibility</p:attrName>
                                        </p:attrNameLst>
                                      </p:cBhvr>
                                      <p:to>
                                        <p:strVal val="visible"/>
                                      </p:to>
                                    </p:set>
                                    <p:animEffect transition="in" filter="blinds(horizontal)">
                                      <p:cBhvr>
                                        <p:cTn id="7" dur="500"/>
                                        <p:tgtEl>
                                          <p:spTgt spid="9625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96259"/>
                                        </p:tgtEl>
                                        <p:attrNameLst>
                                          <p:attrName>style.visibility</p:attrName>
                                        </p:attrNameLst>
                                      </p:cBhvr>
                                      <p:to>
                                        <p:strVal val="visible"/>
                                      </p:to>
                                    </p:set>
                                    <p:animEffect transition="in" filter="blinds(horizontal)">
                                      <p:cBhvr>
                                        <p:cTn id="12" dur="500"/>
                                        <p:tgtEl>
                                          <p:spTgt spid="9625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6262"/>
                                        </p:tgtEl>
                                        <p:attrNameLst>
                                          <p:attrName>style.visibility</p:attrName>
                                        </p:attrNameLst>
                                      </p:cBhvr>
                                      <p:to>
                                        <p:strVal val="visible"/>
                                      </p:to>
                                    </p:set>
                                    <p:animEffect transition="in" filter="blinds(horizontal)">
                                      <p:cBhvr>
                                        <p:cTn id="17" dur="500"/>
                                        <p:tgtEl>
                                          <p:spTgt spid="9626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96261"/>
                                        </p:tgtEl>
                                        <p:attrNameLst>
                                          <p:attrName>style.visibility</p:attrName>
                                        </p:attrNameLst>
                                      </p:cBhvr>
                                      <p:to>
                                        <p:strVal val="visible"/>
                                      </p:to>
                                    </p:set>
                                    <p:animEffect transition="in" filter="blinds(horizontal)">
                                      <p:cBhvr>
                                        <p:cTn id="22" dur="500"/>
                                        <p:tgtEl>
                                          <p:spTgt spid="9626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96263"/>
                                        </p:tgtEl>
                                        <p:attrNameLst>
                                          <p:attrName>style.visibility</p:attrName>
                                        </p:attrNameLst>
                                      </p:cBhvr>
                                      <p:to>
                                        <p:strVal val="visible"/>
                                      </p:to>
                                    </p:set>
                                    <p:animEffect transition="in" filter="blinds(horizontal)">
                                      <p:cBhvr>
                                        <p:cTn id="27" dur="500"/>
                                        <p:tgtEl>
                                          <p:spTgt spid="962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8" grpId="0" autoUpdateAnimBg="0"/>
      <p:bldP spid="96262" grpId="0" autoUpdateAnimBg="0"/>
      <p:bldP spid="96263" grpId="0" autoUpdateAnimBg="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EEAC63FC-92C3-46DA-BD3F-E2A7AA943C99}"/>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0835" name="TextBox 23">
            <a:extLst>
              <a:ext uri="{FF2B5EF4-FFF2-40B4-BE49-F238E27FC236}">
                <a16:creationId xmlns:a16="http://schemas.microsoft.com/office/drawing/2014/main" id="{84BB5372-2C90-4630-A625-F363A25B814F}"/>
              </a:ext>
            </a:extLst>
          </p:cNvPr>
          <p:cNvSpPr txBox="1">
            <a:spLocks noChangeArrowheads="1"/>
          </p:cNvSpPr>
          <p:nvPr/>
        </p:nvSpPr>
        <p:spPr bwMode="auto">
          <a:xfrm>
            <a:off x="0" y="587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Verdana" panose="020B0604030504040204" pitchFamily="34" charset="0"/>
                <a:ea typeface="楷体_GB2312" pitchFamily="1" charset="-122"/>
              </a:defRPr>
            </a:lvl1pPr>
            <a:lvl2pPr marL="742950" indent="-285750">
              <a:defRPr sz="3200">
                <a:solidFill>
                  <a:schemeClr val="tx1"/>
                </a:solidFill>
                <a:latin typeface="Verdana" panose="020B0604030504040204" pitchFamily="34" charset="0"/>
                <a:ea typeface="楷体_GB2312" pitchFamily="1" charset="-122"/>
              </a:defRPr>
            </a:lvl2pPr>
            <a:lvl3pPr marL="1143000" indent="-228600">
              <a:defRPr sz="3200">
                <a:solidFill>
                  <a:schemeClr val="tx1"/>
                </a:solidFill>
                <a:latin typeface="Verdana" panose="020B0604030504040204" pitchFamily="34" charset="0"/>
                <a:ea typeface="楷体_GB2312" pitchFamily="1" charset="-122"/>
              </a:defRPr>
            </a:lvl3pPr>
            <a:lvl4pPr marL="1600200" indent="-228600">
              <a:defRPr sz="3200">
                <a:solidFill>
                  <a:schemeClr val="tx1"/>
                </a:solidFill>
                <a:latin typeface="Verdana" panose="020B0604030504040204" pitchFamily="34" charset="0"/>
                <a:ea typeface="楷体_GB2312" pitchFamily="1" charset="-122"/>
              </a:defRPr>
            </a:lvl4pPr>
            <a:lvl5pPr marL="2057400" indent="-228600">
              <a:defRPr sz="3200">
                <a:solidFill>
                  <a:schemeClr val="tx1"/>
                </a:solidFill>
                <a:latin typeface="Verdana" panose="020B0604030504040204" pitchFamily="34" charset="0"/>
                <a:ea typeface="楷体_GB2312" pitchFamily="1" charset="-122"/>
              </a:defRPr>
            </a:lvl5pPr>
            <a:lvl6pPr marL="25146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6pPr>
            <a:lvl7pPr marL="29718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7pPr>
            <a:lvl8pPr marL="34290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8pPr>
            <a:lvl9pPr marL="3886200" indent="-228600" eaLnBrk="0" fontAlgn="base" hangingPunct="0">
              <a:spcBef>
                <a:spcPct val="0"/>
              </a:spcBef>
              <a:spcAft>
                <a:spcPct val="0"/>
              </a:spcAft>
              <a:defRPr sz="3200">
                <a:solidFill>
                  <a:schemeClr val="tx1"/>
                </a:solidFill>
                <a:latin typeface="Verdana" panose="020B0604030504040204" pitchFamily="34" charset="0"/>
                <a:ea typeface="楷体_GB2312" pitchFamily="1" charset="-122"/>
              </a:defRPr>
            </a:lvl9pPr>
          </a:lstStyle>
          <a:p>
            <a:pPr algn="ctr"/>
            <a:r>
              <a:rPr lang="zh-CN" altLang="en-US" b="1">
                <a:solidFill>
                  <a:schemeClr val="bg1"/>
                </a:solidFill>
                <a:latin typeface="微软雅黑" panose="020B0503020204020204" pitchFamily="34" charset="-122"/>
                <a:ea typeface="微软雅黑" panose="020B0503020204020204" pitchFamily="34" charset="-122"/>
              </a:rPr>
              <a:t>拉普拉斯滤波用于图像增强</a:t>
            </a:r>
          </a:p>
        </p:txBody>
      </p:sp>
      <p:sp>
        <p:nvSpPr>
          <p:cNvPr id="120836" name="Text Box 4">
            <a:extLst>
              <a:ext uri="{FF2B5EF4-FFF2-40B4-BE49-F238E27FC236}">
                <a16:creationId xmlns:a16="http://schemas.microsoft.com/office/drawing/2014/main" id="{22AF70E9-6E51-4742-8C59-953A1008D6B7}"/>
              </a:ext>
            </a:extLst>
          </p:cNvPr>
          <p:cNvSpPr txBox="1">
            <a:spLocks noChangeArrowheads="1"/>
          </p:cNvSpPr>
          <p:nvPr/>
        </p:nvSpPr>
        <p:spPr bwMode="auto">
          <a:xfrm>
            <a:off x="0" y="5805488"/>
            <a:ext cx="8675688" cy="8223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a:latin typeface="楷体_GB2312" pitchFamily="1" charset="-122"/>
                <a:ea typeface="楷体_GB2312" pitchFamily="1" charset="-122"/>
              </a:rPr>
              <a:t>(a)</a:t>
            </a:r>
            <a:r>
              <a:rPr lang="zh-CN" altLang="en-US" sz="2400" b="1">
                <a:latin typeface="楷体_GB2312" pitchFamily="1" charset="-122"/>
                <a:ea typeface="楷体_GB2312" pitchFamily="1" charset="-122"/>
              </a:rPr>
              <a:t>合成拉普拉斯掩模</a:t>
            </a:r>
            <a:r>
              <a:rPr lang="en-US" altLang="zh-CN" sz="2400" b="1">
                <a:latin typeface="楷体_GB2312" pitchFamily="1" charset="-122"/>
                <a:ea typeface="楷体_GB2312" pitchFamily="1" charset="-122"/>
              </a:rPr>
              <a:t>; (b)</a:t>
            </a:r>
            <a:r>
              <a:rPr lang="zh-CN" altLang="en-US" sz="2400" b="1">
                <a:latin typeface="楷体_GB2312" pitchFamily="1" charset="-122"/>
                <a:ea typeface="楷体_GB2312" pitchFamily="1" charset="-122"/>
              </a:rPr>
              <a:t>第二种合成掩模</a:t>
            </a:r>
            <a:r>
              <a:rPr lang="en-US" altLang="zh-CN" sz="2400" b="1">
                <a:latin typeface="楷体_GB2312" pitchFamily="1" charset="-122"/>
                <a:ea typeface="楷体_GB2312" pitchFamily="1" charset="-122"/>
              </a:rPr>
              <a:t>; (c) </a:t>
            </a:r>
            <a:r>
              <a:rPr lang="zh-CN" altLang="en-US" sz="2400" b="1">
                <a:latin typeface="楷体_GB2312" pitchFamily="1" charset="-122"/>
                <a:ea typeface="楷体_GB2312" pitchFamily="1" charset="-122"/>
              </a:rPr>
              <a:t>扫描电子显微镜图像</a:t>
            </a:r>
            <a:r>
              <a:rPr lang="en-US" altLang="zh-CN" sz="2400" b="1">
                <a:latin typeface="楷体_GB2312" pitchFamily="1" charset="-122"/>
                <a:ea typeface="楷体_GB2312" pitchFamily="1" charset="-122"/>
              </a:rPr>
              <a:t>;(d)</a:t>
            </a:r>
            <a:r>
              <a:rPr lang="zh-CN" altLang="en-US" sz="2400" b="1">
                <a:latin typeface="楷体_GB2312" pitchFamily="1" charset="-122"/>
                <a:ea typeface="楷体_GB2312" pitchFamily="1" charset="-122"/>
              </a:rPr>
              <a:t>和</a:t>
            </a:r>
            <a:r>
              <a:rPr lang="en-US" altLang="zh-CN" sz="2400" b="1">
                <a:latin typeface="楷体_GB2312" pitchFamily="1" charset="-122"/>
                <a:ea typeface="楷体_GB2312" pitchFamily="1" charset="-122"/>
              </a:rPr>
              <a:t>(e)</a:t>
            </a:r>
            <a:r>
              <a:rPr lang="zh-CN" altLang="en-US" sz="2400" b="1">
                <a:latin typeface="楷体_GB2312" pitchFamily="1" charset="-122"/>
                <a:ea typeface="楷体_GB2312" pitchFamily="1" charset="-122"/>
              </a:rPr>
              <a:t>分别为用</a:t>
            </a:r>
            <a:r>
              <a:rPr lang="en-US" altLang="zh-CN" sz="2400" b="1">
                <a:latin typeface="楷体_GB2312" pitchFamily="1" charset="-122"/>
                <a:ea typeface="楷体_GB2312" pitchFamily="1" charset="-122"/>
              </a:rPr>
              <a:t>(a)</a:t>
            </a:r>
            <a:r>
              <a:rPr lang="zh-CN" altLang="en-US" sz="2400" b="1">
                <a:latin typeface="楷体_GB2312" pitchFamily="1" charset="-122"/>
                <a:ea typeface="楷体_GB2312" pitchFamily="1" charset="-122"/>
              </a:rPr>
              <a:t>和</a:t>
            </a:r>
            <a:r>
              <a:rPr lang="en-US" altLang="zh-CN" sz="2400" b="1">
                <a:latin typeface="楷体_GB2312" pitchFamily="1" charset="-122"/>
                <a:ea typeface="楷体_GB2312" pitchFamily="1" charset="-122"/>
              </a:rPr>
              <a:t>(b)</a:t>
            </a:r>
            <a:r>
              <a:rPr lang="zh-CN" altLang="en-US" sz="2400" b="1">
                <a:latin typeface="楷体_GB2312" pitchFamily="1" charset="-122"/>
                <a:ea typeface="楷体_GB2312" pitchFamily="1" charset="-122"/>
              </a:rPr>
              <a:t>掩模滤波的结果</a:t>
            </a:r>
          </a:p>
        </p:txBody>
      </p:sp>
      <p:pic>
        <p:nvPicPr>
          <p:cNvPr id="120837" name="Picture 13">
            <a:extLst>
              <a:ext uri="{FF2B5EF4-FFF2-40B4-BE49-F238E27FC236}">
                <a16:creationId xmlns:a16="http://schemas.microsoft.com/office/drawing/2014/main" id="{794D722D-8650-496A-ABE3-A89A6EE119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6119813" cy="5741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285" name="Text Box 14">
            <a:extLst>
              <a:ext uri="{FF2B5EF4-FFF2-40B4-BE49-F238E27FC236}">
                <a16:creationId xmlns:a16="http://schemas.microsoft.com/office/drawing/2014/main" id="{21A16350-61F3-44D9-A265-443AC4D9157B}"/>
              </a:ext>
            </a:extLst>
          </p:cNvPr>
          <p:cNvSpPr txBox="1">
            <a:spLocks noChangeArrowheads="1"/>
          </p:cNvSpPr>
          <p:nvPr/>
        </p:nvSpPr>
        <p:spPr bwMode="auto">
          <a:xfrm>
            <a:off x="6227763" y="1196975"/>
            <a:ext cx="2736850" cy="2782888"/>
          </a:xfrm>
          <a:prstGeom prst="rect">
            <a:avLst/>
          </a:prstGeom>
          <a:solidFill>
            <a:srgbClr val="0033CC"/>
          </a:solidFill>
          <a:ln w="9525" cmpd="sng">
            <a:solidFill>
              <a:srgbClr val="9900FF"/>
            </a:solidFill>
            <a:miter lim="800000"/>
            <a:headEnd/>
            <a:tailEnd/>
          </a:ln>
          <a:effectLst/>
          <a:extLst/>
        </p:spPr>
        <p:txBody>
          <a:bodyPr>
            <a:spAutoFit/>
          </a:bodyPr>
          <a:lstStyle>
            <a:lvl1pPr eaLnBrk="0" hangingPunct="0">
              <a:defRPr sz="3200">
                <a:solidFill>
                  <a:schemeClr val="tx1"/>
                </a:solidFill>
                <a:latin typeface="Verdana" pitchFamily="34" charset="0"/>
                <a:ea typeface="楷体_GB2312" pitchFamily="1" charset="-122"/>
              </a:defRPr>
            </a:lvl1pPr>
            <a:lvl2pPr marL="742950" indent="-285750" eaLnBrk="0" hangingPunct="0">
              <a:defRPr sz="3200">
                <a:solidFill>
                  <a:schemeClr val="tx1"/>
                </a:solidFill>
                <a:latin typeface="Verdana" pitchFamily="34" charset="0"/>
                <a:ea typeface="楷体_GB2312" pitchFamily="1" charset="-122"/>
              </a:defRPr>
            </a:lvl2pPr>
            <a:lvl3pPr marL="1143000" indent="-228600" eaLnBrk="0" hangingPunct="0">
              <a:defRPr sz="3200">
                <a:solidFill>
                  <a:schemeClr val="tx1"/>
                </a:solidFill>
                <a:latin typeface="Verdana" pitchFamily="34" charset="0"/>
                <a:ea typeface="楷体_GB2312" pitchFamily="1" charset="-122"/>
              </a:defRPr>
            </a:lvl3pPr>
            <a:lvl4pPr marL="1600200" indent="-228600" eaLnBrk="0" hangingPunct="0">
              <a:defRPr sz="3200">
                <a:solidFill>
                  <a:schemeClr val="tx1"/>
                </a:solidFill>
                <a:latin typeface="Verdana" pitchFamily="34" charset="0"/>
                <a:ea typeface="楷体_GB2312" pitchFamily="1" charset="-122"/>
              </a:defRPr>
            </a:lvl4pPr>
            <a:lvl5pPr marL="2057400" indent="-228600" eaLnBrk="0" hangingPunct="0">
              <a:defRPr sz="3200">
                <a:solidFill>
                  <a:schemeClr val="tx1"/>
                </a:solidFill>
                <a:latin typeface="Verdana" pitchFamily="34" charset="0"/>
                <a:ea typeface="楷体_GB2312" pitchFamily="1" charset="-122"/>
              </a:defRPr>
            </a:lvl5pPr>
            <a:lvl6pPr marL="25146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6pPr>
            <a:lvl7pPr marL="29718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7pPr>
            <a:lvl8pPr marL="34290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8pPr>
            <a:lvl9pPr marL="3886200" indent="-228600" eaLnBrk="0" fontAlgn="base" hangingPunct="0">
              <a:spcBef>
                <a:spcPct val="0"/>
              </a:spcBef>
              <a:spcAft>
                <a:spcPct val="0"/>
              </a:spcAft>
              <a:buFont typeface="Arial" pitchFamily="34" charset="0"/>
              <a:defRPr sz="3200">
                <a:solidFill>
                  <a:schemeClr val="tx1"/>
                </a:solidFill>
                <a:latin typeface="Verdana" pitchFamily="34" charset="0"/>
                <a:ea typeface="楷体_GB2312" pitchFamily="1" charset="-122"/>
              </a:defRPr>
            </a:lvl9pPr>
          </a:lstStyle>
          <a:p>
            <a:pPr eaLnBrk="1" hangingPunct="1">
              <a:spcBef>
                <a:spcPct val="50000"/>
              </a:spcBef>
              <a:buFont typeface="Arial" panose="020B0604020202020204" pitchFamily="34" charset="0"/>
              <a:buNone/>
              <a:defRPr/>
            </a:pPr>
            <a:r>
              <a:rPr lang="zh-CN" altLang="en-US" b="1">
                <a:solidFill>
                  <a:srgbClr val="FFFF00"/>
                </a:solidFill>
                <a:effectLst>
                  <a:outerShdw blurRad="38100" dist="38100" dir="2700000" algn="tl">
                    <a:srgbClr val="000000"/>
                  </a:outerShdw>
                </a:effectLst>
              </a:rPr>
              <a:t>注意：</a:t>
            </a:r>
          </a:p>
          <a:p>
            <a:pPr eaLnBrk="1" hangingPunct="1">
              <a:spcBef>
                <a:spcPct val="50000"/>
              </a:spcBef>
              <a:buFont typeface="Arial" panose="020B0604020202020204" pitchFamily="34" charset="0"/>
              <a:buNone/>
              <a:defRPr/>
            </a:pPr>
            <a:r>
              <a:rPr lang="zh-CN" altLang="en-US" b="1">
                <a:solidFill>
                  <a:srgbClr val="FFFF00"/>
                </a:solidFill>
                <a:effectLst>
                  <a:outerShdw blurRad="38100" dist="38100" dir="2700000" algn="tl">
                    <a:srgbClr val="000000"/>
                  </a:outerShdw>
                </a:effectLst>
              </a:rPr>
              <a:t>包含了对角线领域的掩模产生微小的、更锐化的结果。</a:t>
            </a:r>
          </a:p>
        </p:txBody>
      </p:sp>
    </p:spTree>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1858" name="Object 3">
            <a:extLst>
              <a:ext uri="{FF2B5EF4-FFF2-40B4-BE49-F238E27FC236}">
                <a16:creationId xmlns:a16="http://schemas.microsoft.com/office/drawing/2014/main" id="{A468E14A-07F3-4980-A96F-74E0A380BB0D}"/>
              </a:ext>
            </a:extLst>
          </p:cNvPr>
          <p:cNvGraphicFramePr>
            <a:graphicFrameLocks noGrp="1" noChangeAspect="1"/>
          </p:cNvGraphicFramePr>
          <p:nvPr>
            <p:ph sz="half" idx="4294967295"/>
          </p:nvPr>
        </p:nvGraphicFramePr>
        <p:xfrm>
          <a:off x="1127125" y="2870200"/>
          <a:ext cx="6889750" cy="1533525"/>
        </p:xfrm>
        <a:graphic>
          <a:graphicData uri="http://schemas.openxmlformats.org/presentationml/2006/ole">
            <mc:AlternateContent xmlns:mc="http://schemas.openxmlformats.org/markup-compatibility/2006">
              <mc:Choice xmlns:v="urn:schemas-microsoft-com:vml" Requires="v">
                <p:oleObj spid="_x0000_s121866" r:id="rId3" imgW="3251200" imgH="723900" progId="Equation.DSMT4">
                  <p:embed/>
                </p:oleObj>
              </mc:Choice>
              <mc:Fallback>
                <p:oleObj r:id="rId3" imgW="3251200" imgH="723900" progId="Equation.DSMT4">
                  <p:embed/>
                  <p:pic>
                    <p:nvPicPr>
                      <p:cNvPr id="0" name="Object 3"/>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7125" y="2870200"/>
                        <a:ext cx="6889750" cy="1533525"/>
                      </a:xfrm>
                      <a:prstGeom prst="rect">
                        <a:avLst/>
                      </a:prstGeom>
                      <a:solidFill>
                        <a:schemeClr val="bg1"/>
                      </a:solidFill>
                      <a:ln w="76200" cmpd="tri">
                        <a:solidFill>
                          <a:srgbClr val="CC0000"/>
                        </a:solidFill>
                        <a:miter lim="800000"/>
                        <a:headEnd/>
                        <a:tailEnd/>
                      </a:ln>
                    </p:spPr>
                  </p:pic>
                </p:oleObj>
              </mc:Fallback>
            </mc:AlternateContent>
          </a:graphicData>
        </a:graphic>
      </p:graphicFrame>
      <p:sp>
        <p:nvSpPr>
          <p:cNvPr id="121859" name="Rectangle 5">
            <a:extLst>
              <a:ext uri="{FF2B5EF4-FFF2-40B4-BE49-F238E27FC236}">
                <a16:creationId xmlns:a16="http://schemas.microsoft.com/office/drawing/2014/main" id="{3B5FEBE7-3F9A-4823-9C81-3056E0AA0B20}"/>
              </a:ext>
            </a:extLst>
          </p:cNvPr>
          <p:cNvSpPr>
            <a:spLocks noChangeArrowheads="1"/>
          </p:cNvSpPr>
          <p:nvPr/>
        </p:nvSpPr>
        <p:spPr bwMode="auto">
          <a:xfrm>
            <a:off x="107950" y="954088"/>
            <a:ext cx="9036050" cy="175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lnSpc>
                <a:spcPct val="130000"/>
              </a:lnSpc>
              <a:spcBef>
                <a:spcPct val="0"/>
              </a:spcBef>
              <a:buClrTx/>
              <a:buSzTx/>
              <a:buFont typeface="Arial" panose="020B0604020202020204" pitchFamily="34" charset="0"/>
              <a:buNone/>
            </a:pPr>
            <a:r>
              <a:rPr lang="zh-CN" altLang="en-US" sz="2800" b="1">
                <a:latin typeface="楷体_GB2312" pitchFamily="1" charset="-122"/>
                <a:ea typeface="楷体_GB2312" pitchFamily="1" charset="-122"/>
              </a:rPr>
              <a:t>长期以来在出版业中使用的图像锐化是</a:t>
            </a:r>
            <a:r>
              <a:rPr lang="zh-CN" altLang="en-US" sz="2800" b="1" i="1" u="sng">
                <a:latin typeface="楷体_GB2312" pitchFamily="1" charset="-122"/>
                <a:ea typeface="楷体_GB2312" pitchFamily="1" charset="-122"/>
              </a:rPr>
              <a:t>将图像模糊形式从原始图像中去除</a:t>
            </a:r>
            <a:r>
              <a:rPr lang="en-US" altLang="zh-CN" sz="2800" b="1">
                <a:latin typeface="楷体_GB2312" pitchFamily="1" charset="-122"/>
                <a:ea typeface="楷体_GB2312" pitchFamily="1" charset="-122"/>
              </a:rPr>
              <a:t>.</a:t>
            </a:r>
            <a:r>
              <a:rPr lang="zh-CN" altLang="en-US" sz="2800" b="1">
                <a:latin typeface="楷体_GB2312" pitchFamily="1" charset="-122"/>
                <a:ea typeface="楷体_GB2312" pitchFamily="1" charset="-122"/>
              </a:rPr>
              <a:t>称为</a:t>
            </a:r>
            <a:r>
              <a:rPr lang="zh-CN" altLang="en-US" sz="2800" b="1">
                <a:solidFill>
                  <a:srgbClr val="FF0000"/>
                </a:solidFill>
                <a:latin typeface="楷体_GB2312" pitchFamily="1" charset="-122"/>
                <a:ea typeface="楷体_GB2312" pitchFamily="1" charset="-122"/>
              </a:rPr>
              <a:t>非锐化掩蔽</a:t>
            </a:r>
            <a:r>
              <a:rPr lang="en-US" altLang="zh-CN" sz="2800" b="1">
                <a:latin typeface="楷体_GB2312" pitchFamily="1" charset="-122"/>
                <a:ea typeface="楷体_GB2312" pitchFamily="1" charset="-122"/>
              </a:rPr>
              <a:t>. </a:t>
            </a:r>
            <a:r>
              <a:rPr lang="zh-CN" altLang="en-US" sz="2800" b="1">
                <a:latin typeface="楷体_GB2312" pitchFamily="1" charset="-122"/>
                <a:ea typeface="楷体_GB2312" pitchFamily="1" charset="-122"/>
              </a:rPr>
              <a:t>非锐化掩蔽的基本算法如下</a:t>
            </a:r>
            <a:r>
              <a:rPr lang="en-US" altLang="zh-CN" sz="2800" b="1">
                <a:latin typeface="楷体_GB2312" pitchFamily="1" charset="-122"/>
                <a:ea typeface="楷体_GB2312" pitchFamily="1" charset="-122"/>
              </a:rPr>
              <a:t>:</a:t>
            </a:r>
          </a:p>
        </p:txBody>
      </p:sp>
      <p:grpSp>
        <p:nvGrpSpPr>
          <p:cNvPr id="121860" name="组合 14">
            <a:extLst>
              <a:ext uri="{FF2B5EF4-FFF2-40B4-BE49-F238E27FC236}">
                <a16:creationId xmlns:a16="http://schemas.microsoft.com/office/drawing/2014/main" id="{B16BE1A5-BDEA-4FB8-819B-909E55C0C8DC}"/>
              </a:ext>
            </a:extLst>
          </p:cNvPr>
          <p:cNvGrpSpPr>
            <a:grpSpLocks/>
          </p:cNvGrpSpPr>
          <p:nvPr/>
        </p:nvGrpSpPr>
        <p:grpSpPr bwMode="auto">
          <a:xfrm>
            <a:off x="500063" y="5000625"/>
            <a:ext cx="7929562" cy="1077913"/>
            <a:chOff x="142844" y="5429264"/>
            <a:chExt cx="7929618" cy="1077218"/>
          </a:xfrm>
        </p:grpSpPr>
        <p:sp>
          <p:nvSpPr>
            <p:cNvPr id="121863" name="矩形 11">
              <a:extLst>
                <a:ext uri="{FF2B5EF4-FFF2-40B4-BE49-F238E27FC236}">
                  <a16:creationId xmlns:a16="http://schemas.microsoft.com/office/drawing/2014/main" id="{F3C5724C-7C96-4B0D-AB1C-542776B0CAEA}"/>
                </a:ext>
              </a:extLst>
            </p:cNvPr>
            <p:cNvSpPr>
              <a:spLocks noChangeArrowheads="1"/>
            </p:cNvSpPr>
            <p:nvPr/>
          </p:nvSpPr>
          <p:spPr bwMode="auto">
            <a:xfrm>
              <a:off x="714348" y="5429264"/>
              <a:ext cx="7358114"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3200" b="1">
                  <a:latin typeface="华文新魏" panose="02010800040101010101" pitchFamily="2" charset="-122"/>
                  <a:ea typeface="华文新魏" panose="02010800040101010101" pitchFamily="2" charset="-122"/>
                </a:rPr>
                <a:t>             </a:t>
              </a:r>
              <a:r>
                <a:rPr lang="zh-CN" altLang="en-US" sz="3200" b="1">
                  <a:latin typeface="华文新魏" panose="02010800040101010101" pitchFamily="2" charset="-122"/>
                  <a:ea typeface="华文新魏" panose="02010800040101010101" pitchFamily="2" charset="-122"/>
                </a:rPr>
                <a:t>会使    </a:t>
              </a:r>
              <a:r>
                <a:rPr lang="en-US" altLang="zh-CN" sz="3200" b="1">
                  <a:latin typeface="华文新魏" panose="02010800040101010101" pitchFamily="2" charset="-122"/>
                  <a:ea typeface="华文新魏" panose="02010800040101010101" pitchFamily="2" charset="-122"/>
                </a:rPr>
                <a:t>         </a:t>
              </a:r>
              <a:r>
                <a:rPr lang="zh-CN" altLang="en-US" sz="3200" b="1">
                  <a:latin typeface="华文新魏" panose="02010800040101010101" pitchFamily="2" charset="-122"/>
                  <a:ea typeface="华文新魏" panose="02010800040101010101" pitchFamily="2" charset="-122"/>
                </a:rPr>
                <a:t>的低频成分损失很多</a:t>
              </a:r>
              <a:r>
                <a:rPr lang="en-US" altLang="zh-CN" sz="3200" b="1">
                  <a:latin typeface="华文新魏" panose="02010800040101010101" pitchFamily="2" charset="-122"/>
                  <a:ea typeface="华文新魏" panose="02010800040101010101" pitchFamily="2" charset="-122"/>
                </a:rPr>
                <a:t>,</a:t>
              </a:r>
              <a:r>
                <a:rPr lang="zh-CN" altLang="en-US" sz="3200" b="1">
                  <a:latin typeface="华文新魏" panose="02010800040101010101" pitchFamily="2" charset="-122"/>
                  <a:ea typeface="华文新魏" panose="02010800040101010101" pitchFamily="2" charset="-122"/>
                </a:rPr>
                <a:t>而高频成分较完整地被保留下来</a:t>
              </a:r>
              <a:r>
                <a:rPr lang="en-US" altLang="zh-CN" sz="3200" b="1">
                  <a:latin typeface="华文新魏" panose="02010800040101010101" pitchFamily="2" charset="-122"/>
                  <a:ea typeface="华文新魏" panose="02010800040101010101" pitchFamily="2" charset="-122"/>
                </a:rPr>
                <a:t>.</a:t>
              </a:r>
              <a:endParaRPr lang="zh-CN" altLang="en-US" sz="3200">
                <a:latin typeface="Verdana" panose="020B0604030504040204" pitchFamily="34" charset="0"/>
                <a:ea typeface="楷体_GB2312" pitchFamily="1" charset="-122"/>
              </a:endParaRPr>
            </a:p>
          </p:txBody>
        </p:sp>
        <p:graphicFrame>
          <p:nvGraphicFramePr>
            <p:cNvPr id="121864" name="Object 10">
              <a:extLst>
                <a:ext uri="{FF2B5EF4-FFF2-40B4-BE49-F238E27FC236}">
                  <a16:creationId xmlns:a16="http://schemas.microsoft.com/office/drawing/2014/main" id="{94DF25A0-1D7E-4A0E-AED4-CFA2B8321096}"/>
                </a:ext>
              </a:extLst>
            </p:cNvPr>
            <p:cNvGraphicFramePr>
              <a:graphicFrameLocks noChangeAspect="1"/>
            </p:cNvGraphicFramePr>
            <p:nvPr/>
          </p:nvGraphicFramePr>
          <p:xfrm>
            <a:off x="3071802" y="5500702"/>
            <a:ext cx="914400" cy="400050"/>
          </p:xfrm>
          <a:graphic>
            <a:graphicData uri="http://schemas.openxmlformats.org/presentationml/2006/ole">
              <mc:AlternateContent xmlns:mc="http://schemas.openxmlformats.org/markup-compatibility/2006">
                <mc:Choice xmlns:v="urn:schemas-microsoft-com:vml" Requires="v">
                  <p:oleObj spid="_x0000_s121867" r:id="rId5" imgW="482810" imgH="203288" progId="Equation.3">
                    <p:embed/>
                  </p:oleObj>
                </mc:Choice>
                <mc:Fallback>
                  <p:oleObj r:id="rId5" imgW="482810" imgH="203288"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71802" y="5500702"/>
                          <a:ext cx="914400" cy="400050"/>
                        </a:xfrm>
                        <a:prstGeom prst="rect">
                          <a:avLst/>
                        </a:prstGeom>
                        <a:solidFill>
                          <a:srgbClr val="FFFFCC"/>
                        </a:solidFill>
                        <a:ln w="12700">
                          <a:solidFill>
                            <a:schemeClr val="accent1"/>
                          </a:solidFill>
                          <a:miter lim="800000"/>
                          <a:headEnd/>
                          <a:tailEnd/>
                        </a:ln>
                      </p:spPr>
                    </p:pic>
                  </p:oleObj>
                </mc:Fallback>
              </mc:AlternateContent>
            </a:graphicData>
          </a:graphic>
        </p:graphicFrame>
        <p:graphicFrame>
          <p:nvGraphicFramePr>
            <p:cNvPr id="121865" name="Object 9">
              <a:extLst>
                <a:ext uri="{FF2B5EF4-FFF2-40B4-BE49-F238E27FC236}">
                  <a16:creationId xmlns:a16="http://schemas.microsoft.com/office/drawing/2014/main" id="{681F2F1F-D535-4B07-B36E-F626667C165A}"/>
                </a:ext>
              </a:extLst>
            </p:cNvPr>
            <p:cNvGraphicFramePr>
              <a:graphicFrameLocks noChangeAspect="1"/>
            </p:cNvGraphicFramePr>
            <p:nvPr/>
          </p:nvGraphicFramePr>
          <p:xfrm>
            <a:off x="142844" y="5489586"/>
            <a:ext cx="1905000" cy="454025"/>
          </p:xfrm>
          <a:graphic>
            <a:graphicData uri="http://schemas.openxmlformats.org/presentationml/2006/ole">
              <mc:AlternateContent xmlns:mc="http://schemas.openxmlformats.org/markup-compatibility/2006">
                <mc:Choice xmlns:v="urn:schemas-microsoft-com:vml" Requires="v">
                  <p:oleObj spid="_x0000_s121868" r:id="rId7" imgW="1054558" imgH="241405" progId="Equation.3">
                    <p:embed/>
                  </p:oleObj>
                </mc:Choice>
                <mc:Fallback>
                  <p:oleObj r:id="rId7" imgW="1054558" imgH="241405"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2844" y="5489586"/>
                          <a:ext cx="1905000" cy="454025"/>
                        </a:xfrm>
                        <a:prstGeom prst="rect">
                          <a:avLst/>
                        </a:prstGeom>
                        <a:solidFill>
                          <a:srgbClr val="FFFFCC"/>
                        </a:solidFill>
                        <a:ln w="1270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0" name="矩形 9">
            <a:extLst>
              <a:ext uri="{FF2B5EF4-FFF2-40B4-BE49-F238E27FC236}">
                <a16:creationId xmlns:a16="http://schemas.microsoft.com/office/drawing/2014/main" id="{116FA7FC-6450-471F-A918-7B6479AD69DA}"/>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 name="TextBox 23">
            <a:extLst>
              <a:ext uri="{FF2B5EF4-FFF2-40B4-BE49-F238E27FC236}">
                <a16:creationId xmlns:a16="http://schemas.microsoft.com/office/drawing/2014/main" id="{A3D01A09-C97D-4099-AC77-9F234F77A858}"/>
              </a:ext>
            </a:extLst>
          </p:cNvPr>
          <p:cNvSpPr txBox="1"/>
          <p:nvPr/>
        </p:nvSpPr>
        <p:spPr>
          <a:xfrm>
            <a:off x="0" y="58738"/>
            <a:ext cx="9144000" cy="584200"/>
          </a:xfrm>
          <a:prstGeom prst="rect">
            <a:avLst/>
          </a:prstGeom>
          <a:noFill/>
        </p:spPr>
        <p:txBody>
          <a:bodyPr>
            <a:spAutoFit/>
          </a:bodyPr>
          <a:lstStyle/>
          <a:p>
            <a:pPr algn="ctr">
              <a:defRPr/>
            </a:pPr>
            <a:r>
              <a:rPr lang="zh-CN" altLang="en-US" b="1" dirty="0">
                <a:solidFill>
                  <a:schemeClr val="bg1"/>
                </a:solidFill>
                <a:effectLst>
                  <a:outerShdw blurRad="38100" dist="38100" dir="2700000" algn="tl">
                    <a:srgbClr val="C0C0C0"/>
                  </a:outerShdw>
                </a:effectLst>
              </a:rPr>
              <a:t>非锐化掩蔽</a:t>
            </a:r>
            <a:endParaRPr lang="zh-CN" altLang="en-US" b="1" dirty="0">
              <a:solidFill>
                <a:schemeClr val="bg1"/>
              </a:solidFill>
              <a:latin typeface="微软雅黑" pitchFamily="34" charset="-122"/>
              <a:ea typeface="微软雅黑" pitchFamily="34" charset="-122"/>
            </a:endParaRPr>
          </a:p>
        </p:txBody>
      </p:sp>
    </p:spTree>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3">
            <a:extLst>
              <a:ext uri="{FF2B5EF4-FFF2-40B4-BE49-F238E27FC236}">
                <a16:creationId xmlns:a16="http://schemas.microsoft.com/office/drawing/2014/main" id="{2C4DE2A1-4166-4ABC-B4E1-E6FC3F602AD4}"/>
              </a:ext>
            </a:extLst>
          </p:cNvPr>
          <p:cNvSpPr>
            <a:spLocks noChangeArrowheads="1"/>
          </p:cNvSpPr>
          <p:nvPr/>
        </p:nvSpPr>
        <p:spPr bwMode="auto">
          <a:xfrm>
            <a:off x="0" y="31765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3200">
              <a:latin typeface="Verdana" panose="020B0604030504040204" pitchFamily="34" charset="0"/>
              <a:ea typeface="楷体_GB2312" pitchFamily="1" charset="-122"/>
            </a:endParaRPr>
          </a:p>
        </p:txBody>
      </p:sp>
      <p:pic>
        <p:nvPicPr>
          <p:cNvPr id="122883" name="Picture 4">
            <a:extLst>
              <a:ext uri="{FF2B5EF4-FFF2-40B4-BE49-F238E27FC236}">
                <a16:creationId xmlns:a16="http://schemas.microsoft.com/office/drawing/2014/main" id="{15B8A962-EF7B-441D-B1A0-D4884D7511B9}"/>
              </a:ext>
            </a:extLst>
          </p:cNvPr>
          <p:cNvPicPr>
            <a:picLocks noGrp="1" noChangeAspect="1" noChangeArrowheads="1"/>
          </p:cNvPicPr>
          <p:nvPr>
            <p:ph idx="4294967295"/>
          </p:nvPr>
        </p:nvPicPr>
        <p:blipFill>
          <a:blip r:embed="rId3">
            <a:extLst>
              <a:ext uri="{28A0092B-C50C-407E-A947-70E740481C1C}">
                <a14:useLocalDpi xmlns:a14="http://schemas.microsoft.com/office/drawing/2010/main" val="0"/>
              </a:ext>
            </a:extLst>
          </a:blip>
          <a:srcRect/>
          <a:stretch>
            <a:fillRect/>
          </a:stretch>
        </p:blipFill>
        <p:spPr>
          <a:xfrm>
            <a:off x="0" y="1600200"/>
            <a:ext cx="5521325" cy="4525963"/>
          </a:xfrm>
          <a:noFill/>
        </p:spPr>
      </p:pic>
      <p:graphicFrame>
        <p:nvGraphicFramePr>
          <p:cNvPr id="122884" name="Object 4">
            <a:extLst>
              <a:ext uri="{FF2B5EF4-FFF2-40B4-BE49-F238E27FC236}">
                <a16:creationId xmlns:a16="http://schemas.microsoft.com/office/drawing/2014/main" id="{8B9DA025-B089-44DA-A733-7E36A55C8F07}"/>
              </a:ext>
            </a:extLst>
          </p:cNvPr>
          <p:cNvGraphicFramePr>
            <a:graphicFrameLocks noChangeAspect="1"/>
          </p:cNvGraphicFramePr>
          <p:nvPr/>
        </p:nvGraphicFramePr>
        <p:xfrm>
          <a:off x="250825" y="823913"/>
          <a:ext cx="5910263" cy="531812"/>
        </p:xfrm>
        <a:graphic>
          <a:graphicData uri="http://schemas.openxmlformats.org/presentationml/2006/ole">
            <mc:AlternateContent xmlns:mc="http://schemas.openxmlformats.org/markup-compatibility/2006">
              <mc:Choice xmlns:v="urn:schemas-microsoft-com:vml" Requires="v">
                <p:oleObj spid="_x0000_s122887" r:id="rId4" imgW="2464870" imgH="254110" progId="Equation.DSMT4">
                  <p:embed/>
                </p:oleObj>
              </mc:Choice>
              <mc:Fallback>
                <p:oleObj r:id="rId4" imgW="2464870" imgH="254110"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0825" y="823913"/>
                        <a:ext cx="5910263" cy="531812"/>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矩形 5">
            <a:extLst>
              <a:ext uri="{FF2B5EF4-FFF2-40B4-BE49-F238E27FC236}">
                <a16:creationId xmlns:a16="http://schemas.microsoft.com/office/drawing/2014/main" id="{6243B9C4-F592-432E-9AD5-4983CBDAC321}"/>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 name="TextBox 23">
            <a:extLst>
              <a:ext uri="{FF2B5EF4-FFF2-40B4-BE49-F238E27FC236}">
                <a16:creationId xmlns:a16="http://schemas.microsoft.com/office/drawing/2014/main" id="{2B876152-6DC7-4285-BF53-4BD14411F3F8}"/>
              </a:ext>
            </a:extLst>
          </p:cNvPr>
          <p:cNvSpPr txBox="1"/>
          <p:nvPr/>
        </p:nvSpPr>
        <p:spPr>
          <a:xfrm>
            <a:off x="0" y="58738"/>
            <a:ext cx="9144000" cy="584200"/>
          </a:xfrm>
          <a:prstGeom prst="rect">
            <a:avLst/>
          </a:prstGeom>
          <a:noFill/>
        </p:spPr>
        <p:txBody>
          <a:bodyPr>
            <a:spAutoFit/>
          </a:bodyPr>
          <a:lstStyle/>
          <a:p>
            <a:pPr algn="ctr">
              <a:defRPr/>
            </a:pPr>
            <a:r>
              <a:rPr lang="zh-CN" altLang="en-US" b="1" dirty="0">
                <a:solidFill>
                  <a:schemeClr val="bg1"/>
                </a:solidFill>
                <a:effectLst>
                  <a:outerShdw blurRad="38100" dist="38100" dir="2700000" algn="tl">
                    <a:srgbClr val="C0C0C0"/>
                  </a:outerShdw>
                </a:effectLst>
              </a:rPr>
              <a:t>非锐化掩蔽</a:t>
            </a:r>
            <a:endParaRPr lang="zh-CN" altLang="en-US" b="1" dirty="0">
              <a:solidFill>
                <a:schemeClr val="bg1"/>
              </a:solidFill>
              <a:latin typeface="微软雅黑" pitchFamily="34" charset="-122"/>
              <a:ea typeface="微软雅黑" pitchFamily="34" charset="-122"/>
            </a:endParaRPr>
          </a:p>
        </p:txBody>
      </p:sp>
    </p:spTree>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9" name="Rectangle 3">
            <a:extLst>
              <a:ext uri="{FF2B5EF4-FFF2-40B4-BE49-F238E27FC236}">
                <a16:creationId xmlns:a16="http://schemas.microsoft.com/office/drawing/2014/main" id="{2454517C-58AA-4726-BDE6-CB27489E0577}"/>
              </a:ext>
            </a:extLst>
          </p:cNvPr>
          <p:cNvSpPr>
            <a:spLocks noChangeArrowheads="1"/>
          </p:cNvSpPr>
          <p:nvPr/>
        </p:nvSpPr>
        <p:spPr bwMode="auto">
          <a:xfrm>
            <a:off x="539750" y="981075"/>
            <a:ext cx="8064500" cy="95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a:latin typeface="Times New Roman" panose="02020603050405020304" pitchFamily="18" charset="0"/>
                <a:ea typeface="楷体_GB2312" pitchFamily="1" charset="-122"/>
              </a:rPr>
              <a:t>非锐化掩蔽的进一步普遍形式称为</a:t>
            </a:r>
            <a:r>
              <a:rPr lang="zh-CN" altLang="en-US" sz="2800" b="1">
                <a:solidFill>
                  <a:srgbClr val="FF0000"/>
                </a:solidFill>
                <a:latin typeface="Times New Roman" panose="02020603050405020304" pitchFamily="18" charset="0"/>
                <a:ea typeface="楷体_GB2312" pitchFamily="1" charset="-122"/>
              </a:rPr>
              <a:t>高提升滤波</a:t>
            </a:r>
            <a:r>
              <a:rPr lang="zh-CN" altLang="en-US" sz="2800" b="1">
                <a:latin typeface="Times New Roman" panose="02020603050405020304" pitchFamily="18" charset="0"/>
                <a:ea typeface="楷体_GB2312" pitchFamily="1" charset="-122"/>
              </a:rPr>
              <a:t>，定义如下：</a:t>
            </a:r>
          </a:p>
        </p:txBody>
      </p:sp>
      <p:sp>
        <p:nvSpPr>
          <p:cNvPr id="8" name="矩形 7">
            <a:extLst>
              <a:ext uri="{FF2B5EF4-FFF2-40B4-BE49-F238E27FC236}">
                <a16:creationId xmlns:a16="http://schemas.microsoft.com/office/drawing/2014/main" id="{DE4FD9F0-E93E-4FF6-91DA-0EBD1643269A}"/>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 name="TextBox 23">
            <a:extLst>
              <a:ext uri="{FF2B5EF4-FFF2-40B4-BE49-F238E27FC236}">
                <a16:creationId xmlns:a16="http://schemas.microsoft.com/office/drawing/2014/main" id="{0AF68672-526B-4F35-90A6-22C0BCB696D2}"/>
              </a:ext>
            </a:extLst>
          </p:cNvPr>
          <p:cNvSpPr txBox="1"/>
          <p:nvPr/>
        </p:nvSpPr>
        <p:spPr>
          <a:xfrm>
            <a:off x="0" y="58738"/>
            <a:ext cx="9144000" cy="584200"/>
          </a:xfrm>
          <a:prstGeom prst="rect">
            <a:avLst/>
          </a:prstGeom>
          <a:noFill/>
        </p:spPr>
        <p:txBody>
          <a:bodyPr>
            <a:spAutoFit/>
          </a:bodyPr>
          <a:lstStyle/>
          <a:p>
            <a:pPr algn="ctr">
              <a:defRPr/>
            </a:pPr>
            <a:r>
              <a:rPr lang="zh-CN" altLang="en-US" b="1" dirty="0">
                <a:solidFill>
                  <a:schemeClr val="bg1"/>
                </a:solidFill>
                <a:effectLst>
                  <a:outerShdw blurRad="38100" dist="38100" dir="2700000" algn="tl">
                    <a:srgbClr val="C0C0C0"/>
                  </a:outerShdw>
                </a:effectLst>
              </a:rPr>
              <a:t>高提升滤波</a:t>
            </a:r>
            <a:endParaRPr lang="zh-CN" altLang="en-US" b="1" dirty="0">
              <a:solidFill>
                <a:schemeClr val="bg1"/>
              </a:solidFill>
              <a:latin typeface="微软雅黑" pitchFamily="34" charset="-122"/>
              <a:ea typeface="微软雅黑" pitchFamily="34" charset="-122"/>
            </a:endParaRPr>
          </a:p>
        </p:txBody>
      </p:sp>
      <p:graphicFrame>
        <p:nvGraphicFramePr>
          <p:cNvPr id="123909" name="Object 3">
            <a:extLst>
              <a:ext uri="{FF2B5EF4-FFF2-40B4-BE49-F238E27FC236}">
                <a16:creationId xmlns:a16="http://schemas.microsoft.com/office/drawing/2014/main" id="{E463DA9E-7C3B-471B-85B3-9DD38B71B99C}"/>
              </a:ext>
            </a:extLst>
          </p:cNvPr>
          <p:cNvGraphicFramePr>
            <a:graphicFrameLocks noChangeAspect="1"/>
          </p:cNvGraphicFramePr>
          <p:nvPr/>
        </p:nvGraphicFramePr>
        <p:xfrm>
          <a:off x="1031875" y="2636838"/>
          <a:ext cx="7080250" cy="2952750"/>
        </p:xfrm>
        <a:graphic>
          <a:graphicData uri="http://schemas.openxmlformats.org/presentationml/2006/ole">
            <mc:AlternateContent xmlns:mc="http://schemas.openxmlformats.org/markup-compatibility/2006">
              <mc:Choice xmlns:v="urn:schemas-microsoft-com:vml" Requires="v">
                <p:oleObj spid="_x0000_s123910" name="Equation" r:id="rId3" imgW="2374560" imgH="990360" progId="Equation.DSMT4">
                  <p:embed/>
                </p:oleObj>
              </mc:Choice>
              <mc:Fallback>
                <p:oleObj name="Equation" r:id="rId3" imgW="2374560" imgH="99036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1875" y="2636838"/>
                        <a:ext cx="7080250" cy="2952750"/>
                      </a:xfrm>
                      <a:prstGeom prst="rect">
                        <a:avLst/>
                      </a:prstGeom>
                      <a:solidFill>
                        <a:schemeClr val="bg1"/>
                      </a:solidFill>
                      <a:ln w="76200" cmpd="tri">
                        <a:solidFill>
                          <a:srgbClr val="CC0000"/>
                        </a:solidFill>
                        <a:miter lim="800000"/>
                        <a:headEnd/>
                        <a:tailEnd/>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1379"/>
                                        </p:tgtEl>
                                        <p:attrNameLst>
                                          <p:attrName>style.visibility</p:attrName>
                                        </p:attrNameLst>
                                      </p:cBhvr>
                                      <p:to>
                                        <p:strVal val="visible"/>
                                      </p:to>
                                    </p:set>
                                    <p:animEffect transition="in" filter="blinds(horizontal)">
                                      <p:cBhvr>
                                        <p:cTn id="7" dur="500"/>
                                        <p:tgtEl>
                                          <p:spTgt spid="1013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9" grpId="0" autoUpdateAnimBg="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4930" name="Picture 3">
            <a:extLst>
              <a:ext uri="{FF2B5EF4-FFF2-40B4-BE49-F238E27FC236}">
                <a16:creationId xmlns:a16="http://schemas.microsoft.com/office/drawing/2014/main" id="{6E33C8E0-2AAA-4045-8D42-F07FEAD6CB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6375" y="1628775"/>
            <a:ext cx="5149850" cy="469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931" name="Text Box 4">
            <a:extLst>
              <a:ext uri="{FF2B5EF4-FFF2-40B4-BE49-F238E27FC236}">
                <a16:creationId xmlns:a16="http://schemas.microsoft.com/office/drawing/2014/main" id="{B5DB656E-A56D-4D33-AA50-DEABE253120C}"/>
              </a:ext>
            </a:extLst>
          </p:cNvPr>
          <p:cNvSpPr txBox="1">
            <a:spLocks noChangeArrowheads="1"/>
          </p:cNvSpPr>
          <p:nvPr/>
        </p:nvSpPr>
        <p:spPr bwMode="auto">
          <a:xfrm>
            <a:off x="6929438" y="2563813"/>
            <a:ext cx="1857375"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marL="457200" indent="-45720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AutoNum type="alphaLcParenBoth"/>
            </a:pPr>
            <a:r>
              <a:rPr lang="zh-CN" altLang="en-US" sz="2400" b="1">
                <a:latin typeface="Times New Roman" panose="02020603050405020304" pitchFamily="18" charset="0"/>
                <a:ea typeface="楷体_GB2312" pitchFamily="1" charset="-122"/>
              </a:rPr>
              <a:t>原始图像</a:t>
            </a:r>
          </a:p>
          <a:p>
            <a:pPr eaLnBrk="1" hangingPunct="1">
              <a:spcBef>
                <a:spcPct val="0"/>
              </a:spcBef>
              <a:buClrTx/>
              <a:buSzTx/>
              <a:buFont typeface="Arial" panose="020B0604020202020204" pitchFamily="34" charset="0"/>
              <a:buAutoNum type="alphaLcParenBoth"/>
            </a:pPr>
            <a:r>
              <a:rPr lang="en-US" altLang="zh-CN" sz="2400" b="1">
                <a:latin typeface="Times New Roman" panose="02020603050405020304" pitchFamily="18" charset="0"/>
                <a:ea typeface="楷体_GB2312" pitchFamily="1" charset="-122"/>
              </a:rPr>
              <a:t>A=0</a:t>
            </a:r>
          </a:p>
          <a:p>
            <a:pPr eaLnBrk="1" hangingPunct="1">
              <a:spcBef>
                <a:spcPct val="0"/>
              </a:spcBef>
              <a:buClrTx/>
              <a:buSzTx/>
              <a:buFont typeface="Arial" panose="020B0604020202020204" pitchFamily="34" charset="0"/>
              <a:buAutoNum type="alphaLcParenBoth"/>
            </a:pPr>
            <a:r>
              <a:rPr lang="en-US" altLang="zh-CN" sz="2400" b="1">
                <a:latin typeface="Times New Roman" panose="02020603050405020304" pitchFamily="18" charset="0"/>
                <a:ea typeface="楷体_GB2312" pitchFamily="1" charset="-122"/>
              </a:rPr>
              <a:t>A=1</a:t>
            </a:r>
          </a:p>
          <a:p>
            <a:pPr eaLnBrk="1" hangingPunct="1">
              <a:spcBef>
                <a:spcPct val="0"/>
              </a:spcBef>
              <a:buClrTx/>
              <a:buSzTx/>
              <a:buFont typeface="Arial" panose="020B0604020202020204" pitchFamily="34" charset="0"/>
              <a:buAutoNum type="alphaLcParenBoth"/>
            </a:pPr>
            <a:r>
              <a:rPr lang="en-US" altLang="zh-CN" sz="2400" b="1">
                <a:latin typeface="Times New Roman" panose="02020603050405020304" pitchFamily="18" charset="0"/>
                <a:ea typeface="楷体_GB2312" pitchFamily="1" charset="-122"/>
              </a:rPr>
              <a:t>A=1.7</a:t>
            </a:r>
          </a:p>
        </p:txBody>
      </p:sp>
      <p:sp>
        <p:nvSpPr>
          <p:cNvPr id="124932" name="Text Box 5">
            <a:extLst>
              <a:ext uri="{FF2B5EF4-FFF2-40B4-BE49-F238E27FC236}">
                <a16:creationId xmlns:a16="http://schemas.microsoft.com/office/drawing/2014/main" id="{8DA56343-E027-4FE3-9E86-6F9DD004F751}"/>
              </a:ext>
            </a:extLst>
          </p:cNvPr>
          <p:cNvSpPr txBox="1">
            <a:spLocks noChangeArrowheads="1"/>
          </p:cNvSpPr>
          <p:nvPr/>
        </p:nvSpPr>
        <p:spPr bwMode="auto">
          <a:xfrm>
            <a:off x="2536825" y="3594100"/>
            <a:ext cx="447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1800" b="1">
                <a:solidFill>
                  <a:srgbClr val="FF0000"/>
                </a:solidFill>
                <a:latin typeface="Times New Roman" panose="02020603050405020304" pitchFamily="18" charset="0"/>
                <a:ea typeface="楷体_GB2312" pitchFamily="1" charset="-122"/>
              </a:rPr>
              <a:t>(a)</a:t>
            </a:r>
          </a:p>
        </p:txBody>
      </p:sp>
      <p:sp>
        <p:nvSpPr>
          <p:cNvPr id="124933" name="Text Box 6">
            <a:extLst>
              <a:ext uri="{FF2B5EF4-FFF2-40B4-BE49-F238E27FC236}">
                <a16:creationId xmlns:a16="http://schemas.microsoft.com/office/drawing/2014/main" id="{D9EE3159-4DB7-40F4-AF0F-B00BACBCD31C}"/>
              </a:ext>
            </a:extLst>
          </p:cNvPr>
          <p:cNvSpPr txBox="1">
            <a:spLocks noChangeArrowheads="1"/>
          </p:cNvSpPr>
          <p:nvPr/>
        </p:nvSpPr>
        <p:spPr bwMode="auto">
          <a:xfrm>
            <a:off x="5003800" y="3567113"/>
            <a:ext cx="4603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1800" b="1">
                <a:solidFill>
                  <a:srgbClr val="FF0000"/>
                </a:solidFill>
                <a:latin typeface="Times New Roman" panose="02020603050405020304" pitchFamily="18" charset="0"/>
                <a:ea typeface="楷体_GB2312" pitchFamily="1" charset="-122"/>
              </a:rPr>
              <a:t>(b)</a:t>
            </a:r>
          </a:p>
        </p:txBody>
      </p:sp>
      <p:sp>
        <p:nvSpPr>
          <p:cNvPr id="124934" name="Text Box 7">
            <a:extLst>
              <a:ext uri="{FF2B5EF4-FFF2-40B4-BE49-F238E27FC236}">
                <a16:creationId xmlns:a16="http://schemas.microsoft.com/office/drawing/2014/main" id="{B61B35F8-79E2-4E14-8AA9-592E0D11476E}"/>
              </a:ext>
            </a:extLst>
          </p:cNvPr>
          <p:cNvSpPr txBox="1">
            <a:spLocks noChangeArrowheads="1"/>
          </p:cNvSpPr>
          <p:nvPr/>
        </p:nvSpPr>
        <p:spPr bwMode="auto">
          <a:xfrm>
            <a:off x="2555875" y="5876925"/>
            <a:ext cx="4349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1800" b="1">
                <a:solidFill>
                  <a:srgbClr val="FF0000"/>
                </a:solidFill>
                <a:latin typeface="Times New Roman" panose="02020603050405020304" pitchFamily="18" charset="0"/>
                <a:ea typeface="楷体_GB2312" pitchFamily="1" charset="-122"/>
              </a:rPr>
              <a:t>(c)</a:t>
            </a:r>
          </a:p>
        </p:txBody>
      </p:sp>
      <p:sp>
        <p:nvSpPr>
          <p:cNvPr id="124935" name="Text Box 8">
            <a:extLst>
              <a:ext uri="{FF2B5EF4-FFF2-40B4-BE49-F238E27FC236}">
                <a16:creationId xmlns:a16="http://schemas.microsoft.com/office/drawing/2014/main" id="{4054D9EB-131B-4CDE-8853-2B122B296E4C}"/>
              </a:ext>
            </a:extLst>
          </p:cNvPr>
          <p:cNvSpPr txBox="1">
            <a:spLocks noChangeArrowheads="1"/>
          </p:cNvSpPr>
          <p:nvPr/>
        </p:nvSpPr>
        <p:spPr bwMode="auto">
          <a:xfrm>
            <a:off x="5148263" y="5870575"/>
            <a:ext cx="4603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1800" b="1">
                <a:solidFill>
                  <a:srgbClr val="FF0000"/>
                </a:solidFill>
                <a:latin typeface="Times New Roman" panose="02020603050405020304" pitchFamily="18" charset="0"/>
                <a:ea typeface="楷体_GB2312" pitchFamily="1" charset="-122"/>
              </a:rPr>
              <a:t>(d)</a:t>
            </a:r>
          </a:p>
        </p:txBody>
      </p:sp>
      <p:sp>
        <p:nvSpPr>
          <p:cNvPr id="103433" name="Rectangle 10">
            <a:extLst>
              <a:ext uri="{FF2B5EF4-FFF2-40B4-BE49-F238E27FC236}">
                <a16:creationId xmlns:a16="http://schemas.microsoft.com/office/drawing/2014/main" id="{5F9A9FDB-ED5F-4AF1-96B7-E201773CCC15}"/>
              </a:ext>
            </a:extLst>
          </p:cNvPr>
          <p:cNvSpPr>
            <a:spLocks noGrp="1" noChangeArrowheads="1"/>
          </p:cNvSpPr>
          <p:nvPr>
            <p:ph type="title" idx="4294967295"/>
          </p:nvPr>
        </p:nvSpPr>
        <p:spPr>
          <a:xfrm>
            <a:off x="0" y="476250"/>
            <a:ext cx="2016125" cy="539750"/>
          </a:xfrm>
        </p:spPr>
        <p:txBody>
          <a:bodyPr>
            <a:normAutofit fontScale="90000"/>
          </a:bodyPr>
          <a:lstStyle/>
          <a:p>
            <a:pPr eaLnBrk="1" fontAlgn="auto" hangingPunct="1">
              <a:spcAft>
                <a:spcPts val="0"/>
              </a:spcAft>
              <a:defRPr/>
            </a:pPr>
            <a:r>
              <a:rPr lang="zh-CN" altLang="en-US" sz="3400" b="1">
                <a:effectLst>
                  <a:outerShdw blurRad="38100" dist="38100" dir="2700000" algn="tl">
                    <a:srgbClr val="C0C0C0"/>
                  </a:outerShdw>
                </a:effectLst>
              </a:rPr>
              <a:t>例3.13</a:t>
            </a:r>
          </a:p>
        </p:txBody>
      </p:sp>
      <p:graphicFrame>
        <p:nvGraphicFramePr>
          <p:cNvPr id="124937" name="Object 10">
            <a:extLst>
              <a:ext uri="{FF2B5EF4-FFF2-40B4-BE49-F238E27FC236}">
                <a16:creationId xmlns:a16="http://schemas.microsoft.com/office/drawing/2014/main" id="{9417AAA5-EA3A-44BA-882F-1AD57DEF7063}"/>
              </a:ext>
            </a:extLst>
          </p:cNvPr>
          <p:cNvGraphicFramePr>
            <a:graphicFrameLocks noChangeAspect="1"/>
          </p:cNvGraphicFramePr>
          <p:nvPr/>
        </p:nvGraphicFramePr>
        <p:xfrm>
          <a:off x="2454275" y="758825"/>
          <a:ext cx="5559425" cy="890588"/>
        </p:xfrm>
        <a:graphic>
          <a:graphicData uri="http://schemas.openxmlformats.org/presentationml/2006/ole">
            <mc:AlternateContent xmlns:mc="http://schemas.openxmlformats.org/markup-compatibility/2006">
              <mc:Choice xmlns:v="urn:schemas-microsoft-com:vml" Requires="v">
                <p:oleObj spid="_x0000_s124940" r:id="rId4" imgW="4076626" imgH="539575" progId="Equation.DSMT4">
                  <p:embed/>
                </p:oleObj>
              </mc:Choice>
              <mc:Fallback>
                <p:oleObj r:id="rId4" imgW="4076626" imgH="539575" progId="Equation.DSMT4">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54275" y="758825"/>
                        <a:ext cx="5559425" cy="890588"/>
                      </a:xfrm>
                      <a:prstGeom prst="rect">
                        <a:avLst/>
                      </a:prstGeom>
                      <a:solidFill>
                        <a:srgbClr val="0033C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矩形 10">
            <a:extLst>
              <a:ext uri="{FF2B5EF4-FFF2-40B4-BE49-F238E27FC236}">
                <a16:creationId xmlns:a16="http://schemas.microsoft.com/office/drawing/2014/main" id="{446F56C5-B396-4912-9237-5A65792EE972}"/>
              </a:ext>
            </a:extLst>
          </p:cNvPr>
          <p:cNvSpPr/>
          <p:nvPr/>
        </p:nvSpPr>
        <p:spPr>
          <a:xfrm rot="10800000" flipV="1">
            <a:off x="0" y="-20638"/>
            <a:ext cx="9144000" cy="755651"/>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 name="TextBox 23">
            <a:extLst>
              <a:ext uri="{FF2B5EF4-FFF2-40B4-BE49-F238E27FC236}">
                <a16:creationId xmlns:a16="http://schemas.microsoft.com/office/drawing/2014/main" id="{F6546C7D-2D71-4686-BFCB-8C797575924F}"/>
              </a:ext>
            </a:extLst>
          </p:cNvPr>
          <p:cNvSpPr txBox="1"/>
          <p:nvPr/>
        </p:nvSpPr>
        <p:spPr>
          <a:xfrm>
            <a:off x="0" y="58738"/>
            <a:ext cx="9144000" cy="584200"/>
          </a:xfrm>
          <a:prstGeom prst="rect">
            <a:avLst/>
          </a:prstGeom>
          <a:noFill/>
        </p:spPr>
        <p:txBody>
          <a:bodyPr>
            <a:spAutoFit/>
          </a:bodyPr>
          <a:lstStyle/>
          <a:p>
            <a:pPr algn="ctr">
              <a:defRPr/>
            </a:pPr>
            <a:r>
              <a:rPr lang="zh-CN" altLang="en-US" b="1" dirty="0">
                <a:solidFill>
                  <a:schemeClr val="bg1"/>
                </a:solidFill>
                <a:effectLst>
                  <a:outerShdw blurRad="38100" dist="38100" dir="2700000" algn="tl">
                    <a:srgbClr val="C0C0C0"/>
                  </a:outerShdw>
                </a:effectLst>
              </a:rPr>
              <a:t>高频提升滤波</a:t>
            </a:r>
            <a:endParaRPr lang="zh-CN" altLang="en-US" b="1" dirty="0">
              <a:solidFill>
                <a:schemeClr val="bg1"/>
              </a:solidFill>
              <a:latin typeface="微软雅黑" pitchFamily="34" charset="-122"/>
              <a:ea typeface="微软雅黑" pitchFamily="34" charset="-122"/>
            </a:endParaRPr>
          </a:p>
        </p:txBody>
      </p:sp>
    </p:spTree>
  </p:cSld>
  <p:clrMapOvr>
    <a:masterClrMapping/>
  </p:clrMapOvr>
  <p:transition/>
</p:sld>
</file>

<file path=ppt/theme/_rels/theme3.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5_主管人员">
  <a:themeElements>
    <a:clrScheme name="5_主管人员 1">
      <a:dk1>
        <a:srgbClr val="000000"/>
      </a:dk1>
      <a:lt1>
        <a:srgbClr val="FFFFFF"/>
      </a:lt1>
      <a:dk2>
        <a:srgbClr val="2F5897"/>
      </a:dk2>
      <a:lt2>
        <a:srgbClr val="E4E9EF"/>
      </a:lt2>
      <a:accent1>
        <a:srgbClr val="6076B4"/>
      </a:accent1>
      <a:accent2>
        <a:srgbClr val="9C5252"/>
      </a:accent2>
      <a:accent3>
        <a:srgbClr val="FFFFFF"/>
      </a:accent3>
      <a:accent4>
        <a:srgbClr val="000000"/>
      </a:accent4>
      <a:accent5>
        <a:srgbClr val="B6BDD6"/>
      </a:accent5>
      <a:accent6>
        <a:srgbClr val="8D4949"/>
      </a:accent6>
      <a:hlink>
        <a:srgbClr val="3399FF"/>
      </a:hlink>
      <a:folHlink>
        <a:srgbClr val="B2B2B2"/>
      </a:folHlink>
    </a:clrScheme>
    <a:fontScheme name="5_主管人员">
      <a:majorFont>
        <a:latin typeface="Palatino Linotype"/>
        <a:ea typeface="幼圆"/>
        <a:cs typeface=""/>
      </a:majorFont>
      <a:minorFont>
        <a:latin typeface="Century Gothic"/>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3200" b="0" i="0" u="none" strike="noStrike" cap="none" normalizeH="0" baseline="0" smtClean="0">
            <a:ln>
              <a:noFill/>
            </a:ln>
            <a:solidFill>
              <a:schemeClr val="tx1"/>
            </a:solidFill>
            <a:effectLst/>
            <a:latin typeface="Verdana" pitchFamily="34" charset="0"/>
            <a:ea typeface="楷体_GB2312" pitchFamily="1"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3200" b="0" i="0" u="none" strike="noStrike" cap="none" normalizeH="0" baseline="0" smtClean="0">
            <a:ln>
              <a:noFill/>
            </a:ln>
            <a:solidFill>
              <a:schemeClr val="tx1"/>
            </a:solidFill>
            <a:effectLst/>
            <a:latin typeface="Verdana" pitchFamily="34" charset="0"/>
            <a:ea typeface="楷体_GB2312" pitchFamily="1" charset="-122"/>
          </a:defRPr>
        </a:defPPr>
      </a:lstStyle>
    </a:lnDef>
  </a:objectDefaults>
  <a:extraClrSchemeLst>
    <a:extraClrScheme>
      <a:clrScheme name="5_主管人员 1">
        <a:dk1>
          <a:srgbClr val="000000"/>
        </a:dk1>
        <a:lt1>
          <a:srgbClr val="FFFFFF"/>
        </a:lt1>
        <a:dk2>
          <a:srgbClr val="2F5897"/>
        </a:dk2>
        <a:lt2>
          <a:srgbClr val="E4E9EF"/>
        </a:lt2>
        <a:accent1>
          <a:srgbClr val="6076B4"/>
        </a:accent1>
        <a:accent2>
          <a:srgbClr val="9C5252"/>
        </a:accent2>
        <a:accent3>
          <a:srgbClr val="FFFFFF"/>
        </a:accent3>
        <a:accent4>
          <a:srgbClr val="000000"/>
        </a:accent4>
        <a:accent5>
          <a:srgbClr val="B6BDD6"/>
        </a:accent5>
        <a:accent6>
          <a:srgbClr val="8D4949"/>
        </a:accent6>
        <a:hlink>
          <a:srgbClr val="3399FF"/>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6_主管人员">
  <a:themeElements>
    <a:clrScheme name="6_主管人员 1">
      <a:dk1>
        <a:srgbClr val="000000"/>
      </a:dk1>
      <a:lt1>
        <a:srgbClr val="FFFFFF"/>
      </a:lt1>
      <a:dk2>
        <a:srgbClr val="2F5897"/>
      </a:dk2>
      <a:lt2>
        <a:srgbClr val="E4E9EF"/>
      </a:lt2>
      <a:accent1>
        <a:srgbClr val="6076B4"/>
      </a:accent1>
      <a:accent2>
        <a:srgbClr val="9C5252"/>
      </a:accent2>
      <a:accent3>
        <a:srgbClr val="FFFFFF"/>
      </a:accent3>
      <a:accent4>
        <a:srgbClr val="000000"/>
      </a:accent4>
      <a:accent5>
        <a:srgbClr val="B6BDD6"/>
      </a:accent5>
      <a:accent6>
        <a:srgbClr val="8D4949"/>
      </a:accent6>
      <a:hlink>
        <a:srgbClr val="3399FF"/>
      </a:hlink>
      <a:folHlink>
        <a:srgbClr val="B2B2B2"/>
      </a:folHlink>
    </a:clrScheme>
    <a:fontScheme name="6_主管人员">
      <a:majorFont>
        <a:latin typeface="Palatino Linotype"/>
        <a:ea typeface="幼圆"/>
        <a:cs typeface=""/>
      </a:majorFont>
      <a:minorFont>
        <a:latin typeface="Century Gothic"/>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3200" b="0" i="0" u="none" strike="noStrike" cap="none" normalizeH="0" baseline="0" smtClean="0">
            <a:ln>
              <a:noFill/>
            </a:ln>
            <a:solidFill>
              <a:schemeClr val="tx1"/>
            </a:solidFill>
            <a:effectLst/>
            <a:latin typeface="Verdana" pitchFamily="34" charset="0"/>
            <a:ea typeface="楷体_GB2312" pitchFamily="1"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3200" b="0" i="0" u="none" strike="noStrike" cap="none" normalizeH="0" baseline="0" smtClean="0">
            <a:ln>
              <a:noFill/>
            </a:ln>
            <a:solidFill>
              <a:schemeClr val="tx1"/>
            </a:solidFill>
            <a:effectLst/>
            <a:latin typeface="Verdana" pitchFamily="34" charset="0"/>
            <a:ea typeface="楷体_GB2312" pitchFamily="1" charset="-122"/>
          </a:defRPr>
        </a:defPPr>
      </a:lstStyle>
    </a:lnDef>
  </a:objectDefaults>
  <a:extraClrSchemeLst>
    <a:extraClrScheme>
      <a:clrScheme name="6_主管人员 1">
        <a:dk1>
          <a:srgbClr val="000000"/>
        </a:dk1>
        <a:lt1>
          <a:srgbClr val="FFFFFF"/>
        </a:lt1>
        <a:dk2>
          <a:srgbClr val="2F5897"/>
        </a:dk2>
        <a:lt2>
          <a:srgbClr val="E4E9EF"/>
        </a:lt2>
        <a:accent1>
          <a:srgbClr val="6076B4"/>
        </a:accent1>
        <a:accent2>
          <a:srgbClr val="9C5252"/>
        </a:accent2>
        <a:accent3>
          <a:srgbClr val="FFFFFF"/>
        </a:accent3>
        <a:accent4>
          <a:srgbClr val="000000"/>
        </a:accent4>
        <a:accent5>
          <a:srgbClr val="B6BDD6"/>
        </a:accent5>
        <a:accent6>
          <a:srgbClr val="8D4949"/>
        </a:accent6>
        <a:hlink>
          <a:srgbClr val="3399FF"/>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流畅">
  <a:themeElements>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流畅">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流畅">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themeOverride>
</file>

<file path=ppt/theme/themeOverride2.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emplate>Executive</Template>
  <TotalTime>1562</TotalTime>
  <Pages>0</Pages>
  <Words>4806</Words>
  <Characters>0</Characters>
  <Application>Microsoft Office PowerPoint</Application>
  <DocSecurity>0</DocSecurity>
  <PresentationFormat>全屏显示(4:3)</PresentationFormat>
  <Lines>0</Lines>
  <Paragraphs>780</Paragraphs>
  <Slides>113</Slides>
  <Notes>2</Notes>
  <HiddenSlides>1</HiddenSlides>
  <MMClips>0</MMClips>
  <ScaleCrop>false</ScaleCrop>
  <HeadingPairs>
    <vt:vector size="8" baseType="variant">
      <vt:variant>
        <vt:lpstr>已用的字体</vt:lpstr>
      </vt:variant>
      <vt:variant>
        <vt:i4>19</vt:i4>
      </vt:variant>
      <vt:variant>
        <vt:lpstr>主题</vt:lpstr>
      </vt:variant>
      <vt:variant>
        <vt:i4>3</vt:i4>
      </vt:variant>
      <vt:variant>
        <vt:lpstr>嵌入 OLE 服务器</vt:lpstr>
      </vt:variant>
      <vt:variant>
        <vt:i4>5</vt:i4>
      </vt:variant>
      <vt:variant>
        <vt:lpstr>幻灯片标题</vt:lpstr>
      </vt:variant>
      <vt:variant>
        <vt:i4>113</vt:i4>
      </vt:variant>
    </vt:vector>
  </HeadingPairs>
  <TitlesOfParts>
    <vt:vector size="140" baseType="lpstr">
      <vt:lpstr>Verdana</vt:lpstr>
      <vt:lpstr>楷体_GB2312</vt:lpstr>
      <vt:lpstr>Arial</vt:lpstr>
      <vt:lpstr>Palatino Linotype</vt:lpstr>
      <vt:lpstr>幼圆</vt:lpstr>
      <vt:lpstr>Century Gothic</vt:lpstr>
      <vt:lpstr>宋体</vt:lpstr>
      <vt:lpstr>Calibri</vt:lpstr>
      <vt:lpstr>隶书</vt:lpstr>
      <vt:lpstr>Constantia</vt:lpstr>
      <vt:lpstr>Wingdings 2</vt:lpstr>
      <vt:lpstr>Times New Roman</vt:lpstr>
      <vt:lpstr>Wingdings</vt:lpstr>
      <vt:lpstr>华文新魏</vt:lpstr>
      <vt:lpstr>华文楷体</vt:lpstr>
      <vt:lpstr>微软雅黑</vt:lpstr>
      <vt:lpstr>Tahoma</vt:lpstr>
      <vt:lpstr>黑体</vt:lpstr>
      <vt:lpstr>楷体</vt:lpstr>
      <vt:lpstr>5_主管人员</vt:lpstr>
      <vt:lpstr>6_主管人员</vt:lpstr>
      <vt:lpstr>流畅</vt:lpstr>
      <vt:lpstr>Image</vt:lpstr>
      <vt:lpstr>MathType 6.0 Equation</vt:lpstr>
      <vt:lpstr>Equation</vt:lpstr>
      <vt:lpstr>Microsoft 公式 3.0</vt:lpstr>
      <vt:lpstr>Adobe Photoshop Image</vt:lpstr>
      <vt:lpstr>第3章灰度变换与空间滤波 </vt:lpstr>
      <vt:lpstr>PowerPoint 演示文稿</vt:lpstr>
      <vt:lpstr>背景知识</vt:lpstr>
      <vt:lpstr>PowerPoint 演示文稿</vt:lpstr>
      <vt:lpstr>PowerPoint 演示文稿</vt:lpstr>
      <vt:lpstr>图像增强的含义和目的</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直方图和图像清晰度的关系</vt:lpstr>
      <vt:lpstr>PowerPoint 演示文稿</vt:lpstr>
      <vt:lpstr>PowerPoint 演示文稿</vt:lpstr>
      <vt:lpstr>PowerPoint 演示文稿</vt:lpstr>
      <vt:lpstr>PowerPoint 演示文稿</vt:lpstr>
      <vt:lpstr>(2)计算直方图累积分布函数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算法思路：</vt:lpstr>
      <vt:lpstr>PowerPoint 演示文稿</vt:lpstr>
      <vt:lpstr>PowerPoint 演示文稿</vt:lpstr>
      <vt:lpstr>示例： </vt:lpstr>
      <vt:lpstr>PowerPoint 演示文稿</vt:lpstr>
      <vt:lpstr>PowerPoint 演示文稿</vt:lpstr>
      <vt:lpstr>PowerPoint 演示文稿</vt:lpstr>
      <vt:lpstr>PowerPoint 演示文稿</vt:lpstr>
      <vt:lpstr>PowerPoint 演示文稿</vt:lpstr>
      <vt:lpstr>实际中：在处理均值和方差时，通常用取样值来估计它们。</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中值滤波示意图：例3.14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例3.13</vt:lpstr>
    </vt:vector>
  </TitlesOfParts>
  <Manager/>
  <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三  图象变换</dc:title>
  <dc:subject/>
  <dc:creator>设计院办公室</dc:creator>
  <cp:keywords/>
  <dc:description/>
  <cp:lastModifiedBy>Wei Jin</cp:lastModifiedBy>
  <cp:revision>1527</cp:revision>
  <dcterms:created xsi:type="dcterms:W3CDTF">2007-09-28T02:00:37Z</dcterms:created>
  <dcterms:modified xsi:type="dcterms:W3CDTF">2023-01-03T09:45:23Z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2052-9.1.0.4468</vt:lpwstr>
  </property>
</Properties>
</file>