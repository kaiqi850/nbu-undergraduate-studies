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activeX/activeX2.bin" ContentType="application/vnd.ms-office.activeX"/>
  <Override PartName="/ppt/activeX/activeX2.xml" ContentType="application/vnd.ms-office.activeX+xml"/>
  <Override PartName="/ppt/activeX/activeX3.bin" ContentType="application/vnd.ms-office.activeX"/>
  <Override PartName="/ppt/activeX/activeX3.xml" ContentType="application/vnd.ms-office.activeX+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8" r:id="rId3"/>
    <p:sldId id="353" r:id="rId4"/>
    <p:sldId id="354" r:id="rId5"/>
    <p:sldId id="355" r:id="rId7"/>
    <p:sldId id="356" r:id="rId8"/>
    <p:sldId id="357" r:id="rId9"/>
    <p:sldId id="358" r:id="rId10"/>
    <p:sldId id="359" r:id="rId11"/>
    <p:sldId id="360" r:id="rId12"/>
    <p:sldId id="361" r:id="rId13"/>
    <p:sldId id="362" r:id="rId14"/>
    <p:sldId id="382" r:id="rId15"/>
    <p:sldId id="383" r:id="rId16"/>
    <p:sldId id="384" r:id="rId17"/>
    <p:sldId id="385" r:id="rId18"/>
    <p:sldId id="364" r:id="rId19"/>
    <p:sldId id="402" r:id="rId20"/>
    <p:sldId id="386" r:id="rId21"/>
    <p:sldId id="405" r:id="rId22"/>
    <p:sldId id="393" r:id="rId23"/>
    <p:sldId id="406" r:id="rId24"/>
    <p:sldId id="408" r:id="rId25"/>
    <p:sldId id="409" r:id="rId26"/>
    <p:sldId id="410" r:id="rId27"/>
    <p:sldId id="411" r:id="rId28"/>
    <p:sldId id="412" r:id="rId29"/>
    <p:sldId id="413" r:id="rId30"/>
    <p:sldId id="403" r:id="rId31"/>
    <p:sldId id="404" r:id="rId32"/>
    <p:sldId id="414" r:id="rId33"/>
  </p:sldIdLst>
  <p:sldSz cx="9144000" cy="6858000" type="screen4x3"/>
  <p:notesSz cx="6858000" cy="9144000"/>
  <p:defaultTextStyle>
    <a:defPPr>
      <a:defRPr lang="en-US"/>
    </a:defPPr>
    <a:lvl1pPr marL="0" lvl="0" indent="0" algn="l" defTabSz="914400" eaLnBrk="1" fontAlgn="base" latinLnBrk="0" hangingPunct="1">
      <a:lnSpc>
        <a:spcPct val="100000"/>
      </a:lnSpc>
      <a:spcBef>
        <a:spcPct val="0"/>
      </a:spcBef>
      <a:spcAft>
        <a:spcPct val="0"/>
      </a:spcAft>
      <a:buNone/>
      <a:defRPr sz="26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2600" b="1"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2600" b="1"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2600" b="1"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2600" b="1"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2600" b="1"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2600" b="1"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2600" b="1"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2600" b="1" i="0" u="none" kern="1200" baseline="0">
        <a:solidFill>
          <a:schemeClr val="tx1"/>
        </a:solidFill>
        <a:latin typeface="Times New Roman" panose="02020603050405020304" pitchFamily="18" charset="0"/>
        <a:ea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4D4D"/>
    <a:srgbClr val="5F5F5F"/>
    <a:srgbClr val="A50021"/>
    <a:srgbClr val="003300"/>
    <a:srgbClr val="000000"/>
    <a:srgbClr val="777777"/>
    <a:srgbClr val="FF6600"/>
    <a:srgbClr val="5D9B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p:restoredLeft sz="23199"/>
    <p:restoredTop sz="94598"/>
  </p:normalViewPr>
  <p:slideViewPr>
    <p:cSldViewPr showGuides="1">
      <p:cViewPr varScale="1">
        <p:scale>
          <a:sx n="103" d="100"/>
          <a:sy n="103" d="100"/>
        </p:scale>
        <p:origin x="-175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7" Type="http://schemas.openxmlformats.org/officeDocument/2006/relationships/image" Target="../media/image13.png"/><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8.wmf"/><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1.wmf"/><Relationship Id="rId7" Type="http://schemas.openxmlformats.org/officeDocument/2006/relationships/image" Target="../media/image30.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48.wmf"/><Relationship Id="rId8" Type="http://schemas.openxmlformats.org/officeDocument/2006/relationships/image" Target="../media/image47.wmf"/><Relationship Id="rId7" Type="http://schemas.openxmlformats.org/officeDocument/2006/relationships/image" Target="../media/image46.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 Id="rId3" Type="http://schemas.openxmlformats.org/officeDocument/2006/relationships/image" Target="../media/image42.wmf"/><Relationship Id="rId2" Type="http://schemas.openxmlformats.org/officeDocument/2006/relationships/image" Target="../media/image41.wmf"/><Relationship Id="rId13" Type="http://schemas.openxmlformats.org/officeDocument/2006/relationships/image" Target="../media/image52.wmf"/><Relationship Id="rId12" Type="http://schemas.openxmlformats.org/officeDocument/2006/relationships/image" Target="../media/image51.wmf"/><Relationship Id="rId11" Type="http://schemas.openxmlformats.org/officeDocument/2006/relationships/image" Target="../media/image50.wmf"/><Relationship Id="rId10" Type="http://schemas.openxmlformats.org/officeDocument/2006/relationships/image" Target="../media/image49.wmf"/><Relationship Id="rId1" Type="http://schemas.openxmlformats.org/officeDocument/2006/relationships/image" Target="../media/image4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0.vml.rels><?xml version="1.0" encoding="UTF-8" standalone="yes"?>
<Relationships xmlns="http://schemas.openxmlformats.org/package/2006/relationships"><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64.wmf"/><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71.wmf"/><Relationship Id="rId4" Type="http://schemas.openxmlformats.org/officeDocument/2006/relationships/image" Target="../media/image70.wmf"/><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14.vml.rels><?xml version="1.0" encoding="UTF-8" standalone="yes"?>
<Relationships xmlns="http://schemas.openxmlformats.org/package/2006/relationships"><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8.wmf"/></Relationships>
</file>

<file path=ppt/drawings/_rels/vmlDrawing16.vml.rels><?xml version="1.0" encoding="UTF-8" standalone="yes"?>
<Relationships xmlns="http://schemas.openxmlformats.org/package/2006/relationships"><Relationship Id="rId7" Type="http://schemas.openxmlformats.org/officeDocument/2006/relationships/image" Target="../media/image87.wmf"/><Relationship Id="rId6" Type="http://schemas.openxmlformats.org/officeDocument/2006/relationships/image" Target="../media/image86.wmf"/><Relationship Id="rId5" Type="http://schemas.openxmlformats.org/officeDocument/2006/relationships/image" Target="../media/image85.wmf"/><Relationship Id="rId4" Type="http://schemas.openxmlformats.org/officeDocument/2006/relationships/image" Target="../media/image84.wmf"/><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99.wmf"/><Relationship Id="rId8" Type="http://schemas.openxmlformats.org/officeDocument/2006/relationships/image" Target="../media/image98.wmf"/><Relationship Id="rId7" Type="http://schemas.openxmlformats.org/officeDocument/2006/relationships/image" Target="../media/image97.wmf"/><Relationship Id="rId6" Type="http://schemas.openxmlformats.org/officeDocument/2006/relationships/image" Target="../media/image96.wmf"/><Relationship Id="rId5" Type="http://schemas.openxmlformats.org/officeDocument/2006/relationships/image" Target="../media/image95.wmf"/><Relationship Id="rId4" Type="http://schemas.openxmlformats.org/officeDocument/2006/relationships/image" Target="../media/image94.wmf"/><Relationship Id="rId3" Type="http://schemas.openxmlformats.org/officeDocument/2006/relationships/image" Target="../media/image93.wmf"/><Relationship Id="rId2" Type="http://schemas.openxmlformats.org/officeDocument/2006/relationships/image" Target="../media/image92.wmf"/><Relationship Id="rId14" Type="http://schemas.openxmlformats.org/officeDocument/2006/relationships/image" Target="../media/image104.wmf"/><Relationship Id="rId13" Type="http://schemas.openxmlformats.org/officeDocument/2006/relationships/image" Target="../media/image103.wmf"/><Relationship Id="rId12" Type="http://schemas.openxmlformats.org/officeDocument/2006/relationships/image" Target="../media/image102.wmf"/><Relationship Id="rId11" Type="http://schemas.openxmlformats.org/officeDocument/2006/relationships/image" Target="../media/image101.wmf"/><Relationship Id="rId10" Type="http://schemas.openxmlformats.org/officeDocument/2006/relationships/image" Target="../media/image100.wmf"/><Relationship Id="rId1" Type="http://schemas.openxmlformats.org/officeDocument/2006/relationships/image" Target="../media/image91.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113.wmf"/><Relationship Id="rId8" Type="http://schemas.openxmlformats.org/officeDocument/2006/relationships/image" Target="../media/image112.wmf"/><Relationship Id="rId7" Type="http://schemas.openxmlformats.org/officeDocument/2006/relationships/image" Target="../media/image111.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wmf"/><Relationship Id="rId12" Type="http://schemas.openxmlformats.org/officeDocument/2006/relationships/image" Target="../media/image116.wmf"/><Relationship Id="rId11" Type="http://schemas.openxmlformats.org/officeDocument/2006/relationships/image" Target="../media/image115.wmf"/><Relationship Id="rId10" Type="http://schemas.openxmlformats.org/officeDocument/2006/relationships/image" Target="../media/image114.wmf"/><Relationship Id="rId1" Type="http://schemas.openxmlformats.org/officeDocument/2006/relationships/image" Target="../media/image105.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7.wmf"/></Relationships>
</file>

<file path=ppt/drawings/_rels/vmlDrawing21.vml.rels><?xml version="1.0" encoding="UTF-8" standalone="yes"?>
<Relationships xmlns="http://schemas.openxmlformats.org/package/2006/relationships"><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123.wmf"/><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131.wmf"/><Relationship Id="rId4" Type="http://schemas.openxmlformats.org/officeDocument/2006/relationships/image" Target="../media/image130.wmf"/><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7.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39.wmf"/><Relationship Id="rId7" Type="http://schemas.openxmlformats.org/officeDocument/2006/relationships/image" Target="../media/image138.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46.wmf"/><Relationship Id="rId8" Type="http://schemas.openxmlformats.org/officeDocument/2006/relationships/image" Target="../media/image145.wmf"/><Relationship Id="rId7" Type="http://schemas.openxmlformats.org/officeDocument/2006/relationships/image" Target="../media/image144.wmf"/><Relationship Id="rId6" Type="http://schemas.openxmlformats.org/officeDocument/2006/relationships/image" Target="../media/image143.wmf"/><Relationship Id="rId5" Type="http://schemas.openxmlformats.org/officeDocument/2006/relationships/image" Target="../media/image142.wmf"/><Relationship Id="rId4" Type="http://schemas.openxmlformats.org/officeDocument/2006/relationships/image" Target="../media/image137.wmf"/><Relationship Id="rId3" Type="http://schemas.openxmlformats.org/officeDocument/2006/relationships/image" Target="../media/image141.wmf"/><Relationship Id="rId20" Type="http://schemas.openxmlformats.org/officeDocument/2006/relationships/image" Target="../media/image157.wmf"/><Relationship Id="rId2" Type="http://schemas.openxmlformats.org/officeDocument/2006/relationships/image" Target="../media/image136.wmf"/><Relationship Id="rId19" Type="http://schemas.openxmlformats.org/officeDocument/2006/relationships/image" Target="../media/image156.wmf"/><Relationship Id="rId18" Type="http://schemas.openxmlformats.org/officeDocument/2006/relationships/image" Target="../media/image155.wmf"/><Relationship Id="rId17" Type="http://schemas.openxmlformats.org/officeDocument/2006/relationships/image" Target="../media/image154.wmf"/><Relationship Id="rId16" Type="http://schemas.openxmlformats.org/officeDocument/2006/relationships/image" Target="../media/image153.wmf"/><Relationship Id="rId15" Type="http://schemas.openxmlformats.org/officeDocument/2006/relationships/image" Target="../media/image152.wmf"/><Relationship Id="rId14" Type="http://schemas.openxmlformats.org/officeDocument/2006/relationships/image" Target="../media/image151.wmf"/><Relationship Id="rId13" Type="http://schemas.openxmlformats.org/officeDocument/2006/relationships/image" Target="../media/image150.wmf"/><Relationship Id="rId12" Type="http://schemas.openxmlformats.org/officeDocument/2006/relationships/image" Target="../media/image149.wmf"/><Relationship Id="rId11" Type="http://schemas.openxmlformats.org/officeDocument/2006/relationships/image" Target="../media/image148.wmf"/><Relationship Id="rId10" Type="http://schemas.openxmlformats.org/officeDocument/2006/relationships/image" Target="../media/image147.wmf"/><Relationship Id="rId1" Type="http://schemas.openxmlformats.org/officeDocument/2006/relationships/image" Target="../media/image140.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69.wmf"/><Relationship Id="rId7" Type="http://schemas.openxmlformats.org/officeDocument/2006/relationships/image" Target="../media/image168.wmf"/><Relationship Id="rId6" Type="http://schemas.openxmlformats.org/officeDocument/2006/relationships/image" Target="../media/image167.wmf"/><Relationship Id="rId5" Type="http://schemas.openxmlformats.org/officeDocument/2006/relationships/image" Target="../media/image166.wmf"/><Relationship Id="rId4" Type="http://schemas.openxmlformats.org/officeDocument/2006/relationships/image" Target="../media/image165.wmf"/><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1.wmf"/></Relationships>
</file>

<file path=ppt/drawings/_rels/vmlDrawing27.vml.rels><?xml version="1.0" encoding="UTF-8" standalone="yes"?>
<Relationships xmlns="http://schemas.openxmlformats.org/package/2006/relationships"><Relationship Id="rId5" Type="http://schemas.openxmlformats.org/officeDocument/2006/relationships/image" Target="../media/image176.wmf"/><Relationship Id="rId4" Type="http://schemas.openxmlformats.org/officeDocument/2006/relationships/image" Target="../media/image175.wmf"/><Relationship Id="rId3" Type="http://schemas.openxmlformats.org/officeDocument/2006/relationships/image" Target="../media/image174.wmf"/><Relationship Id="rId2" Type="http://schemas.openxmlformats.org/officeDocument/2006/relationships/image" Target="../media/image173.wmf"/><Relationship Id="rId1" Type="http://schemas.openxmlformats.org/officeDocument/2006/relationships/image" Target="../media/image172.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185.wmf"/><Relationship Id="rId8" Type="http://schemas.openxmlformats.org/officeDocument/2006/relationships/image" Target="../media/image184.wmf"/><Relationship Id="rId7" Type="http://schemas.openxmlformats.org/officeDocument/2006/relationships/image" Target="../media/image183.wmf"/><Relationship Id="rId6" Type="http://schemas.openxmlformats.org/officeDocument/2006/relationships/image" Target="../media/image182.wmf"/><Relationship Id="rId5" Type="http://schemas.openxmlformats.org/officeDocument/2006/relationships/image" Target="../media/image181.wmf"/><Relationship Id="rId4" Type="http://schemas.openxmlformats.org/officeDocument/2006/relationships/image" Target="../media/image180.wmf"/><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77.wmf"/></Relationships>
</file>

<file path=ppt/drawings/_rels/vmlDrawing29.vml.rels><?xml version="1.0" encoding="UTF-8" standalone="yes"?>
<Relationships xmlns="http://schemas.openxmlformats.org/package/2006/relationships"><Relationship Id="rId6" Type="http://schemas.openxmlformats.org/officeDocument/2006/relationships/image" Target="../media/image191.wmf"/><Relationship Id="rId5" Type="http://schemas.openxmlformats.org/officeDocument/2006/relationships/image" Target="../media/image190.wmf"/><Relationship Id="rId4" Type="http://schemas.openxmlformats.org/officeDocument/2006/relationships/image" Target="../media/image189.wmf"/><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9922" name="页眉占位符 209921"/>
          <p:cNvSpPr>
            <a:spLocks noGrp="1"/>
          </p:cNvSpPr>
          <p:nvPr>
            <p:ph type="hdr" sz="quarter"/>
          </p:nvPr>
        </p:nvSpPr>
        <p:spPr>
          <a:xfrm>
            <a:off x="0" y="0"/>
            <a:ext cx="2971800" cy="457200"/>
          </a:xfrm>
          <a:prstGeom prst="rect">
            <a:avLst/>
          </a:prstGeom>
          <a:noFill/>
          <a:ln w="9525">
            <a:noFill/>
          </a:ln>
        </p:spPr>
        <p:txBody>
          <a:bodyPr/>
          <a:p>
            <a:pPr lvl="0"/>
            <a:endParaRPr lang="zh-CN" altLang="en-US" sz="1200" dirty="0"/>
          </a:p>
        </p:txBody>
      </p:sp>
      <p:sp>
        <p:nvSpPr>
          <p:cNvPr id="209923" name="日期占位符 209922"/>
          <p:cNvSpPr>
            <a:spLocks noGrp="1"/>
          </p:cNvSpPr>
          <p:nvPr>
            <p:ph type="dt" idx="1"/>
          </p:nvPr>
        </p:nvSpPr>
        <p:spPr>
          <a:xfrm>
            <a:off x="3884613" y="0"/>
            <a:ext cx="2971800" cy="457200"/>
          </a:xfrm>
          <a:prstGeom prst="rect">
            <a:avLst/>
          </a:prstGeom>
          <a:noFill/>
          <a:ln w="9525">
            <a:noFill/>
          </a:ln>
        </p:spPr>
        <p:txBody>
          <a:bodyPr/>
          <a:p>
            <a:pPr lvl="0" algn="r"/>
            <a:endParaRPr lang="zh-CN" altLang="en-US" sz="1200" dirty="0"/>
          </a:p>
        </p:txBody>
      </p:sp>
      <p:sp>
        <p:nvSpPr>
          <p:cNvPr id="209924" name="幻灯片图像占位符 209923"/>
          <p:cNvSpPr>
            <a:spLocks noRo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209925" name="文本占位符 209924"/>
          <p:cNvSpPr>
            <a:spLocks noGrp="1"/>
          </p:cNvSpPr>
          <p:nvPr>
            <p:ph type="body" sz="quarter" idx="3"/>
          </p:nvPr>
        </p:nvSpPr>
        <p:spPr>
          <a:xfrm>
            <a:off x="685800" y="4343400"/>
            <a:ext cx="5486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9926" name="页脚占位符 209925"/>
          <p:cNvSpPr>
            <a:spLocks noGrp="1"/>
          </p:cNvSpPr>
          <p:nvPr>
            <p:ph type="ftr" sz="quarter" idx="4"/>
          </p:nvPr>
        </p:nvSpPr>
        <p:spPr>
          <a:xfrm>
            <a:off x="0" y="8685213"/>
            <a:ext cx="2971800" cy="457200"/>
          </a:xfrm>
          <a:prstGeom prst="rect">
            <a:avLst/>
          </a:prstGeom>
          <a:noFill/>
          <a:ln w="9525">
            <a:noFill/>
          </a:ln>
        </p:spPr>
        <p:txBody>
          <a:bodyPr anchor="b"/>
          <a:p>
            <a:pPr lvl="0"/>
            <a:endParaRPr lang="zh-CN" altLang="en-US" sz="1200" dirty="0"/>
          </a:p>
        </p:txBody>
      </p:sp>
      <p:sp>
        <p:nvSpPr>
          <p:cNvPr id="209927" name="灯片编号占位符 209926"/>
          <p:cNvSpPr>
            <a:spLocks noGrp="1"/>
          </p:cNvSpPr>
          <p:nvPr>
            <p:ph type="sldNum" sz="quarter" idx="5"/>
          </p:nvPr>
        </p:nvSpPr>
        <p:spPr>
          <a:xfrm>
            <a:off x="3884613" y="8685213"/>
            <a:ext cx="2971800" cy="457200"/>
          </a:xfrm>
          <a:prstGeom prst="rect">
            <a:avLst/>
          </a:prstGeom>
          <a:noFill/>
          <a:ln w="9525">
            <a:noFill/>
          </a:ln>
        </p:spPr>
        <p:txBody>
          <a:bodyPr anchor="b"/>
          <a:p>
            <a:pPr lvl="0" algn="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Calibri" panose="020F0502020204030204" pitchFamily="34" charset="0"/>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Calibri" panose="020F0502020204030204" pitchFamily="34" charset="0"/>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Calibri" panose="020F0502020204030204" pitchFamily="34" charset="0"/>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Calibri" panose="020F0502020204030204" pitchFamily="34" charset="0"/>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Calibri" panose="020F0502020204030204" pitchFamily="34" charset="0"/>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Calibri" panose="020F0502020204030204" pitchFamily="34" charset="0"/>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Calibri" panose="020F0502020204030204" pitchFamily="34" charset="0"/>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Calibri" panose="020F0502020204030204" pitchFamily="34" charset="0"/>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Calibri" panose="020F0502020204030204" pitchFamily="34"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02" name="幻灯片图像占位符 358401"/>
          <p:cNvSpPr>
            <a:spLocks noRot="1" noTextEdit="1"/>
          </p:cNvSpPr>
          <p:nvPr>
            <p:ph type="sldImg"/>
          </p:nvPr>
        </p:nvSpPr>
        <p:spPr>
          <a:ln/>
        </p:spPr>
      </p:sp>
      <p:sp>
        <p:nvSpPr>
          <p:cNvPr id="358403" name="文本占位符 358402"/>
          <p:cNvSpPr>
            <a:spLocks noGrp="1"/>
          </p:cNvSpPr>
          <p:nvPr>
            <p:ph type="body" idx="1"/>
          </p:nvPr>
        </p:nvSpPr>
        <p:spPr>
          <a:ln/>
        </p:spPr>
        <p:txBody>
          <a:bodyPr/>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灯片编号占位符 3"/>
          <p:cNvSpPr>
            <a:spLocks noGrp="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灯片编号占位符 3"/>
          <p:cNvSpPr>
            <a:spLocks noGrp="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灯片编号占位符 6"/>
          <p:cNvSpPr>
            <a:spLocks noGrp="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灯片编号占位符 4"/>
          <p:cNvSpPr>
            <a:spLocks noGrp="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灯片编号占位符 4"/>
          <p:cNvSpPr>
            <a:spLocks noGrp="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vmlDrawing" Target="../drawings/vmlDrawing1.vml"/><Relationship Id="rId16" Type="http://schemas.openxmlformats.org/officeDocument/2006/relationships/image" Target="../media/image3.wmf"/><Relationship Id="rId15" Type="http://schemas.openxmlformats.org/officeDocument/2006/relationships/control" Target="../activeX/activeX1.xml"/><Relationship Id="rId14" Type="http://schemas.openxmlformats.org/officeDocument/2006/relationships/image" Target="../media/image2.png"/><Relationship Id="rId13" Type="http://schemas.openxmlformats.org/officeDocument/2006/relationships/oleObject" Target="../embeddings/oleObject1.bin"/><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62475" name="图片 62474" descr="01"/>
          <p:cNvPicPr>
            <a:picLocks noChangeAspect="1"/>
          </p:cNvPicPr>
          <p:nvPr userDrawn="1"/>
        </p:nvPicPr>
        <p:blipFill>
          <a:blip r:embed="rId12"/>
          <a:stretch>
            <a:fillRect/>
          </a:stretch>
        </p:blipFill>
        <p:spPr>
          <a:xfrm>
            <a:off x="0" y="0"/>
            <a:ext cx="9144000" cy="2108200"/>
          </a:xfrm>
          <a:prstGeom prst="rect">
            <a:avLst/>
          </a:prstGeom>
          <a:noFill/>
          <a:ln w="9525">
            <a:noFill/>
          </a:ln>
        </p:spPr>
      </p:pic>
      <p:sp>
        <p:nvSpPr>
          <p:cNvPr id="62476" name="矩形 62475"/>
          <p:cNvSpPr/>
          <p:nvPr userDrawn="1"/>
        </p:nvSpPr>
        <p:spPr>
          <a:xfrm>
            <a:off x="0" y="0"/>
            <a:ext cx="9144000" cy="2997200"/>
          </a:xfrm>
          <a:prstGeom prst="rect">
            <a:avLst/>
          </a:prstGeom>
          <a:solidFill>
            <a:schemeClr val="bg1">
              <a:alpha val="28999"/>
            </a:schemeClr>
          </a:solidFill>
          <a:ln w="9525">
            <a:noFill/>
          </a:ln>
        </p:spPr>
        <p:txBody>
          <a:bodyPr/>
          <a:p>
            <a:endParaRPr lang="zh-CN" altLang="en-US"/>
          </a:p>
        </p:txBody>
      </p:sp>
      <p:sp>
        <p:nvSpPr>
          <p:cNvPr id="62479" name="灯片编号占位符 62478"/>
          <p:cNvSpPr>
            <a:spLocks noGrp="1"/>
          </p:cNvSpPr>
          <p:nvPr>
            <p:ph type="sldNum" sz="quarter" idx="4"/>
          </p:nvPr>
        </p:nvSpPr>
        <p:spPr>
          <a:xfrm>
            <a:off x="6650038" y="6524625"/>
            <a:ext cx="1655762" cy="476250"/>
          </a:xfrm>
          <a:prstGeom prst="rect">
            <a:avLst/>
          </a:prstGeom>
          <a:noFill/>
          <a:ln w="9525">
            <a:noFill/>
          </a:ln>
        </p:spPr>
        <p:txBody>
          <a:bodyPr/>
          <a:lstStyle>
            <a:lvl1pPr algn="r">
              <a:defRPr sz="1400" b="0" i="0">
                <a:solidFill>
                  <a:srgbClr val="808080"/>
                </a:solidFill>
                <a:latin typeface="Arial" panose="020B0604020202020204" pitchFamily="34" charset="0"/>
                <a:ea typeface="黑体" panose="02010609060101010101" pitchFamily="49" charset="-122"/>
              </a:defRPr>
            </a:lvl1pPr>
          </a:lstStyle>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graphicFrame>
        <p:nvGraphicFramePr>
          <p:cNvPr id="62480" name="对象 62479"/>
          <p:cNvGraphicFramePr/>
          <p:nvPr userDrawn="1"/>
        </p:nvGraphicFramePr>
        <p:xfrm>
          <a:off x="0" y="5734050"/>
          <a:ext cx="1054100" cy="1123950"/>
        </p:xfrm>
        <a:graphic>
          <a:graphicData uri="http://schemas.openxmlformats.org/presentationml/2006/ole">
            <mc:AlternateContent xmlns:mc="http://schemas.openxmlformats.org/markup-compatibility/2006">
              <mc:Choice xmlns:v="urn:schemas-microsoft-com:vml" Requires="v">
                <p:oleObj spid="_x0000_s3077" name="" r:id="rId13" imgW="2540000" imgH="2705100" progId="Photoshop.Image.8">
                  <p:embed/>
                </p:oleObj>
              </mc:Choice>
              <mc:Fallback>
                <p:oleObj name="" r:id="rId13" imgW="2540000" imgH="2705100" progId="Photoshop.Image.8">
                  <p:embed/>
                  <p:pic>
                    <p:nvPicPr>
                      <p:cNvPr id="0" name="图片 3076"/>
                      <p:cNvPicPr/>
                      <p:nvPr/>
                    </p:nvPicPr>
                    <p:blipFill>
                      <a:blip r:embed="rId14"/>
                      <a:stretch>
                        <a:fillRect/>
                      </a:stretch>
                    </p:blipFill>
                    <p:spPr>
                      <a:xfrm>
                        <a:off x="0" y="5734050"/>
                        <a:ext cx="1054100" cy="1123950"/>
                      </a:xfrm>
                      <a:prstGeom prst="rect">
                        <a:avLst/>
                      </a:prstGeom>
                      <a:noFill/>
                      <a:ln w="38100">
                        <a:noFill/>
                        <a:miter/>
                      </a:ln>
                    </p:spPr>
                  </p:pic>
                </p:oleObj>
              </mc:Fallback>
            </mc:AlternateContent>
          </a:graphicData>
        </a:graphic>
      </p:graphicFrame>
      <p:sp>
        <p:nvSpPr>
          <p:cNvPr id="62481" name="矩形 62480"/>
          <p:cNvSpPr/>
          <p:nvPr userDrawn="1"/>
        </p:nvSpPr>
        <p:spPr>
          <a:xfrm>
            <a:off x="7092950" y="63500"/>
            <a:ext cx="1943100" cy="161925"/>
          </a:xfrm>
          <a:prstGeom prst="rect">
            <a:avLst/>
          </a:prstGeom>
        </p:spPr>
        <p:txBody>
          <a:bodyPr wrap="none" fromWordArt="1">
            <a:prstTxWarp prst="textPlain">
              <a:avLst>
                <a:gd name="adj" fmla="val 50000"/>
              </a:avLst>
            </a:prstTxWarp>
            <a:normAutofit/>
          </a:bodyPr>
          <a:p>
            <a:pPr algn="ctr"/>
            <a:r>
              <a:rPr lang="zh-CN" altLang="en-US" sz="3600">
                <a:solidFill>
                  <a:schemeClr val="bg1"/>
                </a:solidFill>
                <a:effectLst>
                  <a:prstShdw prst="shdw17" dir="16200000">
                    <a:schemeClr val="bg1"/>
                  </a:prstShdw>
                </a:effectLst>
                <a:latin typeface="隶书" panose="02010509060101010101" charset="-122"/>
                <a:ea typeface="隶书" panose="02010509060101010101" charset="-122"/>
              </a:rPr>
              <a:t>第一章 质点运动学</a:t>
            </a:r>
            <a:endParaRPr lang="zh-CN" altLang="en-US" sz="3600">
              <a:solidFill>
                <a:schemeClr val="bg1"/>
              </a:solidFill>
              <a:effectLst>
                <a:prstShdw prst="shdw17" dir="16200000">
                  <a:schemeClr val="bg1"/>
                </a:prstShdw>
              </a:effectLst>
              <a:latin typeface="隶书" panose="02010509060101010101" charset="-122"/>
              <a:ea typeface="隶书" panose="02010509060101010101" charset="-122"/>
            </a:endParaRPr>
          </a:p>
        </p:txBody>
      </p:sp>
    </p:spTree>
    <p:controls>
      <mc:AlternateContent xmlns:mc="http://schemas.openxmlformats.org/markup-compatibility/2006">
        <mc:Choice xmlns:v="urn:schemas-microsoft-com:vml" Requires="v">
          <p:control spid="62471" name="" r:id="rId15" imgW="827087" imgH="333375"/>
        </mc:Choice>
        <mc:Fallback>
          <p:control name="" r:id="rId15" imgW="827087" imgH="333375">
            <p:pic>
              <p:nvPicPr>
                <p:cNvPr id="0" name="ShockwaveFlash1"/>
                <p:cNvPicPr/>
                <p:nvPr userDrawn="1"/>
              </p:nvPicPr>
              <p:blipFill>
                <a:blip r:embed="rId16"/>
                <a:stretch>
                  <a:fillRect/>
                </a:stretch>
              </p:blipFill>
              <p:spPr>
                <a:xfrm>
                  <a:off x="8316913" y="6524625"/>
                  <a:ext cx="827087" cy="333375"/>
                </a:xfrm>
                <a:prstGeom prst="rect">
                  <a:avLst/>
                </a:prstGeom>
              </p:spPr>
            </p:pic>
          </p:control>
        </mc:Fallback>
      </mc:AlternateContent>
    </p:controls>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control" Target="../activeX/activeX2.xml"/></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9.wmf"/><Relationship Id="rId7" Type="http://schemas.openxmlformats.org/officeDocument/2006/relationships/oleObject" Target="../embeddings/oleObject5.bin"/><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image" Target="../media/image7.wmf"/><Relationship Id="rId3" Type="http://schemas.openxmlformats.org/officeDocument/2006/relationships/oleObject" Target="../embeddings/oleObject3.bin"/><Relationship Id="rId2" Type="http://schemas.openxmlformats.org/officeDocument/2006/relationships/image" Target="../media/image6.wmf"/><Relationship Id="rId18" Type="http://schemas.openxmlformats.org/officeDocument/2006/relationships/notesSlide" Target="../notesSlides/notesSlide1.xml"/><Relationship Id="rId17" Type="http://schemas.openxmlformats.org/officeDocument/2006/relationships/vmlDrawing" Target="../drawings/vmlDrawing3.vml"/><Relationship Id="rId16" Type="http://schemas.openxmlformats.org/officeDocument/2006/relationships/slideLayout" Target="../slideLayouts/slideLayout7.xml"/><Relationship Id="rId15" Type="http://schemas.openxmlformats.org/officeDocument/2006/relationships/image" Target="../media/image13.png"/><Relationship Id="rId14" Type="http://schemas.openxmlformats.org/officeDocument/2006/relationships/oleObject" Target="../embeddings/oleObject8.bin"/><Relationship Id="rId13" Type="http://schemas.openxmlformats.org/officeDocument/2006/relationships/image" Target="../media/image12.jpeg"/><Relationship Id="rId12" Type="http://schemas.openxmlformats.org/officeDocument/2006/relationships/image" Target="../media/image11.wmf"/><Relationship Id="rId11" Type="http://schemas.openxmlformats.org/officeDocument/2006/relationships/oleObject" Target="../embeddings/oleObject7.bin"/><Relationship Id="rId10" Type="http://schemas.openxmlformats.org/officeDocument/2006/relationships/image" Target="../media/image10.wmf"/><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9" Type="http://schemas.openxmlformats.org/officeDocument/2006/relationships/image" Target="../media/image18.wmf"/><Relationship Id="rId8" Type="http://schemas.openxmlformats.org/officeDocument/2006/relationships/oleObject" Target="../embeddings/oleObject12.bin"/><Relationship Id="rId7" Type="http://schemas.openxmlformats.org/officeDocument/2006/relationships/image" Target="../media/image17.png"/><Relationship Id="rId6" Type="http://schemas.openxmlformats.org/officeDocument/2006/relationships/image" Target="../media/image16.wmf"/><Relationship Id="rId5" Type="http://schemas.openxmlformats.org/officeDocument/2006/relationships/oleObject" Target="../embeddings/oleObject11.bin"/><Relationship Id="rId4" Type="http://schemas.openxmlformats.org/officeDocument/2006/relationships/image" Target="../media/image15.wmf"/><Relationship Id="rId3" Type="http://schemas.openxmlformats.org/officeDocument/2006/relationships/oleObject" Target="../embeddings/oleObject10.bin"/><Relationship Id="rId2" Type="http://schemas.openxmlformats.org/officeDocument/2006/relationships/image" Target="../media/image14.wmf"/><Relationship Id="rId11" Type="http://schemas.openxmlformats.org/officeDocument/2006/relationships/vmlDrawing" Target="../drawings/vmlDrawing4.vml"/><Relationship Id="rId10" Type="http://schemas.openxmlformats.org/officeDocument/2006/relationships/slideLayout" Target="../slideLayouts/slideLayout7.xml"/><Relationship Id="rId1"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17.bin"/><Relationship Id="rId8" Type="http://schemas.openxmlformats.org/officeDocument/2006/relationships/image" Target="../media/image22.wmf"/><Relationship Id="rId7" Type="http://schemas.openxmlformats.org/officeDocument/2006/relationships/oleObject" Target="../embeddings/oleObject16.bin"/><Relationship Id="rId6" Type="http://schemas.openxmlformats.org/officeDocument/2006/relationships/image" Target="../media/image21.wmf"/><Relationship Id="rId5" Type="http://schemas.openxmlformats.org/officeDocument/2006/relationships/oleObject" Target="../embeddings/oleObject15.bin"/><Relationship Id="rId4" Type="http://schemas.openxmlformats.org/officeDocument/2006/relationships/image" Target="../media/image20.wmf"/><Relationship Id="rId3" Type="http://schemas.openxmlformats.org/officeDocument/2006/relationships/oleObject" Target="../embeddings/oleObject14.bin"/><Relationship Id="rId2" Type="http://schemas.openxmlformats.org/officeDocument/2006/relationships/image" Target="../media/image19.wmf"/><Relationship Id="rId12" Type="http://schemas.openxmlformats.org/officeDocument/2006/relationships/vmlDrawing" Target="../drawings/vmlDrawing5.vml"/><Relationship Id="rId11" Type="http://schemas.openxmlformats.org/officeDocument/2006/relationships/slideLayout" Target="../slideLayouts/slideLayout7.xml"/><Relationship Id="rId10" Type="http://schemas.openxmlformats.org/officeDocument/2006/relationships/image" Target="../media/image23.wmf"/><Relationship Id="rId1" Type="http://schemas.openxmlformats.org/officeDocument/2006/relationships/oleObject" Target="../embeddings/oleObject13.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image" Target="../media/image27.wmf"/><Relationship Id="rId7" Type="http://schemas.openxmlformats.org/officeDocument/2006/relationships/oleObject" Target="../embeddings/oleObject21.bin"/><Relationship Id="rId6" Type="http://schemas.openxmlformats.org/officeDocument/2006/relationships/image" Target="../media/image26.wmf"/><Relationship Id="rId5" Type="http://schemas.openxmlformats.org/officeDocument/2006/relationships/oleObject" Target="../embeddings/oleObject20.bin"/><Relationship Id="rId4" Type="http://schemas.openxmlformats.org/officeDocument/2006/relationships/image" Target="../media/image25.wmf"/><Relationship Id="rId3" Type="http://schemas.openxmlformats.org/officeDocument/2006/relationships/oleObject" Target="../embeddings/oleObject19.bin"/><Relationship Id="rId2" Type="http://schemas.openxmlformats.org/officeDocument/2006/relationships/image" Target="../media/image24.wmf"/><Relationship Id="rId18" Type="http://schemas.openxmlformats.org/officeDocument/2006/relationships/vmlDrawing" Target="../drawings/vmlDrawing6.vml"/><Relationship Id="rId17" Type="http://schemas.openxmlformats.org/officeDocument/2006/relationships/slideLayout" Target="../slideLayouts/slideLayout7.xml"/><Relationship Id="rId16" Type="http://schemas.openxmlformats.org/officeDocument/2006/relationships/image" Target="../media/image31.wmf"/><Relationship Id="rId15" Type="http://schemas.openxmlformats.org/officeDocument/2006/relationships/oleObject" Target="../embeddings/oleObject25.bin"/><Relationship Id="rId14" Type="http://schemas.openxmlformats.org/officeDocument/2006/relationships/image" Target="../media/image30.wmf"/><Relationship Id="rId13" Type="http://schemas.openxmlformats.org/officeDocument/2006/relationships/oleObject" Target="../embeddings/oleObject24.bin"/><Relationship Id="rId12" Type="http://schemas.openxmlformats.org/officeDocument/2006/relationships/image" Target="../media/image29.wmf"/><Relationship Id="rId11" Type="http://schemas.openxmlformats.org/officeDocument/2006/relationships/oleObject" Target="../embeddings/oleObject23.bin"/><Relationship Id="rId10" Type="http://schemas.openxmlformats.org/officeDocument/2006/relationships/image" Target="../media/image28.wmf"/><Relationship Id="rId1" Type="http://schemas.openxmlformats.org/officeDocument/2006/relationships/oleObject" Target="../embeddings/oleObject18.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35.wmf"/><Relationship Id="rId7" Type="http://schemas.openxmlformats.org/officeDocument/2006/relationships/oleObject" Target="../embeddings/oleObject29.bin"/><Relationship Id="rId6" Type="http://schemas.openxmlformats.org/officeDocument/2006/relationships/image" Target="../media/image34.wmf"/><Relationship Id="rId5" Type="http://schemas.openxmlformats.org/officeDocument/2006/relationships/oleObject" Target="../embeddings/oleObject28.bin"/><Relationship Id="rId4" Type="http://schemas.openxmlformats.org/officeDocument/2006/relationships/image" Target="../media/image33.wmf"/><Relationship Id="rId3" Type="http://schemas.openxmlformats.org/officeDocument/2006/relationships/oleObject" Target="../embeddings/oleObject27.bin"/><Relationship Id="rId2" Type="http://schemas.openxmlformats.org/officeDocument/2006/relationships/image" Target="../media/image32.wmf"/><Relationship Id="rId15" Type="http://schemas.openxmlformats.org/officeDocument/2006/relationships/vmlDrawing" Target="../drawings/vmlDrawing7.vml"/><Relationship Id="rId14" Type="http://schemas.openxmlformats.org/officeDocument/2006/relationships/slideLayout" Target="../slideLayouts/slideLayout7.xml"/><Relationship Id="rId13" Type="http://schemas.openxmlformats.org/officeDocument/2006/relationships/image" Target="../media/image38.png"/><Relationship Id="rId12" Type="http://schemas.openxmlformats.org/officeDocument/2006/relationships/image" Target="../media/image37.wmf"/><Relationship Id="rId11" Type="http://schemas.openxmlformats.org/officeDocument/2006/relationships/oleObject" Target="../embeddings/oleObject31.bin"/><Relationship Id="rId10" Type="http://schemas.openxmlformats.org/officeDocument/2006/relationships/image" Target="../media/image36.wmf"/><Relationship Id="rId1" Type="http://schemas.openxmlformats.org/officeDocument/2006/relationships/oleObject" Target="../embeddings/oleObject26.bin"/></Relationships>
</file>

<file path=ppt/slides/_rels/slide8.xml.rels><?xml version="1.0" encoding="UTF-8" standalone="yes"?>
<Relationships xmlns="http://schemas.openxmlformats.org/package/2006/relationships"><Relationship Id="rId9" Type="http://schemas.openxmlformats.org/officeDocument/2006/relationships/image" Target="../media/image43.wmf"/><Relationship Id="rId8" Type="http://schemas.openxmlformats.org/officeDocument/2006/relationships/oleObject" Target="../embeddings/oleObject35.bin"/><Relationship Id="rId7" Type="http://schemas.openxmlformats.org/officeDocument/2006/relationships/image" Target="../media/image42.wmf"/><Relationship Id="rId6" Type="http://schemas.openxmlformats.org/officeDocument/2006/relationships/oleObject" Target="../embeddings/oleObject34.bin"/><Relationship Id="rId5" Type="http://schemas.openxmlformats.org/officeDocument/2006/relationships/image" Target="../media/image41.wmf"/><Relationship Id="rId4" Type="http://schemas.openxmlformats.org/officeDocument/2006/relationships/oleObject" Target="../embeddings/oleObject33.bin"/><Relationship Id="rId30" Type="http://schemas.openxmlformats.org/officeDocument/2006/relationships/vmlDrawing" Target="../drawings/vmlDrawing8.vml"/><Relationship Id="rId3" Type="http://schemas.openxmlformats.org/officeDocument/2006/relationships/image" Target="../media/image40.wmf"/><Relationship Id="rId29" Type="http://schemas.openxmlformats.org/officeDocument/2006/relationships/slideLayout" Target="../slideLayouts/slideLayout7.xml"/><Relationship Id="rId28" Type="http://schemas.openxmlformats.org/officeDocument/2006/relationships/image" Target="../media/image52.wmf"/><Relationship Id="rId27" Type="http://schemas.openxmlformats.org/officeDocument/2006/relationships/oleObject" Target="../embeddings/oleObject45.bin"/><Relationship Id="rId26" Type="http://schemas.openxmlformats.org/officeDocument/2006/relationships/image" Target="../media/image51.wmf"/><Relationship Id="rId25" Type="http://schemas.openxmlformats.org/officeDocument/2006/relationships/oleObject" Target="../embeddings/oleObject44.bin"/><Relationship Id="rId24" Type="http://schemas.openxmlformats.org/officeDocument/2006/relationships/image" Target="../media/image50.wmf"/><Relationship Id="rId23" Type="http://schemas.openxmlformats.org/officeDocument/2006/relationships/oleObject" Target="../embeddings/oleObject43.bin"/><Relationship Id="rId22" Type="http://schemas.openxmlformats.org/officeDocument/2006/relationships/image" Target="../media/image49.wmf"/><Relationship Id="rId21" Type="http://schemas.openxmlformats.org/officeDocument/2006/relationships/oleObject" Target="../embeddings/oleObject42.bin"/><Relationship Id="rId20" Type="http://schemas.openxmlformats.org/officeDocument/2006/relationships/image" Target="../media/image48.wmf"/><Relationship Id="rId2" Type="http://schemas.openxmlformats.org/officeDocument/2006/relationships/oleObject" Target="../embeddings/oleObject32.bin"/><Relationship Id="rId19" Type="http://schemas.openxmlformats.org/officeDocument/2006/relationships/oleObject" Target="../embeddings/oleObject41.bin"/><Relationship Id="rId18" Type="http://schemas.openxmlformats.org/officeDocument/2006/relationships/oleObject" Target="../embeddings/oleObject40.bin"/><Relationship Id="rId17" Type="http://schemas.openxmlformats.org/officeDocument/2006/relationships/image" Target="../media/image47.wmf"/><Relationship Id="rId16" Type="http://schemas.openxmlformats.org/officeDocument/2006/relationships/oleObject" Target="../embeddings/oleObject39.bin"/><Relationship Id="rId15" Type="http://schemas.openxmlformats.org/officeDocument/2006/relationships/image" Target="../media/image46.wmf"/><Relationship Id="rId14" Type="http://schemas.openxmlformats.org/officeDocument/2006/relationships/oleObject" Target="../embeddings/oleObject38.bin"/><Relationship Id="rId13" Type="http://schemas.openxmlformats.org/officeDocument/2006/relationships/image" Target="../media/image45.wmf"/><Relationship Id="rId12" Type="http://schemas.openxmlformats.org/officeDocument/2006/relationships/oleObject" Target="../embeddings/oleObject37.bin"/><Relationship Id="rId11" Type="http://schemas.openxmlformats.org/officeDocument/2006/relationships/image" Target="../media/image44.wmf"/><Relationship Id="rId10" Type="http://schemas.openxmlformats.org/officeDocument/2006/relationships/oleObject" Target="../embeddings/oleObject36.bin"/><Relationship Id="rId1" Type="http://schemas.openxmlformats.org/officeDocument/2006/relationships/image" Target="../media/image39.wmf"/></Relationships>
</file>

<file path=ppt/slides/_rels/slide9.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54.wmf"/><Relationship Id="rId3" Type="http://schemas.openxmlformats.org/officeDocument/2006/relationships/oleObject" Target="../embeddings/oleObject47.bin"/><Relationship Id="rId2" Type="http://schemas.openxmlformats.org/officeDocument/2006/relationships/image" Target="../media/image53.wmf"/><Relationship Id="rId1" Type="http://schemas.openxmlformats.org/officeDocument/2006/relationships/oleObject" Target="../embeddings/oleObject46.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52.bin"/><Relationship Id="rId8" Type="http://schemas.openxmlformats.org/officeDocument/2006/relationships/image" Target="../media/image58.wmf"/><Relationship Id="rId7" Type="http://schemas.openxmlformats.org/officeDocument/2006/relationships/oleObject" Target="../embeddings/oleObject51.bin"/><Relationship Id="rId6" Type="http://schemas.openxmlformats.org/officeDocument/2006/relationships/image" Target="../media/image57.wmf"/><Relationship Id="rId5" Type="http://schemas.openxmlformats.org/officeDocument/2006/relationships/oleObject" Target="../embeddings/oleObject50.bin"/><Relationship Id="rId4" Type="http://schemas.openxmlformats.org/officeDocument/2006/relationships/image" Target="../media/image56.wmf"/><Relationship Id="rId3" Type="http://schemas.openxmlformats.org/officeDocument/2006/relationships/oleObject" Target="../embeddings/oleObject49.bin"/><Relationship Id="rId2" Type="http://schemas.openxmlformats.org/officeDocument/2006/relationships/image" Target="../media/image55.wmf"/><Relationship Id="rId14" Type="http://schemas.openxmlformats.org/officeDocument/2006/relationships/vmlDrawing" Target="../drawings/vmlDrawing10.vml"/><Relationship Id="rId13" Type="http://schemas.openxmlformats.org/officeDocument/2006/relationships/slideLayout" Target="../slideLayouts/slideLayout7.xml"/><Relationship Id="rId12" Type="http://schemas.openxmlformats.org/officeDocument/2006/relationships/image" Target="../media/image60.wmf"/><Relationship Id="rId11" Type="http://schemas.openxmlformats.org/officeDocument/2006/relationships/oleObject" Target="../embeddings/oleObject53.bin"/><Relationship Id="rId10" Type="http://schemas.openxmlformats.org/officeDocument/2006/relationships/image" Target="../media/image59.wmf"/><Relationship Id="rId1" Type="http://schemas.openxmlformats.org/officeDocument/2006/relationships/oleObject" Target="../embeddings/oleObject48.bin"/></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4.wmf"/><Relationship Id="rId7" Type="http://schemas.openxmlformats.org/officeDocument/2006/relationships/oleObject" Target="../embeddings/oleObject57.bin"/><Relationship Id="rId6" Type="http://schemas.openxmlformats.org/officeDocument/2006/relationships/image" Target="../media/image63.wmf"/><Relationship Id="rId5" Type="http://schemas.openxmlformats.org/officeDocument/2006/relationships/oleObject" Target="../embeddings/oleObject56.bin"/><Relationship Id="rId4" Type="http://schemas.openxmlformats.org/officeDocument/2006/relationships/image" Target="../media/image62.wmf"/><Relationship Id="rId3" Type="http://schemas.openxmlformats.org/officeDocument/2006/relationships/oleObject" Target="../embeddings/oleObject55.bin"/><Relationship Id="rId2" Type="http://schemas.openxmlformats.org/officeDocument/2006/relationships/image" Target="../media/image61.wmf"/><Relationship Id="rId10" Type="http://schemas.openxmlformats.org/officeDocument/2006/relationships/vmlDrawing" Target="../drawings/vmlDrawing11.vml"/><Relationship Id="rId1" Type="http://schemas.openxmlformats.org/officeDocument/2006/relationships/oleObject" Target="../embeddings/oleObject54.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65.wmf"/><Relationship Id="rId1" Type="http://schemas.openxmlformats.org/officeDocument/2006/relationships/control" Target="../activeX/activeX3.xml"/></Relationships>
</file>

<file path=ppt/slides/_rels/slide13.xml.rels><?xml version="1.0" encoding="UTF-8" standalone="yes"?>
<Relationships xmlns="http://schemas.openxmlformats.org/package/2006/relationships"><Relationship Id="rId9" Type="http://schemas.openxmlformats.org/officeDocument/2006/relationships/image" Target="../media/image70.wmf"/><Relationship Id="rId8" Type="http://schemas.openxmlformats.org/officeDocument/2006/relationships/oleObject" Target="../embeddings/oleObject61.bin"/><Relationship Id="rId7" Type="http://schemas.openxmlformats.org/officeDocument/2006/relationships/image" Target="../media/image69.wmf"/><Relationship Id="rId6" Type="http://schemas.openxmlformats.org/officeDocument/2006/relationships/oleObject" Target="../embeddings/oleObject60.bin"/><Relationship Id="rId5" Type="http://schemas.openxmlformats.org/officeDocument/2006/relationships/image" Target="../media/image68.wmf"/><Relationship Id="rId4" Type="http://schemas.openxmlformats.org/officeDocument/2006/relationships/oleObject" Target="../embeddings/oleObject59.bin"/><Relationship Id="rId3" Type="http://schemas.openxmlformats.org/officeDocument/2006/relationships/image" Target="../media/image67.wmf"/><Relationship Id="rId2" Type="http://schemas.openxmlformats.org/officeDocument/2006/relationships/oleObject" Target="../embeddings/oleObject58.bin"/><Relationship Id="rId13" Type="http://schemas.openxmlformats.org/officeDocument/2006/relationships/vmlDrawing" Target="../drawings/vmlDrawing13.vml"/><Relationship Id="rId12" Type="http://schemas.openxmlformats.org/officeDocument/2006/relationships/slideLayout" Target="../slideLayouts/slideLayout7.xml"/><Relationship Id="rId11" Type="http://schemas.openxmlformats.org/officeDocument/2006/relationships/image" Target="../media/image71.wmf"/><Relationship Id="rId10" Type="http://schemas.openxmlformats.org/officeDocument/2006/relationships/oleObject" Target="../embeddings/oleObject62.bin"/><Relationship Id="rId1" Type="http://schemas.openxmlformats.org/officeDocument/2006/relationships/image" Target="../media/image66.jpeg"/></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75.wmf"/><Relationship Id="rId7" Type="http://schemas.openxmlformats.org/officeDocument/2006/relationships/oleObject" Target="../embeddings/oleObject66.bin"/><Relationship Id="rId6" Type="http://schemas.openxmlformats.org/officeDocument/2006/relationships/image" Target="../media/image74.wmf"/><Relationship Id="rId5" Type="http://schemas.openxmlformats.org/officeDocument/2006/relationships/oleObject" Target="../embeddings/oleObject65.bin"/><Relationship Id="rId4" Type="http://schemas.openxmlformats.org/officeDocument/2006/relationships/image" Target="../media/image73.wmf"/><Relationship Id="rId3" Type="http://schemas.openxmlformats.org/officeDocument/2006/relationships/oleObject" Target="../embeddings/oleObject64.bin"/><Relationship Id="rId2" Type="http://schemas.openxmlformats.org/officeDocument/2006/relationships/image" Target="../media/image72.wmf"/><Relationship Id="rId14" Type="http://schemas.openxmlformats.org/officeDocument/2006/relationships/vmlDrawing" Target="../drawings/vmlDrawing14.vml"/><Relationship Id="rId13" Type="http://schemas.openxmlformats.org/officeDocument/2006/relationships/slideLayout" Target="../slideLayouts/slideLayout7.xml"/><Relationship Id="rId12" Type="http://schemas.openxmlformats.org/officeDocument/2006/relationships/image" Target="../media/image77.wmf"/><Relationship Id="rId11" Type="http://schemas.openxmlformats.org/officeDocument/2006/relationships/oleObject" Target="../embeddings/oleObject68.bin"/><Relationship Id="rId10" Type="http://schemas.openxmlformats.org/officeDocument/2006/relationships/image" Target="../media/image76.wmf"/><Relationship Id="rId1" Type="http://schemas.openxmlformats.org/officeDocument/2006/relationships/oleObject" Target="../embeddings/oleObject63.bin"/></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15.vml"/><Relationship Id="rId6" Type="http://schemas.openxmlformats.org/officeDocument/2006/relationships/slideLayout" Target="../slideLayouts/slideLayout7.xml"/><Relationship Id="rId5" Type="http://schemas.openxmlformats.org/officeDocument/2006/relationships/image" Target="../media/image80.wmf"/><Relationship Id="rId4" Type="http://schemas.openxmlformats.org/officeDocument/2006/relationships/oleObject" Target="../embeddings/oleObject70.bin"/><Relationship Id="rId3" Type="http://schemas.openxmlformats.org/officeDocument/2006/relationships/image" Target="../media/image79.jpeg"/><Relationship Id="rId2" Type="http://schemas.openxmlformats.org/officeDocument/2006/relationships/image" Target="../media/image78.wmf"/><Relationship Id="rId1" Type="http://schemas.openxmlformats.org/officeDocument/2006/relationships/oleObject" Target="../embeddings/oleObject69.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75.bin"/><Relationship Id="rId8" Type="http://schemas.openxmlformats.org/officeDocument/2006/relationships/image" Target="../media/image84.wmf"/><Relationship Id="rId7" Type="http://schemas.openxmlformats.org/officeDocument/2006/relationships/oleObject" Target="../embeddings/oleObject74.bin"/><Relationship Id="rId6" Type="http://schemas.openxmlformats.org/officeDocument/2006/relationships/image" Target="../media/image83.wmf"/><Relationship Id="rId5" Type="http://schemas.openxmlformats.org/officeDocument/2006/relationships/oleObject" Target="../embeddings/oleObject73.bin"/><Relationship Id="rId4" Type="http://schemas.openxmlformats.org/officeDocument/2006/relationships/image" Target="../media/image82.wmf"/><Relationship Id="rId3" Type="http://schemas.openxmlformats.org/officeDocument/2006/relationships/oleObject" Target="../embeddings/oleObject72.bin"/><Relationship Id="rId2" Type="http://schemas.openxmlformats.org/officeDocument/2006/relationships/image" Target="../media/image81.wmf"/><Relationship Id="rId16" Type="http://schemas.openxmlformats.org/officeDocument/2006/relationships/vmlDrawing" Target="../drawings/vmlDrawing16.vml"/><Relationship Id="rId15" Type="http://schemas.openxmlformats.org/officeDocument/2006/relationships/slideLayout" Target="../slideLayouts/slideLayout7.xml"/><Relationship Id="rId14" Type="http://schemas.openxmlformats.org/officeDocument/2006/relationships/image" Target="../media/image87.wmf"/><Relationship Id="rId13" Type="http://schemas.openxmlformats.org/officeDocument/2006/relationships/oleObject" Target="../embeddings/oleObject77.bin"/><Relationship Id="rId12" Type="http://schemas.openxmlformats.org/officeDocument/2006/relationships/image" Target="../media/image86.wmf"/><Relationship Id="rId11" Type="http://schemas.openxmlformats.org/officeDocument/2006/relationships/oleObject" Target="../embeddings/oleObject76.bin"/><Relationship Id="rId10" Type="http://schemas.openxmlformats.org/officeDocument/2006/relationships/image" Target="../media/image85.wmf"/><Relationship Id="rId1" Type="http://schemas.openxmlformats.org/officeDocument/2006/relationships/oleObject" Target="../embeddings/oleObject71.bin"/></Relationships>
</file>

<file path=ppt/slides/_rels/slide17.xml.rels><?xml version="1.0" encoding="UTF-8" standalone="yes"?>
<Relationships xmlns="http://schemas.openxmlformats.org/package/2006/relationships"><Relationship Id="rId8" Type="http://schemas.openxmlformats.org/officeDocument/2006/relationships/vmlDrawing" Target="../drawings/vmlDrawing17.vml"/><Relationship Id="rId7" Type="http://schemas.openxmlformats.org/officeDocument/2006/relationships/slideLayout" Target="../slideLayouts/slideLayout7.xml"/><Relationship Id="rId6" Type="http://schemas.openxmlformats.org/officeDocument/2006/relationships/image" Target="../media/image90.wmf"/><Relationship Id="rId5" Type="http://schemas.openxmlformats.org/officeDocument/2006/relationships/oleObject" Target="../embeddings/oleObject80.bin"/><Relationship Id="rId4" Type="http://schemas.openxmlformats.org/officeDocument/2006/relationships/image" Target="../media/image89.wmf"/><Relationship Id="rId3" Type="http://schemas.openxmlformats.org/officeDocument/2006/relationships/oleObject" Target="../embeddings/oleObject79.bin"/><Relationship Id="rId2" Type="http://schemas.openxmlformats.org/officeDocument/2006/relationships/image" Target="../media/image88.wmf"/><Relationship Id="rId1" Type="http://schemas.openxmlformats.org/officeDocument/2006/relationships/oleObject" Target="../embeddings/oleObject78.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85.bin"/><Relationship Id="rId8" Type="http://schemas.openxmlformats.org/officeDocument/2006/relationships/image" Target="../media/image94.wmf"/><Relationship Id="rId7" Type="http://schemas.openxmlformats.org/officeDocument/2006/relationships/oleObject" Target="../embeddings/oleObject84.bin"/><Relationship Id="rId6" Type="http://schemas.openxmlformats.org/officeDocument/2006/relationships/image" Target="../media/image93.wmf"/><Relationship Id="rId5" Type="http://schemas.openxmlformats.org/officeDocument/2006/relationships/oleObject" Target="../embeddings/oleObject83.bin"/><Relationship Id="rId4" Type="http://schemas.openxmlformats.org/officeDocument/2006/relationships/image" Target="../media/image92.wmf"/><Relationship Id="rId30" Type="http://schemas.openxmlformats.org/officeDocument/2006/relationships/vmlDrawing" Target="../drawings/vmlDrawing18.vml"/><Relationship Id="rId3" Type="http://schemas.openxmlformats.org/officeDocument/2006/relationships/oleObject" Target="../embeddings/oleObject82.bin"/><Relationship Id="rId29" Type="http://schemas.openxmlformats.org/officeDocument/2006/relationships/slideLayout" Target="../slideLayouts/slideLayout7.xml"/><Relationship Id="rId28" Type="http://schemas.openxmlformats.org/officeDocument/2006/relationships/image" Target="../media/image104.wmf"/><Relationship Id="rId27" Type="http://schemas.openxmlformats.org/officeDocument/2006/relationships/oleObject" Target="../embeddings/oleObject94.bin"/><Relationship Id="rId26" Type="http://schemas.openxmlformats.org/officeDocument/2006/relationships/image" Target="../media/image103.wmf"/><Relationship Id="rId25" Type="http://schemas.openxmlformats.org/officeDocument/2006/relationships/oleObject" Target="../embeddings/oleObject93.bin"/><Relationship Id="rId24" Type="http://schemas.openxmlformats.org/officeDocument/2006/relationships/image" Target="../media/image102.wmf"/><Relationship Id="rId23" Type="http://schemas.openxmlformats.org/officeDocument/2006/relationships/oleObject" Target="../embeddings/oleObject92.bin"/><Relationship Id="rId22" Type="http://schemas.openxmlformats.org/officeDocument/2006/relationships/image" Target="../media/image101.wmf"/><Relationship Id="rId21" Type="http://schemas.openxmlformats.org/officeDocument/2006/relationships/oleObject" Target="../embeddings/oleObject91.bin"/><Relationship Id="rId20" Type="http://schemas.openxmlformats.org/officeDocument/2006/relationships/image" Target="../media/image100.wmf"/><Relationship Id="rId2" Type="http://schemas.openxmlformats.org/officeDocument/2006/relationships/image" Target="../media/image91.wmf"/><Relationship Id="rId19" Type="http://schemas.openxmlformats.org/officeDocument/2006/relationships/oleObject" Target="../embeddings/oleObject90.bin"/><Relationship Id="rId18" Type="http://schemas.openxmlformats.org/officeDocument/2006/relationships/image" Target="../media/image99.wmf"/><Relationship Id="rId17" Type="http://schemas.openxmlformats.org/officeDocument/2006/relationships/oleObject" Target="../embeddings/oleObject89.bin"/><Relationship Id="rId16" Type="http://schemas.openxmlformats.org/officeDocument/2006/relationships/image" Target="../media/image98.wmf"/><Relationship Id="rId15" Type="http://schemas.openxmlformats.org/officeDocument/2006/relationships/oleObject" Target="../embeddings/oleObject88.bin"/><Relationship Id="rId14" Type="http://schemas.openxmlformats.org/officeDocument/2006/relationships/image" Target="../media/image97.wmf"/><Relationship Id="rId13" Type="http://schemas.openxmlformats.org/officeDocument/2006/relationships/oleObject" Target="../embeddings/oleObject87.bin"/><Relationship Id="rId12" Type="http://schemas.openxmlformats.org/officeDocument/2006/relationships/image" Target="../media/image96.wmf"/><Relationship Id="rId11" Type="http://schemas.openxmlformats.org/officeDocument/2006/relationships/oleObject" Target="../embeddings/oleObject86.bin"/><Relationship Id="rId10" Type="http://schemas.openxmlformats.org/officeDocument/2006/relationships/image" Target="../media/image95.wmf"/><Relationship Id="rId1" Type="http://schemas.openxmlformats.org/officeDocument/2006/relationships/oleObject" Target="../embeddings/oleObject81.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99.bin"/><Relationship Id="rId8" Type="http://schemas.openxmlformats.org/officeDocument/2006/relationships/image" Target="../media/image108.wmf"/><Relationship Id="rId7" Type="http://schemas.openxmlformats.org/officeDocument/2006/relationships/oleObject" Target="../embeddings/oleObject98.bin"/><Relationship Id="rId6" Type="http://schemas.openxmlformats.org/officeDocument/2006/relationships/image" Target="../media/image107.wmf"/><Relationship Id="rId5" Type="http://schemas.openxmlformats.org/officeDocument/2006/relationships/oleObject" Target="../embeddings/oleObject97.bin"/><Relationship Id="rId4" Type="http://schemas.openxmlformats.org/officeDocument/2006/relationships/image" Target="../media/image106.wmf"/><Relationship Id="rId3" Type="http://schemas.openxmlformats.org/officeDocument/2006/relationships/oleObject" Target="../embeddings/oleObject96.bin"/><Relationship Id="rId26" Type="http://schemas.openxmlformats.org/officeDocument/2006/relationships/vmlDrawing" Target="../drawings/vmlDrawing19.vml"/><Relationship Id="rId25" Type="http://schemas.openxmlformats.org/officeDocument/2006/relationships/slideLayout" Target="../slideLayouts/slideLayout7.xml"/><Relationship Id="rId24" Type="http://schemas.openxmlformats.org/officeDocument/2006/relationships/image" Target="../media/image116.wmf"/><Relationship Id="rId23" Type="http://schemas.openxmlformats.org/officeDocument/2006/relationships/oleObject" Target="../embeddings/oleObject106.bin"/><Relationship Id="rId22" Type="http://schemas.openxmlformats.org/officeDocument/2006/relationships/image" Target="../media/image115.wmf"/><Relationship Id="rId21" Type="http://schemas.openxmlformats.org/officeDocument/2006/relationships/oleObject" Target="../embeddings/oleObject105.bin"/><Relationship Id="rId20" Type="http://schemas.openxmlformats.org/officeDocument/2006/relationships/image" Target="../media/image114.wmf"/><Relationship Id="rId2" Type="http://schemas.openxmlformats.org/officeDocument/2006/relationships/image" Target="../media/image105.wmf"/><Relationship Id="rId19" Type="http://schemas.openxmlformats.org/officeDocument/2006/relationships/oleObject" Target="../embeddings/oleObject104.bin"/><Relationship Id="rId18" Type="http://schemas.openxmlformats.org/officeDocument/2006/relationships/image" Target="../media/image113.wmf"/><Relationship Id="rId17" Type="http://schemas.openxmlformats.org/officeDocument/2006/relationships/oleObject" Target="../embeddings/oleObject103.bin"/><Relationship Id="rId16" Type="http://schemas.openxmlformats.org/officeDocument/2006/relationships/image" Target="../media/image112.wmf"/><Relationship Id="rId15" Type="http://schemas.openxmlformats.org/officeDocument/2006/relationships/oleObject" Target="../embeddings/oleObject102.bin"/><Relationship Id="rId14" Type="http://schemas.openxmlformats.org/officeDocument/2006/relationships/image" Target="../media/image111.wmf"/><Relationship Id="rId13" Type="http://schemas.openxmlformats.org/officeDocument/2006/relationships/oleObject" Target="../embeddings/oleObject101.bin"/><Relationship Id="rId12" Type="http://schemas.openxmlformats.org/officeDocument/2006/relationships/image" Target="../media/image110.wmf"/><Relationship Id="rId11" Type="http://schemas.openxmlformats.org/officeDocument/2006/relationships/oleObject" Target="../embeddings/oleObject100.bin"/><Relationship Id="rId10" Type="http://schemas.openxmlformats.org/officeDocument/2006/relationships/image" Target="../media/image109.wmf"/><Relationship Id="rId1" Type="http://schemas.openxmlformats.org/officeDocument/2006/relationships/oleObject" Target="../embeddings/oleObject95.bin"/></Relationships>
</file>

<file path=ppt/slides/_rels/slide20.xml.rels><?xml version="1.0" encoding="UTF-8" standalone="yes"?>
<Relationships xmlns="http://schemas.openxmlformats.org/package/2006/relationships"><Relationship Id="rId7" Type="http://schemas.openxmlformats.org/officeDocument/2006/relationships/vmlDrawing" Target="../drawings/vmlDrawing20.vml"/><Relationship Id="rId6" Type="http://schemas.openxmlformats.org/officeDocument/2006/relationships/slideLayout" Target="../slideLayouts/slideLayout7.xml"/><Relationship Id="rId5" Type="http://schemas.openxmlformats.org/officeDocument/2006/relationships/image" Target="../media/image119.wmf"/><Relationship Id="rId4" Type="http://schemas.openxmlformats.org/officeDocument/2006/relationships/oleObject" Target="../embeddings/oleObject108.bin"/><Relationship Id="rId3" Type="http://schemas.openxmlformats.org/officeDocument/2006/relationships/image" Target="../media/image118.png"/><Relationship Id="rId2" Type="http://schemas.openxmlformats.org/officeDocument/2006/relationships/image" Target="../media/image117.wmf"/><Relationship Id="rId1" Type="http://schemas.openxmlformats.org/officeDocument/2006/relationships/oleObject" Target="../embeddings/oleObject107.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113.bin"/><Relationship Id="rId8" Type="http://schemas.openxmlformats.org/officeDocument/2006/relationships/image" Target="../media/image123.wmf"/><Relationship Id="rId7" Type="http://schemas.openxmlformats.org/officeDocument/2006/relationships/oleObject" Target="../embeddings/oleObject112.bin"/><Relationship Id="rId6" Type="http://schemas.openxmlformats.org/officeDocument/2006/relationships/image" Target="../media/image122.wmf"/><Relationship Id="rId5" Type="http://schemas.openxmlformats.org/officeDocument/2006/relationships/oleObject" Target="../embeddings/oleObject111.bin"/><Relationship Id="rId4" Type="http://schemas.openxmlformats.org/officeDocument/2006/relationships/image" Target="../media/image121.wmf"/><Relationship Id="rId3" Type="http://schemas.openxmlformats.org/officeDocument/2006/relationships/oleObject" Target="../embeddings/oleObject110.bin"/><Relationship Id="rId2" Type="http://schemas.openxmlformats.org/officeDocument/2006/relationships/image" Target="../media/image120.wmf"/><Relationship Id="rId14" Type="http://schemas.openxmlformats.org/officeDocument/2006/relationships/vmlDrawing" Target="../drawings/vmlDrawing21.vml"/><Relationship Id="rId13" Type="http://schemas.openxmlformats.org/officeDocument/2006/relationships/slideLayout" Target="../slideLayouts/slideLayout7.xml"/><Relationship Id="rId12" Type="http://schemas.openxmlformats.org/officeDocument/2006/relationships/image" Target="../media/image125.wmf"/><Relationship Id="rId11" Type="http://schemas.openxmlformats.org/officeDocument/2006/relationships/oleObject" Target="../embeddings/oleObject114.bin"/><Relationship Id="rId10" Type="http://schemas.openxmlformats.org/officeDocument/2006/relationships/image" Target="../media/image124.wmf"/><Relationship Id="rId1" Type="http://schemas.openxmlformats.org/officeDocument/2006/relationships/oleObject" Target="../embeddings/oleObject109.bin"/></Relationships>
</file>

<file path=ppt/slides/_rels/slide22.xml.rels><?xml version="1.0" encoding="UTF-8" standalone="yes"?>
<Relationships xmlns="http://schemas.openxmlformats.org/package/2006/relationships"><Relationship Id="rId9" Type="http://schemas.openxmlformats.org/officeDocument/2006/relationships/image" Target="../media/image130.wmf"/><Relationship Id="rId8" Type="http://schemas.openxmlformats.org/officeDocument/2006/relationships/oleObject" Target="../embeddings/oleObject118.bin"/><Relationship Id="rId7" Type="http://schemas.openxmlformats.org/officeDocument/2006/relationships/image" Target="../media/image129.wmf"/><Relationship Id="rId6" Type="http://schemas.openxmlformats.org/officeDocument/2006/relationships/oleObject" Target="../embeddings/oleObject117.bin"/><Relationship Id="rId5" Type="http://schemas.openxmlformats.org/officeDocument/2006/relationships/image" Target="../media/image128.wmf"/><Relationship Id="rId4" Type="http://schemas.openxmlformats.org/officeDocument/2006/relationships/oleObject" Target="../embeddings/oleObject116.bin"/><Relationship Id="rId3" Type="http://schemas.openxmlformats.org/officeDocument/2006/relationships/image" Target="../media/image127.wmf"/><Relationship Id="rId2" Type="http://schemas.openxmlformats.org/officeDocument/2006/relationships/oleObject" Target="../embeddings/oleObject115.bin"/><Relationship Id="rId13" Type="http://schemas.openxmlformats.org/officeDocument/2006/relationships/vmlDrawing" Target="../drawings/vmlDrawing22.vml"/><Relationship Id="rId12" Type="http://schemas.openxmlformats.org/officeDocument/2006/relationships/slideLayout" Target="../slideLayouts/slideLayout7.xml"/><Relationship Id="rId11" Type="http://schemas.openxmlformats.org/officeDocument/2006/relationships/image" Target="../media/image131.wmf"/><Relationship Id="rId10" Type="http://schemas.openxmlformats.org/officeDocument/2006/relationships/oleObject" Target="../embeddings/oleObject119.bin"/><Relationship Id="rId1" Type="http://schemas.openxmlformats.org/officeDocument/2006/relationships/image" Target="../media/image126.jpeg"/></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124.bin"/><Relationship Id="rId8" Type="http://schemas.openxmlformats.org/officeDocument/2006/relationships/image" Target="../media/image135.wmf"/><Relationship Id="rId7" Type="http://schemas.openxmlformats.org/officeDocument/2006/relationships/oleObject" Target="../embeddings/oleObject123.bin"/><Relationship Id="rId6" Type="http://schemas.openxmlformats.org/officeDocument/2006/relationships/image" Target="../media/image134.wmf"/><Relationship Id="rId5" Type="http://schemas.openxmlformats.org/officeDocument/2006/relationships/oleObject" Target="../embeddings/oleObject122.bin"/><Relationship Id="rId4" Type="http://schemas.openxmlformats.org/officeDocument/2006/relationships/image" Target="../media/image133.wmf"/><Relationship Id="rId3" Type="http://schemas.openxmlformats.org/officeDocument/2006/relationships/oleObject" Target="../embeddings/oleObject121.bin"/><Relationship Id="rId2" Type="http://schemas.openxmlformats.org/officeDocument/2006/relationships/image" Target="../media/image132.wmf"/><Relationship Id="rId18" Type="http://schemas.openxmlformats.org/officeDocument/2006/relationships/vmlDrawing" Target="../drawings/vmlDrawing23.vml"/><Relationship Id="rId17" Type="http://schemas.openxmlformats.org/officeDocument/2006/relationships/slideLayout" Target="../slideLayouts/slideLayout7.xml"/><Relationship Id="rId16" Type="http://schemas.openxmlformats.org/officeDocument/2006/relationships/image" Target="../media/image139.wmf"/><Relationship Id="rId15" Type="http://schemas.openxmlformats.org/officeDocument/2006/relationships/oleObject" Target="../embeddings/oleObject127.bin"/><Relationship Id="rId14" Type="http://schemas.openxmlformats.org/officeDocument/2006/relationships/image" Target="../media/image138.wmf"/><Relationship Id="rId13" Type="http://schemas.openxmlformats.org/officeDocument/2006/relationships/oleObject" Target="../embeddings/oleObject126.bin"/><Relationship Id="rId12" Type="http://schemas.openxmlformats.org/officeDocument/2006/relationships/image" Target="../media/image137.wmf"/><Relationship Id="rId11" Type="http://schemas.openxmlformats.org/officeDocument/2006/relationships/oleObject" Target="../embeddings/oleObject125.bin"/><Relationship Id="rId10" Type="http://schemas.openxmlformats.org/officeDocument/2006/relationships/image" Target="../media/image136.wmf"/><Relationship Id="rId1" Type="http://schemas.openxmlformats.org/officeDocument/2006/relationships/oleObject" Target="../embeddings/oleObject120.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132.bin"/><Relationship Id="rId8" Type="http://schemas.openxmlformats.org/officeDocument/2006/relationships/image" Target="../media/image137.wmf"/><Relationship Id="rId7" Type="http://schemas.openxmlformats.org/officeDocument/2006/relationships/oleObject" Target="../embeddings/oleObject131.bin"/><Relationship Id="rId6" Type="http://schemas.openxmlformats.org/officeDocument/2006/relationships/image" Target="../media/image141.wmf"/><Relationship Id="rId5" Type="http://schemas.openxmlformats.org/officeDocument/2006/relationships/oleObject" Target="../embeddings/oleObject130.bin"/><Relationship Id="rId43" Type="http://schemas.openxmlformats.org/officeDocument/2006/relationships/vmlDrawing" Target="../drawings/vmlDrawing24.vml"/><Relationship Id="rId42" Type="http://schemas.openxmlformats.org/officeDocument/2006/relationships/slideLayout" Target="../slideLayouts/slideLayout7.xml"/><Relationship Id="rId41" Type="http://schemas.openxmlformats.org/officeDocument/2006/relationships/image" Target="../media/image157.wmf"/><Relationship Id="rId40" Type="http://schemas.openxmlformats.org/officeDocument/2006/relationships/oleObject" Target="../embeddings/oleObject148.bin"/><Relationship Id="rId4" Type="http://schemas.openxmlformats.org/officeDocument/2006/relationships/image" Target="../media/image136.wmf"/><Relationship Id="rId39" Type="http://schemas.openxmlformats.org/officeDocument/2006/relationships/image" Target="../media/image156.wmf"/><Relationship Id="rId38" Type="http://schemas.openxmlformats.org/officeDocument/2006/relationships/oleObject" Target="../embeddings/oleObject147.bin"/><Relationship Id="rId37" Type="http://schemas.openxmlformats.org/officeDocument/2006/relationships/image" Target="../media/image155.wmf"/><Relationship Id="rId36" Type="http://schemas.openxmlformats.org/officeDocument/2006/relationships/oleObject" Target="../embeddings/oleObject146.bin"/><Relationship Id="rId35" Type="http://schemas.openxmlformats.org/officeDocument/2006/relationships/image" Target="../media/image154.wmf"/><Relationship Id="rId34" Type="http://schemas.openxmlformats.org/officeDocument/2006/relationships/oleObject" Target="../embeddings/oleObject145.bin"/><Relationship Id="rId33" Type="http://schemas.openxmlformats.org/officeDocument/2006/relationships/image" Target="../media/image153.wmf"/><Relationship Id="rId32" Type="http://schemas.openxmlformats.org/officeDocument/2006/relationships/oleObject" Target="../embeddings/oleObject144.bin"/><Relationship Id="rId31" Type="http://schemas.openxmlformats.org/officeDocument/2006/relationships/oleObject" Target="../embeddings/oleObject143.bin"/><Relationship Id="rId30" Type="http://schemas.openxmlformats.org/officeDocument/2006/relationships/image" Target="../media/image152.wmf"/><Relationship Id="rId3" Type="http://schemas.openxmlformats.org/officeDocument/2006/relationships/oleObject" Target="../embeddings/oleObject129.bin"/><Relationship Id="rId29" Type="http://schemas.openxmlformats.org/officeDocument/2006/relationships/oleObject" Target="../embeddings/oleObject142.bin"/><Relationship Id="rId28" Type="http://schemas.openxmlformats.org/officeDocument/2006/relationships/image" Target="../media/image151.wmf"/><Relationship Id="rId27" Type="http://schemas.openxmlformats.org/officeDocument/2006/relationships/oleObject" Target="../embeddings/oleObject141.bin"/><Relationship Id="rId26" Type="http://schemas.openxmlformats.org/officeDocument/2006/relationships/image" Target="../media/image150.wmf"/><Relationship Id="rId25" Type="http://schemas.openxmlformats.org/officeDocument/2006/relationships/oleObject" Target="../embeddings/oleObject140.bin"/><Relationship Id="rId24" Type="http://schemas.openxmlformats.org/officeDocument/2006/relationships/image" Target="../media/image149.wmf"/><Relationship Id="rId23" Type="http://schemas.openxmlformats.org/officeDocument/2006/relationships/oleObject" Target="../embeddings/oleObject139.bin"/><Relationship Id="rId22" Type="http://schemas.openxmlformats.org/officeDocument/2006/relationships/image" Target="../media/image148.wmf"/><Relationship Id="rId21" Type="http://schemas.openxmlformats.org/officeDocument/2006/relationships/oleObject" Target="../embeddings/oleObject138.bin"/><Relationship Id="rId20" Type="http://schemas.openxmlformats.org/officeDocument/2006/relationships/image" Target="../media/image147.wmf"/><Relationship Id="rId2" Type="http://schemas.openxmlformats.org/officeDocument/2006/relationships/image" Target="../media/image140.wmf"/><Relationship Id="rId19" Type="http://schemas.openxmlformats.org/officeDocument/2006/relationships/oleObject" Target="../embeddings/oleObject137.bin"/><Relationship Id="rId18" Type="http://schemas.openxmlformats.org/officeDocument/2006/relationships/image" Target="../media/image146.wmf"/><Relationship Id="rId17" Type="http://schemas.openxmlformats.org/officeDocument/2006/relationships/oleObject" Target="../embeddings/oleObject136.bin"/><Relationship Id="rId16" Type="http://schemas.openxmlformats.org/officeDocument/2006/relationships/image" Target="../media/image145.wmf"/><Relationship Id="rId15" Type="http://schemas.openxmlformats.org/officeDocument/2006/relationships/oleObject" Target="../embeddings/oleObject135.bin"/><Relationship Id="rId14" Type="http://schemas.openxmlformats.org/officeDocument/2006/relationships/image" Target="../media/image144.wmf"/><Relationship Id="rId13" Type="http://schemas.openxmlformats.org/officeDocument/2006/relationships/oleObject" Target="../embeddings/oleObject134.bin"/><Relationship Id="rId12" Type="http://schemas.openxmlformats.org/officeDocument/2006/relationships/image" Target="../media/image143.wmf"/><Relationship Id="rId11" Type="http://schemas.openxmlformats.org/officeDocument/2006/relationships/oleObject" Target="../embeddings/oleObject133.bin"/><Relationship Id="rId10" Type="http://schemas.openxmlformats.org/officeDocument/2006/relationships/image" Target="../media/image142.wmf"/><Relationship Id="rId1" Type="http://schemas.openxmlformats.org/officeDocument/2006/relationships/oleObject" Target="../embeddings/oleObject128.bin"/></Relationships>
</file>

<file path=ppt/slides/_rels/slide25.xml.rels><?xml version="1.0" encoding="UTF-8" standalone="yes"?>
<Relationships xmlns="http://schemas.openxmlformats.org/package/2006/relationships"><Relationship Id="rId8" Type="http://schemas.openxmlformats.org/officeDocument/2006/relationships/vmlDrawing" Target="../drawings/vmlDrawing25.vml"/><Relationship Id="rId7" Type="http://schemas.openxmlformats.org/officeDocument/2006/relationships/slideLayout" Target="../slideLayouts/slideLayout7.xml"/><Relationship Id="rId6" Type="http://schemas.openxmlformats.org/officeDocument/2006/relationships/image" Target="../media/image160.wmf"/><Relationship Id="rId5" Type="http://schemas.openxmlformats.org/officeDocument/2006/relationships/oleObject" Target="../embeddings/oleObject151.bin"/><Relationship Id="rId4" Type="http://schemas.openxmlformats.org/officeDocument/2006/relationships/image" Target="../media/image159.wmf"/><Relationship Id="rId3" Type="http://schemas.openxmlformats.org/officeDocument/2006/relationships/oleObject" Target="../embeddings/oleObject150.bin"/><Relationship Id="rId2" Type="http://schemas.openxmlformats.org/officeDocument/2006/relationships/image" Target="../media/image158.wmf"/><Relationship Id="rId1" Type="http://schemas.openxmlformats.org/officeDocument/2006/relationships/oleObject" Target="../embeddings/oleObject149.bin"/></Relationships>
</file>

<file path=ppt/slides/_rels/slide26.xml.rels><?xml version="1.0" encoding="UTF-8" standalone="yes"?>
<Relationships xmlns="http://schemas.openxmlformats.org/package/2006/relationships"><Relationship Id="rId9" Type="http://schemas.openxmlformats.org/officeDocument/2006/relationships/image" Target="../media/image165.wmf"/><Relationship Id="rId8" Type="http://schemas.openxmlformats.org/officeDocument/2006/relationships/oleObject" Target="../embeddings/oleObject155.bin"/><Relationship Id="rId7" Type="http://schemas.openxmlformats.org/officeDocument/2006/relationships/image" Target="../media/image164.wmf"/><Relationship Id="rId6" Type="http://schemas.openxmlformats.org/officeDocument/2006/relationships/oleObject" Target="../embeddings/oleObject154.bin"/><Relationship Id="rId5" Type="http://schemas.openxmlformats.org/officeDocument/2006/relationships/image" Target="../media/image163.wmf"/><Relationship Id="rId4" Type="http://schemas.openxmlformats.org/officeDocument/2006/relationships/oleObject" Target="../embeddings/oleObject153.bin"/><Relationship Id="rId3" Type="http://schemas.openxmlformats.org/officeDocument/2006/relationships/image" Target="../media/image162.png"/><Relationship Id="rId20" Type="http://schemas.openxmlformats.org/officeDocument/2006/relationships/vmlDrawing" Target="../drawings/vmlDrawing26.vml"/><Relationship Id="rId2" Type="http://schemas.openxmlformats.org/officeDocument/2006/relationships/image" Target="../media/image161.wmf"/><Relationship Id="rId19" Type="http://schemas.openxmlformats.org/officeDocument/2006/relationships/slideLayout" Target="../slideLayouts/slideLayout7.xml"/><Relationship Id="rId18" Type="http://schemas.openxmlformats.org/officeDocument/2006/relationships/image" Target="../media/image170.png"/><Relationship Id="rId17" Type="http://schemas.openxmlformats.org/officeDocument/2006/relationships/image" Target="../media/image169.wmf"/><Relationship Id="rId16" Type="http://schemas.openxmlformats.org/officeDocument/2006/relationships/oleObject" Target="../embeddings/oleObject159.bin"/><Relationship Id="rId15" Type="http://schemas.openxmlformats.org/officeDocument/2006/relationships/image" Target="../media/image168.wmf"/><Relationship Id="rId14" Type="http://schemas.openxmlformats.org/officeDocument/2006/relationships/oleObject" Target="../embeddings/oleObject158.bin"/><Relationship Id="rId13" Type="http://schemas.openxmlformats.org/officeDocument/2006/relationships/image" Target="../media/image167.wmf"/><Relationship Id="rId12" Type="http://schemas.openxmlformats.org/officeDocument/2006/relationships/oleObject" Target="../embeddings/oleObject157.bin"/><Relationship Id="rId11" Type="http://schemas.openxmlformats.org/officeDocument/2006/relationships/image" Target="../media/image166.wmf"/><Relationship Id="rId10" Type="http://schemas.openxmlformats.org/officeDocument/2006/relationships/oleObject" Target="../embeddings/oleObject156.bin"/><Relationship Id="rId1" Type="http://schemas.openxmlformats.org/officeDocument/2006/relationships/oleObject" Target="../embeddings/oleObject152.bin"/></Relationships>
</file>

<file path=ppt/slides/_rels/slide27.xml.rels><?xml version="1.0" encoding="UTF-8" standalone="yes"?>
<Relationships xmlns="http://schemas.openxmlformats.org/package/2006/relationships"><Relationship Id="rId9" Type="http://schemas.openxmlformats.org/officeDocument/2006/relationships/image" Target="../media/image175.wmf"/><Relationship Id="rId8" Type="http://schemas.openxmlformats.org/officeDocument/2006/relationships/oleObject" Target="../embeddings/oleObject163.bin"/><Relationship Id="rId7" Type="http://schemas.openxmlformats.org/officeDocument/2006/relationships/image" Target="../media/image174.wmf"/><Relationship Id="rId6" Type="http://schemas.openxmlformats.org/officeDocument/2006/relationships/oleObject" Target="../embeddings/oleObject162.bin"/><Relationship Id="rId5" Type="http://schemas.openxmlformats.org/officeDocument/2006/relationships/image" Target="../media/image173.wmf"/><Relationship Id="rId4" Type="http://schemas.openxmlformats.org/officeDocument/2006/relationships/oleObject" Target="../embeddings/oleObject161.bin"/><Relationship Id="rId3" Type="http://schemas.openxmlformats.org/officeDocument/2006/relationships/image" Target="../media/image172.wmf"/><Relationship Id="rId2" Type="http://schemas.openxmlformats.org/officeDocument/2006/relationships/oleObject" Target="../embeddings/oleObject160.bin"/><Relationship Id="rId13" Type="http://schemas.openxmlformats.org/officeDocument/2006/relationships/vmlDrawing" Target="../drawings/vmlDrawing27.vml"/><Relationship Id="rId12" Type="http://schemas.openxmlformats.org/officeDocument/2006/relationships/slideLayout" Target="../slideLayouts/slideLayout7.xml"/><Relationship Id="rId11" Type="http://schemas.openxmlformats.org/officeDocument/2006/relationships/image" Target="../media/image176.wmf"/><Relationship Id="rId10" Type="http://schemas.openxmlformats.org/officeDocument/2006/relationships/oleObject" Target="../embeddings/oleObject164.bin"/><Relationship Id="rId1" Type="http://schemas.openxmlformats.org/officeDocument/2006/relationships/image" Target="../media/image171.png"/></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169.bin"/><Relationship Id="rId8" Type="http://schemas.openxmlformats.org/officeDocument/2006/relationships/image" Target="../media/image180.wmf"/><Relationship Id="rId7" Type="http://schemas.openxmlformats.org/officeDocument/2006/relationships/oleObject" Target="../embeddings/oleObject168.bin"/><Relationship Id="rId6" Type="http://schemas.openxmlformats.org/officeDocument/2006/relationships/image" Target="../media/image179.wmf"/><Relationship Id="rId5" Type="http://schemas.openxmlformats.org/officeDocument/2006/relationships/oleObject" Target="../embeddings/oleObject167.bin"/><Relationship Id="rId4" Type="http://schemas.openxmlformats.org/officeDocument/2006/relationships/image" Target="../media/image178.wmf"/><Relationship Id="rId3" Type="http://schemas.openxmlformats.org/officeDocument/2006/relationships/oleObject" Target="../embeddings/oleObject166.bin"/><Relationship Id="rId20" Type="http://schemas.openxmlformats.org/officeDocument/2006/relationships/vmlDrawing" Target="../drawings/vmlDrawing28.vml"/><Relationship Id="rId2" Type="http://schemas.openxmlformats.org/officeDocument/2006/relationships/image" Target="../media/image177.wmf"/><Relationship Id="rId19" Type="http://schemas.openxmlformats.org/officeDocument/2006/relationships/slideLayout" Target="../slideLayouts/slideLayout7.xml"/><Relationship Id="rId18" Type="http://schemas.openxmlformats.org/officeDocument/2006/relationships/image" Target="../media/image185.wmf"/><Relationship Id="rId17" Type="http://schemas.openxmlformats.org/officeDocument/2006/relationships/oleObject" Target="../embeddings/oleObject173.bin"/><Relationship Id="rId16" Type="http://schemas.openxmlformats.org/officeDocument/2006/relationships/image" Target="../media/image184.wmf"/><Relationship Id="rId15" Type="http://schemas.openxmlformats.org/officeDocument/2006/relationships/oleObject" Target="../embeddings/oleObject172.bin"/><Relationship Id="rId14" Type="http://schemas.openxmlformats.org/officeDocument/2006/relationships/image" Target="../media/image183.wmf"/><Relationship Id="rId13" Type="http://schemas.openxmlformats.org/officeDocument/2006/relationships/oleObject" Target="../embeddings/oleObject171.bin"/><Relationship Id="rId12" Type="http://schemas.openxmlformats.org/officeDocument/2006/relationships/image" Target="../media/image182.wmf"/><Relationship Id="rId11" Type="http://schemas.openxmlformats.org/officeDocument/2006/relationships/oleObject" Target="../embeddings/oleObject170.bin"/><Relationship Id="rId10" Type="http://schemas.openxmlformats.org/officeDocument/2006/relationships/image" Target="../media/image181.wmf"/><Relationship Id="rId1" Type="http://schemas.openxmlformats.org/officeDocument/2006/relationships/oleObject" Target="../embeddings/oleObject165.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178.bin"/><Relationship Id="rId8" Type="http://schemas.openxmlformats.org/officeDocument/2006/relationships/image" Target="../media/image189.wmf"/><Relationship Id="rId7" Type="http://schemas.openxmlformats.org/officeDocument/2006/relationships/oleObject" Target="../embeddings/oleObject177.bin"/><Relationship Id="rId6" Type="http://schemas.openxmlformats.org/officeDocument/2006/relationships/image" Target="../media/image188.wmf"/><Relationship Id="rId5" Type="http://schemas.openxmlformats.org/officeDocument/2006/relationships/oleObject" Target="../embeddings/oleObject176.bin"/><Relationship Id="rId4" Type="http://schemas.openxmlformats.org/officeDocument/2006/relationships/image" Target="../media/image187.wmf"/><Relationship Id="rId3" Type="http://schemas.openxmlformats.org/officeDocument/2006/relationships/oleObject" Target="../embeddings/oleObject175.bin"/><Relationship Id="rId2" Type="http://schemas.openxmlformats.org/officeDocument/2006/relationships/image" Target="../media/image186.wmf"/><Relationship Id="rId14" Type="http://schemas.openxmlformats.org/officeDocument/2006/relationships/vmlDrawing" Target="../drawings/vmlDrawing29.vml"/><Relationship Id="rId13" Type="http://schemas.openxmlformats.org/officeDocument/2006/relationships/slideLayout" Target="../slideLayouts/slideLayout7.xml"/><Relationship Id="rId12" Type="http://schemas.openxmlformats.org/officeDocument/2006/relationships/image" Target="../media/image191.wmf"/><Relationship Id="rId11" Type="http://schemas.openxmlformats.org/officeDocument/2006/relationships/oleObject" Target="../embeddings/oleObject179.bin"/><Relationship Id="rId10" Type="http://schemas.openxmlformats.org/officeDocument/2006/relationships/image" Target="../media/image190.wmf"/><Relationship Id="rId1" Type="http://schemas.openxmlformats.org/officeDocument/2006/relationships/oleObject" Target="../embeddings/oleObject174.bin"/></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2.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rotWithShape="0">
          <a:blip r:embed="rId1"/>
          <a:stretch>
            <a:fillRect/>
          </a:stretch>
        </a:blipFill>
        <a:effectLst/>
      </p:bgPr>
    </p:bg>
    <p:spTree>
      <p:nvGrpSpPr>
        <p:cNvPr id="1" name=""/>
        <p:cNvGrpSpPr/>
        <p:nvPr/>
      </p:nvGrpSpPr>
      <p:grpSpPr/>
    </p:spTree>
  </p:cSld>
  <p:clrMapOvr>
    <a:masterClrMapping/>
  </p:clrMapOvr>
  <p:transition spd="slow">
    <p:newsfla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6355" name="文本框 356354"/>
          <p:cNvSpPr txBox="1"/>
          <p:nvPr/>
        </p:nvSpPr>
        <p:spPr>
          <a:xfrm>
            <a:off x="323850" y="1195388"/>
            <a:ext cx="8424863" cy="488950"/>
          </a:xfrm>
          <a:prstGeom prst="rect">
            <a:avLst/>
          </a:prstGeom>
          <a:noFill/>
          <a:ln w="9525">
            <a:noFill/>
          </a:ln>
        </p:spPr>
        <p:txBody>
          <a:bodyPr>
            <a:spAutoFit/>
          </a:bodyPr>
          <a:p>
            <a:pPr marL="457200" lvl="0" indent="-457200" algn="just" eaLnBrk="1" hangingPunct="1">
              <a:spcBef>
                <a:spcPct val="50000"/>
              </a:spcBef>
              <a:buClr>
                <a:srgbClr val="000000"/>
              </a:buClr>
            </a:pPr>
            <a:r>
              <a:rPr lang="zh-CN" altLang="en-US" sz="2600" i="0" dirty="0">
                <a:latin typeface="Times New Roman" panose="02020603050405020304" pitchFamily="18" charset="0"/>
                <a:ea typeface="黑体" panose="02010609060101010101" pitchFamily="49" charset="-122"/>
              </a:rPr>
              <a:t>    物体运动具有绝对性</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描述物体运动具有相对性</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356356" name="文本框 356355"/>
          <p:cNvSpPr txBox="1"/>
          <p:nvPr/>
        </p:nvSpPr>
        <p:spPr>
          <a:xfrm>
            <a:off x="395288" y="1700213"/>
            <a:ext cx="8424862" cy="488950"/>
          </a:xfrm>
          <a:prstGeom prst="rect">
            <a:avLst/>
          </a:prstGeom>
          <a:noFill/>
          <a:ln w="9525">
            <a:noFill/>
          </a:ln>
        </p:spPr>
        <p:txBody>
          <a:bodyPr>
            <a:spAutoFit/>
          </a:bodyPr>
          <a:p>
            <a:pPr marL="457200" lvl="0" indent="-457200" algn="just" eaLnBrk="1" hangingPunct="1">
              <a:spcAft>
                <a:spcPct val="25000"/>
              </a:spcAft>
              <a:buClr>
                <a:srgbClr val="000000"/>
              </a:buClr>
            </a:pPr>
            <a:r>
              <a:rPr lang="zh-CN" altLang="en-US" sz="2600" i="0" dirty="0">
                <a:solidFill>
                  <a:srgbClr val="CC0000"/>
                </a:solidFill>
                <a:latin typeface="Times New Roman" panose="02020603050405020304" pitchFamily="18" charset="0"/>
                <a:ea typeface="黑体" panose="02010609060101010101" pitchFamily="49" charset="-122"/>
              </a:rPr>
              <a:t>参考系</a:t>
            </a:r>
            <a:r>
              <a:rPr lang="en-US" altLang="zh-CN" sz="2600" i="0">
                <a:solidFill>
                  <a:srgbClr val="CC0000"/>
                </a:solidFill>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为描述物体的运动而选作参考标准的物体</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356357" name="文本框 356356"/>
          <p:cNvSpPr txBox="1"/>
          <p:nvPr/>
        </p:nvSpPr>
        <p:spPr>
          <a:xfrm>
            <a:off x="5076825" y="3500438"/>
            <a:ext cx="3600450" cy="579437"/>
          </a:xfrm>
          <a:prstGeom prst="rect">
            <a:avLst/>
          </a:prstGeom>
          <a:noFill/>
          <a:ln w="9525">
            <a:noFill/>
          </a:ln>
        </p:spPr>
        <p:txBody>
          <a:bodyPr/>
          <a:p>
            <a:pPr lvl="0" algn="just" eaLnBrk="1" hangingPunct="1"/>
            <a:r>
              <a:rPr lang="zh-CN" altLang="en-US" sz="2800" i="0" dirty="0">
                <a:solidFill>
                  <a:srgbClr val="A50021"/>
                </a:solidFill>
                <a:latin typeface="Arial" panose="020B0604020202020204" pitchFamily="34" charset="0"/>
                <a:ea typeface="黑体" panose="02010609060101010101" pitchFamily="49" charset="-122"/>
              </a:rPr>
              <a:t>默认</a:t>
            </a:r>
            <a:r>
              <a:rPr lang="en-US" altLang="zh-CN" sz="2800" i="0">
                <a:solidFill>
                  <a:srgbClr val="A50021"/>
                </a:solidFill>
                <a:latin typeface="Arial" panose="020B0604020202020204" pitchFamily="34" charset="0"/>
                <a:ea typeface="黑体" panose="02010609060101010101" pitchFamily="49" charset="-122"/>
              </a:rPr>
              <a:t>: </a:t>
            </a:r>
            <a:r>
              <a:rPr lang="zh-CN" altLang="en-US" sz="2800" i="0" dirty="0">
                <a:latin typeface="Arial" panose="020B0604020202020204" pitchFamily="34" charset="0"/>
                <a:ea typeface="黑体" panose="02010609060101010101" pitchFamily="49" charset="-122"/>
              </a:rPr>
              <a:t>地面参考系</a:t>
            </a:r>
            <a:endParaRPr lang="zh-CN" altLang="en-US" sz="2800" i="0" dirty="0">
              <a:latin typeface="Arial" panose="020B0604020202020204" pitchFamily="34" charset="0"/>
              <a:ea typeface="黑体" panose="02010609060101010101" pitchFamily="49" charset="-122"/>
            </a:endParaRPr>
          </a:p>
        </p:txBody>
      </p:sp>
      <p:sp>
        <p:nvSpPr>
          <p:cNvPr id="356359" name="文本框 356358"/>
          <p:cNvSpPr txBox="1"/>
          <p:nvPr/>
        </p:nvSpPr>
        <p:spPr>
          <a:xfrm>
            <a:off x="395288" y="2347913"/>
            <a:ext cx="3565525" cy="1282700"/>
          </a:xfrm>
          <a:prstGeom prst="rect">
            <a:avLst/>
          </a:prstGeom>
          <a:noFill/>
          <a:ln w="9525">
            <a:noFill/>
          </a:ln>
        </p:spPr>
        <p:txBody>
          <a:bodyPr>
            <a:spAutoFit/>
          </a:bodyPr>
          <a:p>
            <a:pPr lvl="0" eaLnBrk="1" hangingPunct="1">
              <a:spcBef>
                <a:spcPct val="30000"/>
              </a:spcBef>
              <a:buClr>
                <a:srgbClr val="000000"/>
              </a:buClr>
            </a:pPr>
            <a:r>
              <a:rPr lang="zh-CN" altLang="en-US" sz="2600" i="0" dirty="0">
                <a:latin typeface="Times New Roman" panose="02020603050405020304" pitchFamily="18" charset="0"/>
                <a:ea typeface="黑体" panose="02010609060101010101" pitchFamily="49" charset="-122"/>
              </a:rPr>
              <a:t>无名氏唐词</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摊破浣溪沙</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中国古人的相对运动描述</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356360" name="文本框 356359"/>
          <p:cNvSpPr txBox="1"/>
          <p:nvPr/>
        </p:nvSpPr>
        <p:spPr>
          <a:xfrm>
            <a:off x="684213" y="3571875"/>
            <a:ext cx="3455987" cy="3013075"/>
          </a:xfrm>
          <a:prstGeom prst="rect">
            <a:avLst/>
          </a:prstGeom>
          <a:noFill/>
          <a:ln w="9525">
            <a:noFill/>
          </a:ln>
        </p:spPr>
        <p:txBody>
          <a:bodyPr>
            <a:spAutoFit/>
          </a:bodyPr>
          <a:p>
            <a:pPr lvl="0" eaLnBrk="1" hangingPunct="1"/>
            <a:r>
              <a:rPr lang="zh-CN" altLang="en-US" sz="2400" i="0" dirty="0">
                <a:latin typeface="楷体_GB2312" pitchFamily="49" charset="-122"/>
                <a:ea typeface="楷体_GB2312" pitchFamily="49" charset="-122"/>
              </a:rPr>
              <a:t>五里滩头风欲平</a:t>
            </a:r>
            <a:r>
              <a:rPr lang="en-US" altLang="zh-CN" sz="2400" i="0">
                <a:latin typeface="楷体_GB2312" pitchFamily="49" charset="-122"/>
                <a:ea typeface="楷体_GB2312" pitchFamily="49" charset="-122"/>
              </a:rPr>
              <a:t>,</a:t>
            </a:r>
            <a:endParaRPr lang="en-US" altLang="zh-CN" sz="2400" i="0">
              <a:latin typeface="楷体_GB2312" pitchFamily="49" charset="-122"/>
              <a:ea typeface="楷体_GB2312" pitchFamily="49" charset="-122"/>
            </a:endParaRPr>
          </a:p>
          <a:p>
            <a:pPr lvl="0" eaLnBrk="1" hangingPunct="1"/>
            <a:r>
              <a:rPr lang="zh-CN" altLang="en-US" sz="2400" i="0" dirty="0">
                <a:latin typeface="楷体_GB2312" pitchFamily="49" charset="-122"/>
                <a:ea typeface="楷体_GB2312" pitchFamily="49" charset="-122"/>
              </a:rPr>
              <a:t>张帆举棹觉船轻。</a:t>
            </a:r>
            <a:endParaRPr lang="zh-CN" altLang="en-US" sz="2400" i="0" dirty="0">
              <a:latin typeface="楷体_GB2312" pitchFamily="49" charset="-122"/>
              <a:ea typeface="楷体_GB2312" pitchFamily="49" charset="-122"/>
            </a:endParaRPr>
          </a:p>
          <a:p>
            <a:pPr lvl="0" eaLnBrk="1" hangingPunct="1"/>
            <a:r>
              <a:rPr lang="zh-CN" altLang="en-US" sz="2400" i="0" dirty="0">
                <a:latin typeface="楷体_GB2312" pitchFamily="49" charset="-122"/>
                <a:ea typeface="楷体_GB2312" pitchFamily="49" charset="-122"/>
              </a:rPr>
              <a:t>柔橹不施停却棹，</a:t>
            </a:r>
            <a:endParaRPr lang="zh-CN" altLang="en-US" sz="2400" i="0" dirty="0">
              <a:latin typeface="楷体_GB2312" pitchFamily="49" charset="-122"/>
              <a:ea typeface="楷体_GB2312" pitchFamily="49" charset="-122"/>
            </a:endParaRPr>
          </a:p>
          <a:p>
            <a:pPr lvl="0" eaLnBrk="1" hangingPunct="1">
              <a:buClr>
                <a:srgbClr val="000000"/>
              </a:buClr>
            </a:pPr>
            <a:r>
              <a:rPr lang="zh-CN" altLang="en-US" sz="2400" i="0" dirty="0">
                <a:latin typeface="楷体_GB2312" pitchFamily="49" charset="-122"/>
                <a:ea typeface="楷体_GB2312" pitchFamily="49" charset="-122"/>
              </a:rPr>
              <a:t>是船行。</a:t>
            </a:r>
            <a:endParaRPr lang="zh-CN" altLang="en-US" sz="2400" i="0" dirty="0">
              <a:latin typeface="楷体_GB2312" pitchFamily="49" charset="-122"/>
              <a:ea typeface="楷体_GB2312" pitchFamily="49" charset="-122"/>
            </a:endParaRPr>
          </a:p>
          <a:p>
            <a:pPr lvl="0" eaLnBrk="1" hangingPunct="1">
              <a:buClr>
                <a:srgbClr val="000000"/>
              </a:buClr>
            </a:pPr>
            <a:r>
              <a:rPr lang="zh-CN" altLang="en-US" sz="2400" i="0" dirty="0">
                <a:latin typeface="楷体_GB2312" pitchFamily="49" charset="-122"/>
                <a:ea typeface="楷体_GB2312" pitchFamily="49" charset="-122"/>
              </a:rPr>
              <a:t>满眼风波多闪灼，</a:t>
            </a:r>
            <a:endParaRPr lang="zh-CN" altLang="en-US" sz="2400" i="0" dirty="0">
              <a:latin typeface="楷体_GB2312" pitchFamily="49" charset="-122"/>
              <a:ea typeface="楷体_GB2312" pitchFamily="49" charset="-122"/>
            </a:endParaRPr>
          </a:p>
          <a:p>
            <a:pPr lvl="0" eaLnBrk="1" hangingPunct="1">
              <a:buClr>
                <a:srgbClr val="000000"/>
              </a:buClr>
            </a:pPr>
            <a:r>
              <a:rPr lang="zh-CN" altLang="en-US" sz="2400" i="0" dirty="0">
                <a:latin typeface="楷体_GB2312" pitchFamily="49" charset="-122"/>
                <a:ea typeface="楷体_GB2312" pitchFamily="49" charset="-122"/>
              </a:rPr>
              <a:t>看山恰似走来迎。</a:t>
            </a:r>
            <a:endParaRPr lang="zh-CN" altLang="en-US" sz="2400" i="0" dirty="0">
              <a:latin typeface="楷体_GB2312" pitchFamily="49" charset="-122"/>
              <a:ea typeface="楷体_GB2312" pitchFamily="49" charset="-122"/>
            </a:endParaRPr>
          </a:p>
          <a:p>
            <a:pPr lvl="0" eaLnBrk="1" hangingPunct="1">
              <a:buClr>
                <a:srgbClr val="000000"/>
              </a:buClr>
            </a:pPr>
            <a:r>
              <a:rPr lang="zh-CN" altLang="en-US" sz="2400" i="0" dirty="0">
                <a:latin typeface="楷体_GB2312" pitchFamily="49" charset="-122"/>
                <a:ea typeface="楷体_GB2312" pitchFamily="49" charset="-122"/>
              </a:rPr>
              <a:t>子细看山山不动，</a:t>
            </a:r>
            <a:endParaRPr lang="zh-CN" altLang="en-US" sz="2400" i="0" dirty="0">
              <a:latin typeface="楷体_GB2312" pitchFamily="49" charset="-122"/>
              <a:ea typeface="楷体_GB2312" pitchFamily="49" charset="-122"/>
            </a:endParaRPr>
          </a:p>
          <a:p>
            <a:pPr lvl="0" eaLnBrk="1" hangingPunct="1">
              <a:buClr>
                <a:srgbClr val="000000"/>
              </a:buClr>
            </a:pPr>
            <a:r>
              <a:rPr lang="zh-CN" altLang="en-US" sz="2400" i="0" dirty="0">
                <a:latin typeface="楷体_GB2312" pitchFamily="49" charset="-122"/>
                <a:ea typeface="楷体_GB2312" pitchFamily="49" charset="-122"/>
              </a:rPr>
              <a:t>是船行。 </a:t>
            </a:r>
            <a:endParaRPr lang="zh-CN" altLang="en-US" sz="2400" i="0" dirty="0">
              <a:latin typeface="楷体_GB2312" pitchFamily="49" charset="-122"/>
              <a:ea typeface="楷体_GB2312" pitchFamily="49" charset="-122"/>
            </a:endParaRPr>
          </a:p>
        </p:txBody>
      </p:sp>
      <p:sp>
        <p:nvSpPr>
          <p:cNvPr id="356362" name="文本框 356361"/>
          <p:cNvSpPr txBox="1"/>
          <p:nvPr/>
        </p:nvSpPr>
        <p:spPr>
          <a:xfrm>
            <a:off x="395288" y="188913"/>
            <a:ext cx="8353425" cy="519112"/>
          </a:xfrm>
          <a:prstGeom prst="rect">
            <a:avLst/>
          </a:prstGeom>
          <a:noFill/>
          <a:ln w="9525">
            <a:noFill/>
          </a:ln>
        </p:spPr>
        <p:txBody>
          <a:bodyPr>
            <a:spAutoFit/>
          </a:bodyPr>
          <a:p>
            <a:pPr lvl="0" algn="ctr" eaLnBrk="1" hangingPunct="1">
              <a:spcBef>
                <a:spcPct val="50000"/>
              </a:spcBef>
              <a:buClr>
                <a:srgbClr val="000000"/>
              </a:buClr>
            </a:pPr>
            <a:r>
              <a:rPr lang="en-US" altLang="zh-CN" sz="2800" i="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1.1  </a:t>
            </a:r>
            <a:r>
              <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参考系和坐标系  位矢  位移和路程</a:t>
            </a:r>
            <a:endPar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56363" name="文本框 356362"/>
          <p:cNvSpPr txBox="1"/>
          <p:nvPr/>
        </p:nvSpPr>
        <p:spPr>
          <a:xfrm>
            <a:off x="250825" y="692150"/>
            <a:ext cx="3957638" cy="488950"/>
          </a:xfrm>
          <a:prstGeom prst="rect">
            <a:avLst/>
          </a:prstGeom>
          <a:noFill/>
          <a:ln w="9525">
            <a:noFill/>
          </a:ln>
        </p:spPr>
        <p:txBody>
          <a:bodyPr>
            <a:spAutoFit/>
          </a:bodyPr>
          <a:p>
            <a:pPr lvl="0" algn="just" eaLnBrk="1" hangingPunct="1">
              <a:buClr>
                <a:srgbClr val="CC0000"/>
              </a:buClr>
            </a:pPr>
            <a:r>
              <a:rPr lang="en-US" altLang="zh-CN" sz="2600" i="0">
                <a:solidFill>
                  <a:srgbClr val="0000CC"/>
                </a:solidFill>
                <a:latin typeface="Times New Roman" panose="02020603050405020304" pitchFamily="18" charset="0"/>
                <a:ea typeface="黑体" panose="02010609060101010101" pitchFamily="49" charset="-122"/>
              </a:rPr>
              <a:t>1.1.1  </a:t>
            </a:r>
            <a:r>
              <a:rPr lang="zh-CN" altLang="en-US" sz="2600" i="0" dirty="0">
                <a:solidFill>
                  <a:srgbClr val="0000CC"/>
                </a:solidFill>
                <a:latin typeface="Times New Roman" panose="02020603050405020304" pitchFamily="18" charset="0"/>
                <a:ea typeface="黑体" panose="02010609060101010101" pitchFamily="49" charset="-122"/>
              </a:rPr>
              <a:t>参考系</a:t>
            </a:r>
            <a:endParaRPr lang="zh-CN" altLang="en-US" sz="2600" i="0" dirty="0">
              <a:solidFill>
                <a:srgbClr val="0000CC"/>
              </a:solidFill>
              <a:latin typeface="Times New Roman" panose="02020603050405020304" pitchFamily="18" charset="0"/>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ontrols>
      <mc:AlternateContent xmlns:mc="http://schemas.openxmlformats.org/markup-compatibility/2006">
        <mc:Choice xmlns:v="urn:schemas-microsoft-com:vml" Requires="v">
          <p:control spid="356358" name="" r:id="rId1" imgW="5148262" imgH="3960812"/>
        </mc:Choice>
        <mc:Fallback>
          <p:control name="" r:id="rId1" imgW="5148262" imgH="3960812">
            <p:pic>
              <p:nvPicPr>
                <p:cNvPr id="0" name="ShockwaveFlash1"/>
                <p:cNvPicPr/>
                <p:nvPr/>
              </p:nvPicPr>
              <p:blipFill>
                <a:blip r:embed="rId2"/>
                <a:stretch>
                  <a:fillRect/>
                </a:stretch>
              </p:blipFill>
              <p:spPr>
                <a:xfrm>
                  <a:off x="3995738" y="2420938"/>
                  <a:ext cx="5148262" cy="3960812"/>
                </a:xfrm>
                <a:prstGeom prst="rect">
                  <a:avLst/>
                </a:prstGeom>
              </p:spPr>
            </p:pic>
          </p:control>
        </mc:Fallback>
      </mc:AlternateContent>
    </p:controls>
  </p:cSld>
  <p:clrMapOvr>
    <a:masterClrMapping/>
  </p:clrMapOvr>
  <p:transition spd="med">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6357"/>
                                        </p:tgtEl>
                                        <p:attrNameLst>
                                          <p:attrName>style.visibility</p:attrName>
                                        </p:attrNameLst>
                                      </p:cBhvr>
                                      <p:to>
                                        <p:strVal val="visible"/>
                                      </p:to>
                                    </p:set>
                                    <p:animEffect transition="in" filter="blinds(horizontal)">
                                      <p:cBhvr>
                                        <p:cTn id="7" dur="500"/>
                                        <p:tgtEl>
                                          <p:spTgt spid="356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7378" name="文本占位符 357377"/>
          <p:cNvSpPr/>
          <p:nvPr>
            <p:ph type="body"/>
          </p:nvPr>
        </p:nvSpPr>
        <p:spPr>
          <a:xfrm>
            <a:off x="468313" y="765175"/>
            <a:ext cx="2232025" cy="488950"/>
          </a:xfrm>
          <a:prstGeom prst="rect">
            <a:avLst/>
          </a:prstGeom>
          <a:noFill/>
          <a:ln w="9525">
            <a:noFill/>
          </a:ln>
        </p:spPr>
        <p:txBody>
          <a:bodyPr vert="horz" wrap="square" lIns="91440" tIns="45720" rIns="91440" bIns="45720" anchor="t">
            <a:spAutoFit/>
          </a:bodyPr>
          <a:p>
            <a:pPr marL="0" lvl="0" indent="0" eaLnBrk="1" hangingPunct="1">
              <a:spcBef>
                <a:spcPct val="30000"/>
              </a:spcBef>
              <a:buClr>
                <a:srgbClr val="000000"/>
              </a:buClr>
              <a:buNone/>
            </a:pPr>
            <a:r>
              <a:rPr lang="zh-CN" altLang="en-US" sz="2600" b="1" dirty="0">
                <a:solidFill>
                  <a:srgbClr val="CC0000"/>
                </a:solidFill>
                <a:ea typeface="黑体" panose="02010609060101010101" pitchFamily="49" charset="-122"/>
              </a:rPr>
              <a:t>坐标系</a:t>
            </a:r>
            <a:endParaRPr lang="zh-CN" altLang="en-US" sz="2600" b="1" dirty="0">
              <a:solidFill>
                <a:srgbClr val="CC0000"/>
              </a:solidFill>
              <a:ea typeface="黑体" panose="02010609060101010101" pitchFamily="49" charset="-122"/>
            </a:endParaRPr>
          </a:p>
        </p:txBody>
      </p:sp>
      <p:sp>
        <p:nvSpPr>
          <p:cNvPr id="357381" name="文本框 357380"/>
          <p:cNvSpPr txBox="1"/>
          <p:nvPr/>
        </p:nvSpPr>
        <p:spPr>
          <a:xfrm>
            <a:off x="5435600" y="6092825"/>
            <a:ext cx="1655763" cy="488950"/>
          </a:xfrm>
          <a:prstGeom prst="rect">
            <a:avLst/>
          </a:prstGeom>
          <a:solidFill>
            <a:schemeClr val="bg1"/>
          </a:solidFill>
          <a:ln w="9525">
            <a:noFill/>
          </a:ln>
        </p:spPr>
        <p:txBody>
          <a:bodyPr>
            <a:spAutoFit/>
          </a:bodyPr>
          <a:p>
            <a:pPr lvl="0" eaLnBrk="1" hangingPunct="1">
              <a:spcBef>
                <a:spcPct val="30000"/>
              </a:spcBef>
              <a:buClr>
                <a:srgbClr val="000000"/>
              </a:buClr>
            </a:pPr>
            <a:r>
              <a:rPr lang="zh-CN" altLang="en-US" sz="2600" i="0" dirty="0">
                <a:latin typeface="Times New Roman" panose="02020603050405020304" pitchFamily="18" charset="0"/>
                <a:ea typeface="黑体" panose="02010609060101010101" pitchFamily="49" charset="-122"/>
              </a:rPr>
              <a:t> 球坐标系</a:t>
            </a:r>
            <a:endParaRPr lang="zh-CN" altLang="en-US" sz="2600" i="0" dirty="0">
              <a:latin typeface="Times New Roman" panose="02020603050405020304" pitchFamily="18" charset="0"/>
              <a:ea typeface="黑体" panose="02010609060101010101" pitchFamily="49" charset="-122"/>
            </a:endParaRPr>
          </a:p>
        </p:txBody>
      </p:sp>
      <p:sp>
        <p:nvSpPr>
          <p:cNvPr id="357383" name="文本框 357382"/>
          <p:cNvSpPr txBox="1"/>
          <p:nvPr/>
        </p:nvSpPr>
        <p:spPr>
          <a:xfrm>
            <a:off x="539750" y="5661025"/>
            <a:ext cx="2160588" cy="488950"/>
          </a:xfrm>
          <a:prstGeom prst="rect">
            <a:avLst/>
          </a:prstGeom>
          <a:noFill/>
          <a:ln w="9525">
            <a:noFill/>
          </a:ln>
        </p:spPr>
        <p:txBody>
          <a:bodyPr>
            <a:spAutoFit/>
          </a:bodyPr>
          <a:p>
            <a:pPr lvl="0" eaLnBrk="1" hangingPunct="1">
              <a:spcBef>
                <a:spcPct val="30000"/>
              </a:spcBef>
              <a:buClr>
                <a:srgbClr val="000000"/>
              </a:buClr>
            </a:pPr>
            <a:r>
              <a:rPr lang="zh-CN" altLang="en-US" sz="2600" i="0" dirty="0">
                <a:latin typeface="Times New Roman" panose="02020603050405020304" pitchFamily="18" charset="0"/>
                <a:ea typeface="黑体" panose="02010609060101010101" pitchFamily="49" charset="-122"/>
              </a:rPr>
              <a:t> 直角坐标系</a:t>
            </a:r>
            <a:endParaRPr lang="zh-CN" altLang="en-US" sz="2600" i="0" dirty="0">
              <a:latin typeface="Times New Roman" panose="02020603050405020304" pitchFamily="18" charset="0"/>
              <a:ea typeface="黑体" panose="02010609060101010101" pitchFamily="49" charset="-122"/>
            </a:endParaRPr>
          </a:p>
        </p:txBody>
      </p:sp>
      <p:sp>
        <p:nvSpPr>
          <p:cNvPr id="357384" name="文本框 357383"/>
          <p:cNvSpPr txBox="1"/>
          <p:nvPr/>
        </p:nvSpPr>
        <p:spPr>
          <a:xfrm>
            <a:off x="6588125" y="4724400"/>
            <a:ext cx="2376488" cy="488950"/>
          </a:xfrm>
          <a:prstGeom prst="rect">
            <a:avLst/>
          </a:prstGeom>
          <a:noFill/>
          <a:ln w="9525">
            <a:noFill/>
          </a:ln>
        </p:spPr>
        <p:txBody>
          <a:bodyPr>
            <a:spAutoFit/>
          </a:bodyPr>
          <a:p>
            <a:pPr lvl="0" eaLnBrk="1" hangingPunct="1">
              <a:spcBef>
                <a:spcPct val="30000"/>
              </a:spcBef>
              <a:buClr>
                <a:srgbClr val="000000"/>
              </a:buClr>
            </a:pPr>
            <a:r>
              <a:rPr lang="zh-CN" altLang="en-US" sz="2600" i="0" dirty="0">
                <a:latin typeface="Times New Roman" panose="02020603050405020304" pitchFamily="18" charset="0"/>
                <a:ea typeface="黑体" panose="02010609060101010101" pitchFamily="49" charset="-122"/>
              </a:rPr>
              <a:t> 自然坐标系</a:t>
            </a:r>
            <a:endParaRPr lang="zh-CN" altLang="en-US" sz="2600" i="0" dirty="0">
              <a:latin typeface="Times New Roman" panose="02020603050405020304" pitchFamily="18" charset="0"/>
              <a:ea typeface="黑体" panose="02010609060101010101" pitchFamily="49" charset="-122"/>
            </a:endParaRPr>
          </a:p>
        </p:txBody>
      </p:sp>
      <p:sp>
        <p:nvSpPr>
          <p:cNvPr id="357385" name="文本框 357384"/>
          <p:cNvSpPr txBox="1"/>
          <p:nvPr/>
        </p:nvSpPr>
        <p:spPr>
          <a:xfrm>
            <a:off x="1763713" y="765175"/>
            <a:ext cx="6985000" cy="488950"/>
          </a:xfrm>
          <a:prstGeom prst="rect">
            <a:avLst/>
          </a:prstGeom>
          <a:noFill/>
          <a:ln w="9525">
            <a:noFill/>
          </a:ln>
        </p:spPr>
        <p:txBody>
          <a:bodyPr>
            <a:spAutoFit/>
          </a:bodyPr>
          <a:p>
            <a:pPr lvl="0" algn="just" eaLnBrk="1" hangingPunct="1">
              <a:spcBef>
                <a:spcPct val="30000"/>
              </a:spcBef>
              <a:buClr>
                <a:srgbClr val="000000"/>
              </a:buClr>
            </a:pPr>
            <a:r>
              <a:rPr lang="zh-CN" altLang="en-US" sz="2600" i="0" dirty="0">
                <a:latin typeface="Times New Roman" panose="02020603050405020304" pitchFamily="18" charset="0"/>
                <a:ea typeface="黑体" panose="02010609060101010101" pitchFamily="49" charset="-122"/>
              </a:rPr>
              <a:t>用以标定物体的空间位置而设置的坐标系统</a:t>
            </a:r>
            <a:endParaRPr lang="zh-CN" altLang="en-US" sz="2600" i="0" dirty="0">
              <a:latin typeface="Times New Roman" panose="02020603050405020304" pitchFamily="18" charset="0"/>
              <a:ea typeface="黑体" panose="02010609060101010101" pitchFamily="49" charset="-122"/>
            </a:endParaRPr>
          </a:p>
        </p:txBody>
      </p:sp>
      <p:sp>
        <p:nvSpPr>
          <p:cNvPr id="357386" name="文本框 357385"/>
          <p:cNvSpPr txBox="1"/>
          <p:nvPr/>
        </p:nvSpPr>
        <p:spPr>
          <a:xfrm>
            <a:off x="250825" y="333375"/>
            <a:ext cx="3957638" cy="488950"/>
          </a:xfrm>
          <a:prstGeom prst="rect">
            <a:avLst/>
          </a:prstGeom>
          <a:noFill/>
          <a:ln w="9525">
            <a:noFill/>
          </a:ln>
        </p:spPr>
        <p:txBody>
          <a:bodyPr>
            <a:spAutoFit/>
          </a:bodyPr>
          <a:p>
            <a:pPr lvl="0" algn="just" eaLnBrk="1" hangingPunct="1">
              <a:buClr>
                <a:srgbClr val="CC0000"/>
              </a:buClr>
            </a:pPr>
            <a:r>
              <a:rPr lang="en-US" altLang="zh-CN" sz="2600" i="0">
                <a:solidFill>
                  <a:srgbClr val="0000CC"/>
                </a:solidFill>
                <a:latin typeface="Times New Roman" panose="02020603050405020304" pitchFamily="18" charset="0"/>
                <a:ea typeface="黑体" panose="02010609060101010101" pitchFamily="49" charset="-122"/>
              </a:rPr>
              <a:t>1.1.2  </a:t>
            </a:r>
            <a:r>
              <a:rPr lang="zh-CN" altLang="en-US" sz="2600" i="0" dirty="0">
                <a:solidFill>
                  <a:srgbClr val="0000CC"/>
                </a:solidFill>
                <a:latin typeface="Times New Roman" panose="02020603050405020304" pitchFamily="18" charset="0"/>
                <a:ea typeface="黑体" panose="02010609060101010101" pitchFamily="49" charset="-122"/>
              </a:rPr>
              <a:t>坐标系  尺和时钟</a:t>
            </a:r>
            <a:endParaRPr lang="en-US" altLang="zh-CN" sz="2600" i="0">
              <a:solidFill>
                <a:srgbClr val="0000CC"/>
              </a:solidFill>
              <a:latin typeface="Times New Roman" panose="02020603050405020304" pitchFamily="18" charset="0"/>
              <a:ea typeface="黑体" panose="02010609060101010101" pitchFamily="49" charset="-122"/>
            </a:endParaRPr>
          </a:p>
        </p:txBody>
      </p:sp>
      <p:sp>
        <p:nvSpPr>
          <p:cNvPr id="357387" name="文本框 357386"/>
          <p:cNvSpPr txBox="1"/>
          <p:nvPr/>
        </p:nvSpPr>
        <p:spPr>
          <a:xfrm>
            <a:off x="469900" y="1355725"/>
            <a:ext cx="3957638" cy="488950"/>
          </a:xfrm>
          <a:prstGeom prst="rect">
            <a:avLst/>
          </a:prstGeom>
          <a:noFill/>
          <a:ln w="9525">
            <a:noFill/>
          </a:ln>
        </p:spPr>
        <p:txBody>
          <a:bodyPr>
            <a:spAutoFit/>
          </a:bodyPr>
          <a:p>
            <a:pPr lvl="0" algn="just" eaLnBrk="1" hangingPunct="1">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尺</a:t>
            </a:r>
            <a:endParaRPr lang="en-US" altLang="zh-CN" sz="2600" i="0">
              <a:solidFill>
                <a:srgbClr val="CC0000"/>
              </a:solidFill>
              <a:latin typeface="Times New Roman" panose="02020603050405020304" pitchFamily="18" charset="0"/>
              <a:ea typeface="黑体" panose="02010609060101010101" pitchFamily="49" charset="-122"/>
            </a:endParaRPr>
          </a:p>
        </p:txBody>
      </p:sp>
      <p:sp>
        <p:nvSpPr>
          <p:cNvPr id="357388" name="文本框 357387"/>
          <p:cNvSpPr txBox="1"/>
          <p:nvPr/>
        </p:nvSpPr>
        <p:spPr>
          <a:xfrm>
            <a:off x="971550" y="1379538"/>
            <a:ext cx="7921625" cy="488950"/>
          </a:xfrm>
          <a:prstGeom prst="rect">
            <a:avLst/>
          </a:prstGeom>
          <a:noFill/>
          <a:ln w="9525">
            <a:noFill/>
          </a:ln>
        </p:spPr>
        <p:txBody>
          <a:bodyPr>
            <a:spAutoFit/>
          </a:bodyPr>
          <a:p>
            <a:pPr lvl="0" eaLnBrk="1" hangingPunct="1">
              <a:spcBef>
                <a:spcPct val="30000"/>
              </a:spcBef>
              <a:buClr>
                <a:srgbClr val="000000"/>
              </a:buClr>
            </a:pPr>
            <a:r>
              <a:rPr lang="zh-CN" altLang="en-US" sz="2600" i="0" dirty="0">
                <a:latin typeface="Times New Roman" panose="02020603050405020304" pitchFamily="18" charset="0"/>
                <a:ea typeface="黑体" panose="02010609060101010101" pitchFamily="49" charset="-122"/>
              </a:rPr>
              <a:t>用来丈量坐标值</a:t>
            </a:r>
            <a:r>
              <a:rPr lang="en-US" altLang="zh-CN" sz="2600" i="0">
                <a:latin typeface="Times New Roman" panose="02020603050405020304" pitchFamily="18" charset="0"/>
                <a:ea typeface="黑体" panose="02010609060101010101" pitchFamily="49" charset="-122"/>
              </a:rPr>
              <a:t>(</a:t>
            </a:r>
            <a:r>
              <a:rPr lang="en-US" altLang="zh-CN" sz="2600" i="1">
                <a:latin typeface="Times New Roman" panose="02020603050405020304" pitchFamily="18" charset="0"/>
                <a:ea typeface="黑体" panose="02010609060101010101" pitchFamily="49" charset="-122"/>
              </a:rPr>
              <a:t>x</a:t>
            </a:r>
            <a:r>
              <a:rPr lang="en-US" altLang="zh-CN" sz="2600" i="0">
                <a:latin typeface="Times New Roman" panose="02020603050405020304" pitchFamily="18" charset="0"/>
                <a:ea typeface="黑体" panose="02010609060101010101" pitchFamily="49" charset="-122"/>
              </a:rPr>
              <a:t>, </a:t>
            </a:r>
            <a:r>
              <a:rPr lang="en-US" altLang="zh-CN" sz="2600" i="1">
                <a:latin typeface="Times New Roman" panose="02020603050405020304" pitchFamily="18" charset="0"/>
                <a:ea typeface="黑体" panose="02010609060101010101" pitchFamily="49" charset="-122"/>
              </a:rPr>
              <a:t>y</a:t>
            </a:r>
            <a:r>
              <a:rPr lang="en-US" altLang="zh-CN" sz="2600" i="0">
                <a:latin typeface="Times New Roman" panose="02020603050405020304" pitchFamily="18" charset="0"/>
                <a:ea typeface="黑体" panose="02010609060101010101" pitchFamily="49" charset="-122"/>
              </a:rPr>
              <a:t>, </a:t>
            </a:r>
            <a:r>
              <a:rPr lang="en-US" altLang="zh-CN" sz="2600" i="1">
                <a:latin typeface="Times New Roman" panose="02020603050405020304" pitchFamily="18" charset="0"/>
                <a:ea typeface="黑体" panose="02010609060101010101" pitchFamily="49" charset="-122"/>
              </a:rPr>
              <a:t>z</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大小的工具</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单位</a:t>
            </a:r>
            <a:r>
              <a:rPr lang="en-US" altLang="zh-CN" sz="2600" i="0">
                <a:latin typeface="Times New Roman" panose="02020603050405020304" pitchFamily="18" charset="0"/>
                <a:ea typeface="黑体" panose="02010609060101010101" pitchFamily="49" charset="-122"/>
              </a:rPr>
              <a:t>: m(</a:t>
            </a:r>
            <a:r>
              <a:rPr lang="zh-CN" altLang="en-US" sz="2600" i="0" dirty="0">
                <a:latin typeface="Times New Roman" panose="02020603050405020304" pitchFamily="18" charset="0"/>
                <a:ea typeface="黑体" panose="02010609060101010101" pitchFamily="49" charset="-122"/>
              </a:rPr>
              <a:t>米</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pSp>
        <p:nvGrpSpPr>
          <p:cNvPr id="357401" name="组合 357400"/>
          <p:cNvGrpSpPr/>
          <p:nvPr/>
        </p:nvGrpSpPr>
        <p:grpSpPr>
          <a:xfrm>
            <a:off x="468313" y="2636838"/>
            <a:ext cx="3168650" cy="2824162"/>
            <a:chOff x="249" y="1646"/>
            <a:chExt cx="1996" cy="1779"/>
          </a:xfrm>
        </p:grpSpPr>
        <p:grpSp>
          <p:nvGrpSpPr>
            <p:cNvPr id="357397" name="组合 357396"/>
            <p:cNvGrpSpPr/>
            <p:nvPr/>
          </p:nvGrpSpPr>
          <p:grpSpPr>
            <a:xfrm>
              <a:off x="249" y="1646"/>
              <a:ext cx="1701" cy="1779"/>
              <a:chOff x="249" y="1646"/>
              <a:chExt cx="1701" cy="1779"/>
            </a:xfrm>
          </p:grpSpPr>
          <p:grpSp>
            <p:nvGrpSpPr>
              <p:cNvPr id="357392" name="组合 357391"/>
              <p:cNvGrpSpPr/>
              <p:nvPr/>
            </p:nvGrpSpPr>
            <p:grpSpPr>
              <a:xfrm>
                <a:off x="249" y="1706"/>
                <a:ext cx="1588" cy="1542"/>
                <a:chOff x="158" y="1979"/>
                <a:chExt cx="1588" cy="1542"/>
              </a:xfrm>
            </p:grpSpPr>
            <p:sp>
              <p:nvSpPr>
                <p:cNvPr id="357389" name="直接连接符 357388"/>
                <p:cNvSpPr/>
                <p:nvPr/>
              </p:nvSpPr>
              <p:spPr>
                <a:xfrm flipV="1">
                  <a:off x="612" y="1979"/>
                  <a:ext cx="0" cy="1043"/>
                </a:xfrm>
                <a:prstGeom prst="line">
                  <a:avLst/>
                </a:prstGeom>
                <a:ln w="38100" cap="flat" cmpd="sng">
                  <a:solidFill>
                    <a:schemeClr val="tx1"/>
                  </a:solidFill>
                  <a:prstDash val="solid"/>
                  <a:headEnd type="none" w="med" len="med"/>
                  <a:tailEnd type="triangle" w="med" len="lg"/>
                </a:ln>
              </p:spPr>
            </p:sp>
            <p:sp>
              <p:nvSpPr>
                <p:cNvPr id="357390" name="直接连接符 357389"/>
                <p:cNvSpPr/>
                <p:nvPr/>
              </p:nvSpPr>
              <p:spPr>
                <a:xfrm>
                  <a:off x="612" y="3022"/>
                  <a:ext cx="1134" cy="0"/>
                </a:xfrm>
                <a:prstGeom prst="line">
                  <a:avLst/>
                </a:prstGeom>
                <a:ln w="38100" cap="flat" cmpd="sng">
                  <a:solidFill>
                    <a:schemeClr val="tx1"/>
                  </a:solidFill>
                  <a:prstDash val="solid"/>
                  <a:headEnd type="none" w="med" len="med"/>
                  <a:tailEnd type="triangle" w="med" len="lg"/>
                </a:ln>
              </p:spPr>
            </p:sp>
            <p:sp>
              <p:nvSpPr>
                <p:cNvPr id="357391" name="直接连接符 357390"/>
                <p:cNvSpPr/>
                <p:nvPr/>
              </p:nvSpPr>
              <p:spPr>
                <a:xfrm flipH="1">
                  <a:off x="158" y="3022"/>
                  <a:ext cx="454" cy="499"/>
                </a:xfrm>
                <a:prstGeom prst="line">
                  <a:avLst/>
                </a:prstGeom>
                <a:ln w="38100" cap="flat" cmpd="sng">
                  <a:solidFill>
                    <a:schemeClr val="tx1"/>
                  </a:solidFill>
                  <a:prstDash val="solid"/>
                  <a:headEnd type="none" w="med" len="med"/>
                  <a:tailEnd type="triangle" w="med" len="lg"/>
                </a:ln>
              </p:spPr>
            </p:sp>
          </p:grpSp>
          <p:graphicFrame>
            <p:nvGraphicFramePr>
              <p:cNvPr id="357393" name="对象 357392"/>
              <p:cNvGraphicFramePr/>
              <p:nvPr/>
            </p:nvGraphicFramePr>
            <p:xfrm>
              <a:off x="249" y="3203"/>
              <a:ext cx="227" cy="222"/>
            </p:xfrm>
            <a:graphic>
              <a:graphicData uri="http://schemas.openxmlformats.org/presentationml/2006/ole">
                <mc:AlternateContent xmlns:mc="http://schemas.openxmlformats.org/markup-compatibility/2006">
                  <mc:Choice xmlns:v="urn:schemas-microsoft-com:vml" Requires="v">
                    <p:oleObj spid="_x0000_s3084" name="" r:id="rId1" imgW="127000" imgH="139700" progId="Equation.3">
                      <p:embed/>
                    </p:oleObj>
                  </mc:Choice>
                  <mc:Fallback>
                    <p:oleObj name="" r:id="rId1" imgW="127000" imgH="139700" progId="Equation.3">
                      <p:embed/>
                      <p:pic>
                        <p:nvPicPr>
                          <p:cNvPr id="0" name="图片 3083"/>
                          <p:cNvPicPr/>
                          <p:nvPr/>
                        </p:nvPicPr>
                        <p:blipFill>
                          <a:blip r:embed="rId2"/>
                          <a:stretch>
                            <a:fillRect/>
                          </a:stretch>
                        </p:blipFill>
                        <p:spPr>
                          <a:xfrm>
                            <a:off x="249" y="3203"/>
                            <a:ext cx="227" cy="222"/>
                          </a:xfrm>
                          <a:prstGeom prst="rect">
                            <a:avLst/>
                          </a:prstGeom>
                          <a:noFill/>
                          <a:ln w="38100">
                            <a:noFill/>
                            <a:miter/>
                          </a:ln>
                        </p:spPr>
                      </p:pic>
                    </p:oleObj>
                  </mc:Fallback>
                </mc:AlternateContent>
              </a:graphicData>
            </a:graphic>
          </p:graphicFrame>
          <p:graphicFrame>
            <p:nvGraphicFramePr>
              <p:cNvPr id="357394" name="对象 357393"/>
              <p:cNvGraphicFramePr/>
              <p:nvPr/>
            </p:nvGraphicFramePr>
            <p:xfrm>
              <a:off x="1701" y="2750"/>
              <a:ext cx="249" cy="263"/>
            </p:xfrm>
            <a:graphic>
              <a:graphicData uri="http://schemas.openxmlformats.org/presentationml/2006/ole">
                <mc:AlternateContent xmlns:mc="http://schemas.openxmlformats.org/markup-compatibility/2006">
                  <mc:Choice xmlns:v="urn:schemas-microsoft-com:vml" Requires="v">
                    <p:oleObj spid="_x0000_s3079" name="" r:id="rId3" imgW="139700" imgH="165100" progId="Equation.3">
                      <p:embed/>
                    </p:oleObj>
                  </mc:Choice>
                  <mc:Fallback>
                    <p:oleObj name="" r:id="rId3" imgW="139700" imgH="165100" progId="Equation.3">
                      <p:embed/>
                      <p:pic>
                        <p:nvPicPr>
                          <p:cNvPr id="0" name="图片 3078"/>
                          <p:cNvPicPr/>
                          <p:nvPr/>
                        </p:nvPicPr>
                        <p:blipFill>
                          <a:blip r:embed="rId4"/>
                          <a:stretch>
                            <a:fillRect/>
                          </a:stretch>
                        </p:blipFill>
                        <p:spPr>
                          <a:xfrm>
                            <a:off x="1701" y="2750"/>
                            <a:ext cx="249" cy="263"/>
                          </a:xfrm>
                          <a:prstGeom prst="rect">
                            <a:avLst/>
                          </a:prstGeom>
                          <a:noFill/>
                          <a:ln w="38100">
                            <a:noFill/>
                            <a:miter/>
                          </a:ln>
                        </p:spPr>
                      </p:pic>
                    </p:oleObj>
                  </mc:Fallback>
                </mc:AlternateContent>
              </a:graphicData>
            </a:graphic>
          </p:graphicFrame>
          <p:graphicFrame>
            <p:nvGraphicFramePr>
              <p:cNvPr id="357395" name="对象 357394"/>
              <p:cNvGraphicFramePr/>
              <p:nvPr/>
            </p:nvGraphicFramePr>
            <p:xfrm>
              <a:off x="476" y="1646"/>
              <a:ext cx="226" cy="202"/>
            </p:xfrm>
            <a:graphic>
              <a:graphicData uri="http://schemas.openxmlformats.org/presentationml/2006/ole">
                <mc:AlternateContent xmlns:mc="http://schemas.openxmlformats.org/markup-compatibility/2006">
                  <mc:Choice xmlns:v="urn:schemas-microsoft-com:vml" Requires="v">
                    <p:oleObj spid="_x0000_s3083" name="" r:id="rId5" imgW="127000" imgH="127000" progId="Equation.3">
                      <p:embed/>
                    </p:oleObj>
                  </mc:Choice>
                  <mc:Fallback>
                    <p:oleObj name="" r:id="rId5" imgW="127000" imgH="127000" progId="Equation.3">
                      <p:embed/>
                      <p:pic>
                        <p:nvPicPr>
                          <p:cNvPr id="0" name="图片 3082"/>
                          <p:cNvPicPr/>
                          <p:nvPr/>
                        </p:nvPicPr>
                        <p:blipFill>
                          <a:blip r:embed="rId6"/>
                          <a:stretch>
                            <a:fillRect/>
                          </a:stretch>
                        </p:blipFill>
                        <p:spPr>
                          <a:xfrm>
                            <a:off x="476" y="1646"/>
                            <a:ext cx="226" cy="202"/>
                          </a:xfrm>
                          <a:prstGeom prst="rect">
                            <a:avLst/>
                          </a:prstGeom>
                          <a:noFill/>
                          <a:ln w="38100">
                            <a:noFill/>
                            <a:miter/>
                          </a:ln>
                        </p:spPr>
                      </p:pic>
                    </p:oleObj>
                  </mc:Fallback>
                </mc:AlternateContent>
              </a:graphicData>
            </a:graphic>
          </p:graphicFrame>
          <p:graphicFrame>
            <p:nvGraphicFramePr>
              <p:cNvPr id="357396" name="对象 357395"/>
              <p:cNvGraphicFramePr/>
              <p:nvPr/>
            </p:nvGraphicFramePr>
            <p:xfrm>
              <a:off x="612" y="2750"/>
              <a:ext cx="217" cy="226"/>
            </p:xfrm>
            <a:graphic>
              <a:graphicData uri="http://schemas.openxmlformats.org/presentationml/2006/ole">
                <mc:AlternateContent xmlns:mc="http://schemas.openxmlformats.org/markup-compatibility/2006">
                  <mc:Choice xmlns:v="urn:schemas-microsoft-com:vml" Requires="v">
                    <p:oleObj spid="_x0000_s3085" name="" r:id="rId7" imgW="152400" imgH="177800" progId="Equation.3">
                      <p:embed/>
                    </p:oleObj>
                  </mc:Choice>
                  <mc:Fallback>
                    <p:oleObj name="" r:id="rId7" imgW="152400" imgH="177800" progId="Equation.3">
                      <p:embed/>
                      <p:pic>
                        <p:nvPicPr>
                          <p:cNvPr id="0" name="图片 3084"/>
                          <p:cNvPicPr/>
                          <p:nvPr/>
                        </p:nvPicPr>
                        <p:blipFill>
                          <a:blip r:embed="rId8"/>
                          <a:stretch>
                            <a:fillRect/>
                          </a:stretch>
                        </p:blipFill>
                        <p:spPr>
                          <a:xfrm>
                            <a:off x="612" y="2750"/>
                            <a:ext cx="217" cy="226"/>
                          </a:xfrm>
                          <a:prstGeom prst="rect">
                            <a:avLst/>
                          </a:prstGeom>
                          <a:noFill/>
                          <a:ln w="38100">
                            <a:noFill/>
                            <a:miter/>
                          </a:ln>
                        </p:spPr>
                      </p:pic>
                    </p:oleObj>
                  </mc:Fallback>
                </mc:AlternateContent>
              </a:graphicData>
            </a:graphic>
          </p:graphicFrame>
        </p:grpSp>
        <p:sp>
          <p:nvSpPr>
            <p:cNvPr id="357398" name="直接连接符 357397"/>
            <p:cNvSpPr/>
            <p:nvPr/>
          </p:nvSpPr>
          <p:spPr>
            <a:xfrm flipV="1">
              <a:off x="703" y="2251"/>
              <a:ext cx="680" cy="499"/>
            </a:xfrm>
            <a:prstGeom prst="line">
              <a:avLst/>
            </a:prstGeom>
            <a:ln w="57150" cap="flat" cmpd="sng">
              <a:solidFill>
                <a:srgbClr val="0000CC"/>
              </a:solidFill>
              <a:prstDash val="solid"/>
              <a:headEnd type="none" w="med" len="med"/>
              <a:tailEnd type="triangle" w="med" len="lg"/>
            </a:ln>
          </p:spPr>
        </p:sp>
        <p:graphicFrame>
          <p:nvGraphicFramePr>
            <p:cNvPr id="357399" name="对象 357398"/>
            <p:cNvGraphicFramePr/>
            <p:nvPr/>
          </p:nvGraphicFramePr>
          <p:xfrm>
            <a:off x="1338" y="2160"/>
            <a:ext cx="907" cy="270"/>
          </p:xfrm>
          <a:graphic>
            <a:graphicData uri="http://schemas.openxmlformats.org/presentationml/2006/ole">
              <mc:AlternateContent xmlns:mc="http://schemas.openxmlformats.org/markup-compatibility/2006">
                <mc:Choice xmlns:v="urn:schemas-microsoft-com:vml" Requires="v">
                  <p:oleObj spid="_x0000_s3080" name="" r:id="rId9" imgW="608965" imgH="203200" progId="Equation.3">
                    <p:embed/>
                  </p:oleObj>
                </mc:Choice>
                <mc:Fallback>
                  <p:oleObj name="" r:id="rId9" imgW="608965" imgH="203200" progId="Equation.3">
                    <p:embed/>
                    <p:pic>
                      <p:nvPicPr>
                        <p:cNvPr id="0" name="图片 3079"/>
                        <p:cNvPicPr/>
                        <p:nvPr/>
                      </p:nvPicPr>
                      <p:blipFill>
                        <a:blip r:embed="rId10"/>
                        <a:stretch>
                          <a:fillRect/>
                        </a:stretch>
                      </p:blipFill>
                      <p:spPr>
                        <a:xfrm>
                          <a:off x="1338" y="2160"/>
                          <a:ext cx="907" cy="270"/>
                        </a:xfrm>
                        <a:prstGeom prst="rect">
                          <a:avLst/>
                        </a:prstGeom>
                        <a:noFill/>
                        <a:ln w="38100">
                          <a:noFill/>
                          <a:miter/>
                        </a:ln>
                      </p:spPr>
                    </p:pic>
                  </p:oleObj>
                </mc:Fallback>
              </mc:AlternateContent>
            </a:graphicData>
          </a:graphic>
        </p:graphicFrame>
        <p:graphicFrame>
          <p:nvGraphicFramePr>
            <p:cNvPr id="357400" name="对象 357399"/>
            <p:cNvGraphicFramePr/>
            <p:nvPr/>
          </p:nvGraphicFramePr>
          <p:xfrm>
            <a:off x="930" y="2231"/>
            <a:ext cx="226" cy="243"/>
          </p:xfrm>
          <a:graphic>
            <a:graphicData uri="http://schemas.openxmlformats.org/presentationml/2006/ole">
              <mc:AlternateContent xmlns:mc="http://schemas.openxmlformats.org/markup-compatibility/2006">
                <mc:Choice xmlns:v="urn:schemas-microsoft-com:vml" Requires="v">
                  <p:oleObj spid="_x0000_s3082" name="" r:id="rId11" imgW="127000" imgH="151765" progId="Equation.3">
                    <p:embed/>
                  </p:oleObj>
                </mc:Choice>
                <mc:Fallback>
                  <p:oleObj name="" r:id="rId11" imgW="127000" imgH="151765" progId="Equation.3">
                    <p:embed/>
                    <p:pic>
                      <p:nvPicPr>
                        <p:cNvPr id="0" name="图片 3081"/>
                        <p:cNvPicPr/>
                        <p:nvPr/>
                      </p:nvPicPr>
                      <p:blipFill>
                        <a:blip r:embed="rId12"/>
                        <a:stretch>
                          <a:fillRect/>
                        </a:stretch>
                      </p:blipFill>
                      <p:spPr>
                        <a:xfrm>
                          <a:off x="930" y="2231"/>
                          <a:ext cx="226" cy="243"/>
                        </a:xfrm>
                        <a:prstGeom prst="rect">
                          <a:avLst/>
                        </a:prstGeom>
                        <a:noFill/>
                        <a:ln w="38100">
                          <a:noFill/>
                          <a:miter/>
                        </a:ln>
                      </p:spPr>
                    </p:pic>
                  </p:oleObj>
                </mc:Fallback>
              </mc:AlternateContent>
            </a:graphicData>
          </a:graphic>
        </p:graphicFrame>
      </p:grpSp>
      <p:sp>
        <p:nvSpPr>
          <p:cNvPr id="357402" name="文本框 357401"/>
          <p:cNvSpPr txBox="1"/>
          <p:nvPr/>
        </p:nvSpPr>
        <p:spPr>
          <a:xfrm>
            <a:off x="471488" y="1916113"/>
            <a:ext cx="3957637" cy="488950"/>
          </a:xfrm>
          <a:prstGeom prst="rect">
            <a:avLst/>
          </a:prstGeom>
          <a:noFill/>
          <a:ln w="9525">
            <a:noFill/>
          </a:ln>
        </p:spPr>
        <p:txBody>
          <a:bodyPr>
            <a:spAutoFit/>
          </a:bodyPr>
          <a:p>
            <a:pPr lvl="0" algn="just" eaLnBrk="1" hangingPunct="1">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时钟</a:t>
            </a:r>
            <a:endParaRPr lang="en-US" altLang="zh-CN" sz="2600" i="0">
              <a:solidFill>
                <a:srgbClr val="CC0000"/>
              </a:solidFill>
              <a:latin typeface="Times New Roman" panose="02020603050405020304" pitchFamily="18" charset="0"/>
              <a:ea typeface="黑体" panose="02010609060101010101" pitchFamily="49" charset="-122"/>
            </a:endParaRPr>
          </a:p>
        </p:txBody>
      </p:sp>
      <p:sp>
        <p:nvSpPr>
          <p:cNvPr id="357403" name="文本框 357402"/>
          <p:cNvSpPr txBox="1"/>
          <p:nvPr/>
        </p:nvSpPr>
        <p:spPr>
          <a:xfrm>
            <a:off x="1403350" y="1916113"/>
            <a:ext cx="7489825" cy="488950"/>
          </a:xfrm>
          <a:prstGeom prst="rect">
            <a:avLst/>
          </a:prstGeom>
          <a:noFill/>
          <a:ln w="9525">
            <a:noFill/>
          </a:ln>
        </p:spPr>
        <p:txBody>
          <a:bodyPr>
            <a:spAutoFit/>
          </a:bodyPr>
          <a:p>
            <a:pPr lvl="0" eaLnBrk="1" hangingPunct="1">
              <a:spcBef>
                <a:spcPct val="30000"/>
              </a:spcBef>
              <a:buClr>
                <a:srgbClr val="000000"/>
              </a:buClr>
            </a:pPr>
            <a:r>
              <a:rPr lang="zh-CN" altLang="en-US" sz="2600" i="0" dirty="0">
                <a:latin typeface="Times New Roman" panose="02020603050405020304" pitchFamily="18" charset="0"/>
                <a:ea typeface="黑体" panose="02010609060101010101" pitchFamily="49" charset="-122"/>
              </a:rPr>
              <a:t>用来测量物体运动过程经历的时间</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单位</a:t>
            </a:r>
            <a:r>
              <a:rPr lang="en-US" altLang="zh-CN" sz="2600" i="0">
                <a:latin typeface="Times New Roman" panose="02020603050405020304" pitchFamily="18" charset="0"/>
                <a:ea typeface="黑体" panose="02010609060101010101" pitchFamily="49" charset="-122"/>
              </a:rPr>
              <a:t>: s(</a:t>
            </a:r>
            <a:r>
              <a:rPr lang="zh-CN" altLang="en-US" sz="2600" i="0" dirty="0">
                <a:latin typeface="Times New Roman" panose="02020603050405020304" pitchFamily="18" charset="0"/>
                <a:ea typeface="黑体" panose="02010609060101010101" pitchFamily="49" charset="-122"/>
              </a:rPr>
              <a:t>秒</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pic>
        <p:nvPicPr>
          <p:cNvPr id="357382" name="图片 357381" descr="P1"/>
          <p:cNvPicPr>
            <a:picLocks noChangeAspect="1"/>
          </p:cNvPicPr>
          <p:nvPr/>
        </p:nvPicPr>
        <p:blipFill>
          <a:blip r:embed="rId13"/>
          <a:stretch>
            <a:fillRect/>
          </a:stretch>
        </p:blipFill>
        <p:spPr>
          <a:xfrm>
            <a:off x="4716463" y="2468563"/>
            <a:ext cx="4176712" cy="2200275"/>
          </a:xfrm>
          <a:prstGeom prst="rect">
            <a:avLst/>
          </a:prstGeom>
          <a:noFill/>
          <a:ln w="9525">
            <a:noFill/>
          </a:ln>
        </p:spPr>
      </p:pic>
      <p:graphicFrame>
        <p:nvGraphicFramePr>
          <p:cNvPr id="357407" name="对象 357406"/>
          <p:cNvGraphicFramePr/>
          <p:nvPr/>
        </p:nvGraphicFramePr>
        <p:xfrm>
          <a:off x="2987675" y="3933825"/>
          <a:ext cx="2808288" cy="2725738"/>
        </p:xfrm>
        <a:graphic>
          <a:graphicData uri="http://schemas.openxmlformats.org/presentationml/2006/ole">
            <mc:AlternateContent xmlns:mc="http://schemas.openxmlformats.org/markup-compatibility/2006">
              <mc:Choice xmlns:v="urn:schemas-microsoft-com:vml" Requires="v">
                <p:oleObj spid="_x0000_s3081" name="" r:id="rId14" imgW="3860800" imgH="3746500" progId="Photoshop.Image.8">
                  <p:embed/>
                </p:oleObj>
              </mc:Choice>
              <mc:Fallback>
                <p:oleObj name="" r:id="rId14" imgW="3860800" imgH="3746500" progId="Photoshop.Image.8">
                  <p:embed/>
                  <p:pic>
                    <p:nvPicPr>
                      <p:cNvPr id="0" name="图片 3080"/>
                      <p:cNvPicPr/>
                      <p:nvPr/>
                    </p:nvPicPr>
                    <p:blipFill>
                      <a:blip r:embed="rId15">
                        <a:clrChange>
                          <a:clrFrom>
                            <a:srgbClr val="FFFFFF"/>
                          </a:clrFrom>
                          <a:clrTo>
                            <a:srgbClr val="FFFFFF">
                              <a:alpha val="0"/>
                            </a:srgbClr>
                          </a:clrTo>
                        </a:clrChange>
                      </a:blip>
                      <a:stretch>
                        <a:fillRect/>
                      </a:stretch>
                    </p:blipFill>
                    <p:spPr>
                      <a:xfrm>
                        <a:off x="2987675" y="3933825"/>
                        <a:ext cx="2808288" cy="2725738"/>
                      </a:xfrm>
                      <a:prstGeom prst="rect">
                        <a:avLst/>
                      </a:prstGeom>
                      <a:noFill/>
                      <a:ln w="38100">
                        <a:noFill/>
                        <a:miter/>
                      </a:ln>
                    </p:spPr>
                  </p:pic>
                </p:oleObj>
              </mc:Fallback>
            </mc:AlternateContent>
          </a:graphicData>
        </a:graphic>
      </p:graphicFrame>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7378">
                                            <p:txEl>
                                              <p:charRg st="0" end="4"/>
                                            </p:txEl>
                                          </p:spTgt>
                                        </p:tgtEl>
                                        <p:attrNameLst>
                                          <p:attrName>style.visibility</p:attrName>
                                        </p:attrNameLst>
                                      </p:cBhvr>
                                      <p:to>
                                        <p:strVal val="visible"/>
                                      </p:to>
                                    </p:set>
                                    <p:animEffect transition="in" filter="blinds(horizontal)">
                                      <p:cBhvr>
                                        <p:cTn id="7" dur="500"/>
                                        <p:tgtEl>
                                          <p:spTgt spid="357378">
                                            <p:txEl>
                                              <p:charRg st="0" end="4"/>
                                            </p:txEl>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57385"/>
                                        </p:tgtEl>
                                        <p:attrNameLst>
                                          <p:attrName>style.visibility</p:attrName>
                                        </p:attrNameLst>
                                      </p:cBhvr>
                                      <p:to>
                                        <p:strVal val="visible"/>
                                      </p:to>
                                    </p:set>
                                    <p:animEffect transition="in" filter="blinds(horizontal)">
                                      <p:cBhvr>
                                        <p:cTn id="11" dur="500"/>
                                        <p:tgtEl>
                                          <p:spTgt spid="35738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57401"/>
                                        </p:tgtEl>
                                        <p:attrNameLst>
                                          <p:attrName>style.visibility</p:attrName>
                                        </p:attrNameLst>
                                      </p:cBhvr>
                                      <p:to>
                                        <p:strVal val="visible"/>
                                      </p:to>
                                    </p:set>
                                    <p:animEffect transition="in" filter="blinds(horizontal)">
                                      <p:cBhvr>
                                        <p:cTn id="16" dur="500"/>
                                        <p:tgtEl>
                                          <p:spTgt spid="357401"/>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357383"/>
                                        </p:tgtEl>
                                        <p:attrNameLst>
                                          <p:attrName>style.visibility</p:attrName>
                                        </p:attrNameLst>
                                      </p:cBhvr>
                                      <p:to>
                                        <p:strVal val="visible"/>
                                      </p:to>
                                    </p:set>
                                    <p:animEffect transition="in" filter="blinds(horizontal)">
                                      <p:cBhvr>
                                        <p:cTn id="20" dur="500"/>
                                        <p:tgtEl>
                                          <p:spTgt spid="35738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57407"/>
                                        </p:tgtEl>
                                        <p:attrNameLst>
                                          <p:attrName>style.visibility</p:attrName>
                                        </p:attrNameLst>
                                      </p:cBhvr>
                                      <p:to>
                                        <p:strVal val="visible"/>
                                      </p:to>
                                    </p:set>
                                    <p:animEffect transition="in" filter="blinds(horizontal)">
                                      <p:cBhvr>
                                        <p:cTn id="25" dur="500"/>
                                        <p:tgtEl>
                                          <p:spTgt spid="357407"/>
                                        </p:tgtEl>
                                      </p:cBhvr>
                                    </p:animEffect>
                                  </p:childTnLst>
                                </p:cTn>
                              </p:par>
                            </p:childTnLst>
                          </p:cTn>
                        </p:par>
                        <p:par>
                          <p:cTn id="26" fill="hold">
                            <p:stCondLst>
                              <p:cond delay="500"/>
                            </p:stCondLst>
                            <p:childTnLst>
                              <p:par>
                                <p:cTn id="27" presetID="3" presetClass="entr" presetSubtype="10" fill="hold" grpId="0" nodeType="afterEffect">
                                  <p:stCondLst>
                                    <p:cond delay="0"/>
                                  </p:stCondLst>
                                  <p:childTnLst>
                                    <p:set>
                                      <p:cBhvr>
                                        <p:cTn id="28" dur="1" fill="hold">
                                          <p:stCondLst>
                                            <p:cond delay="0"/>
                                          </p:stCondLst>
                                        </p:cTn>
                                        <p:tgtEl>
                                          <p:spTgt spid="357381"/>
                                        </p:tgtEl>
                                        <p:attrNameLst>
                                          <p:attrName>style.visibility</p:attrName>
                                        </p:attrNameLst>
                                      </p:cBhvr>
                                      <p:to>
                                        <p:strVal val="visible"/>
                                      </p:to>
                                    </p:set>
                                    <p:animEffect transition="in" filter="blinds(horizontal)">
                                      <p:cBhvr>
                                        <p:cTn id="29" dur="500"/>
                                        <p:tgtEl>
                                          <p:spTgt spid="357381"/>
                                        </p:tgtEl>
                                      </p:cBhvr>
                                    </p:animEffect>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nodeType="clickEffect">
                                  <p:stCondLst>
                                    <p:cond delay="0"/>
                                  </p:stCondLst>
                                  <p:childTnLst>
                                    <p:set>
                                      <p:cBhvr>
                                        <p:cTn id="33" dur="1" fill="hold">
                                          <p:stCondLst>
                                            <p:cond delay="0"/>
                                          </p:stCondLst>
                                        </p:cTn>
                                        <p:tgtEl>
                                          <p:spTgt spid="357382"/>
                                        </p:tgtEl>
                                        <p:attrNameLst>
                                          <p:attrName>style.visibility</p:attrName>
                                        </p:attrNameLst>
                                      </p:cBhvr>
                                      <p:to>
                                        <p:strVal val="visible"/>
                                      </p:to>
                                    </p:set>
                                    <p:animEffect transition="in" filter="diamond(in)">
                                      <p:cBhvr>
                                        <p:cTn id="34" dur="2000"/>
                                        <p:tgtEl>
                                          <p:spTgt spid="357382"/>
                                        </p:tgtEl>
                                      </p:cBhvr>
                                    </p:animEffect>
                                  </p:childTnLst>
                                </p:cTn>
                              </p:par>
                            </p:childTnLst>
                          </p:cTn>
                        </p:par>
                        <p:par>
                          <p:cTn id="35" fill="hold">
                            <p:stCondLst>
                              <p:cond delay="2000"/>
                            </p:stCondLst>
                            <p:childTnLst>
                              <p:par>
                                <p:cTn id="36" presetID="3" presetClass="entr" presetSubtype="10" fill="hold" grpId="0" nodeType="afterEffect">
                                  <p:stCondLst>
                                    <p:cond delay="0"/>
                                  </p:stCondLst>
                                  <p:childTnLst>
                                    <p:set>
                                      <p:cBhvr>
                                        <p:cTn id="37" dur="1" fill="hold">
                                          <p:stCondLst>
                                            <p:cond delay="0"/>
                                          </p:stCondLst>
                                        </p:cTn>
                                        <p:tgtEl>
                                          <p:spTgt spid="357384"/>
                                        </p:tgtEl>
                                        <p:attrNameLst>
                                          <p:attrName>style.visibility</p:attrName>
                                        </p:attrNameLst>
                                      </p:cBhvr>
                                      <p:to>
                                        <p:strVal val="visible"/>
                                      </p:to>
                                    </p:set>
                                    <p:animEffect transition="in" filter="blinds(horizontal)">
                                      <p:cBhvr>
                                        <p:cTn id="38" dur="500"/>
                                        <p:tgtEl>
                                          <p:spTgt spid="35738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57387"/>
                                        </p:tgtEl>
                                        <p:attrNameLst>
                                          <p:attrName>style.visibility</p:attrName>
                                        </p:attrNameLst>
                                      </p:cBhvr>
                                      <p:to>
                                        <p:strVal val="visible"/>
                                      </p:to>
                                    </p:set>
                                    <p:animEffect transition="in" filter="blinds(horizontal)">
                                      <p:cBhvr>
                                        <p:cTn id="43" dur="500"/>
                                        <p:tgtEl>
                                          <p:spTgt spid="357387"/>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357388"/>
                                        </p:tgtEl>
                                        <p:attrNameLst>
                                          <p:attrName>style.visibility</p:attrName>
                                        </p:attrNameLst>
                                      </p:cBhvr>
                                      <p:to>
                                        <p:strVal val="visible"/>
                                      </p:to>
                                    </p:set>
                                    <p:animEffect transition="in" filter="blinds(horizontal)">
                                      <p:cBhvr>
                                        <p:cTn id="46" dur="500"/>
                                        <p:tgtEl>
                                          <p:spTgt spid="357388"/>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57402"/>
                                        </p:tgtEl>
                                        <p:attrNameLst>
                                          <p:attrName>style.visibility</p:attrName>
                                        </p:attrNameLst>
                                      </p:cBhvr>
                                      <p:to>
                                        <p:strVal val="visible"/>
                                      </p:to>
                                    </p:set>
                                    <p:animEffect transition="in" filter="blinds(horizontal)">
                                      <p:cBhvr>
                                        <p:cTn id="51" dur="500"/>
                                        <p:tgtEl>
                                          <p:spTgt spid="357402"/>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357403"/>
                                        </p:tgtEl>
                                        <p:attrNameLst>
                                          <p:attrName>style.visibility</p:attrName>
                                        </p:attrNameLst>
                                      </p:cBhvr>
                                      <p:to>
                                        <p:strVal val="visible"/>
                                      </p:to>
                                    </p:set>
                                    <p:animEffect transition="in" filter="blinds(horizontal)">
                                      <p:cBhvr>
                                        <p:cTn id="54" dur="500"/>
                                        <p:tgtEl>
                                          <p:spTgt spid="357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78" grpId="0" build="p"/>
      <p:bldP spid="357381" grpId="0" animBg="1"/>
      <p:bldP spid="357383" grpId="0"/>
      <p:bldP spid="357384" grpId="0"/>
      <p:bldP spid="357385" grpId="0"/>
      <p:bldP spid="357387" grpId="0"/>
      <p:bldP spid="357388" grpId="0"/>
      <p:bldP spid="357402" grpId="0"/>
      <p:bldP spid="35740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9426" name="文本框 359425"/>
          <p:cNvSpPr txBox="1"/>
          <p:nvPr/>
        </p:nvSpPr>
        <p:spPr>
          <a:xfrm>
            <a:off x="323850" y="765175"/>
            <a:ext cx="5327650" cy="885825"/>
          </a:xfrm>
          <a:prstGeom prst="rect">
            <a:avLst/>
          </a:prstGeom>
          <a:noFill/>
          <a:ln w="9525">
            <a:noFill/>
          </a:ln>
        </p:spPr>
        <p:txBody>
          <a:bodyPr>
            <a:spAutoFit/>
          </a:bodyPr>
          <a:p>
            <a:pPr lvl="0" algn="just" eaLnBrk="1" hangingPunct="1">
              <a:spcBef>
                <a:spcPct val="30000"/>
              </a:spcBef>
              <a:buClr>
                <a:srgbClr val="000000"/>
              </a:buClr>
            </a:pPr>
            <a:r>
              <a:rPr lang="zh-CN" altLang="en-US" sz="2600" i="0" dirty="0">
                <a:latin typeface="Times New Roman" panose="02020603050405020304" pitchFamily="18" charset="0"/>
                <a:ea typeface="黑体" panose="02010609060101010101" pitchFamily="49" charset="-122"/>
              </a:rPr>
              <a:t>    从坐标原点</a:t>
            </a:r>
            <a:r>
              <a:rPr lang="en-US" altLang="zh-CN" sz="2600" i="1">
                <a:latin typeface="Times New Roman" panose="02020603050405020304" pitchFamily="18" charset="0"/>
                <a:ea typeface="黑体" panose="02010609060101010101" pitchFamily="49" charset="-122"/>
              </a:rPr>
              <a:t>O</a:t>
            </a:r>
            <a:r>
              <a:rPr lang="zh-CN" altLang="en-US" sz="2600" i="0" dirty="0">
                <a:latin typeface="Times New Roman" panose="02020603050405020304" pitchFamily="18" charset="0"/>
                <a:ea typeface="黑体" panose="02010609060101010101" pitchFamily="49" charset="-122"/>
              </a:rPr>
              <a:t>出发</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指向质点所在位置 </a:t>
            </a:r>
            <a:r>
              <a:rPr lang="en-US" altLang="zh-CN" sz="2600" i="1">
                <a:latin typeface="Times New Roman" panose="02020603050405020304" pitchFamily="18" charset="0"/>
                <a:ea typeface="黑体" panose="02010609060101010101" pitchFamily="49" charset="-122"/>
              </a:rPr>
              <a:t>P</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的一有向线段.</a:t>
            </a:r>
            <a:endParaRPr lang="zh-CN" altLang="en-US" sz="2600" i="0" dirty="0">
              <a:latin typeface="Times New Roman" panose="02020603050405020304" pitchFamily="18" charset="0"/>
              <a:ea typeface="黑体" panose="02010609060101010101" pitchFamily="49" charset="-122"/>
            </a:endParaRPr>
          </a:p>
        </p:txBody>
      </p:sp>
      <p:sp>
        <p:nvSpPr>
          <p:cNvPr id="359427" name="文本框 359426"/>
          <p:cNvSpPr txBox="1"/>
          <p:nvPr/>
        </p:nvSpPr>
        <p:spPr>
          <a:xfrm>
            <a:off x="611188" y="1733550"/>
            <a:ext cx="4968875" cy="488950"/>
          </a:xfrm>
          <a:prstGeom prst="rect">
            <a:avLst/>
          </a:prstGeom>
          <a:noFill/>
          <a:ln w="9525">
            <a:noFill/>
          </a:ln>
        </p:spPr>
        <p:txBody>
          <a:bodyPr>
            <a:spAutoFit/>
          </a:bodyPr>
          <a:p>
            <a:pPr lvl="0" algn="just" eaLnBrk="1" hangingPunct="1">
              <a:spcBef>
                <a:spcPct val="30000"/>
              </a:spcBef>
              <a:buClr>
                <a:srgbClr val="000000"/>
              </a:buClr>
            </a:pPr>
            <a:r>
              <a:rPr lang="zh-CN" altLang="en-US" sz="2600" i="0" dirty="0">
                <a:latin typeface="Times New Roman" panose="02020603050405020304" pitchFamily="18" charset="0"/>
                <a:ea typeface="黑体" panose="02010609060101010101" pitchFamily="49" charset="-122"/>
              </a:rPr>
              <a:t>位矢用坐标值表示为</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aphicFrame>
        <p:nvGraphicFramePr>
          <p:cNvPr id="359428" name="对象 359427"/>
          <p:cNvGraphicFramePr/>
          <p:nvPr/>
        </p:nvGraphicFramePr>
        <p:xfrm>
          <a:off x="1331913" y="2205038"/>
          <a:ext cx="3024187" cy="615950"/>
        </p:xfrm>
        <a:graphic>
          <a:graphicData uri="http://schemas.openxmlformats.org/presentationml/2006/ole">
            <mc:AlternateContent xmlns:mc="http://schemas.openxmlformats.org/markup-compatibility/2006">
              <mc:Choice xmlns:v="urn:schemas-microsoft-com:vml" Requires="v">
                <p:oleObj spid="_x0000_s3078" name="" r:id="rId1" imgW="989965" imgH="228600" progId="Equation.3">
                  <p:embed/>
                </p:oleObj>
              </mc:Choice>
              <mc:Fallback>
                <p:oleObj name="" r:id="rId1" imgW="989965" imgH="228600" progId="Equation.3">
                  <p:embed/>
                  <p:pic>
                    <p:nvPicPr>
                      <p:cNvPr id="0" name="图片 3077"/>
                      <p:cNvPicPr/>
                      <p:nvPr/>
                    </p:nvPicPr>
                    <p:blipFill>
                      <a:blip r:embed="rId2"/>
                      <a:stretch>
                        <a:fillRect/>
                      </a:stretch>
                    </p:blipFill>
                    <p:spPr>
                      <a:xfrm>
                        <a:off x="1331913" y="2205038"/>
                        <a:ext cx="3024187" cy="615950"/>
                      </a:xfrm>
                      <a:prstGeom prst="rect">
                        <a:avLst/>
                      </a:prstGeom>
                      <a:noFill/>
                      <a:ln w="38100">
                        <a:noFill/>
                        <a:miter/>
                      </a:ln>
                    </p:spPr>
                  </p:pic>
                </p:oleObj>
              </mc:Fallback>
            </mc:AlternateContent>
          </a:graphicData>
        </a:graphic>
      </p:graphicFrame>
      <p:sp>
        <p:nvSpPr>
          <p:cNvPr id="359429" name="文本框 359428"/>
          <p:cNvSpPr txBox="1"/>
          <p:nvPr/>
        </p:nvSpPr>
        <p:spPr>
          <a:xfrm>
            <a:off x="636588" y="2852738"/>
            <a:ext cx="3359150" cy="519112"/>
          </a:xfrm>
          <a:prstGeom prst="rect">
            <a:avLst/>
          </a:prstGeom>
          <a:noFill/>
          <a:ln w="9525">
            <a:noFill/>
          </a:ln>
        </p:spPr>
        <p:txBody>
          <a:bodyPr>
            <a:spAutoFit/>
          </a:bodyPr>
          <a:p>
            <a:pPr lvl="0" algn="just" eaLnBrk="1" hangingPunct="1">
              <a:spcBef>
                <a:spcPct val="30000"/>
              </a:spcBef>
              <a:buClr>
                <a:srgbClr val="000000"/>
              </a:buClr>
            </a:pPr>
            <a:r>
              <a:rPr lang="zh-CN" altLang="en-US" sz="2800" i="0" dirty="0">
                <a:latin typeface="Times New Roman" panose="02020603050405020304" pitchFamily="18" charset="0"/>
                <a:ea typeface="黑体" panose="02010609060101010101" pitchFamily="49" charset="-122"/>
              </a:rPr>
              <a:t>位矢的大小为</a:t>
            </a:r>
            <a:r>
              <a:rPr lang="en-US" altLang="zh-CN" sz="2800" i="0">
                <a:latin typeface="Times New Roman" panose="02020603050405020304" pitchFamily="18" charset="0"/>
                <a:ea typeface="黑体" panose="02010609060101010101" pitchFamily="49" charset="-122"/>
              </a:rPr>
              <a:t>:</a:t>
            </a:r>
            <a:endParaRPr lang="en-US" altLang="zh-CN" sz="2800" i="0">
              <a:latin typeface="Times New Roman" panose="02020603050405020304" pitchFamily="18" charset="0"/>
              <a:ea typeface="黑体" panose="02010609060101010101" pitchFamily="49" charset="-122"/>
            </a:endParaRPr>
          </a:p>
        </p:txBody>
      </p:sp>
      <p:graphicFrame>
        <p:nvGraphicFramePr>
          <p:cNvPr id="359430" name="对象 359429"/>
          <p:cNvGraphicFramePr/>
          <p:nvPr/>
        </p:nvGraphicFramePr>
        <p:xfrm>
          <a:off x="1331913" y="3357563"/>
          <a:ext cx="3168650" cy="790575"/>
        </p:xfrm>
        <a:graphic>
          <a:graphicData uri="http://schemas.openxmlformats.org/presentationml/2006/ole">
            <mc:AlternateContent xmlns:mc="http://schemas.openxmlformats.org/markup-compatibility/2006">
              <mc:Choice xmlns:v="urn:schemas-microsoft-com:vml" Requires="v">
                <p:oleObj spid="_x0000_s3086" name="" r:id="rId3" imgW="1155700" imgH="279400" progId="Equation.3">
                  <p:embed/>
                </p:oleObj>
              </mc:Choice>
              <mc:Fallback>
                <p:oleObj name="" r:id="rId3" imgW="1155700" imgH="279400" progId="Equation.3">
                  <p:embed/>
                  <p:pic>
                    <p:nvPicPr>
                      <p:cNvPr id="0" name="图片 3085"/>
                      <p:cNvPicPr/>
                      <p:nvPr/>
                    </p:nvPicPr>
                    <p:blipFill>
                      <a:blip r:embed="rId4"/>
                      <a:stretch>
                        <a:fillRect/>
                      </a:stretch>
                    </p:blipFill>
                    <p:spPr>
                      <a:xfrm>
                        <a:off x="1331913" y="3357563"/>
                        <a:ext cx="3168650" cy="790575"/>
                      </a:xfrm>
                      <a:prstGeom prst="rect">
                        <a:avLst/>
                      </a:prstGeom>
                      <a:noFill/>
                      <a:ln w="38100">
                        <a:noFill/>
                        <a:miter/>
                      </a:ln>
                    </p:spPr>
                  </p:pic>
                </p:oleObj>
              </mc:Fallback>
            </mc:AlternateContent>
          </a:graphicData>
        </a:graphic>
      </p:graphicFrame>
      <p:sp>
        <p:nvSpPr>
          <p:cNvPr id="359432" name="文本框 359431"/>
          <p:cNvSpPr txBox="1"/>
          <p:nvPr/>
        </p:nvSpPr>
        <p:spPr>
          <a:xfrm>
            <a:off x="604838" y="4292600"/>
            <a:ext cx="2887662" cy="519113"/>
          </a:xfrm>
          <a:prstGeom prst="rect">
            <a:avLst/>
          </a:prstGeom>
          <a:noFill/>
          <a:ln w="9525">
            <a:noFill/>
          </a:ln>
        </p:spPr>
        <p:txBody>
          <a:bodyPr>
            <a:spAutoFit/>
          </a:bodyPr>
          <a:p>
            <a:pPr lvl="0" algn="just" eaLnBrk="1" hangingPunct="1">
              <a:spcBef>
                <a:spcPct val="30000"/>
              </a:spcBef>
              <a:buClr>
                <a:srgbClr val="000000"/>
              </a:buClr>
            </a:pPr>
            <a:r>
              <a:rPr lang="zh-CN" altLang="en-US" sz="2800" i="0" dirty="0">
                <a:latin typeface="Times New Roman" panose="02020603050405020304" pitchFamily="18" charset="0"/>
                <a:ea typeface="黑体" panose="02010609060101010101" pitchFamily="49" charset="-122"/>
              </a:rPr>
              <a:t>位矢的方向：</a:t>
            </a:r>
            <a:endParaRPr lang="zh-CN" altLang="en-US" sz="2800" i="0" dirty="0">
              <a:latin typeface="Times New Roman" panose="02020603050405020304" pitchFamily="18" charset="0"/>
              <a:ea typeface="黑体" panose="02010609060101010101" pitchFamily="49" charset="-122"/>
            </a:endParaRPr>
          </a:p>
        </p:txBody>
      </p:sp>
      <p:graphicFrame>
        <p:nvGraphicFramePr>
          <p:cNvPr id="359433" name="对象 359432"/>
          <p:cNvGraphicFramePr/>
          <p:nvPr/>
        </p:nvGraphicFramePr>
        <p:xfrm>
          <a:off x="1225550" y="4795838"/>
          <a:ext cx="5164138" cy="1008062"/>
        </p:xfrm>
        <a:graphic>
          <a:graphicData uri="http://schemas.openxmlformats.org/presentationml/2006/ole">
            <mc:AlternateContent xmlns:mc="http://schemas.openxmlformats.org/markup-compatibility/2006">
              <mc:Choice xmlns:v="urn:schemas-microsoft-com:vml" Requires="v">
                <p:oleObj spid="_x0000_s3076" name="" r:id="rId5" imgW="2158365" imgH="393700" progId="Equation.3">
                  <p:embed/>
                </p:oleObj>
              </mc:Choice>
              <mc:Fallback>
                <p:oleObj name="" r:id="rId5" imgW="2158365" imgH="393700" progId="Equation.3">
                  <p:embed/>
                  <p:pic>
                    <p:nvPicPr>
                      <p:cNvPr id="0" name="图片 3075"/>
                      <p:cNvPicPr/>
                      <p:nvPr/>
                    </p:nvPicPr>
                    <p:blipFill>
                      <a:blip r:embed="rId6"/>
                      <a:stretch>
                        <a:fillRect/>
                      </a:stretch>
                    </p:blipFill>
                    <p:spPr>
                      <a:xfrm>
                        <a:off x="1225550" y="4795838"/>
                        <a:ext cx="5164138" cy="1008062"/>
                      </a:xfrm>
                      <a:prstGeom prst="rect">
                        <a:avLst/>
                      </a:prstGeom>
                      <a:noFill/>
                      <a:ln w="38100">
                        <a:noFill/>
                        <a:miter/>
                      </a:ln>
                    </p:spPr>
                  </p:pic>
                </p:oleObj>
              </mc:Fallback>
            </mc:AlternateContent>
          </a:graphicData>
        </a:graphic>
      </p:graphicFrame>
      <p:sp>
        <p:nvSpPr>
          <p:cNvPr id="359434" name="矩形 359433"/>
          <p:cNvSpPr/>
          <p:nvPr/>
        </p:nvSpPr>
        <p:spPr>
          <a:xfrm>
            <a:off x="250825" y="260350"/>
            <a:ext cx="5040313" cy="488950"/>
          </a:xfrm>
          <a:prstGeom prst="rect">
            <a:avLst/>
          </a:prstGeom>
          <a:noFill/>
          <a:ln w="9525">
            <a:noFill/>
          </a:ln>
        </p:spPr>
        <p:txBody>
          <a:bodyPr>
            <a:spAutoFit/>
          </a:bodyPr>
          <a:p>
            <a:pPr lvl="0" algn="just" eaLnBrk="1" hangingPunct="1">
              <a:buClr>
                <a:srgbClr val="CC0000"/>
              </a:buClr>
            </a:pPr>
            <a:r>
              <a:rPr lang="en-US" altLang="zh-CN" sz="2600" i="0">
                <a:solidFill>
                  <a:srgbClr val="0000CC"/>
                </a:solidFill>
                <a:latin typeface="Times New Roman" panose="02020603050405020304" pitchFamily="18" charset="0"/>
                <a:ea typeface="黑体" panose="02010609060101010101" pitchFamily="49" charset="-122"/>
              </a:rPr>
              <a:t>1.1.3  </a:t>
            </a:r>
            <a:r>
              <a:rPr lang="zh-CN" altLang="en-US" sz="2600" i="0" dirty="0">
                <a:solidFill>
                  <a:srgbClr val="0000CC"/>
                </a:solidFill>
                <a:latin typeface="Times New Roman" panose="02020603050405020304" pitchFamily="18" charset="0"/>
                <a:ea typeface="黑体" panose="02010609060101010101" pitchFamily="49" charset="-122"/>
              </a:rPr>
              <a:t>位矢</a:t>
            </a:r>
            <a:endParaRPr lang="zh-CN" altLang="en-US" sz="2600" i="0" dirty="0">
              <a:solidFill>
                <a:srgbClr val="0000CC"/>
              </a:solidFill>
              <a:latin typeface="Times New Roman" panose="02020603050405020304" pitchFamily="18" charset="0"/>
              <a:ea typeface="黑体" panose="02010609060101010101" pitchFamily="49" charset="-122"/>
            </a:endParaRPr>
          </a:p>
        </p:txBody>
      </p:sp>
      <p:pic>
        <p:nvPicPr>
          <p:cNvPr id="359435" name="图片 359434"/>
          <p:cNvPicPr>
            <a:picLocks noChangeAspect="1"/>
          </p:cNvPicPr>
          <p:nvPr/>
        </p:nvPicPr>
        <p:blipFill>
          <a:blip r:embed="rId7">
            <a:clrChange>
              <a:clrFrom>
                <a:srgbClr val="FFFFFF"/>
              </a:clrFrom>
              <a:clrTo>
                <a:srgbClr val="FFFFFF">
                  <a:alpha val="0"/>
                </a:srgbClr>
              </a:clrTo>
            </a:clrChange>
            <a:lum bright="-12000" contrast="24000"/>
          </a:blip>
          <a:stretch>
            <a:fillRect/>
          </a:stretch>
        </p:blipFill>
        <p:spPr>
          <a:xfrm>
            <a:off x="5435600" y="1125538"/>
            <a:ext cx="3171825" cy="3671887"/>
          </a:xfrm>
          <a:prstGeom prst="rect">
            <a:avLst/>
          </a:prstGeom>
          <a:noFill/>
          <a:ln w="9525">
            <a:noFill/>
          </a:ln>
        </p:spPr>
      </p:pic>
      <p:graphicFrame>
        <p:nvGraphicFramePr>
          <p:cNvPr id="359436" name="对象 359435"/>
          <p:cNvGraphicFramePr/>
          <p:nvPr/>
        </p:nvGraphicFramePr>
        <p:xfrm>
          <a:off x="1331913" y="5867400"/>
          <a:ext cx="4010025" cy="584200"/>
        </p:xfrm>
        <a:graphic>
          <a:graphicData uri="http://schemas.openxmlformats.org/presentationml/2006/ole">
            <mc:AlternateContent xmlns:mc="http://schemas.openxmlformats.org/markup-compatibility/2006">
              <mc:Choice xmlns:v="urn:schemas-microsoft-com:vml" Requires="v">
                <p:oleObj spid="_x0000_s3128" name="" r:id="rId8" imgW="1676400" imgH="228600" progId="Equation.3">
                  <p:embed/>
                </p:oleObj>
              </mc:Choice>
              <mc:Fallback>
                <p:oleObj name="" r:id="rId8" imgW="1676400" imgH="228600" progId="Equation.3">
                  <p:embed/>
                  <p:pic>
                    <p:nvPicPr>
                      <p:cNvPr id="0" name="图片 3127"/>
                      <p:cNvPicPr/>
                      <p:nvPr/>
                    </p:nvPicPr>
                    <p:blipFill>
                      <a:blip r:embed="rId9"/>
                      <a:stretch>
                        <a:fillRect/>
                      </a:stretch>
                    </p:blipFill>
                    <p:spPr>
                      <a:xfrm>
                        <a:off x="1331913" y="5867400"/>
                        <a:ext cx="4010025" cy="584200"/>
                      </a:xfrm>
                      <a:prstGeom prst="rect">
                        <a:avLst/>
                      </a:prstGeom>
                      <a:noFill/>
                      <a:ln w="38100">
                        <a:noFill/>
                        <a:miter/>
                      </a:ln>
                    </p:spPr>
                  </p:pic>
                </p:oleObj>
              </mc:Fallback>
            </mc:AlternateContent>
          </a:graphicData>
        </a:graphic>
      </p:graphicFrame>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9426"/>
                                        </p:tgtEl>
                                        <p:attrNameLst>
                                          <p:attrName>style.visibility</p:attrName>
                                        </p:attrNameLst>
                                      </p:cBhvr>
                                      <p:to>
                                        <p:strVal val="visible"/>
                                      </p:to>
                                    </p:set>
                                    <p:animEffect transition="in" filter="blinds(horizontal)">
                                      <p:cBhvr>
                                        <p:cTn id="7" dur="500"/>
                                        <p:tgtEl>
                                          <p:spTgt spid="3594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9427"/>
                                        </p:tgtEl>
                                        <p:attrNameLst>
                                          <p:attrName>style.visibility</p:attrName>
                                        </p:attrNameLst>
                                      </p:cBhvr>
                                      <p:to>
                                        <p:strVal val="visible"/>
                                      </p:to>
                                    </p:set>
                                    <p:animEffect transition="in" filter="blinds(horizontal)">
                                      <p:cBhvr>
                                        <p:cTn id="12" dur="500"/>
                                        <p:tgtEl>
                                          <p:spTgt spid="35942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59428"/>
                                        </p:tgtEl>
                                        <p:attrNameLst>
                                          <p:attrName>style.visibility</p:attrName>
                                        </p:attrNameLst>
                                      </p:cBhvr>
                                      <p:to>
                                        <p:strVal val="visible"/>
                                      </p:to>
                                    </p:set>
                                    <p:animEffect transition="in" filter="blinds(horizontal)">
                                      <p:cBhvr>
                                        <p:cTn id="17" dur="500"/>
                                        <p:tgtEl>
                                          <p:spTgt spid="35942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9429"/>
                                        </p:tgtEl>
                                        <p:attrNameLst>
                                          <p:attrName>style.visibility</p:attrName>
                                        </p:attrNameLst>
                                      </p:cBhvr>
                                      <p:to>
                                        <p:strVal val="visible"/>
                                      </p:to>
                                    </p:set>
                                    <p:animEffect transition="in" filter="blinds(horizontal)">
                                      <p:cBhvr>
                                        <p:cTn id="22" dur="500"/>
                                        <p:tgtEl>
                                          <p:spTgt spid="359429"/>
                                        </p:tgtEl>
                                      </p:cBhvr>
                                    </p:animEffect>
                                  </p:childTnLst>
                                </p:cTn>
                              </p:par>
                            </p:childTnLst>
                          </p:cTn>
                        </p:par>
                        <p:par>
                          <p:cTn id="23" fill="hold">
                            <p:stCondLst>
                              <p:cond delay="500"/>
                            </p:stCondLst>
                            <p:childTnLst>
                              <p:par>
                                <p:cTn id="24" presetID="3" presetClass="entr" presetSubtype="10" fill="hold" nodeType="afterEffect">
                                  <p:stCondLst>
                                    <p:cond delay="0"/>
                                  </p:stCondLst>
                                  <p:childTnLst>
                                    <p:set>
                                      <p:cBhvr>
                                        <p:cTn id="25" dur="1" fill="hold">
                                          <p:stCondLst>
                                            <p:cond delay="0"/>
                                          </p:stCondLst>
                                        </p:cTn>
                                        <p:tgtEl>
                                          <p:spTgt spid="359430"/>
                                        </p:tgtEl>
                                        <p:attrNameLst>
                                          <p:attrName>style.visibility</p:attrName>
                                        </p:attrNameLst>
                                      </p:cBhvr>
                                      <p:to>
                                        <p:strVal val="visible"/>
                                      </p:to>
                                    </p:set>
                                    <p:animEffect transition="in" filter="blinds(horizontal)">
                                      <p:cBhvr>
                                        <p:cTn id="26" dur="500"/>
                                        <p:tgtEl>
                                          <p:spTgt spid="359430"/>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59432"/>
                                        </p:tgtEl>
                                        <p:attrNameLst>
                                          <p:attrName>style.visibility</p:attrName>
                                        </p:attrNameLst>
                                      </p:cBhvr>
                                      <p:to>
                                        <p:strVal val="visible"/>
                                      </p:to>
                                    </p:set>
                                    <p:animEffect transition="in" filter="blinds(horizontal)">
                                      <p:cBhvr>
                                        <p:cTn id="31" dur="500"/>
                                        <p:tgtEl>
                                          <p:spTgt spid="359432"/>
                                        </p:tgtEl>
                                      </p:cBhvr>
                                    </p:animEffect>
                                  </p:childTnLst>
                                </p:cTn>
                              </p:par>
                            </p:childTnLst>
                          </p:cTn>
                        </p:par>
                        <p:par>
                          <p:cTn id="32" fill="hold">
                            <p:stCondLst>
                              <p:cond delay="500"/>
                            </p:stCondLst>
                            <p:childTnLst>
                              <p:par>
                                <p:cTn id="33" presetID="3" presetClass="entr" presetSubtype="10" fill="hold" nodeType="afterEffect">
                                  <p:stCondLst>
                                    <p:cond delay="0"/>
                                  </p:stCondLst>
                                  <p:childTnLst>
                                    <p:set>
                                      <p:cBhvr>
                                        <p:cTn id="34" dur="1" fill="hold">
                                          <p:stCondLst>
                                            <p:cond delay="0"/>
                                          </p:stCondLst>
                                        </p:cTn>
                                        <p:tgtEl>
                                          <p:spTgt spid="359433"/>
                                        </p:tgtEl>
                                        <p:attrNameLst>
                                          <p:attrName>style.visibility</p:attrName>
                                        </p:attrNameLst>
                                      </p:cBhvr>
                                      <p:to>
                                        <p:strVal val="visible"/>
                                      </p:to>
                                    </p:set>
                                    <p:animEffect transition="in" filter="blinds(horizontal)">
                                      <p:cBhvr>
                                        <p:cTn id="35" dur="500"/>
                                        <p:tgtEl>
                                          <p:spTgt spid="359433"/>
                                        </p:tgtEl>
                                      </p:cBhvr>
                                    </p:animEffect>
                                  </p:childTnLst>
                                </p:cTn>
                              </p:par>
                            </p:childTnLst>
                          </p:cTn>
                        </p:par>
                        <p:par>
                          <p:cTn id="36" fill="hold">
                            <p:stCondLst>
                              <p:cond delay="1000"/>
                            </p:stCondLst>
                            <p:childTnLst>
                              <p:par>
                                <p:cTn id="37" presetID="3" presetClass="entr" presetSubtype="10" fill="hold" nodeType="afterEffect">
                                  <p:stCondLst>
                                    <p:cond delay="0"/>
                                  </p:stCondLst>
                                  <p:childTnLst>
                                    <p:set>
                                      <p:cBhvr>
                                        <p:cTn id="38" dur="1" fill="hold">
                                          <p:stCondLst>
                                            <p:cond delay="0"/>
                                          </p:stCondLst>
                                        </p:cTn>
                                        <p:tgtEl>
                                          <p:spTgt spid="359436"/>
                                        </p:tgtEl>
                                        <p:attrNameLst>
                                          <p:attrName>style.visibility</p:attrName>
                                        </p:attrNameLst>
                                      </p:cBhvr>
                                      <p:to>
                                        <p:strVal val="visible"/>
                                      </p:to>
                                    </p:set>
                                    <p:animEffect transition="in" filter="blinds(horizontal)">
                                      <p:cBhvr>
                                        <p:cTn id="39" dur="500"/>
                                        <p:tgtEl>
                                          <p:spTgt spid="359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6" grpId="0"/>
      <p:bldP spid="359427" grpId="0"/>
      <p:bldP spid="359429" grpId="0"/>
      <p:bldP spid="35943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0450" name="文本占位符 360449"/>
          <p:cNvSpPr/>
          <p:nvPr>
            <p:ph type="body"/>
          </p:nvPr>
        </p:nvSpPr>
        <p:spPr>
          <a:xfrm>
            <a:off x="468313" y="333375"/>
            <a:ext cx="5472112" cy="488950"/>
          </a:xfrm>
          <a:prstGeom prst="rect">
            <a:avLst/>
          </a:prstGeom>
          <a:noFill/>
          <a:ln w="9525">
            <a:noFill/>
          </a:ln>
        </p:spPr>
        <p:txBody>
          <a:bodyPr vert="horz" wrap="square" lIns="91440" tIns="45720" rIns="91440" bIns="45720" anchor="t">
            <a:spAutoFit/>
          </a:bodyPr>
          <a:p>
            <a:pPr marL="0" lvl="0" indent="0" algn="just" eaLnBrk="1" hangingPunct="1">
              <a:spcBef>
                <a:spcPct val="0"/>
              </a:spcBef>
              <a:buClr>
                <a:srgbClr val="CC0000"/>
              </a:buClr>
              <a:buNone/>
            </a:pPr>
            <a:r>
              <a:rPr lang="en-US" altLang="zh-CN" sz="2600" b="1">
                <a:solidFill>
                  <a:srgbClr val="0000CC"/>
                </a:solidFill>
                <a:ea typeface="黑体" panose="02010609060101010101" pitchFamily="49" charset="-122"/>
              </a:rPr>
              <a:t>1.1.4  </a:t>
            </a:r>
            <a:r>
              <a:rPr lang="zh-CN" altLang="en-US" sz="2600" b="1" dirty="0">
                <a:solidFill>
                  <a:srgbClr val="0000CC"/>
                </a:solidFill>
                <a:ea typeface="黑体" panose="02010609060101010101" pitchFamily="49" charset="-122"/>
              </a:rPr>
              <a:t>运动函数  轨道</a:t>
            </a:r>
            <a:endParaRPr lang="en-US" altLang="zh-CN" sz="2600" b="1">
              <a:solidFill>
                <a:srgbClr val="0000CC"/>
              </a:solidFill>
              <a:ea typeface="黑体" panose="02010609060101010101" pitchFamily="49" charset="-122"/>
            </a:endParaRPr>
          </a:p>
        </p:txBody>
      </p:sp>
      <p:graphicFrame>
        <p:nvGraphicFramePr>
          <p:cNvPr id="360451" name="对象 360450"/>
          <p:cNvGraphicFramePr/>
          <p:nvPr/>
        </p:nvGraphicFramePr>
        <p:xfrm>
          <a:off x="1042988" y="2852738"/>
          <a:ext cx="4679950" cy="649287"/>
        </p:xfrm>
        <a:graphic>
          <a:graphicData uri="http://schemas.openxmlformats.org/presentationml/2006/ole">
            <mc:AlternateContent xmlns:mc="http://schemas.openxmlformats.org/markup-compatibility/2006">
              <mc:Choice xmlns:v="urn:schemas-microsoft-com:vml" Requires="v">
                <p:oleObj spid="_x0000_s3125" name="" r:id="rId1" imgW="1536700" imgH="228600" progId="Equation.3">
                  <p:embed/>
                </p:oleObj>
              </mc:Choice>
              <mc:Fallback>
                <p:oleObj name="" r:id="rId1" imgW="1536700" imgH="228600" progId="Equation.3">
                  <p:embed/>
                  <p:pic>
                    <p:nvPicPr>
                      <p:cNvPr id="0" name="图片 3124"/>
                      <p:cNvPicPr/>
                      <p:nvPr/>
                    </p:nvPicPr>
                    <p:blipFill>
                      <a:blip r:embed="rId2"/>
                      <a:stretch>
                        <a:fillRect/>
                      </a:stretch>
                    </p:blipFill>
                    <p:spPr>
                      <a:xfrm>
                        <a:off x="1042988" y="2852738"/>
                        <a:ext cx="4679950" cy="649287"/>
                      </a:xfrm>
                      <a:prstGeom prst="rect">
                        <a:avLst/>
                      </a:prstGeom>
                      <a:noFill/>
                      <a:ln w="38100">
                        <a:noFill/>
                        <a:miter/>
                      </a:ln>
                    </p:spPr>
                  </p:pic>
                </p:oleObj>
              </mc:Fallback>
            </mc:AlternateContent>
          </a:graphicData>
        </a:graphic>
      </p:graphicFrame>
      <p:graphicFrame>
        <p:nvGraphicFramePr>
          <p:cNvPr id="360452" name="对象 360451"/>
          <p:cNvGraphicFramePr/>
          <p:nvPr/>
        </p:nvGraphicFramePr>
        <p:xfrm>
          <a:off x="3132138" y="1484313"/>
          <a:ext cx="1657350" cy="603250"/>
        </p:xfrm>
        <a:graphic>
          <a:graphicData uri="http://schemas.openxmlformats.org/presentationml/2006/ole">
            <mc:AlternateContent xmlns:mc="http://schemas.openxmlformats.org/markup-compatibility/2006">
              <mc:Choice xmlns:v="urn:schemas-microsoft-com:vml" Requires="v">
                <p:oleObj spid="_x0000_s3129" name="" r:id="rId3" imgW="520065" imgH="203200" progId="Equation.3">
                  <p:embed/>
                </p:oleObj>
              </mc:Choice>
              <mc:Fallback>
                <p:oleObj name="" r:id="rId3" imgW="520065" imgH="203200" progId="Equation.3">
                  <p:embed/>
                  <p:pic>
                    <p:nvPicPr>
                      <p:cNvPr id="0" name="图片 3128"/>
                      <p:cNvPicPr/>
                      <p:nvPr/>
                    </p:nvPicPr>
                    <p:blipFill>
                      <a:blip r:embed="rId4"/>
                      <a:stretch>
                        <a:fillRect/>
                      </a:stretch>
                    </p:blipFill>
                    <p:spPr>
                      <a:xfrm>
                        <a:off x="3132138" y="1484313"/>
                        <a:ext cx="1657350" cy="603250"/>
                      </a:xfrm>
                      <a:prstGeom prst="rect">
                        <a:avLst/>
                      </a:prstGeom>
                      <a:noFill/>
                      <a:ln w="38100">
                        <a:noFill/>
                        <a:miter/>
                      </a:ln>
                    </p:spPr>
                  </p:pic>
                </p:oleObj>
              </mc:Fallback>
            </mc:AlternateContent>
          </a:graphicData>
        </a:graphic>
      </p:graphicFrame>
      <p:sp>
        <p:nvSpPr>
          <p:cNvPr id="360453" name="文本框 360452"/>
          <p:cNvSpPr txBox="1"/>
          <p:nvPr/>
        </p:nvSpPr>
        <p:spPr>
          <a:xfrm>
            <a:off x="323850" y="2276475"/>
            <a:ext cx="2879725" cy="509588"/>
          </a:xfrm>
          <a:prstGeom prst="rect">
            <a:avLst/>
          </a:prstGeom>
          <a:noFill/>
          <a:ln w="9525">
            <a:noFill/>
          </a:ln>
        </p:spPr>
        <p:txBody>
          <a:bodyPr>
            <a:spAutoFit/>
          </a:bodyPr>
          <a:p>
            <a:pPr lvl="0" algn="just" eaLnBrk="1" hangingPunct="1">
              <a:lnSpc>
                <a:spcPct val="105000"/>
              </a:lnSpc>
              <a:spcBef>
                <a:spcPct val="30000"/>
              </a:spcBef>
              <a:buClr>
                <a:srgbClr val="000000"/>
              </a:buClr>
            </a:pPr>
            <a:r>
              <a:rPr lang="zh-CN" altLang="en-US" sz="2600" i="0" dirty="0">
                <a:latin typeface="Times New Roman" panose="02020603050405020304" pitchFamily="18" charset="0"/>
                <a:ea typeface="黑体" panose="02010609060101010101" pitchFamily="49" charset="-122"/>
              </a:rPr>
              <a:t>矢量形式</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360454" name="文本框 360453"/>
          <p:cNvSpPr txBox="1"/>
          <p:nvPr/>
        </p:nvSpPr>
        <p:spPr>
          <a:xfrm>
            <a:off x="323850" y="3716338"/>
            <a:ext cx="2133600" cy="509587"/>
          </a:xfrm>
          <a:prstGeom prst="rect">
            <a:avLst/>
          </a:prstGeom>
          <a:noFill/>
          <a:ln w="9525">
            <a:noFill/>
          </a:ln>
        </p:spPr>
        <p:txBody>
          <a:bodyPr>
            <a:spAutoFit/>
          </a:bodyPr>
          <a:p>
            <a:pPr lvl="0" algn="just" eaLnBrk="1" hangingPunct="1">
              <a:lnSpc>
                <a:spcPct val="105000"/>
              </a:lnSpc>
              <a:spcBef>
                <a:spcPct val="30000"/>
              </a:spcBef>
              <a:buClr>
                <a:srgbClr val="000000"/>
              </a:buClr>
            </a:pPr>
            <a:r>
              <a:rPr lang="zh-CN" altLang="en-US" sz="2600" i="0" dirty="0">
                <a:latin typeface="Times New Roman" panose="02020603050405020304" pitchFamily="18" charset="0"/>
                <a:ea typeface="黑体" panose="02010609060101010101" pitchFamily="49" charset="-122"/>
              </a:rPr>
              <a:t>参数形式</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aphicFrame>
        <p:nvGraphicFramePr>
          <p:cNvPr id="360455" name="对象 360454"/>
          <p:cNvGraphicFramePr/>
          <p:nvPr/>
        </p:nvGraphicFramePr>
        <p:xfrm>
          <a:off x="2195513" y="3716338"/>
          <a:ext cx="1571625" cy="1800225"/>
        </p:xfrm>
        <a:graphic>
          <a:graphicData uri="http://schemas.openxmlformats.org/presentationml/2006/ole">
            <mc:AlternateContent xmlns:mc="http://schemas.openxmlformats.org/markup-compatibility/2006">
              <mc:Choice xmlns:v="urn:schemas-microsoft-com:vml" Requires="v">
                <p:oleObj spid="_x0000_s3126" name="" r:id="rId5" imgW="546100" imgH="660400" progId="Equation.3">
                  <p:embed/>
                </p:oleObj>
              </mc:Choice>
              <mc:Fallback>
                <p:oleObj name="" r:id="rId5" imgW="546100" imgH="660400" progId="Equation.3">
                  <p:embed/>
                  <p:pic>
                    <p:nvPicPr>
                      <p:cNvPr id="0" name="图片 3125"/>
                      <p:cNvPicPr/>
                      <p:nvPr/>
                    </p:nvPicPr>
                    <p:blipFill>
                      <a:blip r:embed="rId6"/>
                      <a:stretch>
                        <a:fillRect/>
                      </a:stretch>
                    </p:blipFill>
                    <p:spPr>
                      <a:xfrm>
                        <a:off x="2195513" y="3716338"/>
                        <a:ext cx="1571625" cy="1800225"/>
                      </a:xfrm>
                      <a:prstGeom prst="rect">
                        <a:avLst/>
                      </a:prstGeom>
                      <a:noFill/>
                      <a:ln w="38100">
                        <a:noFill/>
                        <a:miter/>
                      </a:ln>
                    </p:spPr>
                  </p:pic>
                </p:oleObj>
              </mc:Fallback>
            </mc:AlternateContent>
          </a:graphicData>
        </a:graphic>
      </p:graphicFrame>
      <p:grpSp>
        <p:nvGrpSpPr>
          <p:cNvPr id="360456" name="组合 360455"/>
          <p:cNvGrpSpPr/>
          <p:nvPr/>
        </p:nvGrpSpPr>
        <p:grpSpPr>
          <a:xfrm>
            <a:off x="5186363" y="1844675"/>
            <a:ext cx="3922712" cy="4024313"/>
            <a:chOff x="3072" y="1248"/>
            <a:chExt cx="2471" cy="2535"/>
          </a:xfrm>
        </p:grpSpPr>
        <p:grpSp>
          <p:nvGrpSpPr>
            <p:cNvPr id="360457" name="组合 360456"/>
            <p:cNvGrpSpPr/>
            <p:nvPr/>
          </p:nvGrpSpPr>
          <p:grpSpPr>
            <a:xfrm>
              <a:off x="3072" y="1344"/>
              <a:ext cx="2448" cy="2304"/>
              <a:chOff x="3312" y="1906"/>
              <a:chExt cx="2112" cy="1887"/>
            </a:xfrm>
          </p:grpSpPr>
          <p:sp>
            <p:nvSpPr>
              <p:cNvPr id="360458" name="直接连接符 360457"/>
              <p:cNvSpPr/>
              <p:nvPr/>
            </p:nvSpPr>
            <p:spPr>
              <a:xfrm>
                <a:off x="4016" y="3143"/>
                <a:ext cx="1408" cy="0"/>
              </a:xfrm>
              <a:prstGeom prst="line">
                <a:avLst/>
              </a:prstGeom>
              <a:ln w="38100" cap="flat" cmpd="sng">
                <a:solidFill>
                  <a:schemeClr val="tx1"/>
                </a:solidFill>
                <a:prstDash val="solid"/>
                <a:headEnd type="none" w="med" len="med"/>
                <a:tailEnd type="triangle" w="med" len="lg"/>
              </a:ln>
              <a:effectLst>
                <a:outerShdw dist="12700" dir="5400000" algn="ctr" rotWithShape="0">
                  <a:schemeClr val="bg2"/>
                </a:outerShdw>
              </a:effectLst>
            </p:spPr>
          </p:sp>
          <p:sp>
            <p:nvSpPr>
              <p:cNvPr id="360459" name="直接连接符 360458"/>
              <p:cNvSpPr/>
              <p:nvPr/>
            </p:nvSpPr>
            <p:spPr>
              <a:xfrm flipV="1">
                <a:off x="4016" y="1906"/>
                <a:ext cx="0" cy="1237"/>
              </a:xfrm>
              <a:prstGeom prst="line">
                <a:avLst/>
              </a:prstGeom>
              <a:ln w="38100" cap="flat" cmpd="sng">
                <a:solidFill>
                  <a:schemeClr val="tx1"/>
                </a:solidFill>
                <a:prstDash val="solid"/>
                <a:headEnd type="none" w="med" len="med"/>
                <a:tailEnd type="triangle" w="med" len="lg"/>
              </a:ln>
              <a:effectLst>
                <a:outerShdw dist="12700" dir="5400000" algn="ctr" rotWithShape="0">
                  <a:schemeClr val="bg2"/>
                </a:outerShdw>
              </a:effectLst>
            </p:spPr>
          </p:sp>
          <p:sp>
            <p:nvSpPr>
              <p:cNvPr id="360460" name="直接连接符 360459"/>
              <p:cNvSpPr/>
              <p:nvPr/>
            </p:nvSpPr>
            <p:spPr>
              <a:xfrm flipH="1">
                <a:off x="3312" y="3143"/>
                <a:ext cx="704" cy="650"/>
              </a:xfrm>
              <a:prstGeom prst="line">
                <a:avLst/>
              </a:prstGeom>
              <a:ln w="38100" cap="flat" cmpd="sng">
                <a:solidFill>
                  <a:schemeClr val="tx1"/>
                </a:solidFill>
                <a:prstDash val="solid"/>
                <a:headEnd type="none" w="med" len="med"/>
                <a:tailEnd type="triangle" w="med" len="lg"/>
              </a:ln>
              <a:effectLst>
                <a:outerShdw dist="12700" dir="5400000" algn="ctr" rotWithShape="0">
                  <a:schemeClr val="bg2"/>
                </a:outerShdw>
              </a:effectLst>
            </p:spPr>
          </p:sp>
        </p:grpSp>
        <p:sp>
          <p:nvSpPr>
            <p:cNvPr id="360461" name="文本框 360460"/>
            <p:cNvSpPr txBox="1"/>
            <p:nvPr/>
          </p:nvSpPr>
          <p:spPr>
            <a:xfrm>
              <a:off x="3168" y="3456"/>
              <a:ext cx="352" cy="327"/>
            </a:xfrm>
            <a:prstGeom prst="rect">
              <a:avLst/>
            </a:prstGeom>
            <a:noFill/>
            <a:ln w="9525">
              <a:noFill/>
            </a:ln>
            <a:effectLst>
              <a:outerShdw dist="12700" dir="5400000" algn="ctr" rotWithShape="0">
                <a:schemeClr val="bg2"/>
              </a:outerShdw>
            </a:effectLst>
          </p:spPr>
          <p:txBody>
            <a:bodyPr>
              <a:spAutoFit/>
            </a:bodyPr>
            <a:p>
              <a:pPr lvl="0" eaLnBrk="1" hangingPunct="1">
                <a:spcBef>
                  <a:spcPct val="50000"/>
                </a:spcBef>
                <a:buClr>
                  <a:srgbClr val="000000"/>
                </a:buClr>
              </a:pPr>
              <a:r>
                <a:rPr lang="en-US" altLang="zh-CN" sz="2800" b="0" i="1">
                  <a:latin typeface="Times New Roman" panose="02020603050405020304" pitchFamily="18" charset="0"/>
                  <a:ea typeface="宋体" panose="02010600030101010101" pitchFamily="2" charset="-122"/>
                </a:rPr>
                <a:t>x</a:t>
              </a:r>
              <a:endParaRPr lang="en-US" altLang="zh-CN" sz="2800" b="0" i="1">
                <a:latin typeface="Times New Roman" panose="02020603050405020304" pitchFamily="18" charset="0"/>
                <a:ea typeface="宋体" panose="02010600030101010101" pitchFamily="2" charset="-122"/>
              </a:endParaRPr>
            </a:p>
          </p:txBody>
        </p:sp>
        <p:sp>
          <p:nvSpPr>
            <p:cNvPr id="360462" name="矩形 360461"/>
            <p:cNvSpPr/>
            <p:nvPr/>
          </p:nvSpPr>
          <p:spPr>
            <a:xfrm>
              <a:off x="3840" y="2784"/>
              <a:ext cx="228" cy="327"/>
            </a:xfrm>
            <a:prstGeom prst="rect">
              <a:avLst/>
            </a:prstGeom>
            <a:noFill/>
            <a:ln w="9525">
              <a:noFill/>
            </a:ln>
            <a:effectLst>
              <a:outerShdw dist="12700" dir="5400000" algn="ctr" rotWithShape="0">
                <a:schemeClr val="bg2"/>
              </a:outerShdw>
            </a:effectLst>
          </p:spPr>
          <p:txBody>
            <a:bodyPr wrap="none" anchor="t">
              <a:spAutoFit/>
            </a:bodyPr>
            <a:p>
              <a:pPr lvl="0" eaLnBrk="1" hangingPunct="1">
                <a:buClr>
                  <a:srgbClr val="000000"/>
                </a:buClr>
              </a:pPr>
              <a:r>
                <a:rPr lang="en-US" altLang="zh-CN" sz="2800" b="0" i="0">
                  <a:latin typeface="Times New Roman" panose="02020603050405020304" pitchFamily="18" charset="0"/>
                  <a:ea typeface="宋体" panose="02010600030101010101" pitchFamily="2" charset="-122"/>
                </a:rPr>
                <a:t>o</a:t>
              </a:r>
              <a:endParaRPr lang="en-US" altLang="zh-CN" sz="2800" b="0" i="0">
                <a:latin typeface="Times New Roman" panose="02020603050405020304" pitchFamily="18" charset="0"/>
                <a:ea typeface="宋体" panose="02010600030101010101" pitchFamily="2" charset="-122"/>
              </a:endParaRPr>
            </a:p>
          </p:txBody>
        </p:sp>
        <p:sp>
          <p:nvSpPr>
            <p:cNvPr id="360463" name="矩形 360462"/>
            <p:cNvSpPr/>
            <p:nvPr/>
          </p:nvSpPr>
          <p:spPr>
            <a:xfrm>
              <a:off x="3984" y="1248"/>
              <a:ext cx="372" cy="327"/>
            </a:xfrm>
            <a:prstGeom prst="rect">
              <a:avLst/>
            </a:prstGeom>
            <a:noFill/>
            <a:ln w="9525">
              <a:noFill/>
            </a:ln>
            <a:effectLst>
              <a:outerShdw dist="12700" dir="5400000" algn="ctr" rotWithShape="0">
                <a:schemeClr val="bg2"/>
              </a:outerShdw>
            </a:effectLst>
          </p:spPr>
          <p:txBody>
            <a:bodyPr>
              <a:spAutoFit/>
            </a:bodyPr>
            <a:p>
              <a:pPr lvl="0" eaLnBrk="1" hangingPunct="1">
                <a:buClr>
                  <a:srgbClr val="000000"/>
                </a:buClr>
              </a:pPr>
              <a:r>
                <a:rPr lang="en-US" altLang="zh-CN" sz="2800" b="0" i="1">
                  <a:latin typeface="Times New Roman" panose="02020603050405020304" pitchFamily="18" charset="0"/>
                  <a:ea typeface="宋体" panose="02010600030101010101" pitchFamily="2" charset="-122"/>
                </a:rPr>
                <a:t>z</a:t>
              </a:r>
              <a:endParaRPr lang="en-US" altLang="zh-CN" sz="2800" b="0" i="1">
                <a:latin typeface="Times New Roman" panose="02020603050405020304" pitchFamily="18" charset="0"/>
                <a:ea typeface="宋体" panose="02010600030101010101" pitchFamily="2" charset="-122"/>
              </a:endParaRPr>
            </a:p>
          </p:txBody>
        </p:sp>
        <p:sp>
          <p:nvSpPr>
            <p:cNvPr id="360464" name="矩形 360463"/>
            <p:cNvSpPr/>
            <p:nvPr/>
          </p:nvSpPr>
          <p:spPr>
            <a:xfrm>
              <a:off x="5328" y="2880"/>
              <a:ext cx="215" cy="327"/>
            </a:xfrm>
            <a:prstGeom prst="rect">
              <a:avLst/>
            </a:prstGeom>
            <a:noFill/>
            <a:ln w="9525">
              <a:noFill/>
            </a:ln>
            <a:effectLst>
              <a:outerShdw dist="12700" dir="5400000" algn="ctr" rotWithShape="0">
                <a:schemeClr val="bg2"/>
              </a:outerShdw>
            </a:effectLst>
          </p:spPr>
          <p:txBody>
            <a:bodyPr wrap="none" anchor="t">
              <a:spAutoFit/>
            </a:bodyPr>
            <a:p>
              <a:pPr lvl="0" eaLnBrk="1" hangingPunct="1">
                <a:buClr>
                  <a:srgbClr val="000000"/>
                </a:buClr>
              </a:pPr>
              <a:r>
                <a:rPr lang="en-US" altLang="zh-CN" sz="2800" b="0" i="1">
                  <a:latin typeface="Times New Roman" panose="02020603050405020304" pitchFamily="18" charset="0"/>
                  <a:ea typeface="宋体" panose="02010600030101010101" pitchFamily="2" charset="-122"/>
                </a:rPr>
                <a:t>y</a:t>
              </a:r>
              <a:endParaRPr lang="en-US" altLang="zh-CN" sz="2800" b="0" i="1">
                <a:latin typeface="Times New Roman" panose="02020603050405020304" pitchFamily="18" charset="0"/>
                <a:ea typeface="宋体" panose="02010600030101010101" pitchFamily="2" charset="-122"/>
              </a:endParaRPr>
            </a:p>
          </p:txBody>
        </p:sp>
        <p:sp>
          <p:nvSpPr>
            <p:cNvPr id="360465" name="直接连接符 360464"/>
            <p:cNvSpPr/>
            <p:nvPr/>
          </p:nvSpPr>
          <p:spPr>
            <a:xfrm flipH="1" flipV="1">
              <a:off x="3552" y="2640"/>
              <a:ext cx="352" cy="213"/>
            </a:xfrm>
            <a:prstGeom prst="line">
              <a:avLst/>
            </a:prstGeom>
            <a:ln w="38100" cap="flat" cmpd="sng">
              <a:solidFill>
                <a:srgbClr val="FF3300"/>
              </a:solidFill>
              <a:prstDash val="sysDot"/>
              <a:headEnd type="none" w="med" len="med"/>
              <a:tailEnd type="triangle" w="med" len="med"/>
            </a:ln>
            <a:effectLst>
              <a:outerShdw dist="12700" dir="5400000" algn="ctr" rotWithShape="0">
                <a:schemeClr val="bg2"/>
              </a:outerShdw>
            </a:effectLst>
          </p:spPr>
        </p:sp>
        <p:sp>
          <p:nvSpPr>
            <p:cNvPr id="360466" name="直接连接符 360465"/>
            <p:cNvSpPr/>
            <p:nvPr/>
          </p:nvSpPr>
          <p:spPr>
            <a:xfrm flipV="1">
              <a:off x="3888" y="2387"/>
              <a:ext cx="912" cy="456"/>
            </a:xfrm>
            <a:prstGeom prst="line">
              <a:avLst/>
            </a:prstGeom>
            <a:ln w="28575" cap="flat" cmpd="sng">
              <a:solidFill>
                <a:srgbClr val="FF3300"/>
              </a:solidFill>
              <a:prstDash val="solid"/>
              <a:headEnd type="none" w="med" len="med"/>
              <a:tailEnd type="triangle" w="med" len="med"/>
            </a:ln>
            <a:effectLst>
              <a:outerShdw dist="12700" dir="5400000" algn="ctr" rotWithShape="0">
                <a:schemeClr val="bg2"/>
              </a:outerShdw>
            </a:effectLst>
          </p:spPr>
        </p:sp>
        <p:graphicFrame>
          <p:nvGraphicFramePr>
            <p:cNvPr id="360467" name="对象 360466"/>
            <p:cNvGraphicFramePr/>
            <p:nvPr/>
          </p:nvGraphicFramePr>
          <p:xfrm>
            <a:off x="4176" y="2304"/>
            <a:ext cx="352" cy="390"/>
          </p:xfrm>
          <a:graphic>
            <a:graphicData uri="http://schemas.openxmlformats.org/presentationml/2006/ole">
              <mc:AlternateContent xmlns:mc="http://schemas.openxmlformats.org/markup-compatibility/2006">
                <mc:Choice xmlns:v="urn:schemas-microsoft-com:vml" Requires="v">
                  <p:oleObj spid="_x0000_s3127" name="" r:id="rId7" imgW="127000" imgH="151765" progId="Equation.3">
                    <p:embed/>
                  </p:oleObj>
                </mc:Choice>
                <mc:Fallback>
                  <p:oleObj name="" r:id="rId7" imgW="127000" imgH="151765" progId="Equation.3">
                    <p:embed/>
                    <p:pic>
                      <p:nvPicPr>
                        <p:cNvPr id="0" name="图片 3126"/>
                        <p:cNvPicPr/>
                        <p:nvPr/>
                      </p:nvPicPr>
                      <p:blipFill>
                        <a:blip r:embed="rId8">
                          <a:clrChange>
                            <a:clrFrom>
                              <a:srgbClr val="000000"/>
                            </a:clrFrom>
                            <a:clrTo>
                              <a:srgbClr val="000000"/>
                            </a:clrTo>
                          </a:clrChange>
                        </a:blip>
                        <a:stretch>
                          <a:fillRect/>
                        </a:stretch>
                      </p:blipFill>
                      <p:spPr>
                        <a:xfrm>
                          <a:off x="4176" y="2304"/>
                          <a:ext cx="352" cy="390"/>
                        </a:xfrm>
                        <a:prstGeom prst="rect">
                          <a:avLst/>
                        </a:prstGeom>
                        <a:noFill/>
                        <a:ln w="38100">
                          <a:noFill/>
                          <a:miter/>
                        </a:ln>
                        <a:effectLst>
                          <a:outerShdw dist="12700" dir="5400000" algn="ctr" rotWithShape="0">
                            <a:srgbClr val="808080"/>
                          </a:outerShdw>
                        </a:effectLst>
                      </p:spPr>
                    </p:pic>
                  </p:oleObj>
                </mc:Fallback>
              </mc:AlternateContent>
            </a:graphicData>
          </a:graphic>
        </p:graphicFrame>
        <p:sp>
          <p:nvSpPr>
            <p:cNvPr id="360468" name="文本框 360467"/>
            <p:cNvSpPr txBox="1"/>
            <p:nvPr/>
          </p:nvSpPr>
          <p:spPr>
            <a:xfrm>
              <a:off x="4800" y="2169"/>
              <a:ext cx="336" cy="327"/>
            </a:xfrm>
            <a:prstGeom prst="rect">
              <a:avLst/>
            </a:prstGeom>
            <a:noFill/>
            <a:ln w="9525">
              <a:noFill/>
            </a:ln>
          </p:spPr>
          <p:txBody>
            <a:bodyPr>
              <a:spAutoFit/>
            </a:bodyPr>
            <a:p>
              <a:pPr lvl="0" eaLnBrk="1" hangingPunct="1">
                <a:spcBef>
                  <a:spcPct val="50000"/>
                </a:spcBef>
                <a:buClr>
                  <a:srgbClr val="000000"/>
                </a:buClr>
              </a:pPr>
              <a:r>
                <a:rPr lang="en-US" altLang="zh-CN" sz="2800" b="0" i="1">
                  <a:latin typeface="Times New Roman" panose="02020603050405020304" pitchFamily="18" charset="0"/>
                  <a:ea typeface="宋体" panose="02010600030101010101" pitchFamily="2" charset="-122"/>
                </a:rPr>
                <a:t>P</a:t>
              </a:r>
              <a:endParaRPr lang="en-US" altLang="zh-CN" sz="2800" b="0" i="1">
                <a:latin typeface="Times New Roman" panose="02020603050405020304" pitchFamily="18" charset="0"/>
                <a:ea typeface="宋体" panose="02010600030101010101" pitchFamily="2" charset="-122"/>
              </a:endParaRPr>
            </a:p>
          </p:txBody>
        </p:sp>
        <p:sp>
          <p:nvSpPr>
            <p:cNvPr id="360469" name="文本框 360468"/>
            <p:cNvSpPr txBox="1"/>
            <p:nvPr/>
          </p:nvSpPr>
          <p:spPr>
            <a:xfrm>
              <a:off x="3312" y="2448"/>
              <a:ext cx="336" cy="327"/>
            </a:xfrm>
            <a:prstGeom prst="rect">
              <a:avLst/>
            </a:prstGeom>
            <a:noFill/>
            <a:ln w="9525">
              <a:noFill/>
            </a:ln>
          </p:spPr>
          <p:txBody>
            <a:bodyPr>
              <a:spAutoFit/>
            </a:bodyPr>
            <a:p>
              <a:pPr lvl="0" eaLnBrk="1" hangingPunct="1">
                <a:spcBef>
                  <a:spcPct val="50000"/>
                </a:spcBef>
                <a:buClr>
                  <a:srgbClr val="000000"/>
                </a:buClr>
              </a:pPr>
              <a:r>
                <a:rPr lang="en-US" altLang="zh-CN" sz="2800" b="0" i="1">
                  <a:latin typeface="Times New Roman" panose="02020603050405020304" pitchFamily="18" charset="0"/>
                  <a:ea typeface="宋体" panose="02010600030101010101" pitchFamily="2" charset="-122"/>
                </a:rPr>
                <a:t>Q</a:t>
              </a:r>
              <a:endParaRPr lang="en-US" altLang="zh-CN" sz="2800" b="0" i="1">
                <a:latin typeface="Times New Roman" panose="02020603050405020304" pitchFamily="18" charset="0"/>
                <a:ea typeface="宋体" panose="02010600030101010101" pitchFamily="2" charset="-122"/>
              </a:endParaRPr>
            </a:p>
          </p:txBody>
        </p:sp>
      </p:grpSp>
      <p:grpSp>
        <p:nvGrpSpPr>
          <p:cNvPr id="360470" name="组合 360469"/>
          <p:cNvGrpSpPr/>
          <p:nvPr/>
        </p:nvGrpSpPr>
        <p:grpSpPr>
          <a:xfrm>
            <a:off x="5795963" y="3276600"/>
            <a:ext cx="2992437" cy="1274763"/>
            <a:chOff x="3523" y="2405"/>
            <a:chExt cx="1885" cy="803"/>
          </a:xfrm>
        </p:grpSpPr>
        <p:sp>
          <p:nvSpPr>
            <p:cNvPr id="360471" name="任意多边形 360470"/>
            <p:cNvSpPr/>
            <p:nvPr/>
          </p:nvSpPr>
          <p:spPr>
            <a:xfrm>
              <a:off x="3523" y="2405"/>
              <a:ext cx="1885" cy="803"/>
            </a:xfrm>
            <a:custGeom>
              <a:avLst/>
              <a:gdLst/>
              <a:ahLst/>
              <a:cxnLst/>
              <a:pathLst>
                <a:path w="1885" h="803">
                  <a:moveTo>
                    <a:pt x="0" y="803"/>
                  </a:moveTo>
                  <a:cubicBezTo>
                    <a:pt x="40" y="704"/>
                    <a:pt x="133" y="319"/>
                    <a:pt x="242" y="208"/>
                  </a:cubicBezTo>
                  <a:cubicBezTo>
                    <a:pt x="351" y="97"/>
                    <a:pt x="539" y="173"/>
                    <a:pt x="655" y="140"/>
                  </a:cubicBezTo>
                  <a:cubicBezTo>
                    <a:pt x="771" y="107"/>
                    <a:pt x="827" y="0"/>
                    <a:pt x="939" y="11"/>
                  </a:cubicBezTo>
                  <a:cubicBezTo>
                    <a:pt x="1051" y="22"/>
                    <a:pt x="1259" y="121"/>
                    <a:pt x="1326" y="208"/>
                  </a:cubicBezTo>
                  <a:cubicBezTo>
                    <a:pt x="1393" y="295"/>
                    <a:pt x="1277" y="493"/>
                    <a:pt x="1343" y="535"/>
                  </a:cubicBezTo>
                  <a:cubicBezTo>
                    <a:pt x="1409" y="577"/>
                    <a:pt x="1631" y="479"/>
                    <a:pt x="1721" y="458"/>
                  </a:cubicBezTo>
                  <a:cubicBezTo>
                    <a:pt x="1811" y="437"/>
                    <a:pt x="1851" y="417"/>
                    <a:pt x="1885" y="406"/>
                  </a:cubicBezTo>
                </a:path>
              </a:pathLst>
            </a:custGeom>
            <a:noFill/>
            <a:ln w="38100" cap="flat" cmpd="sng">
              <a:solidFill>
                <a:schemeClr val="accent2"/>
              </a:solidFill>
              <a:prstDash val="solid"/>
              <a:headEnd type="none" w="med" len="med"/>
              <a:tailEnd type="none" w="med" len="med"/>
            </a:ln>
            <a:effectLst>
              <a:outerShdw dist="12700" dir="5400000" algn="ctr" rotWithShape="0">
                <a:schemeClr val="bg2"/>
              </a:outerShdw>
            </a:effectLst>
          </p:spPr>
          <p:txBody>
            <a:bodyPr/>
            <a:p>
              <a:endParaRPr lang="zh-CN" altLang="en-US"/>
            </a:p>
          </p:txBody>
        </p:sp>
        <p:sp>
          <p:nvSpPr>
            <p:cNvPr id="360472" name="直接连接符 360471"/>
            <p:cNvSpPr/>
            <p:nvPr/>
          </p:nvSpPr>
          <p:spPr>
            <a:xfrm flipH="1" flipV="1">
              <a:off x="4560" y="2448"/>
              <a:ext cx="144" cy="48"/>
            </a:xfrm>
            <a:prstGeom prst="line">
              <a:avLst/>
            </a:prstGeom>
            <a:ln w="38100" cap="flat" cmpd="sng">
              <a:solidFill>
                <a:schemeClr val="accent2"/>
              </a:solidFill>
              <a:prstDash val="solid"/>
              <a:headEnd type="none" w="med" len="med"/>
              <a:tailEnd type="triangle" w="med" len="med"/>
            </a:ln>
          </p:spPr>
        </p:sp>
      </p:grpSp>
      <p:sp>
        <p:nvSpPr>
          <p:cNvPr id="360473" name="文本框 360472"/>
          <p:cNvSpPr txBox="1"/>
          <p:nvPr/>
        </p:nvSpPr>
        <p:spPr>
          <a:xfrm>
            <a:off x="323850" y="5589588"/>
            <a:ext cx="2133600" cy="509587"/>
          </a:xfrm>
          <a:prstGeom prst="rect">
            <a:avLst/>
          </a:prstGeom>
          <a:noFill/>
          <a:ln w="9525">
            <a:noFill/>
          </a:ln>
        </p:spPr>
        <p:txBody>
          <a:bodyPr>
            <a:spAutoFit/>
          </a:bodyPr>
          <a:p>
            <a:pPr lvl="0" algn="just" eaLnBrk="1" hangingPunct="1">
              <a:lnSpc>
                <a:spcPct val="105000"/>
              </a:lnSpc>
              <a:spcBef>
                <a:spcPct val="30000"/>
              </a:spcBef>
              <a:buClr>
                <a:srgbClr val="000000"/>
              </a:buClr>
            </a:pPr>
            <a:r>
              <a:rPr lang="zh-CN" altLang="en-US" sz="2600" i="0" dirty="0">
                <a:latin typeface="Times New Roman" panose="02020603050405020304" pitchFamily="18" charset="0"/>
                <a:ea typeface="黑体" panose="02010609060101010101" pitchFamily="49" charset="-122"/>
              </a:rPr>
              <a:t>轨道方程</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aphicFrame>
        <p:nvGraphicFramePr>
          <p:cNvPr id="360474" name="对象 360473"/>
          <p:cNvGraphicFramePr/>
          <p:nvPr/>
        </p:nvGraphicFramePr>
        <p:xfrm>
          <a:off x="2222500" y="5662613"/>
          <a:ext cx="2133600" cy="503237"/>
        </p:xfrm>
        <a:graphic>
          <a:graphicData uri="http://schemas.openxmlformats.org/presentationml/2006/ole">
            <mc:AlternateContent xmlns:mc="http://schemas.openxmlformats.org/markup-compatibility/2006">
              <mc:Choice xmlns:v="urn:schemas-microsoft-com:vml" Requires="v">
                <p:oleObj spid="_x0000_s3124" name="" r:id="rId9" imgW="875665" imgH="203200" progId="Equation.3">
                  <p:embed/>
                </p:oleObj>
              </mc:Choice>
              <mc:Fallback>
                <p:oleObj name="" r:id="rId9" imgW="875665" imgH="203200" progId="Equation.3">
                  <p:embed/>
                  <p:pic>
                    <p:nvPicPr>
                      <p:cNvPr id="0" name="图片 3123"/>
                      <p:cNvPicPr/>
                      <p:nvPr/>
                    </p:nvPicPr>
                    <p:blipFill>
                      <a:blip r:embed="rId10"/>
                      <a:stretch>
                        <a:fillRect/>
                      </a:stretch>
                    </p:blipFill>
                    <p:spPr>
                      <a:xfrm>
                        <a:off x="2222500" y="5662613"/>
                        <a:ext cx="2133600" cy="503237"/>
                      </a:xfrm>
                      <a:prstGeom prst="rect">
                        <a:avLst/>
                      </a:prstGeom>
                      <a:noFill/>
                      <a:ln w="38100">
                        <a:noFill/>
                        <a:miter/>
                      </a:ln>
                    </p:spPr>
                  </p:pic>
                </p:oleObj>
              </mc:Fallback>
            </mc:AlternateContent>
          </a:graphicData>
        </a:graphic>
      </p:graphicFrame>
      <p:sp>
        <p:nvSpPr>
          <p:cNvPr id="360475" name="文本框 360474"/>
          <p:cNvSpPr txBox="1"/>
          <p:nvPr/>
        </p:nvSpPr>
        <p:spPr>
          <a:xfrm>
            <a:off x="541338" y="798513"/>
            <a:ext cx="8207375" cy="927100"/>
          </a:xfrm>
          <a:prstGeom prst="rect">
            <a:avLst/>
          </a:prstGeom>
          <a:noFill/>
          <a:ln w="9525">
            <a:noFill/>
          </a:ln>
        </p:spPr>
        <p:txBody>
          <a:bodyPr>
            <a:spAutoFit/>
          </a:bodyPr>
          <a:p>
            <a:pPr lvl="0" algn="just" eaLnBrk="1" hangingPunct="1">
              <a:lnSpc>
                <a:spcPct val="105000"/>
              </a:lnSpc>
              <a:spcBef>
                <a:spcPct val="30000"/>
              </a:spcBef>
              <a:buClr>
                <a:srgbClr val="000000"/>
              </a:buClr>
            </a:pPr>
            <a:r>
              <a:rPr lang="zh-CN" altLang="en-US" sz="2600" i="0" dirty="0">
                <a:latin typeface="Times New Roman" panose="02020603050405020304" pitchFamily="18" charset="0"/>
                <a:ea typeface="黑体" panose="02010609060101010101" pitchFamily="49" charset="-122"/>
              </a:rPr>
              <a:t>    质点运动时</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质点的位置用坐标表示为时间的函数</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可可记作</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0475"/>
                                        </p:tgtEl>
                                        <p:attrNameLst>
                                          <p:attrName>style.visibility</p:attrName>
                                        </p:attrNameLst>
                                      </p:cBhvr>
                                      <p:to>
                                        <p:strVal val="visible"/>
                                      </p:to>
                                    </p:set>
                                    <p:animEffect transition="in" filter="wipe(left)">
                                      <p:cBhvr>
                                        <p:cTn id="7" dur="500"/>
                                        <p:tgtEl>
                                          <p:spTgt spid="360475"/>
                                        </p:tgtEl>
                                      </p:cBhvr>
                                    </p:animEffect>
                                  </p:childTnLst>
                                </p:cTn>
                              </p:par>
                            </p:childTnLst>
                          </p:cTn>
                        </p:par>
                        <p:par>
                          <p:cTn id="8" fill="hold">
                            <p:stCondLst>
                              <p:cond delay="500"/>
                            </p:stCondLst>
                            <p:childTnLst>
                              <p:par>
                                <p:cTn id="9" presetID="18" presetClass="entr" presetSubtype="3" fill="hold" nodeType="afterEffect">
                                  <p:stCondLst>
                                    <p:cond delay="0"/>
                                  </p:stCondLst>
                                  <p:childTnLst>
                                    <p:set>
                                      <p:cBhvr>
                                        <p:cTn id="10" dur="1" fill="hold">
                                          <p:stCondLst>
                                            <p:cond delay="0"/>
                                          </p:stCondLst>
                                        </p:cTn>
                                        <p:tgtEl>
                                          <p:spTgt spid="360452"/>
                                        </p:tgtEl>
                                        <p:attrNameLst>
                                          <p:attrName>style.visibility</p:attrName>
                                        </p:attrNameLst>
                                      </p:cBhvr>
                                      <p:to>
                                        <p:strVal val="visible"/>
                                      </p:to>
                                    </p:set>
                                    <p:animEffect transition="in" filter="strips(upRight)">
                                      <p:cBhvr>
                                        <p:cTn id="11" dur="500"/>
                                        <p:tgtEl>
                                          <p:spTgt spid="36045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360470"/>
                                        </p:tgtEl>
                                        <p:attrNameLst>
                                          <p:attrName>style.visibility</p:attrName>
                                        </p:attrNameLst>
                                      </p:cBhvr>
                                      <p:to>
                                        <p:strVal val="visible"/>
                                      </p:to>
                                    </p:set>
                                    <p:animEffect transition="in" filter="wipe(right)">
                                      <p:cBhvr>
                                        <p:cTn id="16" dur="3000"/>
                                        <p:tgtEl>
                                          <p:spTgt spid="36047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60453"/>
                                        </p:tgtEl>
                                        <p:attrNameLst>
                                          <p:attrName>style.visibility</p:attrName>
                                        </p:attrNameLst>
                                      </p:cBhvr>
                                      <p:to>
                                        <p:strVal val="visible"/>
                                      </p:to>
                                    </p:set>
                                    <p:animEffect transition="in" filter="blinds(horizontal)">
                                      <p:cBhvr>
                                        <p:cTn id="21" dur="500"/>
                                        <p:tgtEl>
                                          <p:spTgt spid="360453"/>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3" fill="hold" nodeType="clickEffect">
                                  <p:stCondLst>
                                    <p:cond delay="0"/>
                                  </p:stCondLst>
                                  <p:childTnLst>
                                    <p:set>
                                      <p:cBhvr>
                                        <p:cTn id="25" dur="1" fill="hold">
                                          <p:stCondLst>
                                            <p:cond delay="0"/>
                                          </p:stCondLst>
                                        </p:cTn>
                                        <p:tgtEl>
                                          <p:spTgt spid="360451"/>
                                        </p:tgtEl>
                                        <p:attrNameLst>
                                          <p:attrName>style.visibility</p:attrName>
                                        </p:attrNameLst>
                                      </p:cBhvr>
                                      <p:to>
                                        <p:strVal val="visible"/>
                                      </p:to>
                                    </p:set>
                                    <p:animEffect transition="in" filter="strips(upRight)">
                                      <p:cBhvr>
                                        <p:cTn id="26" dur="500"/>
                                        <p:tgtEl>
                                          <p:spTgt spid="360451"/>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60454"/>
                                        </p:tgtEl>
                                        <p:attrNameLst>
                                          <p:attrName>style.visibility</p:attrName>
                                        </p:attrNameLst>
                                      </p:cBhvr>
                                      <p:to>
                                        <p:strVal val="visible"/>
                                      </p:to>
                                    </p:set>
                                    <p:animEffect transition="in" filter="blinds(horizontal)">
                                      <p:cBhvr>
                                        <p:cTn id="31" dur="500"/>
                                        <p:tgtEl>
                                          <p:spTgt spid="360454"/>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3" fill="hold" nodeType="clickEffect">
                                  <p:stCondLst>
                                    <p:cond delay="0"/>
                                  </p:stCondLst>
                                  <p:childTnLst>
                                    <p:set>
                                      <p:cBhvr>
                                        <p:cTn id="35" dur="1" fill="hold">
                                          <p:stCondLst>
                                            <p:cond delay="0"/>
                                          </p:stCondLst>
                                        </p:cTn>
                                        <p:tgtEl>
                                          <p:spTgt spid="360455"/>
                                        </p:tgtEl>
                                        <p:attrNameLst>
                                          <p:attrName>style.visibility</p:attrName>
                                        </p:attrNameLst>
                                      </p:cBhvr>
                                      <p:to>
                                        <p:strVal val="visible"/>
                                      </p:to>
                                    </p:set>
                                    <p:animEffect transition="in" filter="strips(upRight)">
                                      <p:cBhvr>
                                        <p:cTn id="36" dur="500"/>
                                        <p:tgtEl>
                                          <p:spTgt spid="360455"/>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60473"/>
                                        </p:tgtEl>
                                        <p:attrNameLst>
                                          <p:attrName>style.visibility</p:attrName>
                                        </p:attrNameLst>
                                      </p:cBhvr>
                                      <p:to>
                                        <p:strVal val="visible"/>
                                      </p:to>
                                    </p:set>
                                    <p:animEffect transition="in" filter="blinds(horizontal)">
                                      <p:cBhvr>
                                        <p:cTn id="41" dur="500"/>
                                        <p:tgtEl>
                                          <p:spTgt spid="360473"/>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3" fill="hold" nodeType="clickEffect">
                                  <p:stCondLst>
                                    <p:cond delay="0"/>
                                  </p:stCondLst>
                                  <p:childTnLst>
                                    <p:set>
                                      <p:cBhvr>
                                        <p:cTn id="45" dur="1" fill="hold">
                                          <p:stCondLst>
                                            <p:cond delay="0"/>
                                          </p:stCondLst>
                                        </p:cTn>
                                        <p:tgtEl>
                                          <p:spTgt spid="360474"/>
                                        </p:tgtEl>
                                        <p:attrNameLst>
                                          <p:attrName>style.visibility</p:attrName>
                                        </p:attrNameLst>
                                      </p:cBhvr>
                                      <p:to>
                                        <p:strVal val="visible"/>
                                      </p:to>
                                    </p:set>
                                    <p:animEffect transition="in" filter="strips(upRight)">
                                      <p:cBhvr>
                                        <p:cTn id="46" dur="500"/>
                                        <p:tgtEl>
                                          <p:spTgt spid="360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3" grpId="0"/>
      <p:bldP spid="360454" grpId="0"/>
      <p:bldP spid="360473" grpId="0"/>
      <p:bldP spid="36047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1477" name="文本框 361476"/>
          <p:cNvSpPr txBox="1"/>
          <p:nvPr/>
        </p:nvSpPr>
        <p:spPr>
          <a:xfrm>
            <a:off x="323850" y="515938"/>
            <a:ext cx="1368425" cy="509587"/>
          </a:xfrm>
          <a:prstGeom prst="rect">
            <a:avLst/>
          </a:prstGeom>
          <a:noFill/>
          <a:ln w="9525">
            <a:noFill/>
          </a:ln>
        </p:spPr>
        <p:txBody>
          <a:bodyPr>
            <a:spAutoFit/>
          </a:bodyPr>
          <a:p>
            <a:pPr lvl="0" algn="just" eaLnBrk="1" hangingPunct="1">
              <a:lnSpc>
                <a:spcPct val="105000"/>
              </a:lnSpc>
              <a:spcBef>
                <a:spcPct val="30000"/>
              </a:spcBef>
              <a:buClr>
                <a:srgbClr val="000000"/>
              </a:buClr>
            </a:pPr>
            <a:r>
              <a:rPr lang="zh-CN" altLang="en-US" sz="2600" i="0" dirty="0">
                <a:solidFill>
                  <a:srgbClr val="0000CC"/>
                </a:solidFill>
                <a:latin typeface="Times New Roman" panose="02020603050405020304" pitchFamily="18" charset="0"/>
                <a:ea typeface="黑体" panose="02010609060101010101" pitchFamily="49" charset="-122"/>
              </a:rPr>
              <a:t>例题</a:t>
            </a:r>
            <a:r>
              <a:rPr lang="en-US" altLang="zh-CN" sz="2600" i="0">
                <a:solidFill>
                  <a:srgbClr val="0000CC"/>
                </a:solidFill>
                <a:latin typeface="Times New Roman" panose="02020603050405020304" pitchFamily="18" charset="0"/>
                <a:ea typeface="黑体" panose="02010609060101010101" pitchFamily="49" charset="-122"/>
              </a:rPr>
              <a:t>1:</a:t>
            </a:r>
            <a:endParaRPr lang="zh-CN" altLang="en-US" sz="2600" i="0" dirty="0">
              <a:solidFill>
                <a:srgbClr val="0000CC"/>
              </a:solidFill>
              <a:latin typeface="Times New Roman" panose="02020603050405020304" pitchFamily="18" charset="0"/>
              <a:ea typeface="黑体" panose="02010609060101010101" pitchFamily="49" charset="-122"/>
            </a:endParaRPr>
          </a:p>
        </p:txBody>
      </p:sp>
      <p:grpSp>
        <p:nvGrpSpPr>
          <p:cNvPr id="361478" name="组合 361477"/>
          <p:cNvGrpSpPr/>
          <p:nvPr/>
        </p:nvGrpSpPr>
        <p:grpSpPr>
          <a:xfrm>
            <a:off x="1692275" y="444500"/>
            <a:ext cx="3527425" cy="647700"/>
            <a:chOff x="1171" y="1389"/>
            <a:chExt cx="2547" cy="453"/>
          </a:xfrm>
        </p:grpSpPr>
        <p:graphicFrame>
          <p:nvGraphicFramePr>
            <p:cNvPr id="361479" name="对象 361478"/>
            <p:cNvGraphicFramePr/>
            <p:nvPr/>
          </p:nvGraphicFramePr>
          <p:xfrm>
            <a:off x="1171" y="1389"/>
            <a:ext cx="2027" cy="453"/>
          </p:xfrm>
          <a:graphic>
            <a:graphicData uri="http://schemas.openxmlformats.org/presentationml/2006/ole">
              <mc:AlternateContent xmlns:mc="http://schemas.openxmlformats.org/markup-compatibility/2006">
                <mc:Choice xmlns:v="urn:schemas-microsoft-com:vml" Requires="v">
                  <p:oleObj spid="_x0000_s3134" name="" r:id="rId1" imgW="875665" imgH="241300" progId="Equation.3">
                    <p:embed/>
                  </p:oleObj>
                </mc:Choice>
                <mc:Fallback>
                  <p:oleObj name="" r:id="rId1" imgW="875665" imgH="241300" progId="Equation.3">
                    <p:embed/>
                    <p:pic>
                      <p:nvPicPr>
                        <p:cNvPr id="0" name="图片 3133"/>
                        <p:cNvPicPr/>
                        <p:nvPr/>
                      </p:nvPicPr>
                      <p:blipFill>
                        <a:blip r:embed="rId2"/>
                        <a:stretch>
                          <a:fillRect/>
                        </a:stretch>
                      </p:blipFill>
                      <p:spPr>
                        <a:xfrm>
                          <a:off x="1171" y="1389"/>
                          <a:ext cx="2027" cy="453"/>
                        </a:xfrm>
                        <a:prstGeom prst="rect">
                          <a:avLst/>
                        </a:prstGeom>
                        <a:noFill/>
                        <a:ln w="38100">
                          <a:noFill/>
                          <a:miter/>
                        </a:ln>
                      </p:spPr>
                    </p:pic>
                  </p:oleObj>
                </mc:Fallback>
              </mc:AlternateContent>
            </a:graphicData>
          </a:graphic>
        </p:graphicFrame>
        <p:graphicFrame>
          <p:nvGraphicFramePr>
            <p:cNvPr id="361480" name="对象 361479"/>
            <p:cNvGraphicFramePr/>
            <p:nvPr/>
          </p:nvGraphicFramePr>
          <p:xfrm>
            <a:off x="3198" y="1480"/>
            <a:ext cx="520" cy="340"/>
          </p:xfrm>
          <a:graphic>
            <a:graphicData uri="http://schemas.openxmlformats.org/presentationml/2006/ole">
              <mc:AlternateContent xmlns:mc="http://schemas.openxmlformats.org/markup-compatibility/2006">
                <mc:Choice xmlns:v="urn:schemas-microsoft-com:vml" Requires="v">
                  <p:oleObj spid="_x0000_s3130" name="" r:id="rId3" imgW="329565" imgH="215900" progId="Equation.3">
                    <p:embed/>
                  </p:oleObj>
                </mc:Choice>
                <mc:Fallback>
                  <p:oleObj name="" r:id="rId3" imgW="329565" imgH="215900" progId="Equation.3">
                    <p:embed/>
                    <p:pic>
                      <p:nvPicPr>
                        <p:cNvPr id="0" name="图片 3129"/>
                        <p:cNvPicPr/>
                        <p:nvPr/>
                      </p:nvPicPr>
                      <p:blipFill>
                        <a:blip r:embed="rId4"/>
                        <a:stretch>
                          <a:fillRect/>
                        </a:stretch>
                      </p:blipFill>
                      <p:spPr>
                        <a:xfrm>
                          <a:off x="3198" y="1480"/>
                          <a:ext cx="520" cy="340"/>
                        </a:xfrm>
                        <a:prstGeom prst="rect">
                          <a:avLst/>
                        </a:prstGeom>
                        <a:noFill/>
                        <a:ln w="38100">
                          <a:noFill/>
                          <a:miter/>
                        </a:ln>
                      </p:spPr>
                    </p:pic>
                  </p:oleObj>
                </mc:Fallback>
              </mc:AlternateContent>
            </a:graphicData>
          </a:graphic>
        </p:graphicFrame>
      </p:grpSp>
      <p:graphicFrame>
        <p:nvGraphicFramePr>
          <p:cNvPr id="361481" name="对象 361480"/>
          <p:cNvGraphicFramePr/>
          <p:nvPr/>
        </p:nvGraphicFramePr>
        <p:xfrm>
          <a:off x="1692275" y="1452563"/>
          <a:ext cx="1511300" cy="525462"/>
        </p:xfrm>
        <a:graphic>
          <a:graphicData uri="http://schemas.openxmlformats.org/presentationml/2006/ole">
            <mc:AlternateContent xmlns:mc="http://schemas.openxmlformats.org/markup-compatibility/2006">
              <mc:Choice xmlns:v="urn:schemas-microsoft-com:vml" Requires="v">
                <p:oleObj spid="_x0000_s3141" name="" r:id="rId5" imgW="405765" imgH="177800" progId="Equation.3">
                  <p:embed/>
                </p:oleObj>
              </mc:Choice>
              <mc:Fallback>
                <p:oleObj name="" r:id="rId5" imgW="405765" imgH="177800" progId="Equation.3">
                  <p:embed/>
                  <p:pic>
                    <p:nvPicPr>
                      <p:cNvPr id="0" name="图片 3140"/>
                      <p:cNvPicPr/>
                      <p:nvPr/>
                    </p:nvPicPr>
                    <p:blipFill>
                      <a:blip r:embed="rId6"/>
                      <a:stretch>
                        <a:fillRect/>
                      </a:stretch>
                    </p:blipFill>
                    <p:spPr>
                      <a:xfrm>
                        <a:off x="1692275" y="1452563"/>
                        <a:ext cx="1511300" cy="525462"/>
                      </a:xfrm>
                      <a:prstGeom prst="rect">
                        <a:avLst/>
                      </a:prstGeom>
                      <a:noFill/>
                      <a:ln w="38100">
                        <a:noFill/>
                        <a:miter/>
                      </a:ln>
                    </p:spPr>
                  </p:pic>
                </p:oleObj>
              </mc:Fallback>
            </mc:AlternateContent>
          </a:graphicData>
        </a:graphic>
      </p:graphicFrame>
      <p:graphicFrame>
        <p:nvGraphicFramePr>
          <p:cNvPr id="361482" name="对象 361481"/>
          <p:cNvGraphicFramePr/>
          <p:nvPr/>
        </p:nvGraphicFramePr>
        <p:xfrm>
          <a:off x="1692275" y="2100263"/>
          <a:ext cx="1727200" cy="622300"/>
        </p:xfrm>
        <a:graphic>
          <a:graphicData uri="http://schemas.openxmlformats.org/presentationml/2006/ole">
            <mc:AlternateContent xmlns:mc="http://schemas.openxmlformats.org/markup-compatibility/2006">
              <mc:Choice xmlns:v="urn:schemas-microsoft-com:vml" Requires="v">
                <p:oleObj spid="_x0000_s3140" name="" r:id="rId7" imgW="546100" imgH="228600" progId="Equation.3">
                  <p:embed/>
                </p:oleObj>
              </mc:Choice>
              <mc:Fallback>
                <p:oleObj name="" r:id="rId7" imgW="546100" imgH="228600" progId="Equation.3">
                  <p:embed/>
                  <p:pic>
                    <p:nvPicPr>
                      <p:cNvPr id="0" name="图片 3139"/>
                      <p:cNvPicPr/>
                      <p:nvPr/>
                    </p:nvPicPr>
                    <p:blipFill>
                      <a:blip r:embed="rId8"/>
                      <a:stretch>
                        <a:fillRect/>
                      </a:stretch>
                    </p:blipFill>
                    <p:spPr>
                      <a:xfrm>
                        <a:off x="1692275" y="2100263"/>
                        <a:ext cx="1727200" cy="622300"/>
                      </a:xfrm>
                      <a:prstGeom prst="rect">
                        <a:avLst/>
                      </a:prstGeom>
                      <a:noFill/>
                      <a:ln w="38100">
                        <a:noFill/>
                        <a:miter/>
                      </a:ln>
                    </p:spPr>
                  </p:pic>
                </p:oleObj>
              </mc:Fallback>
            </mc:AlternateContent>
          </a:graphicData>
        </a:graphic>
      </p:graphicFrame>
      <p:sp>
        <p:nvSpPr>
          <p:cNvPr id="361483" name="右箭头 361482"/>
          <p:cNvSpPr/>
          <p:nvPr/>
        </p:nvSpPr>
        <p:spPr>
          <a:xfrm>
            <a:off x="3635375" y="1811338"/>
            <a:ext cx="976313" cy="371475"/>
          </a:xfrm>
          <a:prstGeom prst="rightArrow">
            <a:avLst>
              <a:gd name="adj1" fmla="val 50000"/>
              <a:gd name="adj2" fmla="val 65705"/>
            </a:avLst>
          </a:prstGeom>
          <a:solidFill>
            <a:srgbClr val="FFFF99"/>
          </a:solidFill>
          <a:ln w="9525" cap="flat" cmpd="sng">
            <a:solidFill>
              <a:schemeClr val="tx1"/>
            </a:solidFill>
            <a:prstDash val="solid"/>
            <a:miter/>
            <a:headEnd type="none" w="med" len="med"/>
            <a:tailEnd type="none" w="med" len="med"/>
          </a:ln>
        </p:spPr>
        <p:txBody>
          <a:bodyPr wrap="none" anchor="ctr"/>
          <a:p>
            <a:pPr lvl="0" algn="ctr" eaLnBrk="1" hangingPunct="1">
              <a:buClr>
                <a:srgbClr val="000000"/>
              </a:buClr>
            </a:pPr>
            <a:endParaRPr lang="zh-CN" altLang="en-US" sz="2400" b="0" i="0" dirty="0">
              <a:solidFill>
                <a:srgbClr val="FF3300"/>
              </a:solidFill>
              <a:latin typeface="Times New Roman" panose="02020603050405020304" pitchFamily="18" charset="0"/>
              <a:ea typeface="宋体" panose="02010600030101010101" pitchFamily="2" charset="-122"/>
            </a:endParaRPr>
          </a:p>
        </p:txBody>
      </p:sp>
      <p:graphicFrame>
        <p:nvGraphicFramePr>
          <p:cNvPr id="361484" name="对象 361483"/>
          <p:cNvGraphicFramePr/>
          <p:nvPr/>
        </p:nvGraphicFramePr>
        <p:xfrm>
          <a:off x="4787900" y="1524000"/>
          <a:ext cx="2233613" cy="1077913"/>
        </p:xfrm>
        <a:graphic>
          <a:graphicData uri="http://schemas.openxmlformats.org/presentationml/2006/ole">
            <mc:AlternateContent xmlns:mc="http://schemas.openxmlformats.org/markup-compatibility/2006">
              <mc:Choice xmlns:v="urn:schemas-microsoft-com:vml" Requires="v">
                <p:oleObj spid="_x0000_s3136" name="" r:id="rId9" imgW="647700" imgH="393700" progId="Equation.3">
                  <p:embed/>
                </p:oleObj>
              </mc:Choice>
              <mc:Fallback>
                <p:oleObj name="" r:id="rId9" imgW="647700" imgH="393700" progId="Equation.3">
                  <p:embed/>
                  <p:pic>
                    <p:nvPicPr>
                      <p:cNvPr id="0" name="图片 3135"/>
                      <p:cNvPicPr/>
                      <p:nvPr/>
                    </p:nvPicPr>
                    <p:blipFill>
                      <a:blip r:embed="rId10"/>
                      <a:stretch>
                        <a:fillRect/>
                      </a:stretch>
                    </p:blipFill>
                    <p:spPr>
                      <a:xfrm>
                        <a:off x="4787900" y="1524000"/>
                        <a:ext cx="2233613" cy="1077913"/>
                      </a:xfrm>
                      <a:prstGeom prst="rect">
                        <a:avLst/>
                      </a:prstGeom>
                      <a:noFill/>
                      <a:ln w="38100">
                        <a:noFill/>
                        <a:miter/>
                      </a:ln>
                    </p:spPr>
                  </p:pic>
                </p:oleObj>
              </mc:Fallback>
            </mc:AlternateContent>
          </a:graphicData>
        </a:graphic>
      </p:graphicFrame>
      <p:graphicFrame>
        <p:nvGraphicFramePr>
          <p:cNvPr id="361485" name="对象 361484"/>
          <p:cNvGraphicFramePr/>
          <p:nvPr/>
        </p:nvGraphicFramePr>
        <p:xfrm>
          <a:off x="1116013" y="3108325"/>
          <a:ext cx="1735137" cy="728663"/>
        </p:xfrm>
        <a:graphic>
          <a:graphicData uri="http://schemas.openxmlformats.org/presentationml/2006/ole">
            <mc:AlternateContent xmlns:mc="http://schemas.openxmlformats.org/markup-compatibility/2006">
              <mc:Choice xmlns:v="urn:schemas-microsoft-com:vml" Requires="v">
                <p:oleObj spid="_x0000_s3142" name="" r:id="rId11" imgW="545465" imgH="266065" progId="Equation.3">
                  <p:embed/>
                </p:oleObj>
              </mc:Choice>
              <mc:Fallback>
                <p:oleObj name="" r:id="rId11" imgW="545465" imgH="266065" progId="Equation.3">
                  <p:embed/>
                  <p:pic>
                    <p:nvPicPr>
                      <p:cNvPr id="0" name="图片 3141"/>
                      <p:cNvPicPr/>
                      <p:nvPr/>
                    </p:nvPicPr>
                    <p:blipFill>
                      <a:blip r:embed="rId12"/>
                      <a:stretch>
                        <a:fillRect/>
                      </a:stretch>
                    </p:blipFill>
                    <p:spPr>
                      <a:xfrm>
                        <a:off x="1116013" y="3108325"/>
                        <a:ext cx="1735137" cy="728663"/>
                      </a:xfrm>
                      <a:prstGeom prst="rect">
                        <a:avLst/>
                      </a:prstGeom>
                      <a:noFill/>
                      <a:ln w="38100">
                        <a:noFill/>
                        <a:miter/>
                      </a:ln>
                    </p:spPr>
                  </p:pic>
                </p:oleObj>
              </mc:Fallback>
            </mc:AlternateContent>
          </a:graphicData>
        </a:graphic>
      </p:graphicFrame>
      <p:graphicFrame>
        <p:nvGraphicFramePr>
          <p:cNvPr id="361486" name="对象 361485"/>
          <p:cNvGraphicFramePr/>
          <p:nvPr/>
        </p:nvGraphicFramePr>
        <p:xfrm>
          <a:off x="1063625" y="3970338"/>
          <a:ext cx="2922588" cy="754062"/>
        </p:xfrm>
        <a:graphic>
          <a:graphicData uri="http://schemas.openxmlformats.org/presentationml/2006/ole">
            <mc:AlternateContent xmlns:mc="http://schemas.openxmlformats.org/markup-compatibility/2006">
              <mc:Choice xmlns:v="urn:schemas-microsoft-com:vml" Requires="v">
                <p:oleObj spid="_x0000_s3132" name="" r:id="rId13" imgW="887730" imgH="266065" progId="Equation.3">
                  <p:embed/>
                </p:oleObj>
              </mc:Choice>
              <mc:Fallback>
                <p:oleObj name="" r:id="rId13" imgW="887730" imgH="266065" progId="Equation.3">
                  <p:embed/>
                  <p:pic>
                    <p:nvPicPr>
                      <p:cNvPr id="0" name="图片 3131"/>
                      <p:cNvPicPr/>
                      <p:nvPr/>
                    </p:nvPicPr>
                    <p:blipFill>
                      <a:blip r:embed="rId14"/>
                      <a:stretch>
                        <a:fillRect/>
                      </a:stretch>
                    </p:blipFill>
                    <p:spPr>
                      <a:xfrm>
                        <a:off x="1063625" y="3970338"/>
                        <a:ext cx="2922588" cy="754062"/>
                      </a:xfrm>
                      <a:prstGeom prst="rect">
                        <a:avLst/>
                      </a:prstGeom>
                      <a:noFill/>
                      <a:ln w="38100">
                        <a:noFill/>
                        <a:miter/>
                      </a:ln>
                    </p:spPr>
                  </p:pic>
                </p:oleObj>
              </mc:Fallback>
            </mc:AlternateContent>
          </a:graphicData>
        </a:graphic>
      </p:graphicFrame>
      <p:graphicFrame>
        <p:nvGraphicFramePr>
          <p:cNvPr id="361487" name="对象 361486"/>
          <p:cNvGraphicFramePr/>
          <p:nvPr/>
        </p:nvGraphicFramePr>
        <p:xfrm>
          <a:off x="4179888" y="4060825"/>
          <a:ext cx="720725" cy="533400"/>
        </p:xfrm>
        <a:graphic>
          <a:graphicData uri="http://schemas.openxmlformats.org/presentationml/2006/ole">
            <mc:AlternateContent xmlns:mc="http://schemas.openxmlformats.org/markup-compatibility/2006">
              <mc:Choice xmlns:v="urn:schemas-microsoft-com:vml" Requires="v">
                <p:oleObj spid="_x0000_s3139" name="" r:id="rId15" imgW="329565" imgH="215900" progId="Equation.3">
                  <p:embed/>
                </p:oleObj>
              </mc:Choice>
              <mc:Fallback>
                <p:oleObj name="" r:id="rId15" imgW="329565" imgH="215900" progId="Equation.3">
                  <p:embed/>
                  <p:pic>
                    <p:nvPicPr>
                      <p:cNvPr id="0" name="图片 3138"/>
                      <p:cNvPicPr/>
                      <p:nvPr/>
                    </p:nvPicPr>
                    <p:blipFill>
                      <a:blip r:embed="rId16"/>
                      <a:stretch>
                        <a:fillRect/>
                      </a:stretch>
                    </p:blipFill>
                    <p:spPr>
                      <a:xfrm>
                        <a:off x="4179888" y="4060825"/>
                        <a:ext cx="720725" cy="533400"/>
                      </a:xfrm>
                      <a:prstGeom prst="rect">
                        <a:avLst/>
                      </a:prstGeom>
                      <a:noFill/>
                      <a:ln w="38100">
                        <a:noFill/>
                        <a:miter/>
                      </a:ln>
                    </p:spPr>
                  </p:pic>
                </p:oleObj>
              </mc:Fallback>
            </mc:AlternateContent>
          </a:graphicData>
        </a:graphic>
      </p:graphicFrame>
      <p:sp>
        <p:nvSpPr>
          <p:cNvPr id="361488" name="云形标注 361487"/>
          <p:cNvSpPr/>
          <p:nvPr/>
        </p:nvSpPr>
        <p:spPr>
          <a:xfrm>
            <a:off x="5867400" y="3108325"/>
            <a:ext cx="2736850" cy="936625"/>
          </a:xfrm>
          <a:prstGeom prst="cloudCallout">
            <a:avLst>
              <a:gd name="adj1" fmla="val -29468"/>
              <a:gd name="adj2" fmla="val -109324"/>
            </a:avLst>
          </a:prstGeom>
          <a:noFill/>
          <a:ln w="9525" cap="flat" cmpd="sng">
            <a:solidFill>
              <a:schemeClr val="tx1"/>
            </a:solidFill>
            <a:prstDash val="solid"/>
            <a:headEnd type="none" w="med" len="med"/>
            <a:tailEnd type="none" w="med" len="med"/>
          </a:ln>
        </p:spPr>
        <p:txBody>
          <a:bodyPr/>
          <a:p>
            <a:pPr lvl="0" algn="ctr" eaLnBrk="1" hangingPunct="1"/>
            <a:r>
              <a:rPr lang="zh-CN" altLang="en-US" sz="2800" i="0" dirty="0">
                <a:effectLst>
                  <a:outerShdw blurRad="38100" dist="38100" dir="2700000">
                    <a:srgbClr val="C0C0C0"/>
                  </a:outerShdw>
                </a:effectLst>
                <a:latin typeface="Times New Roman" panose="02020603050405020304" pitchFamily="18" charset="0"/>
                <a:ea typeface="黑体" panose="02010609060101010101" pitchFamily="49" charset="-122"/>
              </a:rPr>
              <a:t>曲线运动</a:t>
            </a:r>
            <a:endParaRPr lang="zh-CN" altLang="en-US" sz="2800" i="0" dirty="0">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361481"/>
                                        </p:tgtEl>
                                        <p:attrNameLst>
                                          <p:attrName>style.visibility</p:attrName>
                                        </p:attrNameLst>
                                      </p:cBhvr>
                                      <p:to>
                                        <p:strVal val="visible"/>
                                      </p:to>
                                    </p:set>
                                    <p:animEffect transition="in" filter="barn(outHorizontal)">
                                      <p:cBhvr>
                                        <p:cTn id="7" dur="500"/>
                                        <p:tgtEl>
                                          <p:spTgt spid="36148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361482"/>
                                        </p:tgtEl>
                                        <p:attrNameLst>
                                          <p:attrName>style.visibility</p:attrName>
                                        </p:attrNameLst>
                                      </p:cBhvr>
                                      <p:to>
                                        <p:strVal val="visible"/>
                                      </p:to>
                                    </p:set>
                                    <p:animEffect transition="in" filter="barn(outHorizontal)">
                                      <p:cBhvr>
                                        <p:cTn id="12" dur="500"/>
                                        <p:tgtEl>
                                          <p:spTgt spid="36148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61483"/>
                                        </p:tgtEl>
                                        <p:attrNameLst>
                                          <p:attrName>style.visibility</p:attrName>
                                        </p:attrNameLst>
                                      </p:cBhvr>
                                      <p:to>
                                        <p:strVal val="visible"/>
                                      </p:to>
                                    </p:set>
                                    <p:animEffect transition="in" filter="barn(outHorizontal)">
                                      <p:cBhvr>
                                        <p:cTn id="17" dur="500"/>
                                        <p:tgtEl>
                                          <p:spTgt spid="36148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361484"/>
                                        </p:tgtEl>
                                        <p:attrNameLst>
                                          <p:attrName>style.visibility</p:attrName>
                                        </p:attrNameLst>
                                      </p:cBhvr>
                                      <p:to>
                                        <p:strVal val="visible"/>
                                      </p:to>
                                    </p:set>
                                    <p:animEffect transition="in" filter="barn(outHorizontal)">
                                      <p:cBhvr>
                                        <p:cTn id="22" dur="500"/>
                                        <p:tgtEl>
                                          <p:spTgt spid="36148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61488"/>
                                        </p:tgtEl>
                                        <p:attrNameLst>
                                          <p:attrName>style.visibility</p:attrName>
                                        </p:attrNameLst>
                                      </p:cBhvr>
                                      <p:to>
                                        <p:strVal val="visible"/>
                                      </p:to>
                                    </p:set>
                                    <p:animEffect transition="in" filter="wipe(up)">
                                      <p:cBhvr>
                                        <p:cTn id="27" dur="500"/>
                                        <p:tgtEl>
                                          <p:spTgt spid="36148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361485"/>
                                        </p:tgtEl>
                                        <p:attrNameLst>
                                          <p:attrName>style.visibility</p:attrName>
                                        </p:attrNameLst>
                                      </p:cBhvr>
                                      <p:to>
                                        <p:strVal val="visible"/>
                                      </p:to>
                                    </p:set>
                                    <p:animEffect transition="in" filter="barn(outHorizontal)">
                                      <p:cBhvr>
                                        <p:cTn id="32" dur="500"/>
                                        <p:tgtEl>
                                          <p:spTgt spid="36148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361486"/>
                                        </p:tgtEl>
                                        <p:attrNameLst>
                                          <p:attrName>style.visibility</p:attrName>
                                        </p:attrNameLst>
                                      </p:cBhvr>
                                      <p:to>
                                        <p:strVal val="visible"/>
                                      </p:to>
                                    </p:set>
                                    <p:animEffect transition="in" filter="barn(outHorizontal)">
                                      <p:cBhvr>
                                        <p:cTn id="37" dur="500"/>
                                        <p:tgtEl>
                                          <p:spTgt spid="361486"/>
                                        </p:tgtEl>
                                      </p:cBhvr>
                                    </p:animEffect>
                                  </p:childTnLst>
                                </p:cTn>
                              </p:par>
                            </p:childTnLst>
                          </p:cTn>
                        </p:par>
                        <p:par>
                          <p:cTn id="38" fill="hold">
                            <p:stCondLst>
                              <p:cond delay="500"/>
                            </p:stCondLst>
                            <p:childTnLst>
                              <p:par>
                                <p:cTn id="39" presetID="16" presetClass="entr" presetSubtype="42" fill="hold" nodeType="afterEffect">
                                  <p:stCondLst>
                                    <p:cond delay="0"/>
                                  </p:stCondLst>
                                  <p:childTnLst>
                                    <p:set>
                                      <p:cBhvr>
                                        <p:cTn id="40" dur="1" fill="hold">
                                          <p:stCondLst>
                                            <p:cond delay="0"/>
                                          </p:stCondLst>
                                        </p:cTn>
                                        <p:tgtEl>
                                          <p:spTgt spid="361487"/>
                                        </p:tgtEl>
                                        <p:attrNameLst>
                                          <p:attrName>style.visibility</p:attrName>
                                        </p:attrNameLst>
                                      </p:cBhvr>
                                      <p:to>
                                        <p:strVal val="visible"/>
                                      </p:to>
                                    </p:set>
                                    <p:animEffect transition="in" filter="barn(outHorizontal)">
                                      <p:cBhvr>
                                        <p:cTn id="41" dur="500"/>
                                        <p:tgtEl>
                                          <p:spTgt spid="361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83" grpId="0" animBg="1"/>
      <p:bldP spid="36148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2499" name="文本框 362498"/>
          <p:cNvSpPr txBox="1"/>
          <p:nvPr/>
        </p:nvSpPr>
        <p:spPr>
          <a:xfrm>
            <a:off x="250825" y="2141538"/>
            <a:ext cx="5473700" cy="927100"/>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在</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a:t>
            </a:r>
            <a:r>
              <a:rPr lang="en-US" altLang="zh-CN" sz="2600" i="1">
                <a:latin typeface="Times New Roman" panose="02020603050405020304" pitchFamily="18" charset="0"/>
                <a:ea typeface="黑体" panose="02010609060101010101" pitchFamily="49" charset="-122"/>
                <a:sym typeface="Symbol" panose="05050102010706020507" pitchFamily="18" charset="2"/>
              </a:rPr>
              <a:t>t</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时间内</a:t>
            </a:r>
            <a:r>
              <a:rPr lang="en-US" altLang="zh-CN" sz="2600" i="0">
                <a:latin typeface="Times New Roman" panose="02020603050405020304" pitchFamily="18" charset="0"/>
                <a:ea typeface="黑体" panose="02010609060101010101" pitchFamily="49" charset="-122"/>
                <a:sym typeface="Symbol" panose="05050102010706020507" pitchFamily="18" charset="2"/>
              </a:rPr>
              <a: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位矢的变化量</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即</a:t>
            </a:r>
            <a:r>
              <a:rPr lang="en-US" altLang="zh-CN" sz="2600" i="1">
                <a:latin typeface="Times New Roman" panose="02020603050405020304" pitchFamily="18" charset="0"/>
                <a:ea typeface="黑体" panose="02010609060101010101" pitchFamily="49" charset="-122"/>
                <a:sym typeface="Symbol" panose="05050102010706020507" pitchFamily="18" charset="2"/>
              </a:rPr>
              <a:t>A</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到</a:t>
            </a:r>
            <a:r>
              <a:rPr lang="en-US" altLang="zh-CN" sz="2600" i="1">
                <a:latin typeface="Times New Roman" panose="02020603050405020304" pitchFamily="18" charset="0"/>
                <a:ea typeface="黑体" panose="02010609060101010101" pitchFamily="49" charset="-122"/>
                <a:sym typeface="Symbol" panose="05050102010706020507" pitchFamily="18" charset="2"/>
              </a:rPr>
              <a:t>B</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的有向线段</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称为</a:t>
            </a:r>
            <a:r>
              <a:rPr lang="zh-CN" altLang="en-US" sz="2600" i="0" dirty="0">
                <a:solidFill>
                  <a:srgbClr val="CC0000"/>
                </a:solidFill>
                <a:latin typeface="Times New Roman" panose="02020603050405020304" pitchFamily="18" charset="0"/>
                <a:ea typeface="黑体" panose="02010609060101010101" pitchFamily="49" charset="-122"/>
                <a:sym typeface="Symbol" panose="05050102010706020507" pitchFamily="18" charset="2"/>
              </a:rPr>
              <a:t>位移</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endParaRPr lang="zh-CN" altLang="en-US" sz="2600" i="0">
              <a:latin typeface="Times New Roman" panose="02020603050405020304" pitchFamily="18" charset="0"/>
              <a:ea typeface="黑体" panose="02010609060101010101" pitchFamily="49" charset="-122"/>
            </a:endParaRPr>
          </a:p>
        </p:txBody>
      </p:sp>
      <p:graphicFrame>
        <p:nvGraphicFramePr>
          <p:cNvPr id="362500" name="对象 362499"/>
          <p:cNvGraphicFramePr/>
          <p:nvPr/>
        </p:nvGraphicFramePr>
        <p:xfrm>
          <a:off x="1692275" y="3141663"/>
          <a:ext cx="2803525" cy="647700"/>
        </p:xfrm>
        <a:graphic>
          <a:graphicData uri="http://schemas.openxmlformats.org/presentationml/2006/ole">
            <mc:AlternateContent xmlns:mc="http://schemas.openxmlformats.org/markup-compatibility/2006">
              <mc:Choice xmlns:v="urn:schemas-microsoft-com:vml" Requires="v">
                <p:oleObj spid="_x0000_s3138" name="" r:id="rId1" imgW="1256665" imgH="292100" progId="Equation.3">
                  <p:embed/>
                </p:oleObj>
              </mc:Choice>
              <mc:Fallback>
                <p:oleObj name="" r:id="rId1" imgW="1256665" imgH="292100" progId="Equation.3">
                  <p:embed/>
                  <p:pic>
                    <p:nvPicPr>
                      <p:cNvPr id="0" name="图片 3137"/>
                      <p:cNvPicPr/>
                      <p:nvPr/>
                    </p:nvPicPr>
                    <p:blipFill>
                      <a:blip r:embed="rId2">
                        <a:clrChange>
                          <a:clrFrom>
                            <a:srgbClr val="000000"/>
                          </a:clrFrom>
                          <a:clrTo>
                            <a:srgbClr val="000000"/>
                          </a:clrTo>
                        </a:clrChange>
                      </a:blip>
                      <a:stretch>
                        <a:fillRect/>
                      </a:stretch>
                    </p:blipFill>
                    <p:spPr>
                      <a:xfrm>
                        <a:off x="1692275" y="3141663"/>
                        <a:ext cx="2803525" cy="647700"/>
                      </a:xfrm>
                      <a:prstGeom prst="rect">
                        <a:avLst/>
                      </a:prstGeom>
                      <a:noFill/>
                      <a:ln w="38100">
                        <a:noFill/>
                        <a:miter/>
                      </a:ln>
                    </p:spPr>
                  </p:pic>
                </p:oleObj>
              </mc:Fallback>
            </mc:AlternateContent>
          </a:graphicData>
        </a:graphic>
      </p:graphicFrame>
      <p:sp>
        <p:nvSpPr>
          <p:cNvPr id="362501" name="文本框 362500"/>
          <p:cNvSpPr txBox="1"/>
          <p:nvPr/>
        </p:nvSpPr>
        <p:spPr>
          <a:xfrm>
            <a:off x="250825" y="3783013"/>
            <a:ext cx="3313113"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在直角坐标系中：</a:t>
            </a:r>
            <a:endParaRPr lang="zh-CN" altLang="en-US" sz="2600" i="0" dirty="0">
              <a:latin typeface="Times New Roman" panose="02020603050405020304" pitchFamily="18" charset="0"/>
              <a:ea typeface="黑体" panose="02010609060101010101" pitchFamily="49" charset="-122"/>
            </a:endParaRPr>
          </a:p>
        </p:txBody>
      </p:sp>
      <p:graphicFrame>
        <p:nvGraphicFramePr>
          <p:cNvPr id="362502" name="对象 362501"/>
          <p:cNvGraphicFramePr/>
          <p:nvPr/>
        </p:nvGraphicFramePr>
        <p:xfrm>
          <a:off x="1258888" y="5084763"/>
          <a:ext cx="3241675" cy="620712"/>
        </p:xfrm>
        <a:graphic>
          <a:graphicData uri="http://schemas.openxmlformats.org/presentationml/2006/ole">
            <mc:AlternateContent xmlns:mc="http://schemas.openxmlformats.org/markup-compatibility/2006">
              <mc:Choice xmlns:v="urn:schemas-microsoft-com:vml" Requires="v">
                <p:oleObj spid="_x0000_s3135" name="" r:id="rId3" imgW="1333500" imgH="279400" progId="Equation.3">
                  <p:embed/>
                </p:oleObj>
              </mc:Choice>
              <mc:Fallback>
                <p:oleObj name="" r:id="rId3" imgW="1333500" imgH="279400" progId="Equation.3">
                  <p:embed/>
                  <p:pic>
                    <p:nvPicPr>
                      <p:cNvPr id="0" name="图片 3134"/>
                      <p:cNvPicPr/>
                      <p:nvPr/>
                    </p:nvPicPr>
                    <p:blipFill>
                      <a:blip r:embed="rId4"/>
                      <a:stretch>
                        <a:fillRect/>
                      </a:stretch>
                    </p:blipFill>
                    <p:spPr>
                      <a:xfrm>
                        <a:off x="1258888" y="5084763"/>
                        <a:ext cx="3241675" cy="620712"/>
                      </a:xfrm>
                      <a:prstGeom prst="rect">
                        <a:avLst/>
                      </a:prstGeom>
                      <a:noFill/>
                      <a:ln w="38100">
                        <a:noFill/>
                        <a:miter/>
                      </a:ln>
                    </p:spPr>
                  </p:pic>
                </p:oleObj>
              </mc:Fallback>
            </mc:AlternateContent>
          </a:graphicData>
        </a:graphic>
      </p:graphicFrame>
      <p:graphicFrame>
        <p:nvGraphicFramePr>
          <p:cNvPr id="362503" name="对象 362502"/>
          <p:cNvGraphicFramePr/>
          <p:nvPr/>
        </p:nvGraphicFramePr>
        <p:xfrm>
          <a:off x="2014538" y="5792788"/>
          <a:ext cx="3779837" cy="731837"/>
        </p:xfrm>
        <a:graphic>
          <a:graphicData uri="http://schemas.openxmlformats.org/presentationml/2006/ole">
            <mc:AlternateContent xmlns:mc="http://schemas.openxmlformats.org/markup-compatibility/2006">
              <mc:Choice xmlns:v="urn:schemas-microsoft-com:vml" Requires="v">
                <p:oleObj spid="_x0000_s3133" name="" r:id="rId5" imgW="1497965" imgH="292100" progId="Equation.3">
                  <p:embed/>
                </p:oleObj>
              </mc:Choice>
              <mc:Fallback>
                <p:oleObj name="" r:id="rId5" imgW="1497965" imgH="292100" progId="Equation.3">
                  <p:embed/>
                  <p:pic>
                    <p:nvPicPr>
                      <p:cNvPr id="0" name="图片 3132"/>
                      <p:cNvPicPr/>
                      <p:nvPr/>
                    </p:nvPicPr>
                    <p:blipFill>
                      <a:blip r:embed="rId6"/>
                      <a:stretch>
                        <a:fillRect/>
                      </a:stretch>
                    </p:blipFill>
                    <p:spPr>
                      <a:xfrm>
                        <a:off x="2014538" y="5792788"/>
                        <a:ext cx="3779837" cy="731837"/>
                      </a:xfrm>
                      <a:prstGeom prst="rect">
                        <a:avLst/>
                      </a:prstGeom>
                      <a:noFill/>
                      <a:ln w="38100">
                        <a:noFill/>
                        <a:miter/>
                      </a:ln>
                    </p:spPr>
                  </p:pic>
                </p:oleObj>
              </mc:Fallback>
            </mc:AlternateContent>
          </a:graphicData>
        </a:graphic>
      </p:graphicFrame>
      <p:grpSp>
        <p:nvGrpSpPr>
          <p:cNvPr id="362514" name="组合 362513"/>
          <p:cNvGrpSpPr/>
          <p:nvPr/>
        </p:nvGrpSpPr>
        <p:grpSpPr>
          <a:xfrm>
            <a:off x="250825" y="671513"/>
            <a:ext cx="5473700" cy="1395412"/>
            <a:chOff x="158" y="423"/>
            <a:chExt cx="3448" cy="879"/>
          </a:xfrm>
        </p:grpSpPr>
        <p:sp>
          <p:nvSpPr>
            <p:cNvPr id="362498" name="矩形 362497"/>
            <p:cNvSpPr/>
            <p:nvPr/>
          </p:nvSpPr>
          <p:spPr>
            <a:xfrm>
              <a:off x="158" y="423"/>
              <a:ext cx="3448" cy="84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位移</a:t>
              </a:r>
              <a:r>
                <a:rPr lang="en-US" altLang="zh-CN" sz="2600" i="0">
                  <a:solidFill>
                    <a:srgbClr val="CC0000"/>
                  </a:solidFill>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设质点作曲线运动</a:t>
              </a:r>
              <a:r>
                <a:rPr lang="en-US" altLang="zh-CN" sz="2600" i="0">
                  <a:latin typeface="Times New Roman" panose="02020603050405020304" pitchFamily="18" charset="0"/>
                  <a:ea typeface="黑体" panose="02010609060101010101" pitchFamily="49" charset="-122"/>
                </a:rPr>
                <a:t>: </a:t>
              </a:r>
              <a:r>
                <a:rPr lang="en-US" altLang="zh-CN" sz="2600" i="1">
                  <a:latin typeface="Times New Roman" panose="02020603050405020304" pitchFamily="18" charset="0"/>
                  <a:ea typeface="黑体" panose="02010609060101010101" pitchFamily="49" charset="-122"/>
                </a:rPr>
                <a:t>t</a:t>
              </a:r>
              <a:r>
                <a:rPr lang="en-US" altLang="zh-CN" sz="2600" i="0">
                  <a:latin typeface="Times New Roman" panose="02020603050405020304" pitchFamily="18" charset="0"/>
                  <a:ea typeface="黑体" panose="02010609060101010101" pitchFamily="49" charset="-122"/>
                </a:rPr>
                <a:t> </a:t>
              </a:r>
              <a:r>
                <a:rPr lang="zh-CN" altLang="zh-CN" sz="2600" i="0" dirty="0">
                  <a:latin typeface="Times New Roman" panose="02020603050405020304" pitchFamily="18" charset="0"/>
                  <a:ea typeface="黑体" panose="02010609060101010101" pitchFamily="49" charset="-122"/>
                </a:rPr>
                <a:t>时刻位于</a:t>
              </a:r>
              <a:r>
                <a:rPr lang="en-US" altLang="zh-CN" sz="2600" i="1">
                  <a:latin typeface="Times New Roman" panose="02020603050405020304" pitchFamily="18" charset="0"/>
                  <a:ea typeface="黑体" panose="02010609060101010101" pitchFamily="49" charset="-122"/>
                </a:rPr>
                <a:t>A</a:t>
              </a:r>
              <a:r>
                <a:rPr lang="zh-CN" altLang="zh-CN" sz="2600" i="0" dirty="0">
                  <a:latin typeface="Times New Roman" panose="02020603050405020304" pitchFamily="18" charset="0"/>
                  <a:ea typeface="黑体" panose="02010609060101010101" pitchFamily="49" charset="-122"/>
                </a:rPr>
                <a:t>点</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位矢</a:t>
              </a:r>
              <a:r>
                <a:rPr lang="zh-CN" altLang="en-US" sz="2600" i="0" dirty="0">
                  <a:latin typeface="Times New Roman" panose="02020603050405020304" pitchFamily="18" charset="0"/>
                  <a:ea typeface="黑体" panose="02010609060101010101" pitchFamily="49" charset="-122"/>
                </a:rPr>
                <a:t>     </a:t>
              </a:r>
              <a:r>
                <a:rPr lang="en-US" altLang="zh-CN" sz="2600" i="0">
                  <a:latin typeface="Times New Roman" panose="02020603050405020304" pitchFamily="18" charset="0"/>
                  <a:ea typeface="黑体" panose="02010609060101010101" pitchFamily="49" charset="-122"/>
                </a:rPr>
                <a:t>, </a:t>
              </a:r>
              <a:r>
                <a:rPr lang="en-US" altLang="zh-CN" sz="2600" i="1">
                  <a:latin typeface="Times New Roman" panose="02020603050405020304" pitchFamily="18" charset="0"/>
                  <a:ea typeface="黑体" panose="02010609060101010101" pitchFamily="49" charset="-122"/>
                </a:rPr>
                <a:t>t</a:t>
              </a:r>
              <a:r>
                <a:rPr lang="en-US" altLang="zh-CN" sz="2600" i="0">
                  <a:latin typeface="Times New Roman" panose="02020603050405020304" pitchFamily="18" charset="0"/>
                  <a:ea typeface="黑体" panose="02010609060101010101" pitchFamily="49" charset="-122"/>
                </a:rPr>
                <a:t> +</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r>
                <a:rPr lang="en-US" altLang="zh-CN" sz="2600" i="1">
                  <a:latin typeface="Times New Roman" panose="02020603050405020304" pitchFamily="18" charset="0"/>
                  <a:ea typeface="黑体" panose="02010609060101010101" pitchFamily="49" charset="-122"/>
                  <a:sym typeface="Symbol" panose="05050102010706020507" pitchFamily="18" charset="2"/>
                </a:rPr>
                <a:t>t</a:t>
              </a:r>
              <a:r>
                <a:rPr lang="en-US" altLang="zh-CN" sz="2600" i="0">
                  <a:latin typeface="Times New Roman" panose="02020603050405020304" pitchFamily="18" charset="0"/>
                  <a:ea typeface="黑体" panose="02010609060101010101" pitchFamily="49" charset="-122"/>
                  <a:sym typeface="Symbol" panose="05050102010706020507" pitchFamily="18" charset="2"/>
                </a:rPr>
                <a:t> </a:t>
              </a:r>
              <a:r>
                <a:rPr lang="zh-CN" altLang="zh-CN" sz="2600" i="0" dirty="0">
                  <a:latin typeface="Times New Roman" panose="02020603050405020304" pitchFamily="18" charset="0"/>
                  <a:ea typeface="黑体" panose="02010609060101010101" pitchFamily="49" charset="-122"/>
                  <a:sym typeface="Symbol" panose="05050102010706020507" pitchFamily="18" charset="2"/>
                </a:rPr>
                <a:t>时刻位于</a:t>
              </a:r>
              <a:r>
                <a:rPr lang="en-US" altLang="zh-CN" sz="2600" i="1">
                  <a:latin typeface="Times New Roman" panose="02020603050405020304" pitchFamily="18" charset="0"/>
                  <a:ea typeface="黑体" panose="02010609060101010101" pitchFamily="49" charset="-122"/>
                  <a:sym typeface="Symbol" panose="05050102010706020507" pitchFamily="18" charset="2"/>
                </a:rPr>
                <a:t>B</a:t>
              </a:r>
              <a:r>
                <a:rPr lang="zh-CN" altLang="zh-CN" sz="2600" i="0" dirty="0">
                  <a:latin typeface="Times New Roman" panose="02020603050405020304" pitchFamily="18" charset="0"/>
                  <a:ea typeface="黑体" panose="02010609060101010101" pitchFamily="49" charset="-122"/>
                  <a:sym typeface="Symbol" panose="05050102010706020507" pitchFamily="18" charset="2"/>
                </a:rPr>
                <a:t>点，</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位矢</a:t>
              </a:r>
              <a:r>
                <a:rPr lang="zh-CN" altLang="en-US" sz="2600" i="0" dirty="0">
                  <a:latin typeface="Times New Roman" panose="02020603050405020304" pitchFamily="18" charset="0"/>
                  <a:ea typeface="黑体" panose="02010609060101010101" pitchFamily="49" charset="-122"/>
                </a:rPr>
                <a:t>      </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aphicFrame>
          <p:nvGraphicFramePr>
            <p:cNvPr id="362506" name="对象 362505"/>
            <p:cNvGraphicFramePr/>
            <p:nvPr/>
          </p:nvGraphicFramePr>
          <p:xfrm>
            <a:off x="1111" y="656"/>
            <a:ext cx="265" cy="387"/>
          </p:xfrm>
          <a:graphic>
            <a:graphicData uri="http://schemas.openxmlformats.org/presentationml/2006/ole">
              <mc:AlternateContent xmlns:mc="http://schemas.openxmlformats.org/markup-compatibility/2006">
                <mc:Choice xmlns:v="urn:schemas-microsoft-com:vml" Requires="v">
                  <p:oleObj spid="_x0000_s3143" name="" r:id="rId7" imgW="152400" imgH="215900" progId="Equation.3">
                    <p:embed/>
                  </p:oleObj>
                </mc:Choice>
                <mc:Fallback>
                  <p:oleObj name="" r:id="rId7" imgW="152400" imgH="215900" progId="Equation.3">
                    <p:embed/>
                    <p:pic>
                      <p:nvPicPr>
                        <p:cNvPr id="0" name="图片 3142"/>
                        <p:cNvPicPr/>
                        <p:nvPr/>
                      </p:nvPicPr>
                      <p:blipFill>
                        <a:blip r:embed="rId8"/>
                        <a:stretch>
                          <a:fillRect/>
                        </a:stretch>
                      </p:blipFill>
                      <p:spPr>
                        <a:xfrm>
                          <a:off x="1111" y="656"/>
                          <a:ext cx="265" cy="387"/>
                        </a:xfrm>
                        <a:prstGeom prst="rect">
                          <a:avLst/>
                        </a:prstGeom>
                        <a:noFill/>
                        <a:ln w="38100">
                          <a:noFill/>
                          <a:miter/>
                        </a:ln>
                      </p:spPr>
                    </p:pic>
                  </p:oleObj>
                </mc:Fallback>
              </mc:AlternateContent>
            </a:graphicData>
          </a:graphic>
        </p:graphicFrame>
        <p:graphicFrame>
          <p:nvGraphicFramePr>
            <p:cNvPr id="362507" name="对象 362506"/>
            <p:cNvGraphicFramePr/>
            <p:nvPr/>
          </p:nvGraphicFramePr>
          <p:xfrm>
            <a:off x="431" y="911"/>
            <a:ext cx="269" cy="391"/>
          </p:xfrm>
          <a:graphic>
            <a:graphicData uri="http://schemas.openxmlformats.org/presentationml/2006/ole">
              <mc:AlternateContent xmlns:mc="http://schemas.openxmlformats.org/markup-compatibility/2006">
                <mc:Choice xmlns:v="urn:schemas-microsoft-com:vml" Requires="v">
                  <p:oleObj spid="_x0000_s3137" name="" r:id="rId9" imgW="152400" imgH="215900" progId="Equation.3">
                    <p:embed/>
                  </p:oleObj>
                </mc:Choice>
                <mc:Fallback>
                  <p:oleObj name="" r:id="rId9" imgW="152400" imgH="215900" progId="Equation.3">
                    <p:embed/>
                    <p:pic>
                      <p:nvPicPr>
                        <p:cNvPr id="0" name="图片 3136"/>
                        <p:cNvPicPr/>
                        <p:nvPr/>
                      </p:nvPicPr>
                      <p:blipFill>
                        <a:blip r:embed="rId10"/>
                        <a:stretch>
                          <a:fillRect/>
                        </a:stretch>
                      </p:blipFill>
                      <p:spPr>
                        <a:xfrm>
                          <a:off x="431" y="911"/>
                          <a:ext cx="269" cy="391"/>
                        </a:xfrm>
                        <a:prstGeom prst="rect">
                          <a:avLst/>
                        </a:prstGeom>
                        <a:noFill/>
                        <a:ln w="38100">
                          <a:noFill/>
                          <a:miter/>
                        </a:ln>
                      </p:spPr>
                    </p:pic>
                  </p:oleObj>
                </mc:Fallback>
              </mc:AlternateContent>
            </a:graphicData>
          </a:graphic>
        </p:graphicFrame>
      </p:grpSp>
      <p:graphicFrame>
        <p:nvGraphicFramePr>
          <p:cNvPr id="362508" name="对象 362507"/>
          <p:cNvGraphicFramePr/>
          <p:nvPr/>
        </p:nvGraphicFramePr>
        <p:xfrm>
          <a:off x="755650" y="4365625"/>
          <a:ext cx="6624638" cy="641350"/>
        </p:xfrm>
        <a:graphic>
          <a:graphicData uri="http://schemas.openxmlformats.org/presentationml/2006/ole">
            <mc:AlternateContent xmlns:mc="http://schemas.openxmlformats.org/markup-compatibility/2006">
              <mc:Choice xmlns:v="urn:schemas-microsoft-com:vml" Requires="v">
                <p:oleObj spid="_x0000_s3131" name="" r:id="rId11" imgW="2908300" imgH="279400" progId="Equation.3">
                  <p:embed/>
                </p:oleObj>
              </mc:Choice>
              <mc:Fallback>
                <p:oleObj name="" r:id="rId11" imgW="2908300" imgH="279400" progId="Equation.3">
                  <p:embed/>
                  <p:pic>
                    <p:nvPicPr>
                      <p:cNvPr id="0" name="图片 3130"/>
                      <p:cNvPicPr/>
                      <p:nvPr/>
                    </p:nvPicPr>
                    <p:blipFill>
                      <a:blip r:embed="rId12"/>
                      <a:stretch>
                        <a:fillRect/>
                      </a:stretch>
                    </p:blipFill>
                    <p:spPr>
                      <a:xfrm>
                        <a:off x="755650" y="4365625"/>
                        <a:ext cx="6624638" cy="641350"/>
                      </a:xfrm>
                      <a:prstGeom prst="rect">
                        <a:avLst/>
                      </a:prstGeom>
                      <a:noFill/>
                      <a:ln w="38100">
                        <a:noFill/>
                        <a:miter/>
                      </a:ln>
                    </p:spPr>
                  </p:pic>
                </p:oleObj>
              </mc:Fallback>
            </mc:AlternateContent>
          </a:graphicData>
        </a:graphic>
      </p:graphicFrame>
      <p:sp>
        <p:nvSpPr>
          <p:cNvPr id="362509" name="文本框 362508"/>
          <p:cNvSpPr txBox="1"/>
          <p:nvPr/>
        </p:nvSpPr>
        <p:spPr>
          <a:xfrm>
            <a:off x="863600" y="5862638"/>
            <a:ext cx="2374900" cy="519112"/>
          </a:xfrm>
          <a:prstGeom prst="rect">
            <a:avLst/>
          </a:prstGeom>
          <a:noFill/>
          <a:ln w="9525">
            <a:noFill/>
          </a:ln>
        </p:spPr>
        <p:txBody>
          <a:bodyPr>
            <a:spAutoFit/>
          </a:bodyPr>
          <a:p>
            <a:pPr lvl="0" eaLnBrk="1" hangingPunct="1">
              <a:spcBef>
                <a:spcPct val="50000"/>
              </a:spcBef>
              <a:buClr>
                <a:srgbClr val="000000"/>
              </a:buClr>
            </a:pPr>
            <a:r>
              <a:rPr lang="zh-CN" altLang="en-US" sz="2800" i="0" dirty="0">
                <a:latin typeface="Times New Roman" panose="02020603050405020304" pitchFamily="18" charset="0"/>
                <a:ea typeface="黑体" panose="02010609060101010101" pitchFamily="49" charset="-122"/>
              </a:rPr>
              <a:t>大小：</a:t>
            </a:r>
            <a:endParaRPr lang="zh-CN" altLang="en-US" sz="2800" i="0" dirty="0">
              <a:latin typeface="Times New Roman" panose="02020603050405020304" pitchFamily="18" charset="0"/>
              <a:ea typeface="黑体" panose="02010609060101010101" pitchFamily="49" charset="-122"/>
            </a:endParaRPr>
          </a:p>
        </p:txBody>
      </p:sp>
      <p:sp>
        <p:nvSpPr>
          <p:cNvPr id="362510" name="文本框 362509"/>
          <p:cNvSpPr txBox="1"/>
          <p:nvPr/>
        </p:nvSpPr>
        <p:spPr>
          <a:xfrm>
            <a:off x="6119813" y="5872163"/>
            <a:ext cx="262890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方向：</a:t>
            </a:r>
            <a:r>
              <a:rPr lang="en-US" altLang="zh-CN" sz="2600" i="1">
                <a:latin typeface="Times New Roman" panose="02020603050405020304" pitchFamily="18" charset="0"/>
                <a:ea typeface="黑体" panose="02010609060101010101" pitchFamily="49" charset="-122"/>
              </a:rPr>
              <a:t>A</a:t>
            </a:r>
            <a:r>
              <a:rPr lang="en-US" altLang="zh-CN" sz="2600" i="0">
                <a:latin typeface="Times New Roman" panose="02020603050405020304" pitchFamily="18" charset="0"/>
                <a:ea typeface="黑体" panose="02010609060101010101" pitchFamily="49" charset="-122"/>
              </a:rPr>
              <a:t> </a:t>
            </a:r>
            <a:r>
              <a:rPr lang="en-US" altLang="zh-CN" sz="2600" i="0">
                <a:latin typeface="Times New Roman" panose="02020603050405020304" pitchFamily="18" charset="0"/>
                <a:ea typeface="黑体" panose="02010609060101010101" pitchFamily="49" charset="-122"/>
                <a:sym typeface="Symbol" panose="05050102010706020507" pitchFamily="18" charset="2"/>
              </a:rPr>
              <a:t> </a:t>
            </a:r>
            <a:r>
              <a:rPr lang="en-US" altLang="zh-CN" sz="2600" i="1">
                <a:latin typeface="Times New Roman" panose="02020603050405020304" pitchFamily="18" charset="0"/>
                <a:ea typeface="黑体" panose="02010609060101010101" pitchFamily="49" charset="-122"/>
                <a:sym typeface="Symbol" panose="05050102010706020507" pitchFamily="18" charset="2"/>
              </a:rPr>
              <a:t>B</a:t>
            </a:r>
            <a:endParaRPr lang="zh-CN" altLang="en-US" sz="2600" i="1" dirty="0">
              <a:latin typeface="Times New Roman" panose="02020603050405020304" pitchFamily="18" charset="0"/>
              <a:ea typeface="黑体" panose="02010609060101010101" pitchFamily="49" charset="-122"/>
            </a:endParaRPr>
          </a:p>
        </p:txBody>
      </p:sp>
      <p:pic>
        <p:nvPicPr>
          <p:cNvPr id="362511" name="图片 362510"/>
          <p:cNvPicPr>
            <a:picLocks noChangeAspect="1"/>
          </p:cNvPicPr>
          <p:nvPr/>
        </p:nvPicPr>
        <p:blipFill>
          <a:blip r:embed="rId13">
            <a:clrChange>
              <a:clrFrom>
                <a:srgbClr val="FFFFFF"/>
              </a:clrFrom>
              <a:clrTo>
                <a:srgbClr val="FFFFFF">
                  <a:alpha val="0"/>
                </a:srgbClr>
              </a:clrTo>
            </a:clrChange>
            <a:lum bright="-6000" contrast="12000"/>
          </a:blip>
          <a:stretch>
            <a:fillRect/>
          </a:stretch>
        </p:blipFill>
        <p:spPr>
          <a:xfrm>
            <a:off x="5508625" y="620713"/>
            <a:ext cx="3311525" cy="3065462"/>
          </a:xfrm>
          <a:prstGeom prst="rect">
            <a:avLst/>
          </a:prstGeom>
          <a:noFill/>
          <a:ln w="9525">
            <a:noFill/>
          </a:ln>
        </p:spPr>
      </p:pic>
      <p:sp>
        <p:nvSpPr>
          <p:cNvPr id="362512" name="矩形 362511"/>
          <p:cNvSpPr/>
          <p:nvPr/>
        </p:nvSpPr>
        <p:spPr>
          <a:xfrm>
            <a:off x="250825" y="188913"/>
            <a:ext cx="5040313" cy="488950"/>
          </a:xfrm>
          <a:prstGeom prst="rect">
            <a:avLst/>
          </a:prstGeom>
          <a:noFill/>
          <a:ln w="9525">
            <a:noFill/>
          </a:ln>
        </p:spPr>
        <p:txBody>
          <a:bodyPr>
            <a:spAutoFit/>
          </a:bodyPr>
          <a:p>
            <a:pPr lvl="0" algn="just" eaLnBrk="1" hangingPunct="1">
              <a:buClr>
                <a:srgbClr val="CC0000"/>
              </a:buClr>
            </a:pPr>
            <a:r>
              <a:rPr lang="en-US" altLang="zh-CN" sz="2600" i="0">
                <a:solidFill>
                  <a:srgbClr val="0000CC"/>
                </a:solidFill>
                <a:latin typeface="Times New Roman" panose="02020603050405020304" pitchFamily="18" charset="0"/>
                <a:ea typeface="黑体" panose="02010609060101010101" pitchFamily="49" charset="-122"/>
              </a:rPr>
              <a:t>1.1.5  </a:t>
            </a:r>
            <a:r>
              <a:rPr lang="zh-CN" altLang="en-US" sz="2600" i="0" dirty="0">
                <a:solidFill>
                  <a:srgbClr val="0000CC"/>
                </a:solidFill>
                <a:latin typeface="Times New Roman" panose="02020603050405020304" pitchFamily="18" charset="0"/>
                <a:ea typeface="黑体" panose="02010609060101010101" pitchFamily="49" charset="-122"/>
              </a:rPr>
              <a:t>位移和路程</a:t>
            </a:r>
            <a:endParaRPr lang="zh-CN" altLang="en-US" sz="2600" i="0" dirty="0">
              <a:solidFill>
                <a:srgbClr val="0000CC"/>
              </a:solidFill>
              <a:latin typeface="Times New Roman" panose="02020603050405020304" pitchFamily="18" charset="0"/>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2499"/>
                                        </p:tgtEl>
                                        <p:attrNameLst>
                                          <p:attrName>style.visibility</p:attrName>
                                        </p:attrNameLst>
                                      </p:cBhvr>
                                      <p:to>
                                        <p:strVal val="visible"/>
                                      </p:to>
                                    </p:set>
                                    <p:animEffect transition="in" filter="wipe(left)">
                                      <p:cBhvr>
                                        <p:cTn id="7" dur="500"/>
                                        <p:tgtEl>
                                          <p:spTgt spid="3624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2500"/>
                                        </p:tgtEl>
                                        <p:attrNameLst>
                                          <p:attrName>style.visibility</p:attrName>
                                        </p:attrNameLst>
                                      </p:cBhvr>
                                      <p:to>
                                        <p:strVal val="visible"/>
                                      </p:to>
                                    </p:set>
                                    <p:animEffect transition="in" filter="wipe(left)">
                                      <p:cBhvr>
                                        <p:cTn id="12" dur="500"/>
                                        <p:tgtEl>
                                          <p:spTgt spid="3625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2501"/>
                                        </p:tgtEl>
                                        <p:attrNameLst>
                                          <p:attrName>style.visibility</p:attrName>
                                        </p:attrNameLst>
                                      </p:cBhvr>
                                      <p:to>
                                        <p:strVal val="visible"/>
                                      </p:to>
                                    </p:set>
                                    <p:animEffect transition="in" filter="wipe(left)">
                                      <p:cBhvr>
                                        <p:cTn id="17" dur="500"/>
                                        <p:tgtEl>
                                          <p:spTgt spid="3625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2508"/>
                                        </p:tgtEl>
                                        <p:attrNameLst>
                                          <p:attrName>style.visibility</p:attrName>
                                        </p:attrNameLst>
                                      </p:cBhvr>
                                      <p:to>
                                        <p:strVal val="visible"/>
                                      </p:to>
                                    </p:set>
                                    <p:animEffect transition="in" filter="wipe(left)">
                                      <p:cBhvr>
                                        <p:cTn id="22" dur="500"/>
                                        <p:tgtEl>
                                          <p:spTgt spid="3625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62502"/>
                                        </p:tgtEl>
                                        <p:attrNameLst>
                                          <p:attrName>style.visibility</p:attrName>
                                        </p:attrNameLst>
                                      </p:cBhvr>
                                      <p:to>
                                        <p:strVal val="visible"/>
                                      </p:to>
                                    </p:set>
                                    <p:animEffect transition="in" filter="wipe(left)">
                                      <p:cBhvr>
                                        <p:cTn id="27" dur="500"/>
                                        <p:tgtEl>
                                          <p:spTgt spid="3625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62509"/>
                                        </p:tgtEl>
                                        <p:attrNameLst>
                                          <p:attrName>style.visibility</p:attrName>
                                        </p:attrNameLst>
                                      </p:cBhvr>
                                      <p:to>
                                        <p:strVal val="visible"/>
                                      </p:to>
                                    </p:set>
                                    <p:animEffect transition="in" filter="wipe(left)">
                                      <p:cBhvr>
                                        <p:cTn id="32" dur="500"/>
                                        <p:tgtEl>
                                          <p:spTgt spid="36250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62503"/>
                                        </p:tgtEl>
                                        <p:attrNameLst>
                                          <p:attrName>style.visibility</p:attrName>
                                        </p:attrNameLst>
                                      </p:cBhvr>
                                      <p:to>
                                        <p:strVal val="visible"/>
                                      </p:to>
                                    </p:set>
                                    <p:animEffect transition="in" filter="wipe(left)">
                                      <p:cBhvr>
                                        <p:cTn id="37" dur="500"/>
                                        <p:tgtEl>
                                          <p:spTgt spid="3625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62510"/>
                                        </p:tgtEl>
                                        <p:attrNameLst>
                                          <p:attrName>style.visibility</p:attrName>
                                        </p:attrNameLst>
                                      </p:cBhvr>
                                      <p:to>
                                        <p:strVal val="visible"/>
                                      </p:to>
                                    </p:set>
                                    <p:animEffect transition="in" filter="wipe(left)">
                                      <p:cBhvr>
                                        <p:cTn id="42" dur="500"/>
                                        <p:tgtEl>
                                          <p:spTgt spid="362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p:bldP spid="362501" grpId="0"/>
      <p:bldP spid="362509" grpId="0"/>
      <p:bldP spid="3625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3522" name="文本框 363521"/>
          <p:cNvSpPr txBox="1"/>
          <p:nvPr/>
        </p:nvSpPr>
        <p:spPr>
          <a:xfrm>
            <a:off x="250825" y="549275"/>
            <a:ext cx="5545138" cy="927100"/>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位移</a:t>
            </a:r>
            <a:r>
              <a:rPr lang="en-US" altLang="zh-CN" sz="2600" i="0">
                <a:solidFill>
                  <a:srgbClr val="CC0000"/>
                </a:solidFill>
                <a:latin typeface="Times New Roman" panose="02020603050405020304" pitchFamily="18" charset="0"/>
                <a:ea typeface="黑体" panose="02010609060101010101" pitchFamily="49" charset="-122"/>
              </a:rPr>
              <a:t>(</a:t>
            </a:r>
            <a:r>
              <a:rPr lang="zh-CN" altLang="en-US" sz="2600" i="0" dirty="0">
                <a:solidFill>
                  <a:srgbClr val="CC0000"/>
                </a:solidFill>
                <a:latin typeface="Times New Roman" panose="02020603050405020304" pitchFamily="18" charset="0"/>
                <a:ea typeface="黑体" panose="02010609060101010101" pitchFamily="49" charset="-122"/>
              </a:rPr>
              <a:t>矢量</a:t>
            </a:r>
            <a:r>
              <a:rPr lang="en-US" altLang="zh-CN" sz="2600" i="0">
                <a:solidFill>
                  <a:srgbClr val="CC0000"/>
                </a:solidFill>
                <a:latin typeface="Times New Roman" panose="02020603050405020304" pitchFamily="18" charset="0"/>
                <a:ea typeface="黑体" panose="02010609060101010101" pitchFamily="49" charset="-122"/>
              </a:rPr>
              <a:t>):</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质点在某段时间内</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始、末位置变动的总效果</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363523" name="文本框 363522"/>
          <p:cNvSpPr txBox="1"/>
          <p:nvPr/>
        </p:nvSpPr>
        <p:spPr>
          <a:xfrm>
            <a:off x="250825" y="1624013"/>
            <a:ext cx="5976938"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路程</a:t>
            </a:r>
            <a:r>
              <a:rPr lang="en-US" altLang="zh-CN" sz="2600" i="0">
                <a:solidFill>
                  <a:srgbClr val="CC0000"/>
                </a:solidFill>
                <a:latin typeface="Times New Roman" panose="02020603050405020304" pitchFamily="18" charset="0"/>
                <a:ea typeface="黑体" panose="02010609060101010101" pitchFamily="49" charset="-122"/>
              </a:rPr>
              <a:t>(</a:t>
            </a:r>
            <a:r>
              <a:rPr lang="zh-CN" altLang="en-US" sz="2600" i="0" dirty="0">
                <a:solidFill>
                  <a:srgbClr val="CC0000"/>
                </a:solidFill>
                <a:latin typeface="Times New Roman" panose="02020603050405020304" pitchFamily="18" charset="0"/>
                <a:ea typeface="黑体" panose="02010609060101010101" pitchFamily="49" charset="-122"/>
              </a:rPr>
              <a:t>正标量</a:t>
            </a:r>
            <a:r>
              <a:rPr lang="en-US" altLang="zh-CN" sz="2600" i="0">
                <a:solidFill>
                  <a:srgbClr val="CC0000"/>
                </a:solidFill>
                <a:latin typeface="Times New Roman" panose="02020603050405020304" pitchFamily="18" charset="0"/>
                <a:ea typeface="黑体" panose="02010609060101010101" pitchFamily="49" charset="-122"/>
              </a:rPr>
              <a:t>):</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质点实际行程的长度</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pSp>
        <p:nvGrpSpPr>
          <p:cNvPr id="363524" name="组合 363523"/>
          <p:cNvGrpSpPr/>
          <p:nvPr/>
        </p:nvGrpSpPr>
        <p:grpSpPr>
          <a:xfrm>
            <a:off x="6332538" y="620713"/>
            <a:ext cx="1943100" cy="1512887"/>
            <a:chOff x="192" y="2160"/>
            <a:chExt cx="2541" cy="1861"/>
          </a:xfrm>
        </p:grpSpPr>
        <p:pic>
          <p:nvPicPr>
            <p:cNvPr id="363525" name="图片 363524" descr="j0078715"/>
            <p:cNvPicPr>
              <a:picLocks noChangeAspect="1"/>
            </p:cNvPicPr>
            <p:nvPr/>
          </p:nvPicPr>
          <p:blipFill>
            <a:blip r:embed="rId1"/>
            <a:stretch>
              <a:fillRect/>
            </a:stretch>
          </p:blipFill>
          <p:spPr>
            <a:xfrm>
              <a:off x="1776" y="2832"/>
              <a:ext cx="957" cy="1189"/>
            </a:xfrm>
            <a:prstGeom prst="rect">
              <a:avLst/>
            </a:prstGeom>
            <a:noFill/>
            <a:ln w="9525">
              <a:noFill/>
            </a:ln>
          </p:spPr>
        </p:pic>
        <p:sp>
          <p:nvSpPr>
            <p:cNvPr id="363526" name="任意多边形 363525"/>
            <p:cNvSpPr/>
            <p:nvPr/>
          </p:nvSpPr>
          <p:spPr>
            <a:xfrm>
              <a:off x="1056" y="3600"/>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sp>
          <p:nvSpPr>
            <p:cNvPr id="363527" name="任意多边形 363526"/>
            <p:cNvSpPr/>
            <p:nvPr/>
          </p:nvSpPr>
          <p:spPr>
            <a:xfrm rot="-19254580">
              <a:off x="192" y="2976"/>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sp>
          <p:nvSpPr>
            <p:cNvPr id="363528" name="任意多边形 363527"/>
            <p:cNvSpPr/>
            <p:nvPr/>
          </p:nvSpPr>
          <p:spPr>
            <a:xfrm rot="-1683964">
              <a:off x="1200" y="2352"/>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sp>
          <p:nvSpPr>
            <p:cNvPr id="363529" name="任意多边形 363528"/>
            <p:cNvSpPr/>
            <p:nvPr/>
          </p:nvSpPr>
          <p:spPr>
            <a:xfrm rot="-1167296">
              <a:off x="1776" y="3840"/>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sp>
          <p:nvSpPr>
            <p:cNvPr id="363530" name="任意多边形 363529"/>
            <p:cNvSpPr/>
            <p:nvPr/>
          </p:nvSpPr>
          <p:spPr>
            <a:xfrm rot="-1846862">
              <a:off x="1728" y="2256"/>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sp>
          <p:nvSpPr>
            <p:cNvPr id="363531" name="任意多边形 363530"/>
            <p:cNvSpPr/>
            <p:nvPr/>
          </p:nvSpPr>
          <p:spPr>
            <a:xfrm rot="-2273017">
              <a:off x="816" y="2352"/>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sp>
          <p:nvSpPr>
            <p:cNvPr id="363532" name="任意多边形 363531"/>
            <p:cNvSpPr/>
            <p:nvPr/>
          </p:nvSpPr>
          <p:spPr>
            <a:xfrm rot="-3295247">
              <a:off x="536" y="2536"/>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sp>
          <p:nvSpPr>
            <p:cNvPr id="363533" name="任意多边形 363532"/>
            <p:cNvSpPr/>
            <p:nvPr/>
          </p:nvSpPr>
          <p:spPr>
            <a:xfrm rot="-4951154">
              <a:off x="200" y="2632"/>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sp>
          <p:nvSpPr>
            <p:cNvPr id="363534" name="任意多边形 363533"/>
            <p:cNvSpPr/>
            <p:nvPr/>
          </p:nvSpPr>
          <p:spPr>
            <a:xfrm rot="-20537388">
              <a:off x="288" y="3264"/>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sp>
          <p:nvSpPr>
            <p:cNvPr id="363535" name="任意多边形 363534"/>
            <p:cNvSpPr/>
            <p:nvPr/>
          </p:nvSpPr>
          <p:spPr>
            <a:xfrm>
              <a:off x="672" y="3360"/>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sp>
          <p:nvSpPr>
            <p:cNvPr id="363536" name="任意多边形 363535"/>
            <p:cNvSpPr/>
            <p:nvPr/>
          </p:nvSpPr>
          <p:spPr>
            <a:xfrm>
              <a:off x="1488" y="3600"/>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sp>
          <p:nvSpPr>
            <p:cNvPr id="363537" name="任意多边形 363536"/>
            <p:cNvSpPr/>
            <p:nvPr/>
          </p:nvSpPr>
          <p:spPr>
            <a:xfrm rot="-1846862">
              <a:off x="1440" y="2160"/>
              <a:ext cx="183" cy="103"/>
            </a:xfrm>
            <a:custGeom>
              <a:avLst/>
              <a:gdLst/>
              <a:ahLst/>
              <a:cxnLst/>
              <a:pathLst>
                <a:path w="183" h="103">
                  <a:moveTo>
                    <a:pt x="0" y="17"/>
                  </a:moveTo>
                  <a:cubicBezTo>
                    <a:pt x="42" y="59"/>
                    <a:pt x="81" y="86"/>
                    <a:pt x="138" y="103"/>
                  </a:cubicBezTo>
                  <a:cubicBezTo>
                    <a:pt x="146" y="97"/>
                    <a:pt x="160" y="96"/>
                    <a:pt x="163" y="86"/>
                  </a:cubicBezTo>
                  <a:cubicBezTo>
                    <a:pt x="183" y="26"/>
                    <a:pt x="75" y="8"/>
                    <a:pt x="43" y="0"/>
                  </a:cubicBezTo>
                  <a:cubicBezTo>
                    <a:pt x="5" y="10"/>
                    <a:pt x="18" y="1"/>
                    <a:pt x="0" y="17"/>
                  </a:cubicBezTo>
                  <a:close/>
                </a:path>
              </a:pathLst>
            </a:custGeom>
            <a:solidFill>
              <a:schemeClr val="bg2"/>
            </a:solidFill>
            <a:ln w="9525" cap="flat" cmpd="sng">
              <a:solidFill>
                <a:schemeClr val="tx1"/>
              </a:solidFill>
              <a:prstDash val="solid"/>
              <a:headEnd type="none" w="med" len="med"/>
              <a:tailEnd type="none" w="med" len="med"/>
            </a:ln>
          </p:spPr>
          <p:txBody>
            <a:bodyPr/>
            <a:p>
              <a:endParaRPr lang="zh-CN" altLang="en-US"/>
            </a:p>
          </p:txBody>
        </p:sp>
      </p:grpSp>
      <p:grpSp>
        <p:nvGrpSpPr>
          <p:cNvPr id="363539" name="组合 363538"/>
          <p:cNvGrpSpPr/>
          <p:nvPr/>
        </p:nvGrpSpPr>
        <p:grpSpPr>
          <a:xfrm>
            <a:off x="5387975" y="2276475"/>
            <a:ext cx="3721100" cy="3198813"/>
            <a:chOff x="3243" y="119"/>
            <a:chExt cx="2344" cy="2015"/>
          </a:xfrm>
        </p:grpSpPr>
        <p:sp>
          <p:nvSpPr>
            <p:cNvPr id="363540" name="矩形 363539"/>
            <p:cNvSpPr/>
            <p:nvPr/>
          </p:nvSpPr>
          <p:spPr>
            <a:xfrm>
              <a:off x="3483" y="119"/>
              <a:ext cx="215" cy="327"/>
            </a:xfrm>
            <a:prstGeom prst="rect">
              <a:avLst/>
            </a:prstGeom>
            <a:noFill/>
            <a:ln w="9525">
              <a:noFill/>
            </a:ln>
          </p:spPr>
          <p:txBody>
            <a:bodyPr>
              <a:spAutoFit/>
            </a:bodyPr>
            <a:p>
              <a:pPr lvl="0" eaLnBrk="1" hangingPunct="1">
                <a:buClr>
                  <a:srgbClr val="000000"/>
                </a:buClr>
              </a:pPr>
              <a:r>
                <a:rPr lang="en-US" altLang="zh-CN" sz="2800" i="1">
                  <a:latin typeface="Times New Roman" panose="02020603050405020304" pitchFamily="18" charset="0"/>
                  <a:ea typeface="宋体" panose="02010600030101010101" pitchFamily="2" charset="-122"/>
                </a:rPr>
                <a:t>z</a:t>
              </a:r>
              <a:endParaRPr lang="en-US" altLang="zh-CN" sz="2400" i="1">
                <a:latin typeface="Times New Roman" panose="02020603050405020304" pitchFamily="18" charset="0"/>
                <a:ea typeface="宋体" panose="02010600030101010101" pitchFamily="2" charset="-122"/>
              </a:endParaRPr>
            </a:p>
          </p:txBody>
        </p:sp>
        <p:sp>
          <p:nvSpPr>
            <p:cNvPr id="363541" name="直接连接符 363540"/>
            <p:cNvSpPr/>
            <p:nvPr/>
          </p:nvSpPr>
          <p:spPr>
            <a:xfrm>
              <a:off x="3734" y="1507"/>
              <a:ext cx="1801" cy="0"/>
            </a:xfrm>
            <a:prstGeom prst="line">
              <a:avLst/>
            </a:prstGeom>
            <a:ln w="28575" cap="flat" cmpd="sng">
              <a:solidFill>
                <a:schemeClr val="tx1"/>
              </a:solidFill>
              <a:prstDash val="solid"/>
              <a:headEnd type="none" w="med" len="med"/>
              <a:tailEnd type="triangle" w="med" len="med"/>
            </a:ln>
          </p:spPr>
        </p:sp>
        <p:sp>
          <p:nvSpPr>
            <p:cNvPr id="363542" name="直接连接符 363541"/>
            <p:cNvSpPr/>
            <p:nvPr/>
          </p:nvSpPr>
          <p:spPr>
            <a:xfrm flipH="1">
              <a:off x="3243" y="1507"/>
              <a:ext cx="491" cy="506"/>
            </a:xfrm>
            <a:prstGeom prst="line">
              <a:avLst/>
            </a:prstGeom>
            <a:ln w="28575" cap="flat" cmpd="sng">
              <a:solidFill>
                <a:schemeClr val="tx1"/>
              </a:solidFill>
              <a:prstDash val="solid"/>
              <a:headEnd type="none" w="med" len="med"/>
              <a:tailEnd type="triangle" w="med" len="med"/>
            </a:ln>
          </p:spPr>
        </p:sp>
        <p:sp>
          <p:nvSpPr>
            <p:cNvPr id="363543" name="直接连接符 363542"/>
            <p:cNvSpPr/>
            <p:nvPr/>
          </p:nvSpPr>
          <p:spPr>
            <a:xfrm flipV="1">
              <a:off x="3734" y="269"/>
              <a:ext cx="0" cy="1238"/>
            </a:xfrm>
            <a:prstGeom prst="line">
              <a:avLst/>
            </a:prstGeom>
            <a:ln w="28575" cap="flat" cmpd="sng">
              <a:solidFill>
                <a:schemeClr val="tx1"/>
              </a:solidFill>
              <a:prstDash val="solid"/>
              <a:headEnd type="none" w="med" len="med"/>
              <a:tailEnd type="triangle" w="med" len="med"/>
            </a:ln>
          </p:spPr>
        </p:sp>
        <p:sp>
          <p:nvSpPr>
            <p:cNvPr id="363544" name="任意多边形 363543"/>
            <p:cNvSpPr/>
            <p:nvPr/>
          </p:nvSpPr>
          <p:spPr>
            <a:xfrm>
              <a:off x="3579" y="407"/>
              <a:ext cx="1824" cy="581"/>
            </a:xfrm>
            <a:custGeom>
              <a:avLst/>
              <a:gdLst/>
              <a:ahLst/>
              <a:cxnLst/>
              <a:pathLst>
                <a:path w="1680" h="496">
                  <a:moveTo>
                    <a:pt x="0" y="496"/>
                  </a:moveTo>
                  <a:cubicBezTo>
                    <a:pt x="220" y="264"/>
                    <a:pt x="440" y="32"/>
                    <a:pt x="720" y="16"/>
                  </a:cubicBezTo>
                  <a:cubicBezTo>
                    <a:pt x="1000" y="0"/>
                    <a:pt x="1340" y="200"/>
                    <a:pt x="1680" y="400"/>
                  </a:cubicBezTo>
                </a:path>
              </a:pathLst>
            </a:custGeom>
            <a:noFill/>
            <a:ln w="38100" cap="flat" cmpd="sng">
              <a:solidFill>
                <a:schemeClr val="tx1"/>
              </a:solidFill>
              <a:prstDash val="solid"/>
              <a:headEnd type="none" w="med" len="med"/>
              <a:tailEnd type="none" w="med" len="med"/>
            </a:ln>
          </p:spPr>
          <p:txBody>
            <a:bodyPr/>
            <a:p>
              <a:endParaRPr lang="zh-CN" altLang="en-US"/>
            </a:p>
          </p:txBody>
        </p:sp>
        <p:sp>
          <p:nvSpPr>
            <p:cNvPr id="363545" name="直接连接符 363544"/>
            <p:cNvSpPr/>
            <p:nvPr/>
          </p:nvSpPr>
          <p:spPr>
            <a:xfrm flipV="1">
              <a:off x="3734" y="494"/>
              <a:ext cx="328" cy="1013"/>
            </a:xfrm>
            <a:prstGeom prst="line">
              <a:avLst/>
            </a:prstGeom>
            <a:ln w="28575" cap="flat" cmpd="sng">
              <a:solidFill>
                <a:srgbClr val="0000CC"/>
              </a:solidFill>
              <a:prstDash val="solid"/>
              <a:headEnd type="none" w="med" len="med"/>
              <a:tailEnd type="triangle" w="med" len="lg"/>
            </a:ln>
          </p:spPr>
        </p:sp>
        <p:sp>
          <p:nvSpPr>
            <p:cNvPr id="363546" name="直接连接符 363545"/>
            <p:cNvSpPr/>
            <p:nvPr/>
          </p:nvSpPr>
          <p:spPr>
            <a:xfrm flipV="1">
              <a:off x="3734" y="607"/>
              <a:ext cx="1256" cy="900"/>
            </a:xfrm>
            <a:prstGeom prst="line">
              <a:avLst/>
            </a:prstGeom>
            <a:ln w="28575" cap="flat" cmpd="sng">
              <a:solidFill>
                <a:srgbClr val="0000CC"/>
              </a:solidFill>
              <a:prstDash val="solid"/>
              <a:headEnd type="none" w="med" len="med"/>
              <a:tailEnd type="triangle" w="med" len="lg"/>
            </a:ln>
          </p:spPr>
        </p:sp>
        <p:sp>
          <p:nvSpPr>
            <p:cNvPr id="363547" name="矩形 363546"/>
            <p:cNvSpPr/>
            <p:nvPr/>
          </p:nvSpPr>
          <p:spPr>
            <a:xfrm>
              <a:off x="5372" y="1413"/>
              <a:ext cx="215" cy="327"/>
            </a:xfrm>
            <a:prstGeom prst="rect">
              <a:avLst/>
            </a:prstGeom>
            <a:noFill/>
            <a:ln w="9525">
              <a:noFill/>
            </a:ln>
          </p:spPr>
          <p:txBody>
            <a:bodyPr wrap="none" anchor="t">
              <a:spAutoFit/>
            </a:bodyPr>
            <a:p>
              <a:pPr lvl="0" eaLnBrk="1" hangingPunct="1">
                <a:buClr>
                  <a:srgbClr val="000000"/>
                </a:buClr>
              </a:pPr>
              <a:r>
                <a:rPr lang="en-US" altLang="zh-CN" sz="2800" i="1">
                  <a:latin typeface="Times New Roman" panose="02020603050405020304" pitchFamily="18" charset="0"/>
                  <a:ea typeface="宋体" panose="02010600030101010101" pitchFamily="2" charset="-122"/>
                </a:rPr>
                <a:t>y</a:t>
              </a:r>
              <a:endParaRPr lang="en-US" altLang="zh-CN" sz="2400" i="1">
                <a:latin typeface="Times New Roman" panose="02020603050405020304" pitchFamily="18" charset="0"/>
                <a:ea typeface="宋体" panose="02010600030101010101" pitchFamily="2" charset="-122"/>
              </a:endParaRPr>
            </a:p>
          </p:txBody>
        </p:sp>
        <p:sp>
          <p:nvSpPr>
            <p:cNvPr id="363548" name="矩形 363547"/>
            <p:cNvSpPr/>
            <p:nvPr/>
          </p:nvSpPr>
          <p:spPr>
            <a:xfrm>
              <a:off x="3298" y="1807"/>
              <a:ext cx="228" cy="327"/>
            </a:xfrm>
            <a:prstGeom prst="rect">
              <a:avLst/>
            </a:prstGeom>
            <a:noFill/>
            <a:ln w="9525">
              <a:noFill/>
            </a:ln>
          </p:spPr>
          <p:txBody>
            <a:bodyPr wrap="none" anchor="t">
              <a:spAutoFit/>
            </a:bodyPr>
            <a:p>
              <a:pPr lvl="0" eaLnBrk="1" hangingPunct="1">
                <a:buClr>
                  <a:srgbClr val="000000"/>
                </a:buClr>
              </a:pPr>
              <a:r>
                <a:rPr lang="en-US" altLang="zh-CN" sz="2800" i="1">
                  <a:latin typeface="Times New Roman" panose="02020603050405020304" pitchFamily="18" charset="0"/>
                  <a:ea typeface="宋体" panose="02010600030101010101" pitchFamily="2" charset="-122"/>
                </a:rPr>
                <a:t>x</a:t>
              </a:r>
              <a:endParaRPr lang="en-US" altLang="zh-CN" sz="2400" i="1">
                <a:latin typeface="Times New Roman" panose="02020603050405020304" pitchFamily="18" charset="0"/>
                <a:ea typeface="宋体" panose="02010600030101010101" pitchFamily="2" charset="-122"/>
              </a:endParaRPr>
            </a:p>
          </p:txBody>
        </p:sp>
        <p:sp>
          <p:nvSpPr>
            <p:cNvPr id="363549" name="矩形 363548"/>
            <p:cNvSpPr/>
            <p:nvPr/>
          </p:nvSpPr>
          <p:spPr>
            <a:xfrm>
              <a:off x="3516" y="1244"/>
              <a:ext cx="228" cy="327"/>
            </a:xfrm>
            <a:prstGeom prst="rect">
              <a:avLst/>
            </a:prstGeom>
            <a:noFill/>
            <a:ln w="9525">
              <a:noFill/>
            </a:ln>
          </p:spPr>
          <p:txBody>
            <a:bodyPr wrap="none" anchor="t">
              <a:spAutoFit/>
            </a:bodyPr>
            <a:p>
              <a:pPr lvl="0" eaLnBrk="1" hangingPunct="1">
                <a:buClr>
                  <a:srgbClr val="000000"/>
                </a:buClr>
              </a:pPr>
              <a:r>
                <a:rPr lang="en-US" altLang="zh-CN" sz="2800" i="1">
                  <a:latin typeface="Times New Roman" panose="02020603050405020304" pitchFamily="18" charset="0"/>
                  <a:ea typeface="宋体" panose="02010600030101010101" pitchFamily="2" charset="-122"/>
                </a:rPr>
                <a:t>o</a:t>
              </a:r>
              <a:endParaRPr lang="en-US" altLang="zh-CN" sz="2400" i="1">
                <a:latin typeface="Times New Roman" panose="02020603050405020304" pitchFamily="18" charset="0"/>
                <a:ea typeface="宋体" panose="02010600030101010101" pitchFamily="2" charset="-122"/>
              </a:endParaRPr>
            </a:p>
          </p:txBody>
        </p:sp>
        <p:graphicFrame>
          <p:nvGraphicFramePr>
            <p:cNvPr id="363550" name="对象 363549"/>
            <p:cNvGraphicFramePr/>
            <p:nvPr/>
          </p:nvGraphicFramePr>
          <p:xfrm>
            <a:off x="3911" y="775"/>
            <a:ext cx="306" cy="451"/>
          </p:xfrm>
          <a:graphic>
            <a:graphicData uri="http://schemas.openxmlformats.org/presentationml/2006/ole">
              <mc:AlternateContent xmlns:mc="http://schemas.openxmlformats.org/markup-compatibility/2006">
                <mc:Choice xmlns:v="urn:schemas-microsoft-com:vml" Requires="v">
                  <p:oleObj spid="_x0000_s3088" name="" r:id="rId2" imgW="152400" imgH="215900" progId="Equation.3">
                    <p:embed/>
                  </p:oleObj>
                </mc:Choice>
                <mc:Fallback>
                  <p:oleObj name="" r:id="rId2" imgW="152400" imgH="215900" progId="Equation.3">
                    <p:embed/>
                    <p:pic>
                      <p:nvPicPr>
                        <p:cNvPr id="0" name="图片 3087"/>
                        <p:cNvPicPr/>
                        <p:nvPr/>
                      </p:nvPicPr>
                      <p:blipFill>
                        <a:blip r:embed="rId3">
                          <a:clrChange>
                            <a:clrFrom>
                              <a:srgbClr val="000000"/>
                            </a:clrFrom>
                            <a:clrTo>
                              <a:srgbClr val="000000"/>
                            </a:clrTo>
                          </a:clrChange>
                        </a:blip>
                        <a:stretch>
                          <a:fillRect/>
                        </a:stretch>
                      </p:blipFill>
                      <p:spPr>
                        <a:xfrm>
                          <a:off x="3911" y="775"/>
                          <a:ext cx="306" cy="451"/>
                        </a:xfrm>
                        <a:prstGeom prst="rect">
                          <a:avLst/>
                        </a:prstGeom>
                        <a:noFill/>
                        <a:ln w="38100">
                          <a:noFill/>
                          <a:miter/>
                        </a:ln>
                      </p:spPr>
                    </p:pic>
                  </p:oleObj>
                </mc:Fallback>
              </mc:AlternateContent>
            </a:graphicData>
          </a:graphic>
        </p:graphicFrame>
        <p:graphicFrame>
          <p:nvGraphicFramePr>
            <p:cNvPr id="363551" name="对象 363550"/>
            <p:cNvGraphicFramePr/>
            <p:nvPr/>
          </p:nvGraphicFramePr>
          <p:xfrm>
            <a:off x="4408" y="887"/>
            <a:ext cx="307" cy="450"/>
          </p:xfrm>
          <a:graphic>
            <a:graphicData uri="http://schemas.openxmlformats.org/presentationml/2006/ole">
              <mc:AlternateContent xmlns:mc="http://schemas.openxmlformats.org/markup-compatibility/2006">
                <mc:Choice xmlns:v="urn:schemas-microsoft-com:vml" Requires="v">
                  <p:oleObj spid="_x0000_s3089" name="" r:id="rId4" imgW="152400" imgH="215900" progId="Equation.3">
                    <p:embed/>
                  </p:oleObj>
                </mc:Choice>
                <mc:Fallback>
                  <p:oleObj name="" r:id="rId4" imgW="152400" imgH="215900" progId="Equation.3">
                    <p:embed/>
                    <p:pic>
                      <p:nvPicPr>
                        <p:cNvPr id="0" name="图片 3088"/>
                        <p:cNvPicPr/>
                        <p:nvPr/>
                      </p:nvPicPr>
                      <p:blipFill>
                        <a:blip r:embed="rId5">
                          <a:clrChange>
                            <a:clrFrom>
                              <a:srgbClr val="000000"/>
                            </a:clrFrom>
                            <a:clrTo>
                              <a:srgbClr val="000000"/>
                            </a:clrTo>
                          </a:clrChange>
                        </a:blip>
                        <a:stretch>
                          <a:fillRect/>
                        </a:stretch>
                      </p:blipFill>
                      <p:spPr>
                        <a:xfrm>
                          <a:off x="4408" y="887"/>
                          <a:ext cx="307" cy="450"/>
                        </a:xfrm>
                        <a:prstGeom prst="rect">
                          <a:avLst/>
                        </a:prstGeom>
                        <a:noFill/>
                        <a:ln w="38100">
                          <a:noFill/>
                          <a:miter/>
                        </a:ln>
                      </p:spPr>
                    </p:pic>
                  </p:oleObj>
                </mc:Fallback>
              </mc:AlternateContent>
            </a:graphicData>
          </a:graphic>
        </p:graphicFrame>
        <p:sp>
          <p:nvSpPr>
            <p:cNvPr id="363552" name="矩形 363551"/>
            <p:cNvSpPr/>
            <p:nvPr/>
          </p:nvSpPr>
          <p:spPr>
            <a:xfrm>
              <a:off x="4971" y="311"/>
              <a:ext cx="327" cy="327"/>
            </a:xfrm>
            <a:prstGeom prst="rect">
              <a:avLst/>
            </a:prstGeom>
            <a:noFill/>
            <a:ln w="9525">
              <a:noFill/>
            </a:ln>
          </p:spPr>
          <p:txBody>
            <a:bodyPr>
              <a:spAutoFit/>
            </a:bodyPr>
            <a:p>
              <a:pPr lvl="0" eaLnBrk="1" hangingPunct="1">
                <a:buClr>
                  <a:srgbClr val="000000"/>
                </a:buClr>
              </a:pPr>
              <a:r>
                <a:rPr lang="en-US" altLang="zh-CN" sz="2800" i="1">
                  <a:latin typeface="Times New Roman" panose="02020603050405020304" pitchFamily="18" charset="0"/>
                  <a:ea typeface="宋体" panose="02010600030101010101" pitchFamily="2" charset="-122"/>
                </a:rPr>
                <a:t>B</a:t>
              </a:r>
              <a:endParaRPr lang="en-US" altLang="zh-CN" sz="2400" i="1">
                <a:latin typeface="Times New Roman" panose="02020603050405020304" pitchFamily="18" charset="0"/>
                <a:ea typeface="宋体" panose="02010600030101010101" pitchFamily="2" charset="-122"/>
              </a:endParaRPr>
            </a:p>
          </p:txBody>
        </p:sp>
        <p:sp>
          <p:nvSpPr>
            <p:cNvPr id="363553" name="矩形 363552"/>
            <p:cNvSpPr/>
            <p:nvPr/>
          </p:nvSpPr>
          <p:spPr>
            <a:xfrm>
              <a:off x="3819" y="215"/>
              <a:ext cx="382" cy="327"/>
            </a:xfrm>
            <a:prstGeom prst="rect">
              <a:avLst/>
            </a:prstGeom>
            <a:noFill/>
            <a:ln w="9525">
              <a:noFill/>
            </a:ln>
          </p:spPr>
          <p:txBody>
            <a:bodyPr>
              <a:spAutoFit/>
            </a:bodyPr>
            <a:p>
              <a:pPr lvl="0" eaLnBrk="1" hangingPunct="1">
                <a:buClr>
                  <a:srgbClr val="000000"/>
                </a:buClr>
              </a:pPr>
              <a:r>
                <a:rPr lang="en-US" altLang="zh-CN" sz="2800" i="1">
                  <a:latin typeface="Times New Roman" panose="02020603050405020304" pitchFamily="18" charset="0"/>
                  <a:ea typeface="宋体" panose="02010600030101010101" pitchFamily="2" charset="-122"/>
                </a:rPr>
                <a:t>A</a:t>
              </a:r>
              <a:endParaRPr lang="en-US" altLang="zh-CN" sz="2400" i="1">
                <a:latin typeface="Times New Roman" panose="02020603050405020304" pitchFamily="18" charset="0"/>
                <a:ea typeface="宋体" panose="02010600030101010101" pitchFamily="2" charset="-122"/>
              </a:endParaRPr>
            </a:p>
          </p:txBody>
        </p:sp>
        <p:grpSp>
          <p:nvGrpSpPr>
            <p:cNvPr id="363554" name="组合 363553"/>
            <p:cNvGrpSpPr/>
            <p:nvPr/>
          </p:nvGrpSpPr>
          <p:grpSpPr>
            <a:xfrm>
              <a:off x="4059" y="527"/>
              <a:ext cx="912" cy="342"/>
              <a:chOff x="3984" y="528"/>
              <a:chExt cx="912" cy="342"/>
            </a:xfrm>
          </p:grpSpPr>
          <p:sp>
            <p:nvSpPr>
              <p:cNvPr id="363555" name="直接连接符 363554"/>
              <p:cNvSpPr/>
              <p:nvPr/>
            </p:nvSpPr>
            <p:spPr>
              <a:xfrm>
                <a:off x="3984" y="528"/>
                <a:ext cx="912" cy="96"/>
              </a:xfrm>
              <a:prstGeom prst="line">
                <a:avLst/>
              </a:prstGeom>
              <a:ln w="28575" cap="flat" cmpd="sng">
                <a:solidFill>
                  <a:srgbClr val="0000FF"/>
                </a:solidFill>
                <a:prstDash val="solid"/>
                <a:headEnd type="none" w="med" len="med"/>
                <a:tailEnd type="triangle" w="med" len="med"/>
              </a:ln>
            </p:spPr>
          </p:sp>
          <p:graphicFrame>
            <p:nvGraphicFramePr>
              <p:cNvPr id="363556" name="对象 363555"/>
              <p:cNvGraphicFramePr/>
              <p:nvPr/>
            </p:nvGraphicFramePr>
            <p:xfrm>
              <a:off x="4224" y="576"/>
              <a:ext cx="384" cy="294"/>
            </p:xfrm>
            <a:graphic>
              <a:graphicData uri="http://schemas.openxmlformats.org/presentationml/2006/ole">
                <mc:AlternateContent xmlns:mc="http://schemas.openxmlformats.org/markup-compatibility/2006">
                  <mc:Choice xmlns:v="urn:schemas-microsoft-com:vml" Requires="v">
                    <p:oleObj spid="_x0000_s3087" name="" r:id="rId6" imgW="215900" imgH="165100" progId="Equation.3">
                      <p:embed/>
                    </p:oleObj>
                  </mc:Choice>
                  <mc:Fallback>
                    <p:oleObj name="" r:id="rId6" imgW="215900" imgH="165100" progId="Equation.3">
                      <p:embed/>
                      <p:pic>
                        <p:nvPicPr>
                          <p:cNvPr id="0" name="图片 3086"/>
                          <p:cNvPicPr/>
                          <p:nvPr/>
                        </p:nvPicPr>
                        <p:blipFill>
                          <a:blip r:embed="rId7">
                            <a:clrChange>
                              <a:clrFrom>
                                <a:srgbClr val="000000"/>
                              </a:clrFrom>
                              <a:clrTo>
                                <a:srgbClr val="000000"/>
                              </a:clrTo>
                            </a:clrChange>
                          </a:blip>
                          <a:stretch>
                            <a:fillRect/>
                          </a:stretch>
                        </p:blipFill>
                        <p:spPr>
                          <a:xfrm>
                            <a:off x="4224" y="576"/>
                            <a:ext cx="384" cy="294"/>
                          </a:xfrm>
                          <a:prstGeom prst="rect">
                            <a:avLst/>
                          </a:prstGeom>
                          <a:noFill/>
                          <a:ln w="38100">
                            <a:noFill/>
                            <a:miter/>
                          </a:ln>
                        </p:spPr>
                      </p:pic>
                    </p:oleObj>
                  </mc:Fallback>
                </mc:AlternateContent>
              </a:graphicData>
            </a:graphic>
          </p:graphicFrame>
        </p:grpSp>
        <p:grpSp>
          <p:nvGrpSpPr>
            <p:cNvPr id="363557" name="组合 363556"/>
            <p:cNvGrpSpPr/>
            <p:nvPr/>
          </p:nvGrpSpPr>
          <p:grpSpPr>
            <a:xfrm>
              <a:off x="4468" y="618"/>
              <a:ext cx="528" cy="389"/>
              <a:chOff x="4416" y="672"/>
              <a:chExt cx="528" cy="389"/>
            </a:xfrm>
          </p:grpSpPr>
          <p:sp>
            <p:nvSpPr>
              <p:cNvPr id="363558" name="直接连接符 363557"/>
              <p:cNvSpPr/>
              <p:nvPr/>
            </p:nvSpPr>
            <p:spPr>
              <a:xfrm flipV="1">
                <a:off x="4416" y="672"/>
                <a:ext cx="480" cy="336"/>
              </a:xfrm>
              <a:prstGeom prst="line">
                <a:avLst/>
              </a:prstGeom>
              <a:ln w="28575" cap="flat" cmpd="sng">
                <a:solidFill>
                  <a:schemeClr val="tx1"/>
                </a:solidFill>
                <a:prstDash val="dash"/>
                <a:headEnd type="none" w="med" len="med"/>
                <a:tailEnd type="none" w="med" len="med"/>
              </a:ln>
            </p:spPr>
          </p:sp>
          <p:graphicFrame>
            <p:nvGraphicFramePr>
              <p:cNvPr id="363559" name="对象 363558"/>
              <p:cNvGraphicFramePr/>
              <p:nvPr/>
            </p:nvGraphicFramePr>
            <p:xfrm>
              <a:off x="4560" y="768"/>
              <a:ext cx="384" cy="293"/>
            </p:xfrm>
            <a:graphic>
              <a:graphicData uri="http://schemas.openxmlformats.org/presentationml/2006/ole">
                <mc:AlternateContent xmlns:mc="http://schemas.openxmlformats.org/markup-compatibility/2006">
                  <mc:Choice xmlns:v="urn:schemas-microsoft-com:vml" Requires="v">
                    <p:oleObj spid="_x0000_s3093" name="" r:id="rId8" imgW="215900" imgH="165100" progId="Equation.3">
                      <p:embed/>
                    </p:oleObj>
                  </mc:Choice>
                  <mc:Fallback>
                    <p:oleObj name="" r:id="rId8" imgW="215900" imgH="165100" progId="Equation.3">
                      <p:embed/>
                      <p:pic>
                        <p:nvPicPr>
                          <p:cNvPr id="0" name="图片 3092"/>
                          <p:cNvPicPr/>
                          <p:nvPr/>
                        </p:nvPicPr>
                        <p:blipFill>
                          <a:blip r:embed="rId9">
                            <a:clrChange>
                              <a:clrFrom>
                                <a:srgbClr val="000000"/>
                              </a:clrFrom>
                              <a:clrTo>
                                <a:srgbClr val="000000"/>
                              </a:clrTo>
                            </a:clrChange>
                          </a:blip>
                          <a:stretch>
                            <a:fillRect/>
                          </a:stretch>
                        </p:blipFill>
                        <p:spPr>
                          <a:xfrm>
                            <a:off x="4560" y="768"/>
                            <a:ext cx="384" cy="293"/>
                          </a:xfrm>
                          <a:prstGeom prst="rect">
                            <a:avLst/>
                          </a:prstGeom>
                          <a:noFill/>
                          <a:ln w="38100">
                            <a:noFill/>
                            <a:miter/>
                          </a:ln>
                        </p:spPr>
                      </p:pic>
                    </p:oleObj>
                  </mc:Fallback>
                </mc:AlternateContent>
              </a:graphicData>
            </a:graphic>
          </p:graphicFrame>
        </p:grpSp>
        <p:grpSp>
          <p:nvGrpSpPr>
            <p:cNvPr id="363560" name="组合 363559"/>
            <p:cNvGrpSpPr/>
            <p:nvPr/>
          </p:nvGrpSpPr>
          <p:grpSpPr>
            <a:xfrm>
              <a:off x="4059" y="164"/>
              <a:ext cx="862" cy="843"/>
              <a:chOff x="3986" y="144"/>
              <a:chExt cx="884" cy="863"/>
            </a:xfrm>
          </p:grpSpPr>
          <p:sp>
            <p:nvSpPr>
              <p:cNvPr id="363561" name="矩形 363560"/>
              <p:cNvSpPr/>
              <p:nvPr/>
            </p:nvSpPr>
            <p:spPr>
              <a:xfrm>
                <a:off x="4320" y="144"/>
                <a:ext cx="396" cy="335"/>
              </a:xfrm>
              <a:prstGeom prst="rect">
                <a:avLst/>
              </a:prstGeom>
              <a:noFill/>
              <a:ln w="9525">
                <a:noFill/>
              </a:ln>
            </p:spPr>
            <p:txBody>
              <a:bodyPr>
                <a:spAutoFit/>
              </a:bodyPr>
              <a:p>
                <a:pPr lvl="0" eaLnBrk="1" hangingPunct="1">
                  <a:buClr>
                    <a:srgbClr val="000000"/>
                  </a:buClr>
                </a:pPr>
                <a:r>
                  <a:rPr lang="zh-CN" altLang="en-US"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1">
                    <a:latin typeface="Times New Roman" panose="02020603050405020304" pitchFamily="18" charset="0"/>
                    <a:ea typeface="宋体" panose="02010600030101010101" pitchFamily="2" charset="-122"/>
                    <a:sym typeface="Symbol" panose="05050102010706020507" pitchFamily="18" charset="2"/>
                  </a:rPr>
                  <a:t>s</a:t>
                </a:r>
                <a:endParaRPr lang="en-US" altLang="zh-CN" sz="2800" i="1">
                  <a:latin typeface="Times New Roman" panose="02020603050405020304" pitchFamily="18" charset="0"/>
                  <a:ea typeface="宋体" panose="02010600030101010101" pitchFamily="2" charset="-122"/>
                  <a:sym typeface="Symbol" panose="05050102010706020507" pitchFamily="18" charset="2"/>
                </a:endParaRPr>
              </a:p>
            </p:txBody>
          </p:sp>
          <p:sp>
            <p:nvSpPr>
              <p:cNvPr id="363562" name="直接连接符 363561"/>
              <p:cNvSpPr/>
              <p:nvPr/>
            </p:nvSpPr>
            <p:spPr>
              <a:xfrm>
                <a:off x="4032" y="576"/>
                <a:ext cx="384" cy="384"/>
              </a:xfrm>
              <a:prstGeom prst="line">
                <a:avLst/>
              </a:prstGeom>
              <a:ln w="9525" cap="flat" cmpd="sng">
                <a:solidFill>
                  <a:schemeClr val="tx1"/>
                </a:solidFill>
                <a:prstDash val="sysDot"/>
                <a:headEnd type="none" w="med" len="med"/>
                <a:tailEnd type="none" w="med" len="med"/>
              </a:ln>
            </p:spPr>
          </p:sp>
          <p:sp>
            <p:nvSpPr>
              <p:cNvPr id="363563" name="任意多边形 363562"/>
              <p:cNvSpPr/>
              <p:nvPr/>
            </p:nvSpPr>
            <p:spPr>
              <a:xfrm>
                <a:off x="3986" y="432"/>
                <a:ext cx="884" cy="575"/>
              </a:xfrm>
              <a:custGeom>
                <a:avLst/>
                <a:gdLst>
                  <a:gd name="txL" fmla="*/ 0 w 28801"/>
                  <a:gd name="txT" fmla="*/ 0 h 21600"/>
                  <a:gd name="txR" fmla="*/ 28801 w 28801"/>
                  <a:gd name="txB" fmla="*/ 21600 h 21600"/>
                </a:gdLst>
                <a:ahLst/>
                <a:cxnLst>
                  <a:cxn ang="180">
                    <a:pos x="0" y="3980"/>
                  </a:cxn>
                  <a:cxn ang="0">
                    <a:pos x="28800" y="7433"/>
                  </a:cxn>
                  <a:cxn ang="90">
                    <a:pos x="12495" y="21600"/>
                  </a:cxn>
                </a:cxnLst>
                <a:rect l="txL" t="txT" r="txR" b="txB"/>
                <a:pathLst>
                  <a:path w="28801" h="21600" fill="none">
                    <a:moveTo>
                      <a:pt x="0" y="3980"/>
                    </a:moveTo>
                    <a:arcTo wR="21600" hR="21600" stAng="-7520513" swAng="5061320"/>
                  </a:path>
                  <a:path w="28801" h="21600" stroke="0">
                    <a:moveTo>
                      <a:pt x="0" y="3980"/>
                    </a:moveTo>
                    <a:arcTo wR="21600" hR="21600" stAng="-7520513" swAng="5061320"/>
                    <a:lnTo>
                      <a:pt x="12495" y="21600"/>
                    </a:lnTo>
                    <a:close/>
                  </a:path>
                </a:pathLst>
              </a:custGeom>
              <a:noFill/>
              <a:ln w="38100" cap="flat" cmpd="sng">
                <a:solidFill>
                  <a:srgbClr val="A50021"/>
                </a:solidFill>
                <a:prstDash val="dash"/>
                <a:headEnd type="none" w="med" len="med"/>
                <a:tailEnd type="none" w="med" len="med"/>
              </a:ln>
            </p:spPr>
            <p:txBody>
              <a:bodyPr wrap="none" anchor="ctr"/>
              <a:p>
                <a:pPr lvl="0" algn="ctr" eaLnBrk="1" hangingPunct="1">
                  <a:buClr>
                    <a:srgbClr val="000000"/>
                  </a:buClr>
                </a:pPr>
                <a:endParaRPr lang="zh-CN" altLang="en-US" sz="2800" i="0" dirty="0">
                  <a:latin typeface="Times New Roman" panose="02020603050405020304" pitchFamily="18" charset="0"/>
                  <a:ea typeface="宋体" panose="02010600030101010101" pitchFamily="2" charset="-122"/>
                </a:endParaRPr>
              </a:p>
            </p:txBody>
          </p:sp>
        </p:grpSp>
      </p:grpSp>
      <p:graphicFrame>
        <p:nvGraphicFramePr>
          <p:cNvPr id="363564" name="对象 363563"/>
          <p:cNvGraphicFramePr/>
          <p:nvPr/>
        </p:nvGraphicFramePr>
        <p:xfrm>
          <a:off x="4075113" y="2959100"/>
          <a:ext cx="1649412" cy="685800"/>
        </p:xfrm>
        <a:graphic>
          <a:graphicData uri="http://schemas.openxmlformats.org/presentationml/2006/ole">
            <mc:AlternateContent xmlns:mc="http://schemas.openxmlformats.org/markup-compatibility/2006">
              <mc:Choice xmlns:v="urn:schemas-microsoft-com:vml" Requires="v">
                <p:oleObj spid="_x0000_s3090" name="" r:id="rId10" imgW="608965" imgH="254000" progId="Equation.3">
                  <p:embed/>
                </p:oleObj>
              </mc:Choice>
              <mc:Fallback>
                <p:oleObj name="" r:id="rId10" imgW="608965" imgH="254000" progId="Equation.3">
                  <p:embed/>
                  <p:pic>
                    <p:nvPicPr>
                      <p:cNvPr id="0" name="图片 3089"/>
                      <p:cNvPicPr/>
                      <p:nvPr/>
                    </p:nvPicPr>
                    <p:blipFill>
                      <a:blip r:embed="rId11"/>
                      <a:stretch>
                        <a:fillRect/>
                      </a:stretch>
                    </p:blipFill>
                    <p:spPr>
                      <a:xfrm>
                        <a:off x="4075113" y="2959100"/>
                        <a:ext cx="1649412" cy="685800"/>
                      </a:xfrm>
                      <a:prstGeom prst="rect">
                        <a:avLst/>
                      </a:prstGeom>
                      <a:noFill/>
                      <a:ln w="38100">
                        <a:noFill/>
                        <a:miter/>
                      </a:ln>
                    </p:spPr>
                  </p:pic>
                </p:oleObj>
              </mc:Fallback>
            </mc:AlternateContent>
          </a:graphicData>
        </a:graphic>
      </p:graphicFrame>
      <p:graphicFrame>
        <p:nvGraphicFramePr>
          <p:cNvPr id="363565" name="对象 363564"/>
          <p:cNvGraphicFramePr/>
          <p:nvPr/>
        </p:nvGraphicFramePr>
        <p:xfrm>
          <a:off x="828675" y="3644900"/>
          <a:ext cx="2663825" cy="623888"/>
        </p:xfrm>
        <a:graphic>
          <a:graphicData uri="http://schemas.openxmlformats.org/presentationml/2006/ole">
            <mc:AlternateContent xmlns:mc="http://schemas.openxmlformats.org/markup-compatibility/2006">
              <mc:Choice xmlns:v="urn:schemas-microsoft-com:vml" Requires="v">
                <p:oleObj spid="_x0000_s3091" name="" r:id="rId12" imgW="1078865" imgH="254000" progId="Equation.3">
                  <p:embed/>
                </p:oleObj>
              </mc:Choice>
              <mc:Fallback>
                <p:oleObj name="" r:id="rId12" imgW="1078865" imgH="254000" progId="Equation.3">
                  <p:embed/>
                  <p:pic>
                    <p:nvPicPr>
                      <p:cNvPr id="0" name="图片 3090"/>
                      <p:cNvPicPr/>
                      <p:nvPr/>
                    </p:nvPicPr>
                    <p:blipFill>
                      <a:blip r:embed="rId13"/>
                      <a:stretch>
                        <a:fillRect/>
                      </a:stretch>
                    </p:blipFill>
                    <p:spPr>
                      <a:xfrm>
                        <a:off x="828675" y="3644900"/>
                        <a:ext cx="2663825" cy="623888"/>
                      </a:xfrm>
                      <a:prstGeom prst="rect">
                        <a:avLst/>
                      </a:prstGeom>
                      <a:noFill/>
                      <a:ln w="38100">
                        <a:noFill/>
                        <a:miter/>
                      </a:ln>
                    </p:spPr>
                  </p:pic>
                </p:oleObj>
              </mc:Fallback>
            </mc:AlternateContent>
          </a:graphicData>
        </a:graphic>
      </p:graphicFrame>
      <p:grpSp>
        <p:nvGrpSpPr>
          <p:cNvPr id="363566" name="组合 363565"/>
          <p:cNvGrpSpPr/>
          <p:nvPr/>
        </p:nvGrpSpPr>
        <p:grpSpPr>
          <a:xfrm>
            <a:off x="376238" y="2381250"/>
            <a:ext cx="2251075" cy="544513"/>
            <a:chOff x="237" y="1500"/>
            <a:chExt cx="1418" cy="343"/>
          </a:xfrm>
        </p:grpSpPr>
        <p:graphicFrame>
          <p:nvGraphicFramePr>
            <p:cNvPr id="363567" name="对象 363566"/>
            <p:cNvGraphicFramePr/>
            <p:nvPr/>
          </p:nvGraphicFramePr>
          <p:xfrm>
            <a:off x="594" y="1541"/>
            <a:ext cx="336" cy="257"/>
          </p:xfrm>
          <a:graphic>
            <a:graphicData uri="http://schemas.openxmlformats.org/presentationml/2006/ole">
              <mc:AlternateContent xmlns:mc="http://schemas.openxmlformats.org/markup-compatibility/2006">
                <mc:Choice xmlns:v="urn:schemas-microsoft-com:vml" Requires="v">
                  <p:oleObj spid="_x0000_s3092" name="" r:id="rId14" imgW="215900" imgH="165100" progId="Equation.3">
                    <p:embed/>
                  </p:oleObj>
                </mc:Choice>
                <mc:Fallback>
                  <p:oleObj name="" r:id="rId14" imgW="215900" imgH="165100" progId="Equation.3">
                    <p:embed/>
                    <p:pic>
                      <p:nvPicPr>
                        <p:cNvPr id="0" name="图片 3091"/>
                        <p:cNvPicPr/>
                        <p:nvPr/>
                      </p:nvPicPr>
                      <p:blipFill>
                        <a:blip r:embed="rId15"/>
                        <a:stretch>
                          <a:fillRect/>
                        </a:stretch>
                      </p:blipFill>
                      <p:spPr>
                        <a:xfrm>
                          <a:off x="594" y="1541"/>
                          <a:ext cx="336" cy="257"/>
                        </a:xfrm>
                        <a:prstGeom prst="rect">
                          <a:avLst/>
                        </a:prstGeom>
                        <a:noFill/>
                        <a:ln w="38100">
                          <a:noFill/>
                          <a:miter/>
                        </a:ln>
                      </p:spPr>
                    </p:pic>
                  </p:oleObj>
                </mc:Fallback>
              </mc:AlternateContent>
            </a:graphicData>
          </a:graphic>
        </p:graphicFrame>
        <p:sp>
          <p:nvSpPr>
            <p:cNvPr id="363568" name="文本框 363567"/>
            <p:cNvSpPr txBox="1"/>
            <p:nvPr/>
          </p:nvSpPr>
          <p:spPr>
            <a:xfrm>
              <a:off x="237" y="1516"/>
              <a:ext cx="318" cy="327"/>
            </a:xfrm>
            <a:prstGeom prst="rect">
              <a:avLst/>
            </a:prstGeom>
            <a:noFill/>
            <a:ln w="9525">
              <a:noFill/>
            </a:ln>
          </p:spPr>
          <p:txBody>
            <a:bodyPr wrap="none" anchor="t">
              <a:spAutoFit/>
            </a:bodyPr>
            <a:p>
              <a:pPr lvl="0" eaLnBrk="1" hangingPunct="1"/>
              <a:r>
                <a:rPr lang="en-US" altLang="zh-CN" sz="2800" i="0">
                  <a:latin typeface="Times New Roman" panose="02020603050405020304" pitchFamily="18" charset="0"/>
                  <a:ea typeface="黑体" panose="02010609060101010101" pitchFamily="49" charset="-122"/>
                </a:rPr>
                <a:t>1</a:t>
              </a:r>
              <a:r>
                <a:rPr lang="en-US" altLang="zh-CN" sz="2800" i="0">
                  <a:latin typeface="Times New Roman" panose="02020603050405020304" pitchFamily="18" charset="0"/>
                  <a:ea typeface="黑体" panose="02010609060101010101" pitchFamily="49" charset="-122"/>
                  <a:sym typeface="Symbol" panose="05050102010706020507" pitchFamily="18" charset="2"/>
                </a:rPr>
                <a:t></a:t>
              </a:r>
              <a:endParaRPr lang="en-US" altLang="zh-CN" sz="2800" i="0">
                <a:latin typeface="Times New Roman" panose="02020603050405020304" pitchFamily="18" charset="0"/>
                <a:ea typeface="黑体" panose="02010609060101010101" pitchFamily="49" charset="-122"/>
                <a:sym typeface="Symbol" panose="05050102010706020507" pitchFamily="18" charset="2"/>
              </a:endParaRPr>
            </a:p>
          </p:txBody>
        </p:sp>
        <p:sp>
          <p:nvSpPr>
            <p:cNvPr id="363569" name="文本框 363568"/>
            <p:cNvSpPr txBox="1"/>
            <p:nvPr/>
          </p:nvSpPr>
          <p:spPr>
            <a:xfrm>
              <a:off x="907" y="1500"/>
              <a:ext cx="340" cy="327"/>
            </a:xfrm>
            <a:prstGeom prst="rect">
              <a:avLst/>
            </a:prstGeom>
            <a:noFill/>
            <a:ln w="9525">
              <a:noFill/>
            </a:ln>
          </p:spPr>
          <p:txBody>
            <a:bodyPr wrap="none" anchor="t">
              <a:spAutoFit/>
            </a:bodyPr>
            <a:p>
              <a:pPr lvl="0" eaLnBrk="1" hangingPunct="1"/>
              <a:r>
                <a:rPr lang="zh-CN" altLang="en-US" sz="2800" i="0" dirty="0">
                  <a:latin typeface="Times New Roman" panose="02020603050405020304" pitchFamily="18" charset="0"/>
                  <a:ea typeface="黑体" panose="02010609060101010101" pitchFamily="49" charset="-122"/>
                </a:rPr>
                <a:t>和</a:t>
              </a:r>
              <a:endParaRPr lang="zh-CN" altLang="en-US" sz="2800" i="0" dirty="0">
                <a:latin typeface="Times New Roman" panose="02020603050405020304" pitchFamily="18" charset="0"/>
                <a:ea typeface="黑体" panose="02010609060101010101" pitchFamily="49" charset="-122"/>
              </a:endParaRPr>
            </a:p>
          </p:txBody>
        </p:sp>
        <p:graphicFrame>
          <p:nvGraphicFramePr>
            <p:cNvPr id="363570" name="对象 363569"/>
            <p:cNvGraphicFramePr/>
            <p:nvPr/>
          </p:nvGraphicFramePr>
          <p:xfrm>
            <a:off x="1240" y="1542"/>
            <a:ext cx="415" cy="277"/>
          </p:xfrm>
          <a:graphic>
            <a:graphicData uri="http://schemas.openxmlformats.org/presentationml/2006/ole">
              <mc:AlternateContent xmlns:mc="http://schemas.openxmlformats.org/markup-compatibility/2006">
                <mc:Choice xmlns:v="urn:schemas-microsoft-com:vml" Requires="v">
                  <p:oleObj spid="_x0000_s3102" name="" r:id="rId16" imgW="266065" imgH="177800" progId="Equation.3">
                    <p:embed/>
                  </p:oleObj>
                </mc:Choice>
                <mc:Fallback>
                  <p:oleObj name="" r:id="rId16" imgW="266065" imgH="177800" progId="Equation.3">
                    <p:embed/>
                    <p:pic>
                      <p:nvPicPr>
                        <p:cNvPr id="0" name="图片 3101"/>
                        <p:cNvPicPr/>
                        <p:nvPr/>
                      </p:nvPicPr>
                      <p:blipFill>
                        <a:blip r:embed="rId17"/>
                        <a:stretch>
                          <a:fillRect/>
                        </a:stretch>
                      </p:blipFill>
                      <p:spPr>
                        <a:xfrm>
                          <a:off x="1240" y="1542"/>
                          <a:ext cx="415" cy="277"/>
                        </a:xfrm>
                        <a:prstGeom prst="rect">
                          <a:avLst/>
                        </a:prstGeom>
                        <a:noFill/>
                        <a:ln w="38100">
                          <a:noFill/>
                          <a:miter/>
                        </a:ln>
                      </p:spPr>
                    </p:pic>
                  </p:oleObj>
                </mc:Fallback>
              </mc:AlternateContent>
            </a:graphicData>
          </a:graphic>
        </p:graphicFrame>
      </p:grpSp>
      <p:grpSp>
        <p:nvGrpSpPr>
          <p:cNvPr id="363571" name="组合 363570"/>
          <p:cNvGrpSpPr/>
          <p:nvPr/>
        </p:nvGrpSpPr>
        <p:grpSpPr>
          <a:xfrm>
            <a:off x="376238" y="4292600"/>
            <a:ext cx="2251075" cy="544513"/>
            <a:chOff x="237" y="2860"/>
            <a:chExt cx="1418" cy="343"/>
          </a:xfrm>
        </p:grpSpPr>
        <p:graphicFrame>
          <p:nvGraphicFramePr>
            <p:cNvPr id="363572" name="对象 363571"/>
            <p:cNvGraphicFramePr/>
            <p:nvPr/>
          </p:nvGraphicFramePr>
          <p:xfrm>
            <a:off x="594" y="2901"/>
            <a:ext cx="336" cy="257"/>
          </p:xfrm>
          <a:graphic>
            <a:graphicData uri="http://schemas.openxmlformats.org/presentationml/2006/ole">
              <mc:AlternateContent xmlns:mc="http://schemas.openxmlformats.org/markup-compatibility/2006">
                <mc:Choice xmlns:v="urn:schemas-microsoft-com:vml" Requires="v">
                  <p:oleObj spid="_x0000_s3095" name="" r:id="rId18" imgW="215900" imgH="165100" progId="Equation.3">
                    <p:embed/>
                  </p:oleObj>
                </mc:Choice>
                <mc:Fallback>
                  <p:oleObj name="" r:id="rId18" imgW="215900" imgH="165100" progId="Equation.3">
                    <p:embed/>
                    <p:pic>
                      <p:nvPicPr>
                        <p:cNvPr id="0" name="图片 3094"/>
                        <p:cNvPicPr/>
                        <p:nvPr/>
                      </p:nvPicPr>
                      <p:blipFill>
                        <a:blip r:embed="rId15"/>
                        <a:stretch>
                          <a:fillRect/>
                        </a:stretch>
                      </p:blipFill>
                      <p:spPr>
                        <a:xfrm>
                          <a:off x="594" y="2901"/>
                          <a:ext cx="336" cy="257"/>
                        </a:xfrm>
                        <a:prstGeom prst="rect">
                          <a:avLst/>
                        </a:prstGeom>
                        <a:noFill/>
                        <a:ln w="38100">
                          <a:noFill/>
                          <a:miter/>
                        </a:ln>
                      </p:spPr>
                    </p:pic>
                  </p:oleObj>
                </mc:Fallback>
              </mc:AlternateContent>
            </a:graphicData>
          </a:graphic>
        </p:graphicFrame>
        <p:sp>
          <p:nvSpPr>
            <p:cNvPr id="363573" name="文本框 363572"/>
            <p:cNvSpPr txBox="1"/>
            <p:nvPr/>
          </p:nvSpPr>
          <p:spPr>
            <a:xfrm>
              <a:off x="237" y="2876"/>
              <a:ext cx="318" cy="327"/>
            </a:xfrm>
            <a:prstGeom prst="rect">
              <a:avLst/>
            </a:prstGeom>
            <a:noFill/>
            <a:ln w="9525">
              <a:noFill/>
            </a:ln>
          </p:spPr>
          <p:txBody>
            <a:bodyPr wrap="none" anchor="t">
              <a:spAutoFit/>
            </a:bodyPr>
            <a:p>
              <a:pPr lvl="0" eaLnBrk="1" hangingPunct="1"/>
              <a:r>
                <a:rPr lang="en-US" altLang="zh-CN" sz="2800" i="0">
                  <a:latin typeface="Times New Roman" panose="02020603050405020304" pitchFamily="18" charset="0"/>
                  <a:ea typeface="黑体" panose="02010609060101010101" pitchFamily="49" charset="-122"/>
                </a:rPr>
                <a:t>2</a:t>
              </a:r>
              <a:r>
                <a:rPr lang="en-US" altLang="zh-CN" sz="2800" i="0">
                  <a:latin typeface="Times New Roman" panose="02020603050405020304" pitchFamily="18" charset="0"/>
                  <a:ea typeface="黑体" panose="02010609060101010101" pitchFamily="49" charset="-122"/>
                  <a:sym typeface="Symbol" panose="05050102010706020507" pitchFamily="18" charset="2"/>
                </a:rPr>
                <a:t></a:t>
              </a:r>
              <a:endParaRPr lang="en-US" altLang="zh-CN" sz="2800" i="0">
                <a:latin typeface="Times New Roman" panose="02020603050405020304" pitchFamily="18" charset="0"/>
                <a:ea typeface="黑体" panose="02010609060101010101" pitchFamily="49" charset="-122"/>
                <a:sym typeface="Symbol" panose="05050102010706020507" pitchFamily="18" charset="2"/>
              </a:endParaRPr>
            </a:p>
          </p:txBody>
        </p:sp>
        <p:sp>
          <p:nvSpPr>
            <p:cNvPr id="363574" name="文本框 363573"/>
            <p:cNvSpPr txBox="1"/>
            <p:nvPr/>
          </p:nvSpPr>
          <p:spPr>
            <a:xfrm>
              <a:off x="907" y="2860"/>
              <a:ext cx="340" cy="327"/>
            </a:xfrm>
            <a:prstGeom prst="rect">
              <a:avLst/>
            </a:prstGeom>
            <a:noFill/>
            <a:ln w="9525">
              <a:noFill/>
            </a:ln>
          </p:spPr>
          <p:txBody>
            <a:bodyPr wrap="none" anchor="t">
              <a:spAutoFit/>
            </a:bodyPr>
            <a:p>
              <a:pPr lvl="0" eaLnBrk="1" hangingPunct="1"/>
              <a:r>
                <a:rPr lang="zh-CN" altLang="en-US" sz="2800" i="0" dirty="0">
                  <a:latin typeface="Times New Roman" panose="02020603050405020304" pitchFamily="18" charset="0"/>
                  <a:ea typeface="黑体" panose="02010609060101010101" pitchFamily="49" charset="-122"/>
                </a:rPr>
                <a:t>和</a:t>
              </a:r>
              <a:endParaRPr lang="zh-CN" altLang="en-US" sz="2800" i="0" dirty="0">
                <a:latin typeface="Times New Roman" panose="02020603050405020304" pitchFamily="18" charset="0"/>
                <a:ea typeface="黑体" panose="02010609060101010101" pitchFamily="49" charset="-122"/>
              </a:endParaRPr>
            </a:p>
          </p:txBody>
        </p:sp>
        <p:graphicFrame>
          <p:nvGraphicFramePr>
            <p:cNvPr id="363575" name="对象 363574"/>
            <p:cNvGraphicFramePr/>
            <p:nvPr/>
          </p:nvGraphicFramePr>
          <p:xfrm>
            <a:off x="1240" y="2902"/>
            <a:ext cx="415" cy="277"/>
          </p:xfrm>
          <a:graphic>
            <a:graphicData uri="http://schemas.openxmlformats.org/presentationml/2006/ole">
              <mc:AlternateContent xmlns:mc="http://schemas.openxmlformats.org/markup-compatibility/2006">
                <mc:Choice xmlns:v="urn:schemas-microsoft-com:vml" Requires="v">
                  <p:oleObj spid="_x0000_s3101" name="" r:id="rId19" imgW="266065" imgH="177800" progId="Equation.3">
                    <p:embed/>
                  </p:oleObj>
                </mc:Choice>
                <mc:Fallback>
                  <p:oleObj name="" r:id="rId19" imgW="266065" imgH="177800" progId="Equation.3">
                    <p:embed/>
                    <p:pic>
                      <p:nvPicPr>
                        <p:cNvPr id="0" name="图片 3100"/>
                        <p:cNvPicPr/>
                        <p:nvPr/>
                      </p:nvPicPr>
                      <p:blipFill>
                        <a:blip r:embed="rId20"/>
                        <a:stretch>
                          <a:fillRect/>
                        </a:stretch>
                      </p:blipFill>
                      <p:spPr>
                        <a:xfrm>
                          <a:off x="1240" y="2902"/>
                          <a:ext cx="415" cy="277"/>
                        </a:xfrm>
                        <a:prstGeom prst="rect">
                          <a:avLst/>
                        </a:prstGeom>
                        <a:noFill/>
                        <a:ln w="38100">
                          <a:noFill/>
                          <a:miter/>
                        </a:ln>
                      </p:spPr>
                    </p:pic>
                  </p:oleObj>
                </mc:Fallback>
              </mc:AlternateContent>
            </a:graphicData>
          </a:graphic>
        </p:graphicFrame>
      </p:grpSp>
      <p:graphicFrame>
        <p:nvGraphicFramePr>
          <p:cNvPr id="363576" name="对象 363575"/>
          <p:cNvGraphicFramePr/>
          <p:nvPr/>
        </p:nvGraphicFramePr>
        <p:xfrm>
          <a:off x="827088" y="4868863"/>
          <a:ext cx="3889375" cy="647700"/>
        </p:xfrm>
        <a:graphic>
          <a:graphicData uri="http://schemas.openxmlformats.org/presentationml/2006/ole">
            <mc:AlternateContent xmlns:mc="http://schemas.openxmlformats.org/markup-compatibility/2006">
              <mc:Choice xmlns:v="urn:schemas-microsoft-com:vml" Requires="v">
                <p:oleObj spid="_x0000_s3096" name="" r:id="rId21" imgW="1395730" imgH="254000" progId="Equation.3">
                  <p:embed/>
                </p:oleObj>
              </mc:Choice>
              <mc:Fallback>
                <p:oleObj name="" r:id="rId21" imgW="1395730" imgH="254000" progId="Equation.3">
                  <p:embed/>
                  <p:pic>
                    <p:nvPicPr>
                      <p:cNvPr id="0" name="图片 3095"/>
                      <p:cNvPicPr/>
                      <p:nvPr/>
                    </p:nvPicPr>
                    <p:blipFill>
                      <a:blip r:embed="rId22"/>
                      <a:stretch>
                        <a:fillRect/>
                      </a:stretch>
                    </p:blipFill>
                    <p:spPr>
                      <a:xfrm>
                        <a:off x="827088" y="4868863"/>
                        <a:ext cx="3889375" cy="647700"/>
                      </a:xfrm>
                      <a:prstGeom prst="rect">
                        <a:avLst/>
                      </a:prstGeom>
                      <a:noFill/>
                      <a:ln w="38100">
                        <a:noFill/>
                        <a:miter/>
                      </a:ln>
                    </p:spPr>
                  </p:pic>
                </p:oleObj>
              </mc:Fallback>
            </mc:AlternateContent>
          </a:graphicData>
        </a:graphic>
      </p:graphicFrame>
      <p:graphicFrame>
        <p:nvGraphicFramePr>
          <p:cNvPr id="363577" name="对象 363576"/>
          <p:cNvGraphicFramePr/>
          <p:nvPr/>
        </p:nvGraphicFramePr>
        <p:xfrm>
          <a:off x="684213" y="5661025"/>
          <a:ext cx="2424112" cy="647700"/>
        </p:xfrm>
        <a:graphic>
          <a:graphicData uri="http://schemas.openxmlformats.org/presentationml/2006/ole">
            <mc:AlternateContent xmlns:mc="http://schemas.openxmlformats.org/markup-compatibility/2006">
              <mc:Choice xmlns:v="urn:schemas-microsoft-com:vml" Requires="v">
                <p:oleObj spid="_x0000_s3094" name="" r:id="rId23" imgW="812165" imgH="254000" progId="Equation.3">
                  <p:embed/>
                </p:oleObj>
              </mc:Choice>
              <mc:Fallback>
                <p:oleObj name="" r:id="rId23" imgW="812165" imgH="254000" progId="Equation.3">
                  <p:embed/>
                  <p:pic>
                    <p:nvPicPr>
                      <p:cNvPr id="0" name="图片 3093"/>
                      <p:cNvPicPr/>
                      <p:nvPr/>
                    </p:nvPicPr>
                    <p:blipFill>
                      <a:blip r:embed="rId24"/>
                      <a:stretch>
                        <a:fillRect/>
                      </a:stretch>
                    </p:blipFill>
                    <p:spPr>
                      <a:xfrm>
                        <a:off x="684213" y="5661025"/>
                        <a:ext cx="2424112" cy="647700"/>
                      </a:xfrm>
                      <a:prstGeom prst="rect">
                        <a:avLst/>
                      </a:prstGeom>
                      <a:noFill/>
                      <a:ln w="38100">
                        <a:noFill/>
                        <a:miter/>
                      </a:ln>
                    </p:spPr>
                  </p:pic>
                </p:oleObj>
              </mc:Fallback>
            </mc:AlternateContent>
          </a:graphicData>
        </a:graphic>
      </p:graphicFrame>
      <p:grpSp>
        <p:nvGrpSpPr>
          <p:cNvPr id="363578" name="组合 363577"/>
          <p:cNvGrpSpPr/>
          <p:nvPr/>
        </p:nvGrpSpPr>
        <p:grpSpPr>
          <a:xfrm>
            <a:off x="3346450" y="5661025"/>
            <a:ext cx="5689600" cy="609600"/>
            <a:chOff x="385" y="3697"/>
            <a:chExt cx="3584" cy="384"/>
          </a:xfrm>
        </p:grpSpPr>
        <p:sp>
          <p:nvSpPr>
            <p:cNvPr id="363579" name="文本框 363578"/>
            <p:cNvSpPr txBox="1"/>
            <p:nvPr/>
          </p:nvSpPr>
          <p:spPr>
            <a:xfrm>
              <a:off x="385" y="3726"/>
              <a:ext cx="3584" cy="321"/>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只当               同方向时，取等号</a:t>
              </a:r>
              <a:r>
                <a:rPr lang="en-US" altLang="zh-CN" sz="2600" i="0">
                  <a:latin typeface="Times New Roman" panose="02020603050405020304" pitchFamily="18" charset="0"/>
                  <a:ea typeface="黑体" panose="02010609060101010101" pitchFamily="49" charset="-122"/>
                </a:rPr>
                <a:t>.              </a:t>
              </a:r>
              <a:endParaRPr lang="en-US" altLang="zh-CN" sz="2600" i="0">
                <a:latin typeface="Times New Roman" panose="02020603050405020304" pitchFamily="18" charset="0"/>
                <a:ea typeface="黑体" panose="02010609060101010101" pitchFamily="49" charset="-122"/>
              </a:endParaRPr>
            </a:p>
          </p:txBody>
        </p:sp>
        <p:graphicFrame>
          <p:nvGraphicFramePr>
            <p:cNvPr id="363580" name="对象 363579"/>
            <p:cNvGraphicFramePr/>
            <p:nvPr/>
          </p:nvGraphicFramePr>
          <p:xfrm>
            <a:off x="987" y="3697"/>
            <a:ext cx="595" cy="384"/>
          </p:xfrm>
          <a:graphic>
            <a:graphicData uri="http://schemas.openxmlformats.org/presentationml/2006/ole">
              <mc:AlternateContent xmlns:mc="http://schemas.openxmlformats.org/markup-compatibility/2006">
                <mc:Choice xmlns:v="urn:schemas-microsoft-com:vml" Requires="v">
                  <p:oleObj spid="_x0000_s3097" name="" r:id="rId25" imgW="380365" imgH="215900" progId="Equation.3">
                    <p:embed/>
                  </p:oleObj>
                </mc:Choice>
                <mc:Fallback>
                  <p:oleObj name="" r:id="rId25" imgW="380365" imgH="215900" progId="Equation.3">
                    <p:embed/>
                    <p:pic>
                      <p:nvPicPr>
                        <p:cNvPr id="0" name="图片 3096"/>
                        <p:cNvPicPr/>
                        <p:nvPr/>
                      </p:nvPicPr>
                      <p:blipFill>
                        <a:blip r:embed="rId26"/>
                        <a:stretch>
                          <a:fillRect/>
                        </a:stretch>
                      </p:blipFill>
                      <p:spPr>
                        <a:xfrm>
                          <a:off x="987" y="3697"/>
                          <a:ext cx="595" cy="384"/>
                        </a:xfrm>
                        <a:prstGeom prst="rect">
                          <a:avLst/>
                        </a:prstGeom>
                        <a:noFill/>
                        <a:ln w="38100">
                          <a:noFill/>
                          <a:miter/>
                        </a:ln>
                      </p:spPr>
                    </p:pic>
                  </p:oleObj>
                </mc:Fallback>
              </mc:AlternateContent>
            </a:graphicData>
          </a:graphic>
        </p:graphicFrame>
      </p:grpSp>
      <p:grpSp>
        <p:nvGrpSpPr>
          <p:cNvPr id="363581" name="组合 363580"/>
          <p:cNvGrpSpPr/>
          <p:nvPr/>
        </p:nvGrpSpPr>
        <p:grpSpPr>
          <a:xfrm>
            <a:off x="792163" y="2962275"/>
            <a:ext cx="3138487" cy="595313"/>
            <a:chOff x="499" y="1866"/>
            <a:chExt cx="1977" cy="375"/>
          </a:xfrm>
        </p:grpSpPr>
        <p:grpSp>
          <p:nvGrpSpPr>
            <p:cNvPr id="363582" name="组合 363581"/>
            <p:cNvGrpSpPr/>
            <p:nvPr/>
          </p:nvGrpSpPr>
          <p:grpSpPr>
            <a:xfrm>
              <a:off x="499" y="1866"/>
              <a:ext cx="1977" cy="375"/>
              <a:chOff x="286" y="1580"/>
              <a:chExt cx="1977" cy="375"/>
            </a:xfrm>
          </p:grpSpPr>
          <p:graphicFrame>
            <p:nvGraphicFramePr>
              <p:cNvPr id="363583" name="对象 363582"/>
              <p:cNvGraphicFramePr/>
              <p:nvPr/>
            </p:nvGraphicFramePr>
            <p:xfrm>
              <a:off x="286" y="1580"/>
              <a:ext cx="1977" cy="375"/>
            </p:xfrm>
            <a:graphic>
              <a:graphicData uri="http://schemas.openxmlformats.org/presentationml/2006/ole">
                <mc:AlternateContent xmlns:mc="http://schemas.openxmlformats.org/markup-compatibility/2006">
                  <mc:Choice xmlns:v="urn:schemas-microsoft-com:vml" Requires="v">
                    <p:oleObj spid="_x0000_s3100" name="" r:id="rId27" imgW="1269365" imgH="241300" progId="Equation.3">
                      <p:embed/>
                    </p:oleObj>
                  </mc:Choice>
                  <mc:Fallback>
                    <p:oleObj name="" r:id="rId27" imgW="1269365" imgH="241300" progId="Equation.3">
                      <p:embed/>
                      <p:pic>
                        <p:nvPicPr>
                          <p:cNvPr id="0" name="图片 3099"/>
                          <p:cNvPicPr/>
                          <p:nvPr/>
                        </p:nvPicPr>
                        <p:blipFill>
                          <a:blip r:embed="rId28"/>
                          <a:stretch>
                            <a:fillRect/>
                          </a:stretch>
                        </p:blipFill>
                        <p:spPr>
                          <a:xfrm>
                            <a:off x="286" y="1580"/>
                            <a:ext cx="1977" cy="375"/>
                          </a:xfrm>
                          <a:prstGeom prst="rect">
                            <a:avLst/>
                          </a:prstGeom>
                          <a:noFill/>
                          <a:ln w="38100">
                            <a:noFill/>
                            <a:miter/>
                          </a:ln>
                        </p:spPr>
                      </p:pic>
                    </p:oleObj>
                  </mc:Fallback>
                </mc:AlternateContent>
              </a:graphicData>
            </a:graphic>
          </p:graphicFrame>
          <p:sp>
            <p:nvSpPr>
              <p:cNvPr id="363584" name="任意多边形 363583"/>
              <p:cNvSpPr/>
              <p:nvPr/>
            </p:nvSpPr>
            <p:spPr>
              <a:xfrm rot="-1898408">
                <a:off x="1989" y="1610"/>
                <a:ext cx="209" cy="187"/>
              </a:xfrm>
              <a:custGeom>
                <a:avLst/>
                <a:gdLst>
                  <a:gd name="txL" fmla="*/ 0 w 20865"/>
                  <a:gd name="txT" fmla="*/ 0 h 21592"/>
                  <a:gd name="txR" fmla="*/ 20865 w 20865"/>
                  <a:gd name="txB" fmla="*/ 21592 h 21592"/>
                </a:gdLst>
                <a:ahLst/>
                <a:cxnLst>
                  <a:cxn ang="270">
                    <a:pos x="585" y="0"/>
                  </a:cxn>
                  <a:cxn ang="0">
                    <a:pos x="20864" y="16004"/>
                  </a:cxn>
                  <a:cxn ang="180">
                    <a:pos x="0" y="21592"/>
                  </a:cxn>
                </a:cxnLst>
                <a:rect l="txL" t="txT" r="txR" b="txB"/>
                <a:pathLst>
                  <a:path w="20865" h="21592" fill="none">
                    <a:moveTo>
                      <a:pt x="585" y="0"/>
                    </a:moveTo>
                    <a:arcTo wR="21600" hR="21600" stAng="-5306883" swAng="4407266"/>
                  </a:path>
                  <a:path w="20865" h="21592" stroke="0">
                    <a:moveTo>
                      <a:pt x="585" y="0"/>
                    </a:moveTo>
                    <a:arcTo wR="21600" hR="21600" stAng="-5306883" swAng="4407266"/>
                    <a:lnTo>
                      <a:pt x="0" y="21592"/>
                    </a:lnTo>
                    <a:close/>
                  </a:path>
                </a:pathLst>
              </a:custGeom>
              <a:noFill/>
              <a:ln w="9525">
                <a:noFill/>
              </a:ln>
            </p:spPr>
            <p:txBody>
              <a:bodyPr/>
              <a:p>
                <a:endParaRPr lang="zh-CN" altLang="en-US"/>
              </a:p>
            </p:txBody>
          </p:sp>
        </p:grpSp>
        <p:sp>
          <p:nvSpPr>
            <p:cNvPr id="363585" name="任意多边形 363584"/>
            <p:cNvSpPr/>
            <p:nvPr/>
          </p:nvSpPr>
          <p:spPr>
            <a:xfrm rot="-1898408">
              <a:off x="2154" y="1882"/>
              <a:ext cx="209" cy="187"/>
            </a:xfrm>
            <a:custGeom>
              <a:avLst/>
              <a:gdLst>
                <a:gd name="txL" fmla="*/ 0 w 20865"/>
                <a:gd name="txT" fmla="*/ 0 h 21592"/>
                <a:gd name="txR" fmla="*/ 20865 w 20865"/>
                <a:gd name="txB" fmla="*/ 21592 h 21592"/>
              </a:gdLst>
              <a:ahLst/>
              <a:cxnLst>
                <a:cxn ang="270">
                  <a:pos x="585" y="0"/>
                </a:cxn>
                <a:cxn ang="0">
                  <a:pos x="20864" y="16004"/>
                </a:cxn>
                <a:cxn ang="180">
                  <a:pos x="0" y="21592"/>
                </a:cxn>
              </a:cxnLst>
              <a:rect l="txL" t="txT" r="txR" b="txB"/>
              <a:pathLst>
                <a:path w="20865" h="21592" fill="none">
                  <a:moveTo>
                    <a:pt x="585" y="0"/>
                  </a:moveTo>
                  <a:arcTo wR="21600" hR="21600" stAng="-5306883" swAng="4407266"/>
                </a:path>
                <a:path w="20865" h="21592" stroke="0">
                  <a:moveTo>
                    <a:pt x="585" y="0"/>
                  </a:moveTo>
                  <a:arcTo wR="21600" hR="21600" stAng="-5306883" swAng="4407266"/>
                  <a:lnTo>
                    <a:pt x="0" y="21592"/>
                  </a:lnTo>
                  <a:close/>
                </a:path>
              </a:pathLst>
            </a:custGeom>
            <a:noFill/>
            <a:ln w="9525" cap="flat" cmpd="sng">
              <a:solidFill>
                <a:schemeClr val="tx1"/>
              </a:solidFill>
              <a:prstDash val="solid"/>
              <a:headEnd type="none" w="med" len="med"/>
              <a:tailEnd type="none" w="med" len="med"/>
            </a:ln>
          </p:spPr>
          <p:txBody>
            <a:bodyPr/>
            <a:p>
              <a:endParaRPr lang="zh-CN" altLang="en-US"/>
            </a:p>
          </p:txBody>
        </p:sp>
      </p:gr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3522"/>
                                        </p:tgtEl>
                                        <p:attrNameLst>
                                          <p:attrName>style.visibility</p:attrName>
                                        </p:attrNameLst>
                                      </p:cBhvr>
                                      <p:to>
                                        <p:strVal val="visible"/>
                                      </p:to>
                                    </p:set>
                                    <p:animEffect transition="in" filter="blinds(horizontal)">
                                      <p:cBhvr>
                                        <p:cTn id="7" dur="500"/>
                                        <p:tgtEl>
                                          <p:spTgt spid="36352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3523"/>
                                        </p:tgtEl>
                                        <p:attrNameLst>
                                          <p:attrName>style.visibility</p:attrName>
                                        </p:attrNameLst>
                                      </p:cBhvr>
                                      <p:to>
                                        <p:strVal val="visible"/>
                                      </p:to>
                                    </p:set>
                                    <p:animEffect transition="in" filter="blinds(horizontal)">
                                      <p:cBhvr>
                                        <p:cTn id="12" dur="500"/>
                                        <p:tgtEl>
                                          <p:spTgt spid="3635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3539"/>
                                        </p:tgtEl>
                                        <p:attrNameLst>
                                          <p:attrName>style.visibility</p:attrName>
                                        </p:attrNameLst>
                                      </p:cBhvr>
                                      <p:to>
                                        <p:strVal val="visible"/>
                                      </p:to>
                                    </p:set>
                                    <p:animEffect transition="in" filter="wipe(left)">
                                      <p:cBhvr>
                                        <p:cTn id="17" dur="500"/>
                                        <p:tgtEl>
                                          <p:spTgt spid="36353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63566"/>
                                        </p:tgtEl>
                                        <p:attrNameLst>
                                          <p:attrName>style.visibility</p:attrName>
                                        </p:attrNameLst>
                                      </p:cBhvr>
                                      <p:to>
                                        <p:strVal val="visible"/>
                                      </p:to>
                                    </p:set>
                                    <p:animEffect transition="in" filter="blinds(horizontal)">
                                      <p:cBhvr>
                                        <p:cTn id="22" dur="500"/>
                                        <p:tgtEl>
                                          <p:spTgt spid="36356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63581"/>
                                        </p:tgtEl>
                                        <p:attrNameLst>
                                          <p:attrName>style.visibility</p:attrName>
                                        </p:attrNameLst>
                                      </p:cBhvr>
                                      <p:to>
                                        <p:strVal val="visible"/>
                                      </p:to>
                                    </p:set>
                                    <p:animEffect transition="in" filter="blinds(horizontal)">
                                      <p:cBhvr>
                                        <p:cTn id="27" dur="500"/>
                                        <p:tgtEl>
                                          <p:spTgt spid="36358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63564"/>
                                        </p:tgtEl>
                                        <p:attrNameLst>
                                          <p:attrName>style.visibility</p:attrName>
                                        </p:attrNameLst>
                                      </p:cBhvr>
                                      <p:to>
                                        <p:strVal val="visible"/>
                                      </p:to>
                                    </p:set>
                                    <p:animEffect transition="in" filter="blinds(horizontal)">
                                      <p:cBhvr>
                                        <p:cTn id="32" dur="500"/>
                                        <p:tgtEl>
                                          <p:spTgt spid="36356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63565"/>
                                        </p:tgtEl>
                                        <p:attrNameLst>
                                          <p:attrName>style.visibility</p:attrName>
                                        </p:attrNameLst>
                                      </p:cBhvr>
                                      <p:to>
                                        <p:strVal val="visible"/>
                                      </p:to>
                                    </p:set>
                                    <p:animEffect transition="in" filter="blinds(horizontal)">
                                      <p:cBhvr>
                                        <p:cTn id="37" dur="500"/>
                                        <p:tgtEl>
                                          <p:spTgt spid="36356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63571"/>
                                        </p:tgtEl>
                                        <p:attrNameLst>
                                          <p:attrName>style.visibility</p:attrName>
                                        </p:attrNameLst>
                                      </p:cBhvr>
                                      <p:to>
                                        <p:strVal val="visible"/>
                                      </p:to>
                                    </p:set>
                                    <p:animEffect transition="in" filter="blinds(horizontal)">
                                      <p:cBhvr>
                                        <p:cTn id="42" dur="500"/>
                                        <p:tgtEl>
                                          <p:spTgt spid="36357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63576"/>
                                        </p:tgtEl>
                                        <p:attrNameLst>
                                          <p:attrName>style.visibility</p:attrName>
                                        </p:attrNameLst>
                                      </p:cBhvr>
                                      <p:to>
                                        <p:strVal val="visible"/>
                                      </p:to>
                                    </p:set>
                                    <p:animEffect transition="in" filter="wipe(left)">
                                      <p:cBhvr>
                                        <p:cTn id="47" dur="500"/>
                                        <p:tgtEl>
                                          <p:spTgt spid="36357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63577"/>
                                        </p:tgtEl>
                                        <p:attrNameLst>
                                          <p:attrName>style.visibility</p:attrName>
                                        </p:attrNameLst>
                                      </p:cBhvr>
                                      <p:to>
                                        <p:strVal val="visible"/>
                                      </p:to>
                                    </p:set>
                                    <p:animEffect transition="in" filter="wipe(left)">
                                      <p:cBhvr>
                                        <p:cTn id="52" dur="500"/>
                                        <p:tgtEl>
                                          <p:spTgt spid="36357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63578"/>
                                        </p:tgtEl>
                                        <p:attrNameLst>
                                          <p:attrName>style.visibility</p:attrName>
                                        </p:attrNameLst>
                                      </p:cBhvr>
                                      <p:to>
                                        <p:strVal val="visible"/>
                                      </p:to>
                                    </p:set>
                                    <p:animEffect transition="in" filter="wipe(left)">
                                      <p:cBhvr>
                                        <p:cTn id="57" dur="500"/>
                                        <p:tgtEl>
                                          <p:spTgt spid="363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2" grpId="0"/>
      <p:bldP spid="3635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4546" name="文本框 364545"/>
          <p:cNvSpPr txBox="1"/>
          <p:nvPr/>
        </p:nvSpPr>
        <p:spPr>
          <a:xfrm>
            <a:off x="396875" y="188913"/>
            <a:ext cx="8351838" cy="519112"/>
          </a:xfrm>
          <a:prstGeom prst="rect">
            <a:avLst/>
          </a:prstGeom>
          <a:noFill/>
          <a:ln w="9525">
            <a:noFill/>
          </a:ln>
        </p:spPr>
        <p:txBody>
          <a:bodyPr>
            <a:spAutoFit/>
          </a:bodyPr>
          <a:p>
            <a:pPr lvl="0" algn="ctr" eaLnBrk="1" hangingPunct="1">
              <a:spcBef>
                <a:spcPct val="50000"/>
              </a:spcBef>
              <a:buClr>
                <a:srgbClr val="000000"/>
              </a:buClr>
            </a:pPr>
            <a:r>
              <a:rPr lang="en-US" altLang="zh-CN" sz="2800" i="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1.2  </a:t>
            </a:r>
            <a:r>
              <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速度  相对运动</a:t>
            </a:r>
            <a:endPar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64547" name="文本框 364546"/>
          <p:cNvSpPr txBox="1"/>
          <p:nvPr/>
        </p:nvSpPr>
        <p:spPr>
          <a:xfrm>
            <a:off x="395288" y="1119188"/>
            <a:ext cx="763270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速度</a:t>
            </a:r>
            <a:r>
              <a:rPr lang="zh-CN" altLang="en-US" sz="2600" i="0" dirty="0">
                <a:latin typeface="Times New Roman" panose="02020603050405020304" pitchFamily="18" charset="0"/>
                <a:ea typeface="黑体" panose="02010609060101010101" pitchFamily="49" charset="-122"/>
              </a:rPr>
              <a:t>是反映质点运动的快慢和方向的物理量</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364548" name="文本框 364547"/>
          <p:cNvSpPr txBox="1"/>
          <p:nvPr/>
        </p:nvSpPr>
        <p:spPr>
          <a:xfrm>
            <a:off x="395288" y="1911350"/>
            <a:ext cx="5545137"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平均速度：</a:t>
            </a:r>
            <a:endParaRPr lang="zh-CN" altLang="en-US" sz="2600" i="0">
              <a:solidFill>
                <a:srgbClr val="CC0000"/>
              </a:solidFill>
              <a:latin typeface="Times New Roman" panose="02020603050405020304" pitchFamily="18" charset="0"/>
              <a:ea typeface="黑体" panose="02010609060101010101" pitchFamily="49" charset="-122"/>
            </a:endParaRPr>
          </a:p>
        </p:txBody>
      </p:sp>
      <p:graphicFrame>
        <p:nvGraphicFramePr>
          <p:cNvPr id="364549" name="对象 364548"/>
          <p:cNvGraphicFramePr/>
          <p:nvPr/>
        </p:nvGraphicFramePr>
        <p:xfrm>
          <a:off x="2339975" y="1738313"/>
          <a:ext cx="1584325" cy="958850"/>
        </p:xfrm>
        <a:graphic>
          <a:graphicData uri="http://schemas.openxmlformats.org/presentationml/2006/ole">
            <mc:AlternateContent xmlns:mc="http://schemas.openxmlformats.org/markup-compatibility/2006">
              <mc:Choice xmlns:v="urn:schemas-microsoft-com:vml" Requires="v">
                <p:oleObj spid="_x0000_s3098" name="" r:id="rId1" imgW="635000" imgH="393700" progId="Equation.3">
                  <p:embed/>
                </p:oleObj>
              </mc:Choice>
              <mc:Fallback>
                <p:oleObj name="" r:id="rId1" imgW="635000" imgH="393700" progId="Equation.3">
                  <p:embed/>
                  <p:pic>
                    <p:nvPicPr>
                      <p:cNvPr id="0" name="图片 3097"/>
                      <p:cNvPicPr/>
                      <p:nvPr/>
                    </p:nvPicPr>
                    <p:blipFill>
                      <a:blip r:embed="rId2"/>
                      <a:stretch>
                        <a:fillRect/>
                      </a:stretch>
                    </p:blipFill>
                    <p:spPr>
                      <a:xfrm>
                        <a:off x="2339975" y="1738313"/>
                        <a:ext cx="1584325" cy="958850"/>
                      </a:xfrm>
                      <a:prstGeom prst="rect">
                        <a:avLst/>
                      </a:prstGeom>
                      <a:noFill/>
                      <a:ln w="38100">
                        <a:noFill/>
                        <a:miter/>
                      </a:ln>
                    </p:spPr>
                  </p:pic>
                </p:oleObj>
              </mc:Fallback>
            </mc:AlternateContent>
          </a:graphicData>
        </a:graphic>
      </p:graphicFrame>
      <p:sp>
        <p:nvSpPr>
          <p:cNvPr id="364550" name="文本框 364549"/>
          <p:cNvSpPr txBox="1"/>
          <p:nvPr/>
        </p:nvSpPr>
        <p:spPr>
          <a:xfrm>
            <a:off x="468313" y="4114800"/>
            <a:ext cx="4464050" cy="1762125"/>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    </a:t>
            </a:r>
            <a:r>
              <a:rPr lang="zh-CN" altLang="en-US" sz="2600" i="0" dirty="0">
                <a:solidFill>
                  <a:srgbClr val="CC0000"/>
                </a:solidFill>
                <a:latin typeface="Times New Roman" panose="02020603050405020304" pitchFamily="18" charset="0"/>
                <a:ea typeface="黑体" panose="02010609060101010101" pitchFamily="49" charset="-122"/>
              </a:rPr>
              <a:t>平均速度是矢量</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其方向与位移的方向相同</a:t>
            </a:r>
            <a:r>
              <a:rPr lang="en-US" altLang="zh-CN" sz="2600" i="0">
                <a:latin typeface="Times New Roman" panose="02020603050405020304" pitchFamily="18" charset="0"/>
                <a:ea typeface="黑体" panose="02010609060101010101" pitchFamily="49" charset="-122"/>
              </a:rPr>
              <a:t>. </a:t>
            </a:r>
            <a:r>
              <a:rPr lang="zh-CN" altLang="en-US" sz="2600" i="0" dirty="0">
                <a:solidFill>
                  <a:srgbClr val="CC0000"/>
                </a:solidFill>
                <a:latin typeface="Times New Roman" panose="02020603050405020304" pitchFamily="18" charset="0"/>
                <a:ea typeface="黑体" panose="02010609060101010101" pitchFamily="49" charset="-122"/>
              </a:rPr>
              <a:t>平均速率是标量</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平均速度的大小并不等于平均速率</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364551" name="文本框 364550"/>
          <p:cNvSpPr txBox="1"/>
          <p:nvPr/>
        </p:nvSpPr>
        <p:spPr>
          <a:xfrm>
            <a:off x="395288" y="3028950"/>
            <a:ext cx="5329237"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平均速率</a:t>
            </a:r>
            <a:r>
              <a:rPr lang="en-US" altLang="zh-CN" sz="2600" i="0">
                <a:solidFill>
                  <a:srgbClr val="CC0000"/>
                </a:solidFill>
                <a:latin typeface="Times New Roman" panose="02020603050405020304" pitchFamily="18" charset="0"/>
                <a:ea typeface="黑体" panose="02010609060101010101" pitchFamily="49" charset="-122"/>
              </a:rPr>
              <a:t>:</a:t>
            </a:r>
            <a:endParaRPr lang="en-US" altLang="zh-CN" sz="2600" i="0">
              <a:solidFill>
                <a:srgbClr val="CC0000"/>
              </a:solidFill>
              <a:latin typeface="Times New Roman" panose="02020603050405020304" pitchFamily="18" charset="0"/>
              <a:ea typeface="黑体" panose="02010609060101010101" pitchFamily="49" charset="-122"/>
            </a:endParaRPr>
          </a:p>
        </p:txBody>
      </p:sp>
      <p:graphicFrame>
        <p:nvGraphicFramePr>
          <p:cNvPr id="364552" name="对象 364551"/>
          <p:cNvGraphicFramePr/>
          <p:nvPr/>
        </p:nvGraphicFramePr>
        <p:xfrm>
          <a:off x="2339975" y="2819400"/>
          <a:ext cx="1169988" cy="1022350"/>
        </p:xfrm>
        <a:graphic>
          <a:graphicData uri="http://schemas.openxmlformats.org/presentationml/2006/ole">
            <mc:AlternateContent xmlns:mc="http://schemas.openxmlformats.org/markup-compatibility/2006">
              <mc:Choice xmlns:v="urn:schemas-microsoft-com:vml" Requires="v">
                <p:oleObj spid="_x0000_s3099" name="" r:id="rId3" imgW="469900" imgH="393700" progId="Equation.3">
                  <p:embed/>
                </p:oleObj>
              </mc:Choice>
              <mc:Fallback>
                <p:oleObj name="" r:id="rId3" imgW="469900" imgH="393700" progId="Equation.3">
                  <p:embed/>
                  <p:pic>
                    <p:nvPicPr>
                      <p:cNvPr id="0" name="图片 3098"/>
                      <p:cNvPicPr/>
                      <p:nvPr/>
                    </p:nvPicPr>
                    <p:blipFill>
                      <a:blip r:embed="rId4">
                        <a:clrChange>
                          <a:clrFrom>
                            <a:srgbClr val="000000"/>
                          </a:clrFrom>
                          <a:clrTo>
                            <a:srgbClr val="000000"/>
                          </a:clrTo>
                        </a:clrChange>
                      </a:blip>
                      <a:stretch>
                        <a:fillRect/>
                      </a:stretch>
                    </p:blipFill>
                    <p:spPr>
                      <a:xfrm>
                        <a:off x="2339975" y="2819400"/>
                        <a:ext cx="1169988" cy="1022350"/>
                      </a:xfrm>
                      <a:prstGeom prst="rect">
                        <a:avLst/>
                      </a:prstGeom>
                      <a:noFill/>
                      <a:ln w="38100">
                        <a:noFill/>
                        <a:miter/>
                      </a:ln>
                    </p:spPr>
                  </p:pic>
                </p:oleObj>
              </mc:Fallback>
            </mc:AlternateContent>
          </a:graphicData>
        </a:graphic>
      </p:graphicFrame>
      <p:pic>
        <p:nvPicPr>
          <p:cNvPr id="364553" name="图片 364552"/>
          <p:cNvPicPr>
            <a:picLocks noChangeAspect="1"/>
          </p:cNvPicPr>
          <p:nvPr/>
        </p:nvPicPr>
        <p:blipFill>
          <a:blip r:embed="rId5">
            <a:clrChange>
              <a:clrFrom>
                <a:srgbClr val="FFFFFF"/>
              </a:clrFrom>
              <a:clrTo>
                <a:srgbClr val="FFFFFF">
                  <a:alpha val="0"/>
                </a:srgbClr>
              </a:clrTo>
            </a:clrChange>
            <a:lum bright="-17999" contrast="30000"/>
          </a:blip>
          <a:stretch>
            <a:fillRect/>
          </a:stretch>
        </p:blipFill>
        <p:spPr>
          <a:xfrm>
            <a:off x="5148263" y="1936750"/>
            <a:ext cx="3671887" cy="3400425"/>
          </a:xfrm>
          <a:prstGeom prst="rect">
            <a:avLst/>
          </a:prstGeom>
          <a:noFill/>
          <a:ln w="9525">
            <a:noFill/>
          </a:ln>
        </p:spPr>
      </p:pic>
      <p:sp>
        <p:nvSpPr>
          <p:cNvPr id="364554" name="文本框 364553"/>
          <p:cNvSpPr txBox="1"/>
          <p:nvPr/>
        </p:nvSpPr>
        <p:spPr>
          <a:xfrm>
            <a:off x="468313" y="620713"/>
            <a:ext cx="8351837" cy="488950"/>
          </a:xfrm>
          <a:prstGeom prst="rect">
            <a:avLst/>
          </a:prstGeom>
          <a:noFill/>
          <a:ln w="9525">
            <a:noFill/>
          </a:ln>
        </p:spPr>
        <p:txBody>
          <a:bodyPr>
            <a:spAutoFit/>
          </a:bodyPr>
          <a:p>
            <a:pPr lvl="0" algn="just" eaLnBrk="1" hangingPunct="1">
              <a:buClr>
                <a:srgbClr val="CC0000"/>
              </a:buClr>
            </a:pPr>
            <a:r>
              <a:rPr lang="en-US" altLang="zh-CN" sz="2600" i="0">
                <a:solidFill>
                  <a:srgbClr val="0000CC"/>
                </a:solidFill>
                <a:latin typeface="Times New Roman" panose="02020603050405020304" pitchFamily="18" charset="0"/>
                <a:ea typeface="黑体" panose="02010609060101010101" pitchFamily="49" charset="-122"/>
              </a:rPr>
              <a:t>1.2.1  </a:t>
            </a:r>
            <a:r>
              <a:rPr lang="zh-CN" altLang="en-US" sz="2600" i="0" dirty="0">
                <a:solidFill>
                  <a:srgbClr val="0000CC"/>
                </a:solidFill>
                <a:latin typeface="Times New Roman" panose="02020603050405020304" pitchFamily="18" charset="0"/>
                <a:ea typeface="黑体" panose="02010609060101010101" pitchFamily="49" charset="-122"/>
              </a:rPr>
              <a:t>速度</a:t>
            </a:r>
            <a:endParaRPr lang="zh-CN" altLang="en-US" sz="2600" i="0" dirty="0">
              <a:solidFill>
                <a:srgbClr val="0000CC"/>
              </a:solidFill>
              <a:latin typeface="Times New Roman" panose="02020603050405020304" pitchFamily="18" charset="0"/>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64546"/>
                                        </p:tgtEl>
                                        <p:attrNameLst>
                                          <p:attrName>style.visibility</p:attrName>
                                        </p:attrNameLst>
                                      </p:cBhvr>
                                      <p:to>
                                        <p:strVal val="visible"/>
                                      </p:to>
                                    </p:set>
                                    <p:animEffect transition="in" filter="wipe(left)">
                                      <p:cBhvr>
                                        <p:cTn id="7" dur="500"/>
                                        <p:tgtEl>
                                          <p:spTgt spid="3645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4554"/>
                                        </p:tgtEl>
                                        <p:attrNameLst>
                                          <p:attrName>style.visibility</p:attrName>
                                        </p:attrNameLst>
                                      </p:cBhvr>
                                      <p:to>
                                        <p:strVal val="visible"/>
                                      </p:to>
                                    </p:set>
                                    <p:animEffect transition="in" filter="wipe(left)">
                                      <p:cBhvr>
                                        <p:cTn id="12" dur="500"/>
                                        <p:tgtEl>
                                          <p:spTgt spid="3645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4547"/>
                                        </p:tgtEl>
                                        <p:attrNameLst>
                                          <p:attrName>style.visibility</p:attrName>
                                        </p:attrNameLst>
                                      </p:cBhvr>
                                      <p:to>
                                        <p:strVal val="visible"/>
                                      </p:to>
                                    </p:set>
                                    <p:animEffect transition="in" filter="wipe(left)">
                                      <p:cBhvr>
                                        <p:cTn id="17" dur="500"/>
                                        <p:tgtEl>
                                          <p:spTgt spid="3645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4548"/>
                                        </p:tgtEl>
                                        <p:attrNameLst>
                                          <p:attrName>style.visibility</p:attrName>
                                        </p:attrNameLst>
                                      </p:cBhvr>
                                      <p:to>
                                        <p:strVal val="visible"/>
                                      </p:to>
                                    </p:set>
                                    <p:animEffect transition="in" filter="wipe(left)">
                                      <p:cBhvr>
                                        <p:cTn id="22" dur="500"/>
                                        <p:tgtEl>
                                          <p:spTgt spid="364548"/>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64549"/>
                                        </p:tgtEl>
                                        <p:attrNameLst>
                                          <p:attrName>style.visibility</p:attrName>
                                        </p:attrNameLst>
                                      </p:cBhvr>
                                      <p:to>
                                        <p:strVal val="visible"/>
                                      </p:to>
                                    </p:set>
                                    <p:animEffect transition="in" filter="wipe(left)">
                                      <p:cBhvr>
                                        <p:cTn id="26" dur="500"/>
                                        <p:tgtEl>
                                          <p:spTgt spid="36454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64551"/>
                                        </p:tgtEl>
                                        <p:attrNameLst>
                                          <p:attrName>style.visibility</p:attrName>
                                        </p:attrNameLst>
                                      </p:cBhvr>
                                      <p:to>
                                        <p:strVal val="visible"/>
                                      </p:to>
                                    </p:set>
                                    <p:animEffect transition="in" filter="wipe(left)">
                                      <p:cBhvr>
                                        <p:cTn id="31" dur="500"/>
                                        <p:tgtEl>
                                          <p:spTgt spid="364551"/>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364552"/>
                                        </p:tgtEl>
                                        <p:attrNameLst>
                                          <p:attrName>style.visibility</p:attrName>
                                        </p:attrNameLst>
                                      </p:cBhvr>
                                      <p:to>
                                        <p:strVal val="visible"/>
                                      </p:to>
                                    </p:set>
                                    <p:animEffect transition="in" filter="wipe(left)">
                                      <p:cBhvr>
                                        <p:cTn id="35" dur="500"/>
                                        <p:tgtEl>
                                          <p:spTgt spid="36455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64550"/>
                                        </p:tgtEl>
                                        <p:attrNameLst>
                                          <p:attrName>style.visibility</p:attrName>
                                        </p:attrNameLst>
                                      </p:cBhvr>
                                      <p:to>
                                        <p:strVal val="visible"/>
                                      </p:to>
                                    </p:set>
                                    <p:animEffect transition="in" filter="wipe(left)">
                                      <p:cBhvr>
                                        <p:cTn id="40" dur="500"/>
                                        <p:tgtEl>
                                          <p:spTgt spid="364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6" grpId="0"/>
      <p:bldP spid="364547" grpId="0"/>
      <p:bldP spid="364548" grpId="0"/>
      <p:bldP spid="364550" grpId="0"/>
      <p:bldP spid="364551" grpId="0"/>
      <p:bldP spid="36455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5570" name="文本框 365569"/>
          <p:cNvSpPr txBox="1"/>
          <p:nvPr/>
        </p:nvSpPr>
        <p:spPr>
          <a:xfrm>
            <a:off x="395288" y="333375"/>
            <a:ext cx="2519362"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瞬时速度：</a:t>
            </a:r>
            <a:endParaRPr lang="zh-CN" altLang="en-US" sz="2600" i="0">
              <a:solidFill>
                <a:srgbClr val="CC0000"/>
              </a:solidFill>
              <a:latin typeface="Times New Roman" panose="02020603050405020304" pitchFamily="18" charset="0"/>
              <a:ea typeface="黑体" panose="02010609060101010101" pitchFamily="49" charset="-122"/>
            </a:endParaRPr>
          </a:p>
        </p:txBody>
      </p:sp>
      <p:sp>
        <p:nvSpPr>
          <p:cNvPr id="365571" name="文本框 365570"/>
          <p:cNvSpPr txBox="1"/>
          <p:nvPr/>
        </p:nvSpPr>
        <p:spPr>
          <a:xfrm>
            <a:off x="403225" y="831850"/>
            <a:ext cx="7624763"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质点在某一时刻所具有的速度</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简称</a:t>
            </a:r>
            <a:r>
              <a:rPr lang="zh-CN" altLang="en-US" sz="2600" i="0" dirty="0">
                <a:solidFill>
                  <a:srgbClr val="CC0000"/>
                </a:solidFill>
                <a:latin typeface="Times New Roman" panose="02020603050405020304" pitchFamily="18" charset="0"/>
                <a:ea typeface="黑体" panose="02010609060101010101" pitchFamily="49" charset="-122"/>
              </a:rPr>
              <a:t>速度</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 </a:t>
            </a:r>
            <a:endParaRPr lang="zh-CN" altLang="en-US" sz="2600" i="0" dirty="0">
              <a:latin typeface="Times New Roman" panose="02020603050405020304" pitchFamily="18" charset="0"/>
              <a:ea typeface="黑体" panose="02010609060101010101" pitchFamily="49" charset="-122"/>
            </a:endParaRPr>
          </a:p>
        </p:txBody>
      </p:sp>
      <p:sp>
        <p:nvSpPr>
          <p:cNvPr id="365576" name="任意多边形 365575"/>
          <p:cNvSpPr/>
          <p:nvPr/>
        </p:nvSpPr>
        <p:spPr>
          <a:xfrm>
            <a:off x="4932363" y="1530350"/>
            <a:ext cx="4105275" cy="2490788"/>
          </a:xfrm>
          <a:custGeom>
            <a:avLst/>
            <a:gdLst/>
            <a:ahLst/>
            <a:cxnLst/>
            <a:pathLst>
              <a:path w="1680" h="496">
                <a:moveTo>
                  <a:pt x="0" y="496"/>
                </a:moveTo>
                <a:cubicBezTo>
                  <a:pt x="220" y="264"/>
                  <a:pt x="440" y="32"/>
                  <a:pt x="720" y="16"/>
                </a:cubicBezTo>
                <a:cubicBezTo>
                  <a:pt x="1000" y="0"/>
                  <a:pt x="1340" y="200"/>
                  <a:pt x="1680" y="400"/>
                </a:cubicBezTo>
              </a:path>
            </a:pathLst>
          </a:custGeom>
          <a:noFill/>
          <a:ln w="19050" cap="flat" cmpd="sng">
            <a:solidFill>
              <a:schemeClr val="tx1"/>
            </a:solidFill>
            <a:prstDash val="solid"/>
            <a:headEnd type="none" w="med" len="med"/>
            <a:tailEnd type="none" w="med" len="med"/>
          </a:ln>
          <a:effectLst>
            <a:outerShdw dist="25400" algn="ctr" rotWithShape="0">
              <a:schemeClr val="accent2"/>
            </a:outerShdw>
          </a:effectLst>
        </p:spPr>
        <p:txBody>
          <a:bodyPr/>
          <a:p>
            <a:endParaRPr lang="zh-CN" altLang="en-US"/>
          </a:p>
        </p:txBody>
      </p:sp>
      <p:sp>
        <p:nvSpPr>
          <p:cNvPr id="365577" name="直接连接符 365576"/>
          <p:cNvSpPr/>
          <p:nvPr/>
        </p:nvSpPr>
        <p:spPr>
          <a:xfrm flipV="1">
            <a:off x="5581650" y="2795588"/>
            <a:ext cx="2808288" cy="0"/>
          </a:xfrm>
          <a:prstGeom prst="line">
            <a:avLst/>
          </a:prstGeom>
          <a:ln w="38100" cap="flat" cmpd="sng">
            <a:solidFill>
              <a:srgbClr val="FF3300"/>
            </a:solidFill>
            <a:prstDash val="solid"/>
            <a:headEnd type="none" w="med" len="med"/>
            <a:tailEnd type="triangle" w="med" len="med"/>
          </a:ln>
          <a:effectLst>
            <a:outerShdw dist="28398" dir="1593903" algn="ctr" rotWithShape="0">
              <a:srgbClr val="FFFFCC"/>
            </a:outerShdw>
          </a:effectLst>
        </p:spPr>
      </p:sp>
      <p:sp>
        <p:nvSpPr>
          <p:cNvPr id="365578" name="矩形 365577"/>
          <p:cNvSpPr/>
          <p:nvPr/>
        </p:nvSpPr>
        <p:spPr>
          <a:xfrm>
            <a:off x="5262563" y="2292350"/>
            <a:ext cx="606425" cy="519113"/>
          </a:xfrm>
          <a:prstGeom prst="rect">
            <a:avLst/>
          </a:prstGeom>
          <a:noFill/>
          <a:ln w="9525">
            <a:noFill/>
          </a:ln>
        </p:spPr>
        <p:txBody>
          <a:bodyPr>
            <a:spAutoFit/>
          </a:bodyPr>
          <a:p>
            <a:pPr lvl="0" eaLnBrk="1" hangingPunct="1">
              <a:buClr>
                <a:srgbClr val="000000"/>
              </a:buClr>
            </a:pPr>
            <a:r>
              <a:rPr lang="en-US" altLang="zh-CN" sz="2800" b="0" i="1">
                <a:latin typeface="Times New Roman" panose="02020603050405020304" pitchFamily="18" charset="0"/>
                <a:ea typeface="宋体" panose="02010600030101010101" pitchFamily="2" charset="-122"/>
              </a:rPr>
              <a:t>P</a:t>
            </a:r>
            <a:endParaRPr lang="en-US" altLang="zh-CN" sz="2400" b="0" i="1">
              <a:latin typeface="Times New Roman" panose="02020603050405020304" pitchFamily="18" charset="0"/>
              <a:ea typeface="宋体" panose="02010600030101010101" pitchFamily="2" charset="-122"/>
            </a:endParaRPr>
          </a:p>
        </p:txBody>
      </p:sp>
      <p:sp>
        <p:nvSpPr>
          <p:cNvPr id="365579" name="矩形 365578"/>
          <p:cNvSpPr/>
          <p:nvPr/>
        </p:nvSpPr>
        <p:spPr>
          <a:xfrm>
            <a:off x="8461375" y="2363788"/>
            <a:ext cx="520700" cy="519112"/>
          </a:xfrm>
          <a:prstGeom prst="rect">
            <a:avLst/>
          </a:prstGeom>
          <a:noFill/>
          <a:ln w="9525">
            <a:noFill/>
          </a:ln>
        </p:spPr>
        <p:txBody>
          <a:bodyPr>
            <a:spAutoFit/>
          </a:bodyPr>
          <a:p>
            <a:pPr lvl="0" eaLnBrk="1" hangingPunct="1">
              <a:buClr>
                <a:srgbClr val="000000"/>
              </a:buClr>
            </a:pPr>
            <a:r>
              <a:rPr lang="en-US" altLang="zh-CN" sz="2800" b="0" i="1">
                <a:latin typeface="Times New Roman" panose="02020603050405020304" pitchFamily="18" charset="0"/>
                <a:ea typeface="宋体" panose="02010600030101010101" pitchFamily="2" charset="-122"/>
              </a:rPr>
              <a:t>Q</a:t>
            </a:r>
            <a:endParaRPr lang="en-US" altLang="zh-CN" sz="2400" b="0" i="1">
              <a:latin typeface="Times New Roman" panose="02020603050405020304" pitchFamily="18" charset="0"/>
              <a:ea typeface="宋体" panose="02010600030101010101" pitchFamily="2" charset="-122"/>
            </a:endParaRPr>
          </a:p>
        </p:txBody>
      </p:sp>
      <p:graphicFrame>
        <p:nvGraphicFramePr>
          <p:cNvPr id="365580" name="对象 365579"/>
          <p:cNvGraphicFramePr/>
          <p:nvPr/>
        </p:nvGraphicFramePr>
        <p:xfrm>
          <a:off x="6659563" y="2827338"/>
          <a:ext cx="523875" cy="530225"/>
        </p:xfrm>
        <a:graphic>
          <a:graphicData uri="http://schemas.openxmlformats.org/presentationml/2006/ole">
            <mc:AlternateContent xmlns:mc="http://schemas.openxmlformats.org/markup-compatibility/2006">
              <mc:Choice xmlns:v="urn:schemas-microsoft-com:vml" Requires="v">
                <p:oleObj spid="_x0000_s3104" name="" r:id="rId1" imgW="241300" imgH="203200" progId="Equation.3">
                  <p:embed/>
                </p:oleObj>
              </mc:Choice>
              <mc:Fallback>
                <p:oleObj name="" r:id="rId1" imgW="241300" imgH="203200" progId="Equation.3">
                  <p:embed/>
                  <p:pic>
                    <p:nvPicPr>
                      <p:cNvPr id="0" name="图片 3103"/>
                      <p:cNvPicPr/>
                      <p:nvPr/>
                    </p:nvPicPr>
                    <p:blipFill>
                      <a:blip r:embed="rId2">
                        <a:clrChange>
                          <a:clrFrom>
                            <a:srgbClr val="000000"/>
                          </a:clrFrom>
                          <a:clrTo>
                            <a:srgbClr val="000000"/>
                          </a:clrTo>
                        </a:clrChange>
                      </a:blip>
                      <a:stretch>
                        <a:fillRect/>
                      </a:stretch>
                    </p:blipFill>
                    <p:spPr>
                      <a:xfrm>
                        <a:off x="6659563" y="2827338"/>
                        <a:ext cx="523875" cy="530225"/>
                      </a:xfrm>
                      <a:prstGeom prst="rect">
                        <a:avLst/>
                      </a:prstGeom>
                      <a:noFill/>
                      <a:ln w="38100">
                        <a:noFill/>
                        <a:miter/>
                      </a:ln>
                    </p:spPr>
                  </p:pic>
                </p:oleObj>
              </mc:Fallback>
            </mc:AlternateContent>
          </a:graphicData>
        </a:graphic>
      </p:graphicFrame>
      <p:sp>
        <p:nvSpPr>
          <p:cNvPr id="365581" name="直接连接符 365580"/>
          <p:cNvSpPr/>
          <p:nvPr/>
        </p:nvSpPr>
        <p:spPr>
          <a:xfrm flipV="1">
            <a:off x="5508625" y="2363788"/>
            <a:ext cx="2520950" cy="431800"/>
          </a:xfrm>
          <a:prstGeom prst="line">
            <a:avLst/>
          </a:prstGeom>
          <a:ln w="38100" cap="flat" cmpd="sng">
            <a:solidFill>
              <a:srgbClr val="FF0000"/>
            </a:solidFill>
            <a:prstDash val="sysDot"/>
            <a:headEnd type="none" w="med" len="med"/>
            <a:tailEnd type="triangle" w="med" len="med"/>
          </a:ln>
          <a:effectLst>
            <a:outerShdw dist="28398" dir="1593903" algn="ctr" rotWithShape="0">
              <a:srgbClr val="FFFFCC"/>
            </a:outerShdw>
          </a:effectLst>
        </p:spPr>
      </p:sp>
      <p:sp>
        <p:nvSpPr>
          <p:cNvPr id="365582" name="直接连接符 365581"/>
          <p:cNvSpPr/>
          <p:nvPr/>
        </p:nvSpPr>
        <p:spPr>
          <a:xfrm flipV="1">
            <a:off x="5508625" y="2005013"/>
            <a:ext cx="2160588" cy="790575"/>
          </a:xfrm>
          <a:prstGeom prst="line">
            <a:avLst/>
          </a:prstGeom>
          <a:ln w="38100" cap="flat" cmpd="sng">
            <a:solidFill>
              <a:srgbClr val="FF0000"/>
            </a:solidFill>
            <a:prstDash val="sysDot"/>
            <a:headEnd type="none" w="med" len="med"/>
            <a:tailEnd type="triangle" w="med" len="med"/>
          </a:ln>
          <a:effectLst>
            <a:outerShdw dist="28398" dir="1593903" algn="ctr" rotWithShape="0">
              <a:srgbClr val="FFFFCC"/>
            </a:outerShdw>
          </a:effectLst>
        </p:spPr>
      </p:sp>
      <p:sp>
        <p:nvSpPr>
          <p:cNvPr id="365583" name="直接连接符 365582"/>
          <p:cNvSpPr/>
          <p:nvPr/>
        </p:nvSpPr>
        <p:spPr>
          <a:xfrm flipV="1">
            <a:off x="5508625" y="1787525"/>
            <a:ext cx="1728788" cy="1008063"/>
          </a:xfrm>
          <a:prstGeom prst="line">
            <a:avLst/>
          </a:prstGeom>
          <a:ln w="38100" cap="flat" cmpd="sng">
            <a:solidFill>
              <a:srgbClr val="FF0000"/>
            </a:solidFill>
            <a:prstDash val="sysDot"/>
            <a:headEnd type="none" w="med" len="med"/>
            <a:tailEnd type="triangle" w="med" len="med"/>
          </a:ln>
          <a:effectLst>
            <a:outerShdw dist="28398" dir="1593903" algn="ctr" rotWithShape="0">
              <a:srgbClr val="FFFFCC"/>
            </a:outerShdw>
          </a:effectLst>
        </p:spPr>
      </p:sp>
      <p:sp>
        <p:nvSpPr>
          <p:cNvPr id="365584" name="直接连接符 365583"/>
          <p:cNvSpPr/>
          <p:nvPr/>
        </p:nvSpPr>
        <p:spPr>
          <a:xfrm flipV="1">
            <a:off x="5581650" y="1644650"/>
            <a:ext cx="1439863" cy="1054100"/>
          </a:xfrm>
          <a:prstGeom prst="line">
            <a:avLst/>
          </a:prstGeom>
          <a:ln w="38100" cap="flat" cmpd="sng">
            <a:solidFill>
              <a:srgbClr val="FF0000"/>
            </a:solidFill>
            <a:prstDash val="sysDot"/>
            <a:headEnd type="none" w="med" len="med"/>
            <a:tailEnd type="triangle" w="med" len="med"/>
          </a:ln>
          <a:effectLst>
            <a:outerShdw dist="28398" dir="1593903" algn="ctr" rotWithShape="0">
              <a:srgbClr val="FFFFCC"/>
            </a:outerShdw>
          </a:effectLst>
        </p:spPr>
      </p:sp>
      <p:sp>
        <p:nvSpPr>
          <p:cNvPr id="365585" name="直接连接符 365584"/>
          <p:cNvSpPr/>
          <p:nvPr/>
        </p:nvSpPr>
        <p:spPr>
          <a:xfrm flipV="1">
            <a:off x="5508625" y="1716088"/>
            <a:ext cx="576263" cy="1079500"/>
          </a:xfrm>
          <a:prstGeom prst="line">
            <a:avLst/>
          </a:prstGeom>
          <a:ln w="38100" cap="flat" cmpd="sng">
            <a:solidFill>
              <a:srgbClr val="008000"/>
            </a:solidFill>
            <a:prstDash val="solid"/>
            <a:headEnd type="none" w="med" len="med"/>
            <a:tailEnd type="triangle" w="med" len="lg"/>
          </a:ln>
          <a:effectLst>
            <a:outerShdw dist="28398" dir="1593903" algn="ctr" rotWithShape="0">
              <a:srgbClr val="FFFFCC"/>
            </a:outerShdw>
          </a:effectLst>
        </p:spPr>
      </p:sp>
      <p:graphicFrame>
        <p:nvGraphicFramePr>
          <p:cNvPr id="365589" name="对象 365588"/>
          <p:cNvGraphicFramePr/>
          <p:nvPr/>
        </p:nvGraphicFramePr>
        <p:xfrm>
          <a:off x="4333875" y="2946400"/>
          <a:ext cx="647700" cy="373063"/>
        </p:xfrm>
        <a:graphic>
          <a:graphicData uri="http://schemas.openxmlformats.org/presentationml/2006/ole">
            <mc:AlternateContent xmlns:mc="http://schemas.openxmlformats.org/markup-compatibility/2006">
              <mc:Choice xmlns:v="urn:schemas-microsoft-com:vml" Requires="v">
                <p:oleObj spid="_x0000_s3111" name="" r:id="rId3" imgW="241300" imgH="139700" progId="Equation.3">
                  <p:embed/>
                </p:oleObj>
              </mc:Choice>
              <mc:Fallback>
                <p:oleObj name="" r:id="rId3" imgW="241300" imgH="139700" progId="Equation.3">
                  <p:embed/>
                  <p:pic>
                    <p:nvPicPr>
                      <p:cNvPr id="0" name="图片 3110"/>
                      <p:cNvPicPr/>
                      <p:nvPr/>
                    </p:nvPicPr>
                    <p:blipFill>
                      <a:blip r:embed="rId4">
                        <a:clrChange>
                          <a:clrFrom>
                            <a:srgbClr val="000000"/>
                          </a:clrFrom>
                          <a:clrTo>
                            <a:srgbClr val="000000"/>
                          </a:clrTo>
                        </a:clrChange>
                      </a:blip>
                      <a:stretch>
                        <a:fillRect/>
                      </a:stretch>
                    </p:blipFill>
                    <p:spPr>
                      <a:xfrm>
                        <a:off x="4333875" y="2946400"/>
                        <a:ext cx="647700" cy="373063"/>
                      </a:xfrm>
                      <a:prstGeom prst="rect">
                        <a:avLst/>
                      </a:prstGeom>
                      <a:noFill/>
                      <a:ln w="38100">
                        <a:noFill/>
                        <a:miter/>
                      </a:ln>
                    </p:spPr>
                  </p:pic>
                </p:oleObj>
              </mc:Fallback>
            </mc:AlternateContent>
          </a:graphicData>
        </a:graphic>
      </p:graphicFrame>
      <p:graphicFrame>
        <p:nvGraphicFramePr>
          <p:cNvPr id="365590" name="对象 365589"/>
          <p:cNvGraphicFramePr/>
          <p:nvPr/>
        </p:nvGraphicFramePr>
        <p:xfrm>
          <a:off x="468313" y="1457325"/>
          <a:ext cx="2951162" cy="989013"/>
        </p:xfrm>
        <a:graphic>
          <a:graphicData uri="http://schemas.openxmlformats.org/presentationml/2006/ole">
            <mc:AlternateContent xmlns:mc="http://schemas.openxmlformats.org/markup-compatibility/2006">
              <mc:Choice xmlns:v="urn:schemas-microsoft-com:vml" Requires="v">
                <p:oleObj spid="_x0000_s3107" name="" r:id="rId5" imgW="1078865" imgH="393700" progId="Equation.3">
                  <p:embed/>
                </p:oleObj>
              </mc:Choice>
              <mc:Fallback>
                <p:oleObj name="" r:id="rId5" imgW="1078865" imgH="393700" progId="Equation.3">
                  <p:embed/>
                  <p:pic>
                    <p:nvPicPr>
                      <p:cNvPr id="0" name="图片 3106"/>
                      <p:cNvPicPr/>
                      <p:nvPr/>
                    </p:nvPicPr>
                    <p:blipFill>
                      <a:blip r:embed="rId6">
                        <a:clrChange>
                          <a:clrFrom>
                            <a:srgbClr val="000000"/>
                          </a:clrFrom>
                          <a:clrTo>
                            <a:srgbClr val="000000"/>
                          </a:clrTo>
                        </a:clrChange>
                      </a:blip>
                      <a:stretch>
                        <a:fillRect/>
                      </a:stretch>
                    </p:blipFill>
                    <p:spPr>
                      <a:xfrm>
                        <a:off x="468313" y="1457325"/>
                        <a:ext cx="2951162" cy="989013"/>
                      </a:xfrm>
                      <a:prstGeom prst="rect">
                        <a:avLst/>
                      </a:prstGeom>
                      <a:noFill/>
                      <a:ln w="38100">
                        <a:noFill/>
                        <a:miter/>
                      </a:ln>
                    </p:spPr>
                  </p:pic>
                </p:oleObj>
              </mc:Fallback>
            </mc:AlternateContent>
          </a:graphicData>
        </a:graphic>
      </p:graphicFrame>
      <p:graphicFrame>
        <p:nvGraphicFramePr>
          <p:cNvPr id="365591" name="对象 365590"/>
          <p:cNvGraphicFramePr/>
          <p:nvPr/>
        </p:nvGraphicFramePr>
        <p:xfrm>
          <a:off x="4514850" y="3294063"/>
          <a:ext cx="114300" cy="215900"/>
        </p:xfrm>
        <a:graphic>
          <a:graphicData uri="http://schemas.openxmlformats.org/presentationml/2006/ole">
            <mc:AlternateContent xmlns:mc="http://schemas.openxmlformats.org/markup-compatibility/2006">
              <mc:Choice xmlns:v="urn:schemas-microsoft-com:vml" Requires="v">
                <p:oleObj spid="_x0000_s3108" name="" r:id="rId7" imgW="114300" imgH="215265" progId="Equation.3">
                  <p:embed/>
                </p:oleObj>
              </mc:Choice>
              <mc:Fallback>
                <p:oleObj name="" r:id="rId7" imgW="114300" imgH="215265" progId="Equation.3">
                  <p:embed/>
                  <p:pic>
                    <p:nvPicPr>
                      <p:cNvPr id="0" name="图片 3107"/>
                      <p:cNvPicPr/>
                      <p:nvPr/>
                    </p:nvPicPr>
                    <p:blipFill>
                      <a:blip r:embed="rId8"/>
                      <a:stretch>
                        <a:fillRect/>
                      </a:stretch>
                    </p:blipFill>
                    <p:spPr>
                      <a:xfrm>
                        <a:off x="4514850" y="3294063"/>
                        <a:ext cx="114300" cy="215900"/>
                      </a:xfrm>
                      <a:prstGeom prst="rect">
                        <a:avLst/>
                      </a:prstGeom>
                      <a:noFill/>
                      <a:ln w="38100">
                        <a:noFill/>
                        <a:miter/>
                      </a:ln>
                    </p:spPr>
                  </p:pic>
                </p:oleObj>
              </mc:Fallback>
            </mc:AlternateContent>
          </a:graphicData>
        </a:graphic>
      </p:graphicFrame>
      <p:graphicFrame>
        <p:nvGraphicFramePr>
          <p:cNvPr id="365592" name="对象 365591"/>
          <p:cNvGraphicFramePr/>
          <p:nvPr/>
        </p:nvGraphicFramePr>
        <p:xfrm>
          <a:off x="395288" y="2538413"/>
          <a:ext cx="3889375" cy="1133475"/>
        </p:xfrm>
        <a:graphic>
          <a:graphicData uri="http://schemas.openxmlformats.org/presentationml/2006/ole">
            <mc:AlternateContent xmlns:mc="http://schemas.openxmlformats.org/markup-compatibility/2006">
              <mc:Choice xmlns:v="urn:schemas-microsoft-com:vml" Requires="v">
                <p:oleObj spid="_x0000_s3109" name="" r:id="rId9" imgW="1523365" imgH="444500" progId="Equation.3">
                  <p:embed/>
                </p:oleObj>
              </mc:Choice>
              <mc:Fallback>
                <p:oleObj name="" r:id="rId9" imgW="1523365" imgH="444500" progId="Equation.3">
                  <p:embed/>
                  <p:pic>
                    <p:nvPicPr>
                      <p:cNvPr id="0" name="图片 3108"/>
                      <p:cNvPicPr/>
                      <p:nvPr/>
                    </p:nvPicPr>
                    <p:blipFill>
                      <a:blip r:embed="rId10"/>
                      <a:stretch>
                        <a:fillRect/>
                      </a:stretch>
                    </p:blipFill>
                    <p:spPr>
                      <a:xfrm>
                        <a:off x="395288" y="2538413"/>
                        <a:ext cx="3889375" cy="1133475"/>
                      </a:xfrm>
                      <a:prstGeom prst="rect">
                        <a:avLst/>
                      </a:prstGeom>
                      <a:noFill/>
                      <a:ln w="38100">
                        <a:noFill/>
                        <a:miter/>
                      </a:ln>
                    </p:spPr>
                  </p:pic>
                </p:oleObj>
              </mc:Fallback>
            </mc:AlternateContent>
          </a:graphicData>
        </a:graphic>
      </p:graphicFrame>
      <p:sp>
        <p:nvSpPr>
          <p:cNvPr id="365593" name="文本框 365592"/>
          <p:cNvSpPr txBox="1"/>
          <p:nvPr/>
        </p:nvSpPr>
        <p:spPr>
          <a:xfrm>
            <a:off x="250825" y="4157663"/>
            <a:ext cx="8569325" cy="927100"/>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    速度的方向是沿着轨道上质点所在处的切向</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指向质点前进的方向</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瞬时</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速度的大小等于</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瞬时</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速率</a:t>
            </a:r>
            <a:r>
              <a:rPr lang="en-US" altLang="zh-CN" sz="2600" i="0">
                <a:latin typeface="Times New Roman" panose="02020603050405020304" pitchFamily="18" charset="0"/>
                <a:ea typeface="黑体" panose="02010609060101010101" pitchFamily="49" charset="-122"/>
              </a:rPr>
              <a:t>. </a:t>
            </a:r>
            <a:endParaRPr lang="en-US" altLang="zh-CN" sz="2600" i="0">
              <a:latin typeface="Times New Roman" panose="02020603050405020304" pitchFamily="18" charset="0"/>
              <a:ea typeface="黑体" panose="02010609060101010101" pitchFamily="49" charset="-122"/>
            </a:endParaRPr>
          </a:p>
        </p:txBody>
      </p:sp>
      <p:graphicFrame>
        <p:nvGraphicFramePr>
          <p:cNvPr id="365594" name="对象 365593"/>
          <p:cNvGraphicFramePr/>
          <p:nvPr/>
        </p:nvGraphicFramePr>
        <p:xfrm>
          <a:off x="3348038" y="5157788"/>
          <a:ext cx="1152525" cy="1044575"/>
        </p:xfrm>
        <a:graphic>
          <a:graphicData uri="http://schemas.openxmlformats.org/presentationml/2006/ole">
            <mc:AlternateContent xmlns:mc="http://schemas.openxmlformats.org/markup-compatibility/2006">
              <mc:Choice xmlns:v="urn:schemas-microsoft-com:vml" Requires="v">
                <p:oleObj spid="_x0000_s3112" name="" r:id="rId11" imgW="444500" imgH="393700" progId="Equation.3">
                  <p:embed/>
                </p:oleObj>
              </mc:Choice>
              <mc:Fallback>
                <p:oleObj name="" r:id="rId11" imgW="444500" imgH="393700" progId="Equation.3">
                  <p:embed/>
                  <p:pic>
                    <p:nvPicPr>
                      <p:cNvPr id="0" name="图片 3111"/>
                      <p:cNvPicPr/>
                      <p:nvPr/>
                    </p:nvPicPr>
                    <p:blipFill>
                      <a:blip r:embed="rId12">
                        <a:clrChange>
                          <a:clrFrom>
                            <a:srgbClr val="000000"/>
                          </a:clrFrom>
                          <a:clrTo>
                            <a:srgbClr val="000000"/>
                          </a:clrTo>
                        </a:clrChange>
                      </a:blip>
                      <a:stretch>
                        <a:fillRect/>
                      </a:stretch>
                    </p:blipFill>
                    <p:spPr>
                      <a:xfrm>
                        <a:off x="3348038" y="5157788"/>
                        <a:ext cx="1152525" cy="1044575"/>
                      </a:xfrm>
                      <a:prstGeom prst="rect">
                        <a:avLst/>
                      </a:prstGeom>
                      <a:noFill/>
                      <a:ln w="38100">
                        <a:noFill/>
                        <a:miter/>
                      </a:ln>
                    </p:spPr>
                  </p:pic>
                </p:oleObj>
              </mc:Fallback>
            </mc:AlternateContent>
          </a:graphicData>
        </a:graphic>
      </p:graphicFrame>
      <p:sp>
        <p:nvSpPr>
          <p:cNvPr id="365595" name="文本框 365594"/>
          <p:cNvSpPr txBox="1"/>
          <p:nvPr/>
        </p:nvSpPr>
        <p:spPr>
          <a:xfrm>
            <a:off x="1619250" y="5373688"/>
            <a:ext cx="2303463"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瞬时速率：</a:t>
            </a:r>
            <a:endParaRPr lang="zh-CN" altLang="en-US" sz="2600" i="0">
              <a:solidFill>
                <a:srgbClr val="CC0000"/>
              </a:solidFill>
              <a:latin typeface="Times New Roman" panose="02020603050405020304" pitchFamily="18" charset="0"/>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5571"/>
                                        </p:tgtEl>
                                        <p:attrNameLst>
                                          <p:attrName>style.visibility</p:attrName>
                                        </p:attrNameLst>
                                      </p:cBhvr>
                                      <p:to>
                                        <p:strVal val="visible"/>
                                      </p:to>
                                    </p:set>
                                    <p:animEffect transition="in" filter="wipe(left)">
                                      <p:cBhvr>
                                        <p:cTn id="7" dur="500"/>
                                        <p:tgtEl>
                                          <p:spTgt spid="36557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365576"/>
                                        </p:tgtEl>
                                        <p:attrNameLst>
                                          <p:attrName>style.visibility</p:attrName>
                                        </p:attrNameLst>
                                      </p:cBhvr>
                                      <p:to>
                                        <p:strVal val="visible"/>
                                      </p:to>
                                    </p:set>
                                    <p:animEffect transition="in" filter="strips(upRight)">
                                      <p:cBhvr>
                                        <p:cTn id="12" dur="500"/>
                                        <p:tgtEl>
                                          <p:spTgt spid="36557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65578"/>
                                        </p:tgtEl>
                                        <p:attrNameLst>
                                          <p:attrName>style.visibility</p:attrName>
                                        </p:attrNameLst>
                                      </p:cBhvr>
                                      <p:to>
                                        <p:strVal val="visible"/>
                                      </p:to>
                                    </p:set>
                                    <p:animEffect transition="in" filter="barn(outHorizontal)">
                                      <p:cBhvr>
                                        <p:cTn id="17" dur="500"/>
                                        <p:tgtEl>
                                          <p:spTgt spid="36557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5577"/>
                                        </p:tgtEl>
                                        <p:attrNameLst>
                                          <p:attrName>style.visibility</p:attrName>
                                        </p:attrNameLst>
                                      </p:cBhvr>
                                      <p:to>
                                        <p:strVal val="visible"/>
                                      </p:to>
                                    </p:set>
                                    <p:animEffect transition="in" filter="wipe(left)">
                                      <p:cBhvr>
                                        <p:cTn id="22" dur="500"/>
                                        <p:tgtEl>
                                          <p:spTgt spid="36557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365579"/>
                                        </p:tgtEl>
                                        <p:attrNameLst>
                                          <p:attrName>style.visibility</p:attrName>
                                        </p:attrNameLst>
                                      </p:cBhvr>
                                      <p:to>
                                        <p:strVal val="visible"/>
                                      </p:to>
                                    </p:set>
                                    <p:animEffect transition="in" filter="barn(outHorizontal)">
                                      <p:cBhvr>
                                        <p:cTn id="27" dur="500"/>
                                        <p:tgtEl>
                                          <p:spTgt spid="36557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365580"/>
                                        </p:tgtEl>
                                        <p:attrNameLst>
                                          <p:attrName>style.visibility</p:attrName>
                                        </p:attrNameLst>
                                      </p:cBhvr>
                                      <p:to>
                                        <p:strVal val="visible"/>
                                      </p:to>
                                    </p:set>
                                    <p:animEffect transition="in" filter="barn(outHorizontal)">
                                      <p:cBhvr>
                                        <p:cTn id="32" dur="500"/>
                                        <p:tgtEl>
                                          <p:spTgt spid="36558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65581"/>
                                        </p:tgtEl>
                                        <p:attrNameLst>
                                          <p:attrName>style.visibility</p:attrName>
                                        </p:attrNameLst>
                                      </p:cBhvr>
                                      <p:to>
                                        <p:strVal val="visible"/>
                                      </p:to>
                                    </p:set>
                                    <p:animEffect transition="in" filter="wipe(left)">
                                      <p:cBhvr>
                                        <p:cTn id="37" dur="500"/>
                                        <p:tgtEl>
                                          <p:spTgt spid="36558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65582"/>
                                        </p:tgtEl>
                                        <p:attrNameLst>
                                          <p:attrName>style.visibility</p:attrName>
                                        </p:attrNameLst>
                                      </p:cBhvr>
                                      <p:to>
                                        <p:strVal val="visible"/>
                                      </p:to>
                                    </p:set>
                                    <p:animEffect transition="in" filter="wipe(left)">
                                      <p:cBhvr>
                                        <p:cTn id="42" dur="500"/>
                                        <p:tgtEl>
                                          <p:spTgt spid="36558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65583"/>
                                        </p:tgtEl>
                                        <p:attrNameLst>
                                          <p:attrName>style.visibility</p:attrName>
                                        </p:attrNameLst>
                                      </p:cBhvr>
                                      <p:to>
                                        <p:strVal val="visible"/>
                                      </p:to>
                                    </p:set>
                                    <p:animEffect transition="in" filter="wipe(left)">
                                      <p:cBhvr>
                                        <p:cTn id="47" dur="500"/>
                                        <p:tgtEl>
                                          <p:spTgt spid="36558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65584"/>
                                        </p:tgtEl>
                                        <p:attrNameLst>
                                          <p:attrName>style.visibility</p:attrName>
                                        </p:attrNameLst>
                                      </p:cBhvr>
                                      <p:to>
                                        <p:strVal val="visible"/>
                                      </p:to>
                                    </p:set>
                                    <p:animEffect transition="in" filter="wipe(left)">
                                      <p:cBhvr>
                                        <p:cTn id="52" dur="500"/>
                                        <p:tgtEl>
                                          <p:spTgt spid="36558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65585"/>
                                        </p:tgtEl>
                                        <p:attrNameLst>
                                          <p:attrName>style.visibility</p:attrName>
                                        </p:attrNameLst>
                                      </p:cBhvr>
                                      <p:to>
                                        <p:strVal val="visible"/>
                                      </p:to>
                                    </p:set>
                                    <p:animEffect transition="in" filter="wipe(down)">
                                      <p:cBhvr>
                                        <p:cTn id="57" dur="500"/>
                                        <p:tgtEl>
                                          <p:spTgt spid="36558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65590"/>
                                        </p:tgtEl>
                                        <p:attrNameLst>
                                          <p:attrName>style.visibility</p:attrName>
                                        </p:attrNameLst>
                                      </p:cBhvr>
                                      <p:to>
                                        <p:strVal val="visible"/>
                                      </p:to>
                                    </p:set>
                                    <p:animEffect transition="in" filter="wipe(left)">
                                      <p:cBhvr>
                                        <p:cTn id="62" dur="500"/>
                                        <p:tgtEl>
                                          <p:spTgt spid="36559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65592"/>
                                        </p:tgtEl>
                                        <p:attrNameLst>
                                          <p:attrName>style.visibility</p:attrName>
                                        </p:attrNameLst>
                                      </p:cBhvr>
                                      <p:to>
                                        <p:strVal val="visible"/>
                                      </p:to>
                                    </p:set>
                                    <p:animEffect transition="in" filter="wipe(left)">
                                      <p:cBhvr>
                                        <p:cTn id="67" dur="500"/>
                                        <p:tgtEl>
                                          <p:spTgt spid="36559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65589"/>
                                        </p:tgtEl>
                                        <p:attrNameLst>
                                          <p:attrName>style.visibility</p:attrName>
                                        </p:attrNameLst>
                                      </p:cBhvr>
                                      <p:to>
                                        <p:strVal val="visible"/>
                                      </p:to>
                                    </p:set>
                                    <p:animEffect transition="in" filter="wipe(left)">
                                      <p:cBhvr>
                                        <p:cTn id="72" dur="500"/>
                                        <p:tgtEl>
                                          <p:spTgt spid="36558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65593"/>
                                        </p:tgtEl>
                                        <p:attrNameLst>
                                          <p:attrName>style.visibility</p:attrName>
                                        </p:attrNameLst>
                                      </p:cBhvr>
                                      <p:to>
                                        <p:strVal val="visible"/>
                                      </p:to>
                                    </p:set>
                                    <p:animEffect transition="in" filter="wipe(left)">
                                      <p:cBhvr>
                                        <p:cTn id="77" dur="500"/>
                                        <p:tgtEl>
                                          <p:spTgt spid="36559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65595"/>
                                        </p:tgtEl>
                                        <p:attrNameLst>
                                          <p:attrName>style.visibility</p:attrName>
                                        </p:attrNameLst>
                                      </p:cBhvr>
                                      <p:to>
                                        <p:strVal val="visible"/>
                                      </p:to>
                                    </p:set>
                                    <p:animEffect transition="in" filter="wipe(left)">
                                      <p:cBhvr>
                                        <p:cTn id="82" dur="500"/>
                                        <p:tgtEl>
                                          <p:spTgt spid="36559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365594"/>
                                        </p:tgtEl>
                                        <p:attrNameLst>
                                          <p:attrName>style.visibility</p:attrName>
                                        </p:attrNameLst>
                                      </p:cBhvr>
                                      <p:to>
                                        <p:strVal val="visible"/>
                                      </p:to>
                                    </p:set>
                                    <p:animEffect transition="in" filter="wipe(left)">
                                      <p:cBhvr>
                                        <p:cTn id="87" dur="500"/>
                                        <p:tgtEl>
                                          <p:spTgt spid="365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p:bldP spid="365578" grpId="0"/>
      <p:bldP spid="365579" grpId="0"/>
      <p:bldP spid="365593" grpId="0"/>
      <p:bldP spid="36559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6594" name="矩形 366593"/>
          <p:cNvSpPr/>
          <p:nvPr/>
        </p:nvSpPr>
        <p:spPr>
          <a:xfrm>
            <a:off x="754063" y="1249363"/>
            <a:ext cx="281940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速度</a:t>
            </a:r>
            <a:endParaRPr lang="zh-CN" altLang="en-US" sz="2600" i="0" dirty="0">
              <a:latin typeface="Times New Roman" panose="02020603050405020304" pitchFamily="18" charset="0"/>
              <a:ea typeface="黑体" panose="02010609060101010101" pitchFamily="49" charset="-122"/>
            </a:endParaRPr>
          </a:p>
        </p:txBody>
      </p:sp>
      <p:graphicFrame>
        <p:nvGraphicFramePr>
          <p:cNvPr id="366595" name="对象 366594"/>
          <p:cNvGraphicFramePr/>
          <p:nvPr/>
        </p:nvGraphicFramePr>
        <p:xfrm>
          <a:off x="2051050" y="1049338"/>
          <a:ext cx="5040313" cy="1008062"/>
        </p:xfrm>
        <a:graphic>
          <a:graphicData uri="http://schemas.openxmlformats.org/presentationml/2006/ole">
            <mc:AlternateContent xmlns:mc="http://schemas.openxmlformats.org/markup-compatibility/2006">
              <mc:Choice xmlns:v="urn:schemas-microsoft-com:vml" Requires="v">
                <p:oleObj spid="_x0000_s3103" name="" r:id="rId1" imgW="1701165" imgH="393700" progId="Equation.3">
                  <p:embed/>
                </p:oleObj>
              </mc:Choice>
              <mc:Fallback>
                <p:oleObj name="" r:id="rId1" imgW="1701165" imgH="393700" progId="Equation.3">
                  <p:embed/>
                  <p:pic>
                    <p:nvPicPr>
                      <p:cNvPr id="0" name="图片 3102"/>
                      <p:cNvPicPr/>
                      <p:nvPr/>
                    </p:nvPicPr>
                    <p:blipFill>
                      <a:blip r:embed="rId2"/>
                      <a:stretch>
                        <a:fillRect/>
                      </a:stretch>
                    </p:blipFill>
                    <p:spPr>
                      <a:xfrm>
                        <a:off x="2051050" y="1049338"/>
                        <a:ext cx="5040313" cy="1008062"/>
                      </a:xfrm>
                      <a:prstGeom prst="rect">
                        <a:avLst/>
                      </a:prstGeom>
                      <a:noFill/>
                      <a:ln w="38100">
                        <a:noFill/>
                        <a:miter/>
                      </a:ln>
                    </p:spPr>
                  </p:pic>
                </p:oleObj>
              </mc:Fallback>
            </mc:AlternateContent>
          </a:graphicData>
        </a:graphic>
      </p:graphicFrame>
      <p:graphicFrame>
        <p:nvGraphicFramePr>
          <p:cNvPr id="366596" name="对象 366595"/>
          <p:cNvGraphicFramePr/>
          <p:nvPr/>
        </p:nvGraphicFramePr>
        <p:xfrm>
          <a:off x="2051050" y="2128838"/>
          <a:ext cx="4103688" cy="766762"/>
        </p:xfrm>
        <a:graphic>
          <a:graphicData uri="http://schemas.openxmlformats.org/presentationml/2006/ole">
            <mc:AlternateContent xmlns:mc="http://schemas.openxmlformats.org/markup-compatibility/2006">
              <mc:Choice xmlns:v="urn:schemas-microsoft-com:vml" Requires="v">
                <p:oleObj spid="_x0000_s3110" name="" r:id="rId3" imgW="1205230" imgH="254000" progId="Equation.3">
                  <p:embed/>
                </p:oleObj>
              </mc:Choice>
              <mc:Fallback>
                <p:oleObj name="" r:id="rId3" imgW="1205230" imgH="254000" progId="Equation.3">
                  <p:embed/>
                  <p:pic>
                    <p:nvPicPr>
                      <p:cNvPr id="0" name="图片 3109"/>
                      <p:cNvPicPr/>
                      <p:nvPr/>
                    </p:nvPicPr>
                    <p:blipFill>
                      <a:blip r:embed="rId4"/>
                      <a:stretch>
                        <a:fillRect/>
                      </a:stretch>
                    </p:blipFill>
                    <p:spPr>
                      <a:xfrm>
                        <a:off x="2051050" y="2128838"/>
                        <a:ext cx="4103688" cy="766762"/>
                      </a:xfrm>
                      <a:prstGeom prst="rect">
                        <a:avLst/>
                      </a:prstGeom>
                      <a:noFill/>
                      <a:ln w="38100">
                        <a:noFill/>
                        <a:miter/>
                      </a:ln>
                    </p:spPr>
                  </p:pic>
                </p:oleObj>
              </mc:Fallback>
            </mc:AlternateContent>
          </a:graphicData>
        </a:graphic>
      </p:graphicFrame>
      <p:sp>
        <p:nvSpPr>
          <p:cNvPr id="366597" name="文本框 366596"/>
          <p:cNvSpPr txBox="1"/>
          <p:nvPr/>
        </p:nvSpPr>
        <p:spPr>
          <a:xfrm>
            <a:off x="754063" y="2978150"/>
            <a:ext cx="4175125"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速度的三个分量：</a:t>
            </a:r>
            <a:endParaRPr lang="zh-CN" altLang="en-US" sz="2600" i="0" dirty="0">
              <a:latin typeface="Times New Roman" panose="02020603050405020304" pitchFamily="18" charset="0"/>
              <a:ea typeface="黑体" panose="02010609060101010101" pitchFamily="49" charset="-122"/>
            </a:endParaRPr>
          </a:p>
        </p:txBody>
      </p:sp>
      <p:graphicFrame>
        <p:nvGraphicFramePr>
          <p:cNvPr id="366598" name="对象 366597"/>
          <p:cNvGraphicFramePr/>
          <p:nvPr/>
        </p:nvGraphicFramePr>
        <p:xfrm>
          <a:off x="2122488" y="3641725"/>
          <a:ext cx="5689600" cy="1063625"/>
        </p:xfrm>
        <a:graphic>
          <a:graphicData uri="http://schemas.openxmlformats.org/presentationml/2006/ole">
            <mc:AlternateContent xmlns:mc="http://schemas.openxmlformats.org/markup-compatibility/2006">
              <mc:Choice xmlns:v="urn:schemas-microsoft-com:vml" Requires="v">
                <p:oleObj spid="_x0000_s3105" name="" r:id="rId5" imgW="2094865" imgH="393700" progId="Equation.3">
                  <p:embed/>
                </p:oleObj>
              </mc:Choice>
              <mc:Fallback>
                <p:oleObj name="" r:id="rId5" imgW="2094865" imgH="393700" progId="Equation.3">
                  <p:embed/>
                  <p:pic>
                    <p:nvPicPr>
                      <p:cNvPr id="0" name="图片 3104"/>
                      <p:cNvPicPr/>
                      <p:nvPr/>
                    </p:nvPicPr>
                    <p:blipFill>
                      <a:blip r:embed="rId6"/>
                      <a:stretch>
                        <a:fillRect/>
                      </a:stretch>
                    </p:blipFill>
                    <p:spPr>
                      <a:xfrm>
                        <a:off x="2122488" y="3641725"/>
                        <a:ext cx="5689600" cy="1063625"/>
                      </a:xfrm>
                      <a:prstGeom prst="rect">
                        <a:avLst/>
                      </a:prstGeom>
                      <a:noFill/>
                      <a:ln w="38100">
                        <a:noFill/>
                        <a:miter/>
                      </a:ln>
                    </p:spPr>
                  </p:pic>
                </p:oleObj>
              </mc:Fallback>
            </mc:AlternateContent>
          </a:graphicData>
        </a:graphic>
      </p:graphicFrame>
      <p:sp>
        <p:nvSpPr>
          <p:cNvPr id="366599" name="文本框 366598"/>
          <p:cNvSpPr txBox="1"/>
          <p:nvPr/>
        </p:nvSpPr>
        <p:spPr>
          <a:xfrm>
            <a:off x="754063" y="5138738"/>
            <a:ext cx="3382962"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速度的大小：</a:t>
            </a:r>
            <a:endParaRPr lang="zh-CN" altLang="en-US" sz="2600" i="0" dirty="0">
              <a:latin typeface="Times New Roman" panose="02020603050405020304" pitchFamily="18" charset="0"/>
              <a:ea typeface="黑体" panose="02010609060101010101" pitchFamily="49" charset="-122"/>
            </a:endParaRPr>
          </a:p>
        </p:txBody>
      </p:sp>
      <p:graphicFrame>
        <p:nvGraphicFramePr>
          <p:cNvPr id="366600" name="对象 366599"/>
          <p:cNvGraphicFramePr/>
          <p:nvPr/>
        </p:nvGraphicFramePr>
        <p:xfrm>
          <a:off x="3059113" y="4937125"/>
          <a:ext cx="4679950" cy="939800"/>
        </p:xfrm>
        <a:graphic>
          <a:graphicData uri="http://schemas.openxmlformats.org/presentationml/2006/ole">
            <mc:AlternateContent xmlns:mc="http://schemas.openxmlformats.org/markup-compatibility/2006">
              <mc:Choice xmlns:v="urn:schemas-microsoft-com:vml" Requires="v">
                <p:oleObj spid="_x0000_s3106" name="" r:id="rId7" imgW="1395730" imgH="304800" progId="Equation.3">
                  <p:embed/>
                </p:oleObj>
              </mc:Choice>
              <mc:Fallback>
                <p:oleObj name="" r:id="rId7" imgW="1395730" imgH="304800" progId="Equation.3">
                  <p:embed/>
                  <p:pic>
                    <p:nvPicPr>
                      <p:cNvPr id="0" name="图片 3105"/>
                      <p:cNvPicPr/>
                      <p:nvPr/>
                    </p:nvPicPr>
                    <p:blipFill>
                      <a:blip r:embed="rId8"/>
                      <a:stretch>
                        <a:fillRect/>
                      </a:stretch>
                    </p:blipFill>
                    <p:spPr>
                      <a:xfrm>
                        <a:off x="3059113" y="4937125"/>
                        <a:ext cx="4679950" cy="939800"/>
                      </a:xfrm>
                      <a:prstGeom prst="rect">
                        <a:avLst/>
                      </a:prstGeom>
                      <a:noFill/>
                      <a:ln w="38100">
                        <a:noFill/>
                        <a:miter/>
                      </a:ln>
                    </p:spPr>
                  </p:pic>
                </p:oleObj>
              </mc:Fallback>
            </mc:AlternateContent>
          </a:graphicData>
        </a:graphic>
      </p:graphicFrame>
      <p:sp>
        <p:nvSpPr>
          <p:cNvPr id="366601" name="文本框 366600"/>
          <p:cNvSpPr txBox="1"/>
          <p:nvPr/>
        </p:nvSpPr>
        <p:spPr>
          <a:xfrm>
            <a:off x="466725" y="404813"/>
            <a:ext cx="3313113"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在直角坐标系中：</a:t>
            </a:r>
            <a:endParaRPr lang="zh-CN" altLang="en-US" sz="2600" i="0" dirty="0">
              <a:latin typeface="Times New Roman" panose="02020603050405020304" pitchFamily="18" charset="0"/>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6594"/>
                                        </p:tgtEl>
                                        <p:attrNameLst>
                                          <p:attrName>style.visibility</p:attrName>
                                        </p:attrNameLst>
                                      </p:cBhvr>
                                      <p:to>
                                        <p:strVal val="visible"/>
                                      </p:to>
                                    </p:set>
                                    <p:animEffect transition="in" filter="blinds(horizontal)">
                                      <p:cBhvr>
                                        <p:cTn id="7" dur="500"/>
                                        <p:tgtEl>
                                          <p:spTgt spid="36659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366595"/>
                                        </p:tgtEl>
                                        <p:attrNameLst>
                                          <p:attrName>style.visibility</p:attrName>
                                        </p:attrNameLst>
                                      </p:cBhvr>
                                      <p:to>
                                        <p:strVal val="visible"/>
                                      </p:to>
                                    </p:set>
                                    <p:animEffect transition="in" filter="barn(outHorizontal)">
                                      <p:cBhvr>
                                        <p:cTn id="12" dur="500"/>
                                        <p:tgtEl>
                                          <p:spTgt spid="36659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366596"/>
                                        </p:tgtEl>
                                        <p:attrNameLst>
                                          <p:attrName>style.visibility</p:attrName>
                                        </p:attrNameLst>
                                      </p:cBhvr>
                                      <p:to>
                                        <p:strVal val="visible"/>
                                      </p:to>
                                    </p:set>
                                    <p:animEffect transition="in" filter="barn(outHorizontal)">
                                      <p:cBhvr>
                                        <p:cTn id="17" dur="500"/>
                                        <p:tgtEl>
                                          <p:spTgt spid="36659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66597"/>
                                        </p:tgtEl>
                                        <p:attrNameLst>
                                          <p:attrName>style.visibility</p:attrName>
                                        </p:attrNameLst>
                                      </p:cBhvr>
                                      <p:to>
                                        <p:strVal val="visible"/>
                                      </p:to>
                                    </p:set>
                                    <p:animEffect transition="in" filter="barn(outHorizontal)">
                                      <p:cBhvr>
                                        <p:cTn id="22" dur="500"/>
                                        <p:tgtEl>
                                          <p:spTgt spid="36659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366598"/>
                                        </p:tgtEl>
                                        <p:attrNameLst>
                                          <p:attrName>style.visibility</p:attrName>
                                        </p:attrNameLst>
                                      </p:cBhvr>
                                      <p:to>
                                        <p:strVal val="visible"/>
                                      </p:to>
                                    </p:set>
                                    <p:animEffect transition="in" filter="barn(outHorizontal)">
                                      <p:cBhvr>
                                        <p:cTn id="27" dur="500"/>
                                        <p:tgtEl>
                                          <p:spTgt spid="36659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366599"/>
                                        </p:tgtEl>
                                        <p:attrNameLst>
                                          <p:attrName>style.visibility</p:attrName>
                                        </p:attrNameLst>
                                      </p:cBhvr>
                                      <p:to>
                                        <p:strVal val="visible"/>
                                      </p:to>
                                    </p:set>
                                    <p:animEffect transition="in" filter="barn(outHorizontal)">
                                      <p:cBhvr>
                                        <p:cTn id="32" dur="500"/>
                                        <p:tgtEl>
                                          <p:spTgt spid="36659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366600"/>
                                        </p:tgtEl>
                                        <p:attrNameLst>
                                          <p:attrName>style.visibility</p:attrName>
                                        </p:attrNameLst>
                                      </p:cBhvr>
                                      <p:to>
                                        <p:strVal val="visible"/>
                                      </p:to>
                                    </p:set>
                                    <p:animEffect transition="in" filter="barn(outHorizontal)">
                                      <p:cBhvr>
                                        <p:cTn id="37" dur="500"/>
                                        <p:tgtEl>
                                          <p:spTgt spid="366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4" grpId="0"/>
      <p:bldP spid="366597" grpId="0"/>
      <p:bldP spid="36659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1170" name="矩形 391169"/>
          <p:cNvSpPr/>
          <p:nvPr/>
        </p:nvSpPr>
        <p:spPr>
          <a:xfrm>
            <a:off x="395288" y="333375"/>
            <a:ext cx="4378325" cy="488950"/>
          </a:xfrm>
          <a:prstGeom prst="rect">
            <a:avLst/>
          </a:prstGeom>
          <a:noFill/>
          <a:ln w="9525">
            <a:noFill/>
          </a:ln>
        </p:spPr>
        <p:txBody>
          <a:bodyPr>
            <a:spAutoFit/>
          </a:bodyPr>
          <a:p>
            <a:pPr lvl="0" algn="just" eaLnBrk="1" hangingPunct="1">
              <a:buClr>
                <a:srgbClr val="CC0000"/>
              </a:buClr>
            </a:pPr>
            <a:r>
              <a:rPr lang="en-US" altLang="zh-CN" sz="2600" i="0">
                <a:solidFill>
                  <a:srgbClr val="0000CC"/>
                </a:solidFill>
                <a:latin typeface="Times New Roman" panose="02020603050405020304" pitchFamily="18" charset="0"/>
                <a:ea typeface="黑体" panose="02010609060101010101" pitchFamily="49" charset="-122"/>
              </a:rPr>
              <a:t>1.2.2  </a:t>
            </a:r>
            <a:r>
              <a:rPr lang="zh-CN" altLang="en-US" sz="2600" i="0" dirty="0">
                <a:solidFill>
                  <a:srgbClr val="0000CC"/>
                </a:solidFill>
                <a:latin typeface="Times New Roman" panose="02020603050405020304" pitchFamily="18" charset="0"/>
                <a:ea typeface="黑体" panose="02010609060101010101" pitchFamily="49" charset="-122"/>
              </a:rPr>
              <a:t>相对运动</a:t>
            </a:r>
            <a:endParaRPr lang="zh-CN" altLang="en-US" sz="2600" i="0" dirty="0">
              <a:solidFill>
                <a:srgbClr val="0000CC"/>
              </a:solidFill>
              <a:latin typeface="Times New Roman" panose="02020603050405020304" pitchFamily="18" charset="0"/>
              <a:ea typeface="黑体" panose="02010609060101010101" pitchFamily="49" charset="-122"/>
            </a:endParaRPr>
          </a:p>
        </p:txBody>
      </p:sp>
      <p:sp>
        <p:nvSpPr>
          <p:cNvPr id="391171" name="矩形 391170"/>
          <p:cNvSpPr/>
          <p:nvPr/>
        </p:nvSpPr>
        <p:spPr>
          <a:xfrm>
            <a:off x="900113" y="5445125"/>
            <a:ext cx="7391400"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物体相对不同参考系的运动</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具有不同的描述</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ontrols>
      <mc:AlternateContent xmlns:mc="http://schemas.openxmlformats.org/markup-compatibility/2006">
        <mc:Choice xmlns:v="urn:schemas-microsoft-com:vml" Requires="v">
          <p:control spid="391173" name="" r:id="rId1" imgW="5976938" imgH="4321175"/>
        </mc:Choice>
        <mc:Fallback>
          <p:control name="" r:id="rId1" imgW="5976938" imgH="4321175">
            <p:pic>
              <p:nvPicPr>
                <p:cNvPr id="0" name="ShockwaveFlash1"/>
                <p:cNvPicPr/>
                <p:nvPr/>
              </p:nvPicPr>
              <p:blipFill>
                <a:blip r:embed="rId2"/>
                <a:stretch>
                  <a:fillRect/>
                </a:stretch>
              </p:blipFill>
              <p:spPr>
                <a:xfrm>
                  <a:off x="1403350" y="981075"/>
                  <a:ext cx="5976938" cy="4321175"/>
                </a:xfrm>
                <a:prstGeom prst="rect">
                  <a:avLst/>
                </a:prstGeom>
              </p:spPr>
            </p:pic>
          </p:control>
        </mc:Fallback>
      </mc:AlternateContent>
    </p:controls>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2194" name="图片 392193" descr="MEremopd01"/>
          <p:cNvPicPr>
            <a:picLocks noChangeAspect="1"/>
          </p:cNvPicPr>
          <p:nvPr/>
        </p:nvPicPr>
        <p:blipFill>
          <a:blip r:embed="rId1">
            <a:clrChange>
              <a:clrFrom>
                <a:srgbClr val="FFFFFF"/>
              </a:clrFrom>
              <a:clrTo>
                <a:srgbClr val="FFFFFF">
                  <a:alpha val="0"/>
                </a:srgbClr>
              </a:clrTo>
            </a:clrChange>
            <a:lum bright="-29999" contrast="36000"/>
          </a:blip>
          <a:stretch>
            <a:fillRect/>
          </a:stretch>
        </p:blipFill>
        <p:spPr>
          <a:xfrm>
            <a:off x="541338" y="319088"/>
            <a:ext cx="4535487" cy="4046537"/>
          </a:xfrm>
          <a:prstGeom prst="rect">
            <a:avLst/>
          </a:prstGeom>
          <a:noFill/>
          <a:ln w="9525">
            <a:noFill/>
          </a:ln>
        </p:spPr>
      </p:pic>
      <p:graphicFrame>
        <p:nvGraphicFramePr>
          <p:cNvPr id="392195" name="对象 392194"/>
          <p:cNvGraphicFramePr/>
          <p:nvPr/>
        </p:nvGraphicFramePr>
        <p:xfrm>
          <a:off x="5749925" y="701675"/>
          <a:ext cx="2062163" cy="758825"/>
        </p:xfrm>
        <a:graphic>
          <a:graphicData uri="http://schemas.openxmlformats.org/presentationml/2006/ole">
            <mc:AlternateContent xmlns:mc="http://schemas.openxmlformats.org/markup-compatibility/2006">
              <mc:Choice xmlns:v="urn:schemas-microsoft-com:vml" Requires="v">
                <p:oleObj spid="_x0000_s3117" name="" r:id="rId2" imgW="622300" imgH="228600" progId="Equation.3">
                  <p:embed/>
                </p:oleObj>
              </mc:Choice>
              <mc:Fallback>
                <p:oleObj name="" r:id="rId2" imgW="622300" imgH="228600" progId="Equation.3">
                  <p:embed/>
                  <p:pic>
                    <p:nvPicPr>
                      <p:cNvPr id="0" name="图片 3116"/>
                      <p:cNvPicPr/>
                      <p:nvPr/>
                    </p:nvPicPr>
                    <p:blipFill>
                      <a:blip r:embed="rId3"/>
                      <a:stretch>
                        <a:fillRect/>
                      </a:stretch>
                    </p:blipFill>
                    <p:spPr>
                      <a:xfrm>
                        <a:off x="5749925" y="701675"/>
                        <a:ext cx="2062163" cy="758825"/>
                      </a:xfrm>
                      <a:prstGeom prst="rect">
                        <a:avLst/>
                      </a:prstGeom>
                      <a:noFill/>
                      <a:ln w="38100">
                        <a:noFill/>
                        <a:miter/>
                      </a:ln>
                    </p:spPr>
                  </p:pic>
                </p:oleObj>
              </mc:Fallback>
            </mc:AlternateContent>
          </a:graphicData>
        </a:graphic>
      </p:graphicFrame>
      <p:graphicFrame>
        <p:nvGraphicFramePr>
          <p:cNvPr id="392196" name="对象 392195"/>
          <p:cNvGraphicFramePr/>
          <p:nvPr/>
        </p:nvGraphicFramePr>
        <p:xfrm>
          <a:off x="5651500" y="1636713"/>
          <a:ext cx="2520950" cy="1071562"/>
        </p:xfrm>
        <a:graphic>
          <a:graphicData uri="http://schemas.openxmlformats.org/presentationml/2006/ole">
            <mc:AlternateContent xmlns:mc="http://schemas.openxmlformats.org/markup-compatibility/2006">
              <mc:Choice xmlns:v="urn:schemas-microsoft-com:vml" Requires="v">
                <p:oleObj spid="_x0000_s3115" name="" r:id="rId4" imgW="926465" imgH="393700" progId="Equation.3">
                  <p:embed/>
                </p:oleObj>
              </mc:Choice>
              <mc:Fallback>
                <p:oleObj name="" r:id="rId4" imgW="926465" imgH="393700" progId="Equation.3">
                  <p:embed/>
                  <p:pic>
                    <p:nvPicPr>
                      <p:cNvPr id="0" name="图片 3114"/>
                      <p:cNvPicPr/>
                      <p:nvPr/>
                    </p:nvPicPr>
                    <p:blipFill>
                      <a:blip r:embed="rId5"/>
                      <a:stretch>
                        <a:fillRect/>
                      </a:stretch>
                    </p:blipFill>
                    <p:spPr>
                      <a:xfrm>
                        <a:off x="5651500" y="1636713"/>
                        <a:ext cx="2520950" cy="1071562"/>
                      </a:xfrm>
                      <a:prstGeom prst="rect">
                        <a:avLst/>
                      </a:prstGeom>
                      <a:noFill/>
                      <a:ln w="38100">
                        <a:noFill/>
                        <a:miter/>
                      </a:ln>
                    </p:spPr>
                  </p:pic>
                </p:oleObj>
              </mc:Fallback>
            </mc:AlternateContent>
          </a:graphicData>
        </a:graphic>
      </p:graphicFrame>
      <p:graphicFrame>
        <p:nvGraphicFramePr>
          <p:cNvPr id="392197" name="对象 392196"/>
          <p:cNvGraphicFramePr/>
          <p:nvPr/>
        </p:nvGraphicFramePr>
        <p:xfrm>
          <a:off x="6011863" y="3860800"/>
          <a:ext cx="2016125" cy="601663"/>
        </p:xfrm>
        <a:graphic>
          <a:graphicData uri="http://schemas.openxmlformats.org/presentationml/2006/ole">
            <mc:AlternateContent xmlns:mc="http://schemas.openxmlformats.org/markup-compatibility/2006">
              <mc:Choice xmlns:v="urn:schemas-microsoft-com:vml" Requires="v">
                <p:oleObj spid="_x0000_s3113" name="" r:id="rId6" imgW="608330" imgH="177800" progId="Equation.3">
                  <p:embed/>
                </p:oleObj>
              </mc:Choice>
              <mc:Fallback>
                <p:oleObj name="" r:id="rId6" imgW="608330" imgH="177800" progId="Equation.3">
                  <p:embed/>
                  <p:pic>
                    <p:nvPicPr>
                      <p:cNvPr id="0" name="图片 3112"/>
                      <p:cNvPicPr/>
                      <p:nvPr/>
                    </p:nvPicPr>
                    <p:blipFill>
                      <a:blip r:embed="rId7">
                        <a:clrChange>
                          <a:clrFrom>
                            <a:srgbClr val="000000"/>
                          </a:clrFrom>
                          <a:clrTo>
                            <a:srgbClr val="000000"/>
                          </a:clrTo>
                        </a:clrChange>
                      </a:blip>
                      <a:stretch>
                        <a:fillRect/>
                      </a:stretch>
                    </p:blipFill>
                    <p:spPr>
                      <a:xfrm>
                        <a:off x="6011863" y="3860800"/>
                        <a:ext cx="2016125" cy="601663"/>
                      </a:xfrm>
                      <a:prstGeom prst="rect">
                        <a:avLst/>
                      </a:prstGeom>
                      <a:noFill/>
                      <a:ln w="38100">
                        <a:noFill/>
                        <a:miter/>
                      </a:ln>
                    </p:spPr>
                  </p:pic>
                </p:oleObj>
              </mc:Fallback>
            </mc:AlternateContent>
          </a:graphicData>
        </a:graphic>
      </p:graphicFrame>
      <p:sp>
        <p:nvSpPr>
          <p:cNvPr id="392199" name="文本框 392198"/>
          <p:cNvSpPr txBox="1"/>
          <p:nvPr/>
        </p:nvSpPr>
        <p:spPr>
          <a:xfrm>
            <a:off x="4932363" y="3068638"/>
            <a:ext cx="2808287"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伽利略变换律</a:t>
            </a:r>
            <a:endParaRPr lang="zh-CN" altLang="en-US" sz="2600" i="0" dirty="0">
              <a:solidFill>
                <a:srgbClr val="CC0000"/>
              </a:solidFill>
              <a:latin typeface="Times New Roman" panose="02020603050405020304" pitchFamily="18" charset="0"/>
              <a:ea typeface="黑体" panose="02010609060101010101" pitchFamily="49" charset="-122"/>
            </a:endParaRPr>
          </a:p>
        </p:txBody>
      </p:sp>
      <p:graphicFrame>
        <p:nvGraphicFramePr>
          <p:cNvPr id="392200" name="对象 392199"/>
          <p:cNvGraphicFramePr/>
          <p:nvPr/>
        </p:nvGraphicFramePr>
        <p:xfrm>
          <a:off x="1908175" y="3911600"/>
          <a:ext cx="2303463" cy="596900"/>
        </p:xfrm>
        <a:graphic>
          <a:graphicData uri="http://schemas.openxmlformats.org/presentationml/2006/ole">
            <mc:AlternateContent xmlns:mc="http://schemas.openxmlformats.org/markup-compatibility/2006">
              <mc:Choice xmlns:v="urn:schemas-microsoft-com:vml" Requires="v">
                <p:oleObj spid="_x0000_s3114" name="" r:id="rId8" imgW="608330" imgH="177800" progId="Equation.3">
                  <p:embed/>
                </p:oleObj>
              </mc:Choice>
              <mc:Fallback>
                <p:oleObj name="" r:id="rId8" imgW="608330" imgH="177800" progId="Equation.3">
                  <p:embed/>
                  <p:pic>
                    <p:nvPicPr>
                      <p:cNvPr id="0" name="图片 3113"/>
                      <p:cNvPicPr/>
                      <p:nvPr/>
                    </p:nvPicPr>
                    <p:blipFill>
                      <a:blip r:embed="rId9">
                        <a:clrChange>
                          <a:clrFrom>
                            <a:srgbClr val="000000"/>
                          </a:clrFrom>
                          <a:clrTo>
                            <a:srgbClr val="000000"/>
                          </a:clrTo>
                        </a:clrChange>
                      </a:blip>
                      <a:stretch>
                        <a:fillRect/>
                      </a:stretch>
                    </p:blipFill>
                    <p:spPr>
                      <a:xfrm>
                        <a:off x="1908175" y="3911600"/>
                        <a:ext cx="2303463" cy="596900"/>
                      </a:xfrm>
                      <a:prstGeom prst="rect">
                        <a:avLst/>
                      </a:prstGeom>
                      <a:noFill/>
                      <a:ln w="38100">
                        <a:noFill/>
                        <a:miter/>
                      </a:ln>
                    </p:spPr>
                  </p:pic>
                </p:oleObj>
              </mc:Fallback>
            </mc:AlternateContent>
          </a:graphicData>
        </a:graphic>
      </p:graphicFrame>
      <p:sp>
        <p:nvSpPr>
          <p:cNvPr id="392201" name="任意多边形 392200"/>
          <p:cNvSpPr/>
          <p:nvPr/>
        </p:nvSpPr>
        <p:spPr>
          <a:xfrm rot="5400000">
            <a:off x="1882775" y="4600575"/>
            <a:ext cx="392113" cy="287338"/>
          </a:xfrm>
          <a:custGeom>
            <a:avLst/>
            <a:gdLst>
              <a:gd name="txL" fmla="*/ 3375 w 21600"/>
              <a:gd name="txT" fmla="*/ 5400 h 21600"/>
              <a:gd name="txR" fmla="*/ 18900 w 21600"/>
              <a:gd name="txB" fmla="*/ 16200 h 21600"/>
            </a:gdLst>
            <a:ahLst/>
            <a:cxnLst>
              <a:cxn ang="270">
                <a:pos x="16200" y="0"/>
              </a:cxn>
              <a:cxn ang="180">
                <a:pos x="0" y="10800"/>
              </a:cxn>
              <a:cxn ang="90">
                <a:pos x="16200" y="21600"/>
              </a:cxn>
              <a:cxn ang="0">
                <a:pos x="21600" y="10800"/>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392202" name="文本框 392201"/>
          <p:cNvSpPr txBox="1"/>
          <p:nvPr/>
        </p:nvSpPr>
        <p:spPr>
          <a:xfrm>
            <a:off x="1785938" y="4979988"/>
            <a:ext cx="590550" cy="1403350"/>
          </a:xfrm>
          <a:prstGeom prst="rect">
            <a:avLst/>
          </a:prstGeom>
          <a:noFill/>
          <a:ln w="9525" cap="flat" cmpd="sng">
            <a:solidFill>
              <a:srgbClr val="0000CC"/>
            </a:solidFill>
            <a:prstDash val="solid"/>
            <a:miter/>
            <a:headEnd type="none" w="med" len="med"/>
            <a:tailEnd type="none" w="med" len="med"/>
          </a:ln>
        </p:spPr>
        <p:txBody>
          <a:bodyPr vert="eaVert" wrap="none" anchor="t">
            <a:spAutoFit/>
          </a:bodyPr>
          <a:p>
            <a:pPr lvl="0" eaLnBrk="1" hangingPunct="1"/>
            <a:r>
              <a:rPr lang="zh-CN" altLang="en-US" sz="2600" i="0" dirty="0">
                <a:solidFill>
                  <a:srgbClr val="0000CC"/>
                </a:solidFill>
                <a:latin typeface="Arial" panose="020B0604020202020204" pitchFamily="34" charset="0"/>
                <a:ea typeface="黑体" panose="02010609060101010101" pitchFamily="49" charset="-122"/>
              </a:rPr>
              <a:t>绝对速度</a:t>
            </a:r>
            <a:endParaRPr lang="en-US" altLang="zh-CN" sz="2600" i="0">
              <a:solidFill>
                <a:srgbClr val="0000CC"/>
              </a:solidFill>
              <a:latin typeface="Arial" panose="020B0604020202020204" pitchFamily="34" charset="0"/>
              <a:ea typeface="黑体" panose="02010609060101010101" pitchFamily="49" charset="-122"/>
            </a:endParaRPr>
          </a:p>
        </p:txBody>
      </p:sp>
      <p:sp>
        <p:nvSpPr>
          <p:cNvPr id="392203" name="任意多边形 392202"/>
          <p:cNvSpPr/>
          <p:nvPr/>
        </p:nvSpPr>
        <p:spPr>
          <a:xfrm rot="5400000">
            <a:off x="2819400" y="4600575"/>
            <a:ext cx="392113" cy="287338"/>
          </a:xfrm>
          <a:custGeom>
            <a:avLst/>
            <a:gdLst>
              <a:gd name="txL" fmla="*/ 3375 w 21600"/>
              <a:gd name="txT" fmla="*/ 5400 h 21600"/>
              <a:gd name="txR" fmla="*/ 18900 w 21600"/>
              <a:gd name="txB" fmla="*/ 16200 h 21600"/>
            </a:gdLst>
            <a:ahLst/>
            <a:cxnLst>
              <a:cxn ang="270">
                <a:pos x="16200" y="0"/>
              </a:cxn>
              <a:cxn ang="180">
                <a:pos x="0" y="10800"/>
              </a:cxn>
              <a:cxn ang="90">
                <a:pos x="16200" y="21600"/>
              </a:cxn>
              <a:cxn ang="0">
                <a:pos x="21600" y="10800"/>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392204" name="文本框 392203"/>
          <p:cNvSpPr txBox="1"/>
          <p:nvPr/>
        </p:nvSpPr>
        <p:spPr>
          <a:xfrm>
            <a:off x="2747963" y="4979988"/>
            <a:ext cx="590550" cy="1403350"/>
          </a:xfrm>
          <a:prstGeom prst="rect">
            <a:avLst/>
          </a:prstGeom>
          <a:noFill/>
          <a:ln w="9525" cap="flat" cmpd="sng">
            <a:solidFill>
              <a:srgbClr val="0000CC"/>
            </a:solidFill>
            <a:prstDash val="solid"/>
            <a:miter/>
            <a:headEnd type="none" w="med" len="med"/>
            <a:tailEnd type="none" w="med" len="med"/>
          </a:ln>
        </p:spPr>
        <p:txBody>
          <a:bodyPr vert="eaVert" wrap="none" anchor="t">
            <a:spAutoFit/>
          </a:bodyPr>
          <a:p>
            <a:pPr lvl="0" eaLnBrk="1" hangingPunct="1"/>
            <a:r>
              <a:rPr lang="zh-CN" altLang="en-US" sz="2600" i="0" dirty="0">
                <a:solidFill>
                  <a:srgbClr val="0000CC"/>
                </a:solidFill>
                <a:latin typeface="Arial" panose="020B0604020202020204" pitchFamily="34" charset="0"/>
                <a:ea typeface="黑体" panose="02010609060101010101" pitchFamily="49" charset="-122"/>
              </a:rPr>
              <a:t>相对速度</a:t>
            </a:r>
            <a:endParaRPr lang="en-US" altLang="zh-CN" sz="2600" i="0">
              <a:solidFill>
                <a:srgbClr val="0000CC"/>
              </a:solidFill>
              <a:latin typeface="Arial" panose="020B0604020202020204" pitchFamily="34" charset="0"/>
              <a:ea typeface="黑体" panose="02010609060101010101" pitchFamily="49" charset="-122"/>
            </a:endParaRPr>
          </a:p>
        </p:txBody>
      </p:sp>
      <p:sp>
        <p:nvSpPr>
          <p:cNvPr id="392205" name="任意多边形 392204"/>
          <p:cNvSpPr/>
          <p:nvPr/>
        </p:nvSpPr>
        <p:spPr>
          <a:xfrm rot="5400000">
            <a:off x="3756025" y="4600575"/>
            <a:ext cx="392113" cy="287338"/>
          </a:xfrm>
          <a:custGeom>
            <a:avLst/>
            <a:gdLst>
              <a:gd name="txL" fmla="*/ 3375 w 21600"/>
              <a:gd name="txT" fmla="*/ 5400 h 21600"/>
              <a:gd name="txR" fmla="*/ 18900 w 21600"/>
              <a:gd name="txB" fmla="*/ 16200 h 21600"/>
            </a:gdLst>
            <a:ahLst/>
            <a:cxnLst>
              <a:cxn ang="270">
                <a:pos x="16200" y="0"/>
              </a:cxn>
              <a:cxn ang="180">
                <a:pos x="0" y="10800"/>
              </a:cxn>
              <a:cxn ang="90">
                <a:pos x="16200" y="21600"/>
              </a:cxn>
              <a:cxn ang="0">
                <a:pos x="21600" y="10800"/>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392206" name="文本框 392205"/>
          <p:cNvSpPr txBox="1"/>
          <p:nvPr/>
        </p:nvSpPr>
        <p:spPr>
          <a:xfrm>
            <a:off x="3694113" y="4979988"/>
            <a:ext cx="590550" cy="1403350"/>
          </a:xfrm>
          <a:prstGeom prst="rect">
            <a:avLst/>
          </a:prstGeom>
          <a:noFill/>
          <a:ln w="9525" cap="flat" cmpd="sng">
            <a:solidFill>
              <a:srgbClr val="0000CC"/>
            </a:solidFill>
            <a:prstDash val="solid"/>
            <a:miter/>
            <a:headEnd type="none" w="med" len="med"/>
            <a:tailEnd type="none" w="med" len="med"/>
          </a:ln>
        </p:spPr>
        <p:txBody>
          <a:bodyPr vert="eaVert" wrap="none" anchor="t">
            <a:spAutoFit/>
          </a:bodyPr>
          <a:p>
            <a:pPr lvl="0" eaLnBrk="1" hangingPunct="1"/>
            <a:r>
              <a:rPr lang="zh-CN" altLang="en-US" sz="2600" i="0" dirty="0">
                <a:solidFill>
                  <a:srgbClr val="0000CC"/>
                </a:solidFill>
                <a:latin typeface="Arial" panose="020B0604020202020204" pitchFamily="34" charset="0"/>
                <a:ea typeface="黑体" panose="02010609060101010101" pitchFamily="49" charset="-122"/>
              </a:rPr>
              <a:t>牵连速度</a:t>
            </a:r>
            <a:endParaRPr lang="en-US" altLang="zh-CN" sz="2600" i="0">
              <a:solidFill>
                <a:srgbClr val="0000CC"/>
              </a:solidFill>
              <a:latin typeface="Arial" panose="020B0604020202020204" pitchFamily="34" charset="0"/>
              <a:ea typeface="黑体" panose="02010609060101010101" pitchFamily="49" charset="-122"/>
            </a:endParaRPr>
          </a:p>
        </p:txBody>
      </p:sp>
      <p:graphicFrame>
        <p:nvGraphicFramePr>
          <p:cNvPr id="392208" name="对象 392207"/>
          <p:cNvGraphicFramePr/>
          <p:nvPr/>
        </p:nvGraphicFramePr>
        <p:xfrm>
          <a:off x="5003800" y="4941888"/>
          <a:ext cx="2935288" cy="741362"/>
        </p:xfrm>
        <a:graphic>
          <a:graphicData uri="http://schemas.openxmlformats.org/presentationml/2006/ole">
            <mc:AlternateContent xmlns:mc="http://schemas.openxmlformats.org/markup-compatibility/2006">
              <mc:Choice xmlns:v="urn:schemas-microsoft-com:vml" Requires="v">
                <p:oleObj spid="_x0000_s3116" name="" r:id="rId10" imgW="1028700" imgH="228600" progId="Equation.3">
                  <p:embed/>
                </p:oleObj>
              </mc:Choice>
              <mc:Fallback>
                <p:oleObj name="" r:id="rId10" imgW="1028700" imgH="228600" progId="Equation.3">
                  <p:embed/>
                  <p:pic>
                    <p:nvPicPr>
                      <p:cNvPr id="0" name="图片 3115"/>
                      <p:cNvPicPr/>
                      <p:nvPr/>
                    </p:nvPicPr>
                    <p:blipFill>
                      <a:blip r:embed="rId11">
                        <a:clrChange>
                          <a:clrFrom>
                            <a:srgbClr val="000000"/>
                          </a:clrFrom>
                          <a:clrTo>
                            <a:srgbClr val="000000"/>
                          </a:clrTo>
                        </a:clrChange>
                      </a:blip>
                      <a:stretch>
                        <a:fillRect/>
                      </a:stretch>
                    </p:blipFill>
                    <p:spPr>
                      <a:xfrm>
                        <a:off x="5003800" y="4941888"/>
                        <a:ext cx="2935288" cy="741362"/>
                      </a:xfrm>
                      <a:prstGeom prst="rect">
                        <a:avLst/>
                      </a:prstGeom>
                      <a:noFill/>
                      <a:ln w="38100">
                        <a:noFill/>
                        <a:miter/>
                      </a:ln>
                    </p:spPr>
                  </p:pic>
                </p:oleObj>
              </mc:Fallback>
            </mc:AlternateContent>
          </a:graphicData>
        </a:graphic>
      </p:graphicFrame>
      <p:grpSp>
        <p:nvGrpSpPr>
          <p:cNvPr id="392209" name="组合 392208"/>
          <p:cNvGrpSpPr/>
          <p:nvPr/>
        </p:nvGrpSpPr>
        <p:grpSpPr>
          <a:xfrm>
            <a:off x="6443663" y="5661025"/>
            <a:ext cx="1296987" cy="431800"/>
            <a:chOff x="3923" y="3521"/>
            <a:chExt cx="1134" cy="181"/>
          </a:xfrm>
        </p:grpSpPr>
        <p:sp>
          <p:nvSpPr>
            <p:cNvPr id="392210" name="直接连接符 392209"/>
            <p:cNvSpPr/>
            <p:nvPr/>
          </p:nvSpPr>
          <p:spPr>
            <a:xfrm>
              <a:off x="3923" y="3521"/>
              <a:ext cx="0" cy="181"/>
            </a:xfrm>
            <a:prstGeom prst="line">
              <a:avLst/>
            </a:prstGeom>
            <a:ln w="38100" cap="flat" cmpd="sng">
              <a:solidFill>
                <a:srgbClr val="CC0000"/>
              </a:solidFill>
              <a:prstDash val="solid"/>
              <a:headEnd type="none" w="med" len="med"/>
              <a:tailEnd type="none" w="med" len="med"/>
            </a:ln>
          </p:spPr>
        </p:sp>
        <p:sp>
          <p:nvSpPr>
            <p:cNvPr id="392211" name="直接连接符 392210"/>
            <p:cNvSpPr/>
            <p:nvPr/>
          </p:nvSpPr>
          <p:spPr>
            <a:xfrm>
              <a:off x="3923" y="3702"/>
              <a:ext cx="1134" cy="0"/>
            </a:xfrm>
            <a:prstGeom prst="line">
              <a:avLst/>
            </a:prstGeom>
            <a:ln w="38100" cap="flat" cmpd="sng">
              <a:solidFill>
                <a:srgbClr val="CC0000"/>
              </a:solidFill>
              <a:prstDash val="solid"/>
              <a:headEnd type="none" w="med" len="med"/>
              <a:tailEnd type="none" w="med" len="med"/>
            </a:ln>
          </p:spPr>
        </p:sp>
        <p:sp>
          <p:nvSpPr>
            <p:cNvPr id="392212" name="直接连接符 392211"/>
            <p:cNvSpPr/>
            <p:nvPr/>
          </p:nvSpPr>
          <p:spPr>
            <a:xfrm flipV="1">
              <a:off x="5057" y="3521"/>
              <a:ext cx="0" cy="181"/>
            </a:xfrm>
            <a:prstGeom prst="line">
              <a:avLst/>
            </a:prstGeom>
            <a:ln w="38100" cap="flat" cmpd="sng">
              <a:solidFill>
                <a:srgbClr val="CC0000"/>
              </a:solidFill>
              <a:prstDash val="solid"/>
              <a:headEnd type="none" w="med" len="med"/>
              <a:tailEnd type="none" w="med" len="med"/>
            </a:ln>
          </p:spPr>
        </p:sp>
      </p:grpSp>
      <p:grpSp>
        <p:nvGrpSpPr>
          <p:cNvPr id="392213" name="组合 392212"/>
          <p:cNvGrpSpPr/>
          <p:nvPr/>
        </p:nvGrpSpPr>
        <p:grpSpPr>
          <a:xfrm>
            <a:off x="6588125" y="5661025"/>
            <a:ext cx="1008063" cy="215900"/>
            <a:chOff x="3923" y="3521"/>
            <a:chExt cx="1134" cy="181"/>
          </a:xfrm>
        </p:grpSpPr>
        <p:sp>
          <p:nvSpPr>
            <p:cNvPr id="392214" name="直接连接符 392213"/>
            <p:cNvSpPr/>
            <p:nvPr/>
          </p:nvSpPr>
          <p:spPr>
            <a:xfrm>
              <a:off x="3923" y="3521"/>
              <a:ext cx="0" cy="181"/>
            </a:xfrm>
            <a:prstGeom prst="line">
              <a:avLst/>
            </a:prstGeom>
            <a:ln w="28575" cap="flat" cmpd="sng">
              <a:solidFill>
                <a:srgbClr val="CC0000"/>
              </a:solidFill>
              <a:prstDash val="solid"/>
              <a:headEnd type="none" w="med" len="med"/>
              <a:tailEnd type="none" w="med" len="med"/>
            </a:ln>
          </p:spPr>
        </p:sp>
        <p:sp>
          <p:nvSpPr>
            <p:cNvPr id="392215" name="直接连接符 392214"/>
            <p:cNvSpPr/>
            <p:nvPr/>
          </p:nvSpPr>
          <p:spPr>
            <a:xfrm>
              <a:off x="3923" y="3702"/>
              <a:ext cx="1134" cy="0"/>
            </a:xfrm>
            <a:prstGeom prst="line">
              <a:avLst/>
            </a:prstGeom>
            <a:ln w="28575" cap="flat" cmpd="sng">
              <a:solidFill>
                <a:srgbClr val="CC0000"/>
              </a:solidFill>
              <a:prstDash val="solid"/>
              <a:headEnd type="none" w="med" len="med"/>
              <a:tailEnd type="none" w="med" len="med"/>
            </a:ln>
          </p:spPr>
        </p:sp>
        <p:sp>
          <p:nvSpPr>
            <p:cNvPr id="392216" name="直接连接符 392215"/>
            <p:cNvSpPr/>
            <p:nvPr/>
          </p:nvSpPr>
          <p:spPr>
            <a:xfrm flipV="1">
              <a:off x="5057" y="3521"/>
              <a:ext cx="0" cy="181"/>
            </a:xfrm>
            <a:prstGeom prst="line">
              <a:avLst/>
            </a:prstGeom>
            <a:ln w="28575" cap="flat" cmpd="sng">
              <a:solidFill>
                <a:srgbClr val="CC0000"/>
              </a:solidFill>
              <a:prstDash val="solid"/>
              <a:headEnd type="none" w="med" len="med"/>
              <a:tailEnd type="none" w="med" len="med"/>
            </a:ln>
          </p:spPr>
        </p:sp>
      </p:gr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392195"/>
                                        </p:tgtEl>
                                        <p:attrNameLst>
                                          <p:attrName>style.visibility</p:attrName>
                                        </p:attrNameLst>
                                      </p:cBhvr>
                                      <p:to>
                                        <p:strVal val="visible"/>
                                      </p:to>
                                    </p:set>
                                    <p:animEffect transition="in" filter="barn(outHorizontal)">
                                      <p:cBhvr>
                                        <p:cTn id="7" dur="500"/>
                                        <p:tgtEl>
                                          <p:spTgt spid="39219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392196"/>
                                        </p:tgtEl>
                                        <p:attrNameLst>
                                          <p:attrName>style.visibility</p:attrName>
                                        </p:attrNameLst>
                                      </p:cBhvr>
                                      <p:to>
                                        <p:strVal val="visible"/>
                                      </p:to>
                                    </p:set>
                                    <p:animEffect transition="in" filter="barn(outHorizontal)">
                                      <p:cBhvr>
                                        <p:cTn id="12" dur="500"/>
                                        <p:tgtEl>
                                          <p:spTgt spid="39219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2197"/>
                                        </p:tgtEl>
                                        <p:attrNameLst>
                                          <p:attrName>style.visibility</p:attrName>
                                        </p:attrNameLst>
                                      </p:cBhvr>
                                      <p:to>
                                        <p:strVal val="visible"/>
                                      </p:to>
                                    </p:set>
                                    <p:animEffect transition="in" filter="blinds(horizontal)">
                                      <p:cBhvr>
                                        <p:cTn id="17" dur="500"/>
                                        <p:tgtEl>
                                          <p:spTgt spid="39219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392199"/>
                                        </p:tgtEl>
                                        <p:attrNameLst>
                                          <p:attrName>style.visibility</p:attrName>
                                        </p:attrNameLst>
                                      </p:cBhvr>
                                      <p:to>
                                        <p:strVal val="visible"/>
                                      </p:to>
                                    </p:set>
                                    <p:anim calcmode="lin" valueType="num">
                                      <p:cBhvr additive="base">
                                        <p:cTn id="22" dur="500" fill="hold"/>
                                        <p:tgtEl>
                                          <p:spTgt spid="392199"/>
                                        </p:tgtEl>
                                        <p:attrNameLst>
                                          <p:attrName>ppt_x</p:attrName>
                                        </p:attrNameLst>
                                      </p:cBhvr>
                                      <p:tavLst>
                                        <p:tav tm="0">
                                          <p:val>
                                            <p:strVal val="0-#ppt_w/2"/>
                                          </p:val>
                                        </p:tav>
                                        <p:tav tm="100000">
                                          <p:val>
                                            <p:strVal val="#ppt_x"/>
                                          </p:val>
                                        </p:tav>
                                      </p:tavLst>
                                    </p:anim>
                                    <p:anim calcmode="lin" valueType="num">
                                      <p:cBhvr additive="base">
                                        <p:cTn id="23" dur="500" fill="hold"/>
                                        <p:tgtEl>
                                          <p:spTgt spid="39219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nodeType="clickEffect">
                                  <p:stCondLst>
                                    <p:cond delay="0"/>
                                  </p:stCondLst>
                                  <p:childTnLst>
                                    <p:set>
                                      <p:cBhvr>
                                        <p:cTn id="27" dur="1" fill="hold">
                                          <p:stCondLst>
                                            <p:cond delay="0"/>
                                          </p:stCondLst>
                                        </p:cTn>
                                        <p:tgtEl>
                                          <p:spTgt spid="392200"/>
                                        </p:tgtEl>
                                        <p:attrNameLst>
                                          <p:attrName>style.visibility</p:attrName>
                                        </p:attrNameLst>
                                      </p:cBhvr>
                                      <p:to>
                                        <p:strVal val="visible"/>
                                      </p:to>
                                    </p:set>
                                    <p:animEffect transition="in" filter="slide(fromBottom)">
                                      <p:cBhvr>
                                        <p:cTn id="28" dur="500"/>
                                        <p:tgtEl>
                                          <p:spTgt spid="39220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392201"/>
                                        </p:tgtEl>
                                        <p:attrNameLst>
                                          <p:attrName>style.visibility</p:attrName>
                                        </p:attrNameLst>
                                      </p:cBhvr>
                                      <p:to>
                                        <p:strVal val="visible"/>
                                      </p:to>
                                    </p:set>
                                    <p:animEffect transition="in" filter="wipe(up)">
                                      <p:cBhvr>
                                        <p:cTn id="33" dur="2000"/>
                                        <p:tgtEl>
                                          <p:spTgt spid="392201"/>
                                        </p:tgtEl>
                                      </p:cBhvr>
                                    </p:animEffect>
                                  </p:childTnLst>
                                </p:cTn>
                              </p:par>
                            </p:childTnLst>
                          </p:cTn>
                        </p:par>
                        <p:par>
                          <p:cTn id="34" fill="hold">
                            <p:stCondLst>
                              <p:cond delay="2000"/>
                            </p:stCondLst>
                            <p:childTnLst>
                              <p:par>
                                <p:cTn id="35" presetID="22" presetClass="entr" presetSubtype="1" fill="hold" grpId="0" nodeType="afterEffect">
                                  <p:stCondLst>
                                    <p:cond delay="0"/>
                                  </p:stCondLst>
                                  <p:childTnLst>
                                    <p:set>
                                      <p:cBhvr>
                                        <p:cTn id="36" dur="1" fill="hold">
                                          <p:stCondLst>
                                            <p:cond delay="0"/>
                                          </p:stCondLst>
                                        </p:cTn>
                                        <p:tgtEl>
                                          <p:spTgt spid="392202"/>
                                        </p:tgtEl>
                                        <p:attrNameLst>
                                          <p:attrName>style.visibility</p:attrName>
                                        </p:attrNameLst>
                                      </p:cBhvr>
                                      <p:to>
                                        <p:strVal val="visible"/>
                                      </p:to>
                                    </p:set>
                                    <p:animEffect transition="in" filter="wipe(up)">
                                      <p:cBhvr>
                                        <p:cTn id="37" dur="2000"/>
                                        <p:tgtEl>
                                          <p:spTgt spid="39220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92203"/>
                                        </p:tgtEl>
                                        <p:attrNameLst>
                                          <p:attrName>style.visibility</p:attrName>
                                        </p:attrNameLst>
                                      </p:cBhvr>
                                      <p:to>
                                        <p:strVal val="visible"/>
                                      </p:to>
                                    </p:set>
                                    <p:animEffect transition="in" filter="wipe(up)">
                                      <p:cBhvr>
                                        <p:cTn id="42" dur="2000"/>
                                        <p:tgtEl>
                                          <p:spTgt spid="392203"/>
                                        </p:tgtEl>
                                      </p:cBhvr>
                                    </p:animEffect>
                                  </p:childTnLst>
                                </p:cTn>
                              </p:par>
                            </p:childTnLst>
                          </p:cTn>
                        </p:par>
                        <p:par>
                          <p:cTn id="43" fill="hold">
                            <p:stCondLst>
                              <p:cond delay="2000"/>
                            </p:stCondLst>
                            <p:childTnLst>
                              <p:par>
                                <p:cTn id="44" presetID="22" presetClass="entr" presetSubtype="1" fill="hold" grpId="0" nodeType="afterEffect">
                                  <p:stCondLst>
                                    <p:cond delay="0"/>
                                  </p:stCondLst>
                                  <p:childTnLst>
                                    <p:set>
                                      <p:cBhvr>
                                        <p:cTn id="45" dur="1" fill="hold">
                                          <p:stCondLst>
                                            <p:cond delay="0"/>
                                          </p:stCondLst>
                                        </p:cTn>
                                        <p:tgtEl>
                                          <p:spTgt spid="392204"/>
                                        </p:tgtEl>
                                        <p:attrNameLst>
                                          <p:attrName>style.visibility</p:attrName>
                                        </p:attrNameLst>
                                      </p:cBhvr>
                                      <p:to>
                                        <p:strVal val="visible"/>
                                      </p:to>
                                    </p:set>
                                    <p:animEffect transition="in" filter="wipe(up)">
                                      <p:cBhvr>
                                        <p:cTn id="46" dur="2000"/>
                                        <p:tgtEl>
                                          <p:spTgt spid="39220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392205"/>
                                        </p:tgtEl>
                                        <p:attrNameLst>
                                          <p:attrName>style.visibility</p:attrName>
                                        </p:attrNameLst>
                                      </p:cBhvr>
                                      <p:to>
                                        <p:strVal val="visible"/>
                                      </p:to>
                                    </p:set>
                                    <p:animEffect transition="in" filter="wipe(up)">
                                      <p:cBhvr>
                                        <p:cTn id="51" dur="2000"/>
                                        <p:tgtEl>
                                          <p:spTgt spid="392205"/>
                                        </p:tgtEl>
                                      </p:cBhvr>
                                    </p:animEffect>
                                  </p:childTnLst>
                                </p:cTn>
                              </p:par>
                            </p:childTnLst>
                          </p:cTn>
                        </p:par>
                        <p:par>
                          <p:cTn id="52" fill="hold">
                            <p:stCondLst>
                              <p:cond delay="2000"/>
                            </p:stCondLst>
                            <p:childTnLst>
                              <p:par>
                                <p:cTn id="53" presetID="22" presetClass="entr" presetSubtype="1" fill="hold" grpId="0" nodeType="afterEffect">
                                  <p:stCondLst>
                                    <p:cond delay="0"/>
                                  </p:stCondLst>
                                  <p:childTnLst>
                                    <p:set>
                                      <p:cBhvr>
                                        <p:cTn id="54" dur="1" fill="hold">
                                          <p:stCondLst>
                                            <p:cond delay="0"/>
                                          </p:stCondLst>
                                        </p:cTn>
                                        <p:tgtEl>
                                          <p:spTgt spid="392206"/>
                                        </p:tgtEl>
                                        <p:attrNameLst>
                                          <p:attrName>style.visibility</p:attrName>
                                        </p:attrNameLst>
                                      </p:cBhvr>
                                      <p:to>
                                        <p:strVal val="visible"/>
                                      </p:to>
                                    </p:set>
                                    <p:animEffect transition="in" filter="wipe(up)">
                                      <p:cBhvr>
                                        <p:cTn id="55" dur="2000"/>
                                        <p:tgtEl>
                                          <p:spTgt spid="392206"/>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4" fill="hold" nodeType="clickEffect">
                                  <p:stCondLst>
                                    <p:cond delay="0"/>
                                  </p:stCondLst>
                                  <p:childTnLst>
                                    <p:set>
                                      <p:cBhvr>
                                        <p:cTn id="59" dur="1" fill="hold">
                                          <p:stCondLst>
                                            <p:cond delay="0"/>
                                          </p:stCondLst>
                                        </p:cTn>
                                        <p:tgtEl>
                                          <p:spTgt spid="392208"/>
                                        </p:tgtEl>
                                        <p:attrNameLst>
                                          <p:attrName>style.visibility</p:attrName>
                                        </p:attrNameLst>
                                      </p:cBhvr>
                                      <p:to>
                                        <p:strVal val="visible"/>
                                      </p:to>
                                    </p:set>
                                    <p:animEffect transition="in" filter="slide(fromBottom)">
                                      <p:cBhvr>
                                        <p:cTn id="60" dur="500"/>
                                        <p:tgtEl>
                                          <p:spTgt spid="39220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392209"/>
                                        </p:tgtEl>
                                        <p:attrNameLst>
                                          <p:attrName>style.visibility</p:attrName>
                                        </p:attrNameLst>
                                      </p:cBhvr>
                                      <p:to>
                                        <p:strVal val="visible"/>
                                      </p:to>
                                    </p:set>
                                    <p:animEffect transition="in" filter="wipe(down)">
                                      <p:cBhvr>
                                        <p:cTn id="65" dur="500"/>
                                        <p:tgtEl>
                                          <p:spTgt spid="39220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392213"/>
                                        </p:tgtEl>
                                        <p:attrNameLst>
                                          <p:attrName>style.visibility</p:attrName>
                                        </p:attrNameLst>
                                      </p:cBhvr>
                                      <p:to>
                                        <p:strVal val="visible"/>
                                      </p:to>
                                    </p:set>
                                    <p:animEffect transition="in" filter="wipe(down)">
                                      <p:cBhvr>
                                        <p:cTn id="70" dur="500"/>
                                        <p:tgtEl>
                                          <p:spTgt spid="392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9" grpId="0"/>
      <p:bldP spid="392202" grpId="0" animBg="1"/>
      <p:bldP spid="392204" grpId="0" animBg="1"/>
      <p:bldP spid="39220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3218" name="矩形 393217"/>
          <p:cNvSpPr/>
          <p:nvPr/>
        </p:nvSpPr>
        <p:spPr>
          <a:xfrm>
            <a:off x="4859338" y="1617663"/>
            <a:ext cx="4038600" cy="2819400"/>
          </a:xfrm>
          <a:prstGeom prst="rect">
            <a:avLst/>
          </a:prstGeom>
          <a:gradFill rotWithShape="0">
            <a:gsLst>
              <a:gs pos="0">
                <a:schemeClr val="accent2">
                  <a:gamma/>
                  <a:shade val="46275"/>
                  <a:invGamma/>
                </a:schemeClr>
              </a:gs>
              <a:gs pos="100000">
                <a:schemeClr val="accent2"/>
              </a:gs>
            </a:gsLst>
            <a:lin ang="5400000" scaled="1"/>
            <a:tileRect/>
          </a:gradFill>
          <a:ln w="9525">
            <a:noFill/>
          </a:ln>
        </p:spPr>
        <p:txBody>
          <a:bodyPr/>
          <a:p>
            <a:endParaRPr lang="zh-CN" altLang="en-US"/>
          </a:p>
        </p:txBody>
      </p:sp>
      <p:sp>
        <p:nvSpPr>
          <p:cNvPr id="393219" name="文本框 393218"/>
          <p:cNvSpPr txBox="1"/>
          <p:nvPr/>
        </p:nvSpPr>
        <p:spPr>
          <a:xfrm>
            <a:off x="323850" y="333375"/>
            <a:ext cx="8424863" cy="1344613"/>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0000CC"/>
                </a:solidFill>
                <a:latin typeface="Times New Roman" panose="02020603050405020304" pitchFamily="18" charset="0"/>
                <a:ea typeface="黑体" panose="02010609060101010101" pitchFamily="49" charset="-122"/>
              </a:rPr>
              <a:t>例题</a:t>
            </a:r>
            <a:r>
              <a:rPr lang="en-US" altLang="zh-CN" sz="2600" i="0">
                <a:solidFill>
                  <a:srgbClr val="0000CC"/>
                </a:solidFill>
                <a:latin typeface="Times New Roman" panose="02020603050405020304" pitchFamily="18" charset="0"/>
                <a:ea typeface="黑体" panose="02010609060101010101" pitchFamily="49" charset="-122"/>
              </a:rPr>
              <a:t>2:</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某人骑自行车以速率</a:t>
            </a:r>
            <a:r>
              <a:rPr lang="en-US" altLang="zh-CN" sz="2600" i="1">
                <a:latin typeface="Book Antiqua" panose="02040602050305030304" pitchFamily="18" charset="0"/>
                <a:ea typeface="黑体" panose="02010609060101010101" pitchFamily="49" charset="-122"/>
              </a:rPr>
              <a:t>v</a:t>
            </a:r>
            <a:r>
              <a:rPr lang="zh-CN" altLang="en-US" sz="2600" i="0" dirty="0">
                <a:latin typeface="Times New Roman" panose="02020603050405020304" pitchFamily="18" charset="0"/>
                <a:ea typeface="黑体" panose="02010609060101010101" pitchFamily="49" charset="-122"/>
              </a:rPr>
              <a:t>向东行驶</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今有风以同样的速率由北偏西30°方向吹来</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问</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人感到风是从那个方向吹来？</a:t>
            </a:r>
            <a:endParaRPr lang="zh-CN" altLang="en-US" sz="2600" i="0" dirty="0">
              <a:latin typeface="Times New Roman" panose="02020603050405020304" pitchFamily="18" charset="0"/>
              <a:ea typeface="黑体" panose="02010609060101010101" pitchFamily="49" charset="-122"/>
            </a:endParaRPr>
          </a:p>
        </p:txBody>
      </p:sp>
      <p:sp>
        <p:nvSpPr>
          <p:cNvPr id="393220" name="文本框 393219"/>
          <p:cNvSpPr txBox="1"/>
          <p:nvPr/>
        </p:nvSpPr>
        <p:spPr>
          <a:xfrm>
            <a:off x="395288" y="1773238"/>
            <a:ext cx="137160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0000CC"/>
                </a:solidFill>
                <a:latin typeface="Times New Roman" panose="02020603050405020304" pitchFamily="18" charset="0"/>
                <a:ea typeface="黑体" panose="02010609060101010101" pitchFamily="49" charset="-122"/>
              </a:rPr>
              <a:t>解</a:t>
            </a:r>
            <a:r>
              <a:rPr lang="en-US" altLang="zh-CN" sz="2600" i="0">
                <a:solidFill>
                  <a:srgbClr val="0000CC"/>
                </a:solidFill>
                <a:latin typeface="Times New Roman" panose="02020603050405020304" pitchFamily="18" charset="0"/>
                <a:ea typeface="黑体" panose="02010609060101010101" pitchFamily="49" charset="-122"/>
              </a:rPr>
              <a:t>:</a:t>
            </a:r>
            <a:endParaRPr lang="en-US" altLang="zh-CN" sz="2600" i="0">
              <a:solidFill>
                <a:srgbClr val="0000CC"/>
              </a:solidFill>
              <a:latin typeface="Times New Roman" panose="02020603050405020304" pitchFamily="18" charset="0"/>
              <a:ea typeface="黑体" panose="02010609060101010101" pitchFamily="49" charset="-122"/>
            </a:endParaRPr>
          </a:p>
        </p:txBody>
      </p:sp>
      <p:graphicFrame>
        <p:nvGraphicFramePr>
          <p:cNvPr id="393221" name="对象 393220"/>
          <p:cNvGraphicFramePr/>
          <p:nvPr/>
        </p:nvGraphicFramePr>
        <p:xfrm>
          <a:off x="1116013" y="2636838"/>
          <a:ext cx="2447925" cy="709612"/>
        </p:xfrm>
        <a:graphic>
          <a:graphicData uri="http://schemas.openxmlformats.org/presentationml/2006/ole">
            <mc:AlternateContent xmlns:mc="http://schemas.openxmlformats.org/markup-compatibility/2006">
              <mc:Choice xmlns:v="urn:schemas-microsoft-com:vml" Requires="v">
                <p:oleObj spid="_x0000_s3119" name="" r:id="rId1" imgW="914400" imgH="228600" progId="Equation.3">
                  <p:embed/>
                </p:oleObj>
              </mc:Choice>
              <mc:Fallback>
                <p:oleObj name="" r:id="rId1" imgW="914400" imgH="228600" progId="Equation.3">
                  <p:embed/>
                  <p:pic>
                    <p:nvPicPr>
                      <p:cNvPr id="0" name="图片 3118"/>
                      <p:cNvPicPr/>
                      <p:nvPr/>
                    </p:nvPicPr>
                    <p:blipFill>
                      <a:blip r:embed="rId2"/>
                      <a:stretch>
                        <a:fillRect/>
                      </a:stretch>
                    </p:blipFill>
                    <p:spPr>
                      <a:xfrm>
                        <a:off x="1116013" y="2636838"/>
                        <a:ext cx="2447925" cy="709612"/>
                      </a:xfrm>
                      <a:prstGeom prst="rect">
                        <a:avLst/>
                      </a:prstGeom>
                      <a:noFill/>
                      <a:ln w="38100">
                        <a:noFill/>
                        <a:miter/>
                      </a:ln>
                    </p:spPr>
                  </p:pic>
                </p:oleObj>
              </mc:Fallback>
            </mc:AlternateContent>
          </a:graphicData>
        </a:graphic>
      </p:graphicFrame>
      <p:grpSp>
        <p:nvGrpSpPr>
          <p:cNvPr id="393259" name="组合 393258"/>
          <p:cNvGrpSpPr/>
          <p:nvPr/>
        </p:nvGrpSpPr>
        <p:grpSpPr>
          <a:xfrm>
            <a:off x="1968500" y="5616575"/>
            <a:ext cx="1981200" cy="649288"/>
            <a:chOff x="3379" y="3748"/>
            <a:chExt cx="1248" cy="409"/>
          </a:xfrm>
        </p:grpSpPr>
        <p:sp>
          <p:nvSpPr>
            <p:cNvPr id="393223" name="直接连接符 393222"/>
            <p:cNvSpPr/>
            <p:nvPr/>
          </p:nvSpPr>
          <p:spPr>
            <a:xfrm>
              <a:off x="3379" y="3771"/>
              <a:ext cx="1248" cy="0"/>
            </a:xfrm>
            <a:prstGeom prst="line">
              <a:avLst/>
            </a:prstGeom>
            <a:ln w="38100" cap="flat" cmpd="sng">
              <a:solidFill>
                <a:schemeClr val="tx1"/>
              </a:solidFill>
              <a:prstDash val="solid"/>
              <a:headEnd type="none" w="med" len="med"/>
              <a:tailEnd type="stealth" w="med" len="lg"/>
            </a:ln>
          </p:spPr>
        </p:sp>
        <p:graphicFrame>
          <p:nvGraphicFramePr>
            <p:cNvPr id="393224" name="对象 393223"/>
            <p:cNvGraphicFramePr/>
            <p:nvPr/>
          </p:nvGraphicFramePr>
          <p:xfrm>
            <a:off x="3787" y="3748"/>
            <a:ext cx="391" cy="409"/>
          </p:xfrm>
          <a:graphic>
            <a:graphicData uri="http://schemas.openxmlformats.org/presentationml/2006/ole">
              <mc:AlternateContent xmlns:mc="http://schemas.openxmlformats.org/markup-compatibility/2006">
                <mc:Choice xmlns:v="urn:schemas-microsoft-com:vml" Requires="v">
                  <p:oleObj spid="_x0000_s3118" name="" r:id="rId3" imgW="228600" imgH="228600" progId="Equation.3">
                    <p:embed/>
                  </p:oleObj>
                </mc:Choice>
                <mc:Fallback>
                  <p:oleObj name="" r:id="rId3" imgW="228600" imgH="228600" progId="Equation.3">
                    <p:embed/>
                    <p:pic>
                      <p:nvPicPr>
                        <p:cNvPr id="0" name="图片 3117"/>
                        <p:cNvPicPr/>
                        <p:nvPr/>
                      </p:nvPicPr>
                      <p:blipFill>
                        <a:blip r:embed="rId4">
                          <a:clrChange>
                            <a:clrFrom>
                              <a:srgbClr val="000000"/>
                            </a:clrFrom>
                            <a:clrTo>
                              <a:srgbClr val="000000"/>
                            </a:clrTo>
                          </a:clrChange>
                        </a:blip>
                        <a:stretch>
                          <a:fillRect/>
                        </a:stretch>
                      </p:blipFill>
                      <p:spPr>
                        <a:xfrm>
                          <a:off x="3787" y="3748"/>
                          <a:ext cx="391" cy="409"/>
                        </a:xfrm>
                        <a:prstGeom prst="rect">
                          <a:avLst/>
                        </a:prstGeom>
                        <a:noFill/>
                        <a:ln w="38100">
                          <a:noFill/>
                          <a:miter/>
                        </a:ln>
                      </p:spPr>
                    </p:pic>
                  </p:oleObj>
                </mc:Fallback>
              </mc:AlternateContent>
            </a:graphicData>
          </a:graphic>
        </p:graphicFrame>
      </p:grpSp>
      <p:grpSp>
        <p:nvGrpSpPr>
          <p:cNvPr id="393257" name="组合 393256"/>
          <p:cNvGrpSpPr/>
          <p:nvPr/>
        </p:nvGrpSpPr>
        <p:grpSpPr>
          <a:xfrm>
            <a:off x="1908175" y="4149725"/>
            <a:ext cx="1152525" cy="1524000"/>
            <a:chOff x="3696" y="2931"/>
            <a:chExt cx="726" cy="960"/>
          </a:xfrm>
        </p:grpSpPr>
        <p:sp>
          <p:nvSpPr>
            <p:cNvPr id="393226" name="直接连接符 393225"/>
            <p:cNvSpPr/>
            <p:nvPr/>
          </p:nvSpPr>
          <p:spPr>
            <a:xfrm flipH="1">
              <a:off x="3696" y="2931"/>
              <a:ext cx="624" cy="960"/>
            </a:xfrm>
            <a:prstGeom prst="line">
              <a:avLst/>
            </a:prstGeom>
            <a:ln w="38100" cap="flat" cmpd="sng">
              <a:solidFill>
                <a:schemeClr val="tx1"/>
              </a:solidFill>
              <a:prstDash val="solid"/>
              <a:headEnd type="none" w="med" len="med"/>
              <a:tailEnd type="stealth" w="med" len="lg"/>
            </a:ln>
          </p:spPr>
        </p:sp>
        <p:graphicFrame>
          <p:nvGraphicFramePr>
            <p:cNvPr id="393227" name="对象 393226"/>
            <p:cNvGraphicFramePr/>
            <p:nvPr/>
          </p:nvGraphicFramePr>
          <p:xfrm>
            <a:off x="4014" y="3294"/>
            <a:ext cx="408" cy="399"/>
          </p:xfrm>
          <a:graphic>
            <a:graphicData uri="http://schemas.openxmlformats.org/presentationml/2006/ole">
              <mc:AlternateContent xmlns:mc="http://schemas.openxmlformats.org/markup-compatibility/2006">
                <mc:Choice xmlns:v="urn:schemas-microsoft-com:vml" Requires="v">
                  <p:oleObj spid="_x0000_s3121" name="" r:id="rId5" imgW="228600" imgH="228600" progId="Equation.3">
                    <p:embed/>
                  </p:oleObj>
                </mc:Choice>
                <mc:Fallback>
                  <p:oleObj name="" r:id="rId5" imgW="228600" imgH="228600" progId="Equation.3">
                    <p:embed/>
                    <p:pic>
                      <p:nvPicPr>
                        <p:cNvPr id="0" name="图片 3120"/>
                        <p:cNvPicPr/>
                        <p:nvPr/>
                      </p:nvPicPr>
                      <p:blipFill>
                        <a:blip r:embed="rId6">
                          <a:clrChange>
                            <a:clrFrom>
                              <a:srgbClr val="000000"/>
                            </a:clrFrom>
                            <a:clrTo>
                              <a:srgbClr val="000000"/>
                            </a:clrTo>
                          </a:clrChange>
                        </a:blip>
                        <a:stretch>
                          <a:fillRect/>
                        </a:stretch>
                      </p:blipFill>
                      <p:spPr>
                        <a:xfrm>
                          <a:off x="4014" y="3294"/>
                          <a:ext cx="408" cy="399"/>
                        </a:xfrm>
                        <a:prstGeom prst="rect">
                          <a:avLst/>
                        </a:prstGeom>
                        <a:noFill/>
                        <a:ln w="38100">
                          <a:noFill/>
                          <a:miter/>
                        </a:ln>
                      </p:spPr>
                    </p:pic>
                  </p:oleObj>
                </mc:Fallback>
              </mc:AlternateContent>
            </a:graphicData>
          </a:graphic>
        </p:graphicFrame>
      </p:grpSp>
      <p:grpSp>
        <p:nvGrpSpPr>
          <p:cNvPr id="393258" name="组合 393257"/>
          <p:cNvGrpSpPr/>
          <p:nvPr/>
        </p:nvGrpSpPr>
        <p:grpSpPr>
          <a:xfrm>
            <a:off x="2916238" y="4076700"/>
            <a:ext cx="2971800" cy="1597025"/>
            <a:chOff x="3016" y="2976"/>
            <a:chExt cx="1872" cy="1006"/>
          </a:xfrm>
        </p:grpSpPr>
        <p:sp>
          <p:nvSpPr>
            <p:cNvPr id="393229" name="直接连接符 393228"/>
            <p:cNvSpPr/>
            <p:nvPr/>
          </p:nvSpPr>
          <p:spPr>
            <a:xfrm>
              <a:off x="3016" y="3022"/>
              <a:ext cx="672" cy="960"/>
            </a:xfrm>
            <a:prstGeom prst="line">
              <a:avLst/>
            </a:prstGeom>
            <a:ln w="38100" cap="flat" cmpd="sng">
              <a:solidFill>
                <a:schemeClr val="tx1"/>
              </a:solidFill>
              <a:prstDash val="solid"/>
              <a:headEnd type="none" w="med" len="med"/>
              <a:tailEnd type="stealth" w="med" len="lg"/>
            </a:ln>
          </p:spPr>
        </p:sp>
        <p:graphicFrame>
          <p:nvGraphicFramePr>
            <p:cNvPr id="393230" name="对象 393229"/>
            <p:cNvGraphicFramePr/>
            <p:nvPr/>
          </p:nvGraphicFramePr>
          <p:xfrm>
            <a:off x="3198" y="2976"/>
            <a:ext cx="498" cy="491"/>
          </p:xfrm>
          <a:graphic>
            <a:graphicData uri="http://schemas.openxmlformats.org/presentationml/2006/ole">
              <mc:AlternateContent xmlns:mc="http://schemas.openxmlformats.org/markup-compatibility/2006">
                <mc:Choice xmlns:v="urn:schemas-microsoft-com:vml" Requires="v">
                  <p:oleObj spid="_x0000_s3123" name="" r:id="rId7" imgW="228600" imgH="228600" progId="Equation.3">
                    <p:embed/>
                  </p:oleObj>
                </mc:Choice>
                <mc:Fallback>
                  <p:oleObj name="" r:id="rId7" imgW="228600" imgH="228600" progId="Equation.3">
                    <p:embed/>
                    <p:pic>
                      <p:nvPicPr>
                        <p:cNvPr id="0" name="图片 3122"/>
                        <p:cNvPicPr/>
                        <p:nvPr/>
                      </p:nvPicPr>
                      <p:blipFill>
                        <a:blip r:embed="rId8">
                          <a:clrChange>
                            <a:clrFrom>
                              <a:srgbClr val="000000"/>
                            </a:clrFrom>
                            <a:clrTo>
                              <a:srgbClr val="000000"/>
                            </a:clrTo>
                          </a:clrChange>
                        </a:blip>
                        <a:stretch>
                          <a:fillRect/>
                        </a:stretch>
                      </p:blipFill>
                      <p:spPr>
                        <a:xfrm>
                          <a:off x="3198" y="2976"/>
                          <a:ext cx="498" cy="491"/>
                        </a:xfrm>
                        <a:prstGeom prst="rect">
                          <a:avLst/>
                        </a:prstGeom>
                        <a:noFill/>
                        <a:ln w="38100">
                          <a:noFill/>
                          <a:miter/>
                        </a:ln>
                      </p:spPr>
                    </p:pic>
                  </p:oleObj>
                </mc:Fallback>
              </mc:AlternateContent>
            </a:graphicData>
          </a:graphic>
        </p:graphicFrame>
        <p:sp>
          <p:nvSpPr>
            <p:cNvPr id="393231" name="文本框 393230"/>
            <p:cNvSpPr txBox="1"/>
            <p:nvPr/>
          </p:nvSpPr>
          <p:spPr>
            <a:xfrm>
              <a:off x="3592" y="3358"/>
              <a:ext cx="1296" cy="308"/>
            </a:xfrm>
            <a:prstGeom prst="rect">
              <a:avLst/>
            </a:prstGeom>
            <a:noFill/>
            <a:ln w="9525">
              <a:noFill/>
            </a:ln>
          </p:spPr>
          <p:txBody>
            <a:bodyPr>
              <a:spAutoFit/>
            </a:bodyPr>
            <a:p>
              <a:pPr lvl="0" eaLnBrk="1" hangingPunct="1">
                <a:spcBef>
                  <a:spcPct val="50000"/>
                </a:spcBef>
                <a:buClr>
                  <a:srgbClr val="000000"/>
                </a:buClr>
              </a:pPr>
              <a:r>
                <a:rPr lang="zh-CN" altLang="en-US" sz="2600" i="0" dirty="0">
                  <a:effectLst>
                    <a:outerShdw blurRad="38100" dist="38100" dir="2700000">
                      <a:srgbClr val="C0C0C0"/>
                    </a:outerShdw>
                  </a:effectLst>
                  <a:latin typeface="黑体" panose="02010609060101010101" pitchFamily="49" charset="-122"/>
                  <a:ea typeface="黑体" panose="02010609060101010101" pitchFamily="49" charset="-122"/>
                </a:rPr>
                <a:t>北偏西30°</a:t>
              </a:r>
              <a:endParaRPr lang="zh-CN" altLang="en-US" sz="2600" i="0" dirty="0">
                <a:effectLst>
                  <a:outerShdw blurRad="38100" dist="38100" dir="2700000">
                    <a:srgbClr val="C0C0C0"/>
                  </a:outerShdw>
                </a:effectLst>
                <a:latin typeface="黑体" panose="02010609060101010101" pitchFamily="49" charset="-122"/>
                <a:ea typeface="黑体" panose="02010609060101010101" pitchFamily="49" charset="-122"/>
              </a:endParaRPr>
            </a:p>
          </p:txBody>
        </p:sp>
      </p:grpSp>
      <p:sp>
        <p:nvSpPr>
          <p:cNvPr id="393232" name="直接连接符 393231"/>
          <p:cNvSpPr/>
          <p:nvPr/>
        </p:nvSpPr>
        <p:spPr>
          <a:xfrm>
            <a:off x="5849938" y="4056063"/>
            <a:ext cx="2971800" cy="0"/>
          </a:xfrm>
          <a:prstGeom prst="line">
            <a:avLst/>
          </a:prstGeom>
          <a:ln w="38100" cap="flat" cmpd="sng">
            <a:solidFill>
              <a:srgbClr val="FF7C80"/>
            </a:solidFill>
            <a:prstDash val="solid"/>
            <a:headEnd type="none" w="med" len="med"/>
            <a:tailEnd type="none" w="med" len="med"/>
          </a:ln>
        </p:spPr>
      </p:sp>
      <p:graphicFrame>
        <p:nvGraphicFramePr>
          <p:cNvPr id="393233" name="对象 393232"/>
          <p:cNvGraphicFramePr/>
          <p:nvPr/>
        </p:nvGraphicFramePr>
        <p:xfrm>
          <a:off x="1187450" y="1700213"/>
          <a:ext cx="2305050" cy="687387"/>
        </p:xfrm>
        <a:graphic>
          <a:graphicData uri="http://schemas.openxmlformats.org/presentationml/2006/ole">
            <mc:AlternateContent xmlns:mc="http://schemas.openxmlformats.org/markup-compatibility/2006">
              <mc:Choice xmlns:v="urn:schemas-microsoft-com:vml" Requires="v">
                <p:oleObj spid="_x0000_s3122" name="" r:id="rId9" imgW="914400" imgH="228600" progId="Equation.3">
                  <p:embed/>
                </p:oleObj>
              </mc:Choice>
              <mc:Fallback>
                <p:oleObj name="" r:id="rId9" imgW="914400" imgH="228600" progId="Equation.3">
                  <p:embed/>
                  <p:pic>
                    <p:nvPicPr>
                      <p:cNvPr id="0" name="图片 3121"/>
                      <p:cNvPicPr/>
                      <p:nvPr/>
                    </p:nvPicPr>
                    <p:blipFill>
                      <a:blip r:embed="rId10">
                        <a:clrChange>
                          <a:clrFrom>
                            <a:srgbClr val="000000"/>
                          </a:clrFrom>
                          <a:clrTo>
                            <a:srgbClr val="000000"/>
                          </a:clrTo>
                        </a:clrChange>
                      </a:blip>
                      <a:stretch>
                        <a:fillRect/>
                      </a:stretch>
                    </p:blipFill>
                    <p:spPr>
                      <a:xfrm>
                        <a:off x="1187450" y="1700213"/>
                        <a:ext cx="2305050" cy="687387"/>
                      </a:xfrm>
                      <a:prstGeom prst="rect">
                        <a:avLst/>
                      </a:prstGeom>
                      <a:noFill/>
                      <a:ln w="38100">
                        <a:noFill/>
                        <a:miter/>
                      </a:ln>
                    </p:spPr>
                  </p:pic>
                </p:oleObj>
              </mc:Fallback>
            </mc:AlternateContent>
          </a:graphicData>
        </a:graphic>
      </p:graphicFrame>
      <p:grpSp>
        <p:nvGrpSpPr>
          <p:cNvPr id="393234" name="组合 393233"/>
          <p:cNvGrpSpPr/>
          <p:nvPr/>
        </p:nvGrpSpPr>
        <p:grpSpPr>
          <a:xfrm>
            <a:off x="4935538" y="1693863"/>
            <a:ext cx="3211512" cy="2362200"/>
            <a:chOff x="3120" y="1392"/>
            <a:chExt cx="2023" cy="1488"/>
          </a:xfrm>
        </p:grpSpPr>
        <p:graphicFrame>
          <p:nvGraphicFramePr>
            <p:cNvPr id="393235" name="对象 393234"/>
            <p:cNvGraphicFramePr/>
            <p:nvPr/>
          </p:nvGraphicFramePr>
          <p:xfrm>
            <a:off x="4456" y="2210"/>
            <a:ext cx="687" cy="670"/>
          </p:xfrm>
          <a:graphic>
            <a:graphicData uri="http://schemas.openxmlformats.org/presentationml/2006/ole">
              <mc:AlternateContent xmlns:mc="http://schemas.openxmlformats.org/markup-compatibility/2006">
                <mc:Choice xmlns:v="urn:schemas-microsoft-com:vml" Requires="v">
                  <p:oleObj spid="_x0000_s3120" name="" r:id="rId11" imgW="923290" imgH="847090" progId="MS_ClipArt_Gallery.2">
                    <p:embed/>
                  </p:oleObj>
                </mc:Choice>
                <mc:Fallback>
                  <p:oleObj name="" r:id="rId11" imgW="923290" imgH="847090" progId="MS_ClipArt_Gallery.2">
                    <p:embed/>
                    <p:pic>
                      <p:nvPicPr>
                        <p:cNvPr id="0" name="图片 3119"/>
                        <p:cNvPicPr/>
                        <p:nvPr/>
                      </p:nvPicPr>
                      <p:blipFill>
                        <a:blip r:embed="rId12">
                          <a:clrChange>
                            <a:clrFrom>
                              <a:srgbClr val="000000"/>
                            </a:clrFrom>
                            <a:clrTo>
                              <a:srgbClr val="FFFFCC"/>
                            </a:clrTo>
                          </a:clrChange>
                        </a:blip>
                        <a:stretch>
                          <a:fillRect/>
                        </a:stretch>
                      </p:blipFill>
                      <p:spPr>
                        <a:xfrm>
                          <a:off x="4456" y="2210"/>
                          <a:ext cx="687" cy="670"/>
                        </a:xfrm>
                        <a:prstGeom prst="rect">
                          <a:avLst/>
                        </a:prstGeom>
                        <a:noFill/>
                        <a:ln w="38100">
                          <a:noFill/>
                          <a:miter/>
                        </a:ln>
                      </p:spPr>
                    </p:pic>
                  </p:oleObj>
                </mc:Fallback>
              </mc:AlternateContent>
            </a:graphicData>
          </a:graphic>
        </p:graphicFrame>
        <p:grpSp>
          <p:nvGrpSpPr>
            <p:cNvPr id="393236" name="组合 393235"/>
            <p:cNvGrpSpPr/>
            <p:nvPr/>
          </p:nvGrpSpPr>
          <p:grpSpPr>
            <a:xfrm>
              <a:off x="3120" y="1392"/>
              <a:ext cx="1440" cy="1152"/>
              <a:chOff x="3168" y="1392"/>
              <a:chExt cx="1440" cy="1152"/>
            </a:xfrm>
          </p:grpSpPr>
          <p:sp>
            <p:nvSpPr>
              <p:cNvPr id="393237" name="直接连接符 393236"/>
              <p:cNvSpPr/>
              <p:nvPr/>
            </p:nvSpPr>
            <p:spPr>
              <a:xfrm>
                <a:off x="3696" y="1872"/>
                <a:ext cx="528" cy="672"/>
              </a:xfrm>
              <a:prstGeom prst="line">
                <a:avLst/>
              </a:prstGeom>
              <a:ln w="57150" cap="flat" cmpd="sng">
                <a:solidFill>
                  <a:schemeClr val="folHlink"/>
                </a:solidFill>
                <a:prstDash val="dashDot"/>
                <a:headEnd type="none" w="med" len="med"/>
                <a:tailEnd type="none" w="med" len="med"/>
              </a:ln>
            </p:spPr>
          </p:sp>
          <p:grpSp>
            <p:nvGrpSpPr>
              <p:cNvPr id="393238" name="组合 393237"/>
              <p:cNvGrpSpPr/>
              <p:nvPr/>
            </p:nvGrpSpPr>
            <p:grpSpPr>
              <a:xfrm>
                <a:off x="3168" y="1392"/>
                <a:ext cx="1440" cy="1056"/>
                <a:chOff x="240" y="2544"/>
                <a:chExt cx="1440" cy="1056"/>
              </a:xfrm>
            </p:grpSpPr>
            <p:grpSp>
              <p:nvGrpSpPr>
                <p:cNvPr id="393239" name="组合 393238"/>
                <p:cNvGrpSpPr/>
                <p:nvPr/>
              </p:nvGrpSpPr>
              <p:grpSpPr>
                <a:xfrm>
                  <a:off x="240" y="2544"/>
                  <a:ext cx="816" cy="768"/>
                  <a:chOff x="528" y="2208"/>
                  <a:chExt cx="816" cy="768"/>
                </a:xfrm>
              </p:grpSpPr>
              <p:sp>
                <p:nvSpPr>
                  <p:cNvPr id="393240" name="椭圆 393239"/>
                  <p:cNvSpPr/>
                  <p:nvPr/>
                </p:nvSpPr>
                <p:spPr>
                  <a:xfrm>
                    <a:off x="960" y="2640"/>
                    <a:ext cx="96" cy="144"/>
                  </a:xfrm>
                  <a:prstGeom prst="ellipse">
                    <a:avLst/>
                  </a:prstGeom>
                  <a:solidFill>
                    <a:schemeClr val="accent1"/>
                  </a:solidFill>
                  <a:ln w="9525" cap="flat" cmpd="sng">
                    <a:solidFill>
                      <a:schemeClr val="tx1"/>
                    </a:solidFill>
                    <a:prstDash val="solid"/>
                    <a:headEnd type="none" w="med" len="med"/>
                    <a:tailEnd type="none" w="med" len="med"/>
                  </a:ln>
                </p:spPr>
                <p:txBody>
                  <a:bodyPr/>
                  <a:p>
                    <a:endParaRPr lang="zh-CN" altLang="en-US"/>
                  </a:p>
                </p:txBody>
              </p:sp>
              <p:sp>
                <p:nvSpPr>
                  <p:cNvPr id="393241" name="云形标注 393240"/>
                  <p:cNvSpPr/>
                  <p:nvPr/>
                </p:nvSpPr>
                <p:spPr>
                  <a:xfrm>
                    <a:off x="528" y="2208"/>
                    <a:ext cx="816" cy="768"/>
                  </a:xfrm>
                  <a:prstGeom prst="cloudCallout">
                    <a:avLst>
                      <a:gd name="adj1" fmla="val 18139"/>
                      <a:gd name="adj2" fmla="val 13412"/>
                    </a:avLst>
                  </a:prstGeom>
                  <a:gradFill rotWithShape="0">
                    <a:gsLst>
                      <a:gs pos="0">
                        <a:schemeClr val="hlink"/>
                      </a:gs>
                      <a:gs pos="100000">
                        <a:schemeClr val="hlink">
                          <a:gamma/>
                          <a:shade val="85490"/>
                          <a:invGamma/>
                        </a:schemeClr>
                      </a:gs>
                    </a:gsLst>
                    <a:path path="rect">
                      <a:fillToRect l="50000" t="50000" r="50000" b="50000"/>
                    </a:path>
                    <a:tileRect/>
                  </a:gradFill>
                  <a:ln w="9525" cap="flat" cmpd="sng">
                    <a:solidFill>
                      <a:schemeClr val="tx1"/>
                    </a:solidFill>
                    <a:prstDash val="solid"/>
                    <a:headEnd type="none" w="med" len="med"/>
                    <a:tailEnd type="none" w="med" len="med"/>
                  </a:ln>
                </p:spPr>
                <p:txBody>
                  <a:bodyPr/>
                  <a:p>
                    <a:pPr lvl="0" algn="ctr" eaLnBrk="1" hangingPunct="1">
                      <a:buClr>
                        <a:srgbClr val="000000"/>
                      </a:buClr>
                    </a:pPr>
                    <a:endParaRPr lang="zh-CN" altLang="en-US" sz="2400" b="0" i="0" dirty="0">
                      <a:latin typeface="Times New Roman" panose="02020603050405020304" pitchFamily="18" charset="0"/>
                      <a:ea typeface="宋体" panose="02010600030101010101" pitchFamily="2" charset="-122"/>
                    </a:endParaRPr>
                  </a:p>
                </p:txBody>
              </p:sp>
              <p:sp>
                <p:nvSpPr>
                  <p:cNvPr id="393242" name="任意多边形 393241"/>
                  <p:cNvSpPr/>
                  <p:nvPr/>
                </p:nvSpPr>
                <p:spPr>
                  <a:xfrm>
                    <a:off x="672" y="2448"/>
                    <a:ext cx="192" cy="104"/>
                  </a:xfrm>
                  <a:custGeom>
                    <a:avLst/>
                    <a:gdLst/>
                    <a:ahLst/>
                    <a:cxnLst/>
                    <a:pathLst>
                      <a:path w="192" h="104">
                        <a:moveTo>
                          <a:pt x="0" y="104"/>
                        </a:moveTo>
                        <a:cubicBezTo>
                          <a:pt x="56" y="60"/>
                          <a:pt x="112" y="16"/>
                          <a:pt x="144" y="8"/>
                        </a:cubicBezTo>
                        <a:cubicBezTo>
                          <a:pt x="176" y="0"/>
                          <a:pt x="184" y="28"/>
                          <a:pt x="192" y="56"/>
                        </a:cubicBezTo>
                      </a:path>
                    </a:pathLst>
                  </a:custGeom>
                  <a:noFill/>
                  <a:ln w="28575" cap="flat" cmpd="sng">
                    <a:solidFill>
                      <a:schemeClr val="tx2"/>
                    </a:solidFill>
                    <a:prstDash val="solid"/>
                    <a:headEnd type="none" w="med" len="med"/>
                    <a:tailEnd type="none" w="med" len="med"/>
                  </a:ln>
                </p:spPr>
                <p:txBody>
                  <a:bodyPr/>
                  <a:p>
                    <a:endParaRPr lang="zh-CN" altLang="en-US"/>
                  </a:p>
                </p:txBody>
              </p:sp>
              <p:sp>
                <p:nvSpPr>
                  <p:cNvPr id="393243" name="任意多边形 393242"/>
                  <p:cNvSpPr/>
                  <p:nvPr/>
                </p:nvSpPr>
                <p:spPr>
                  <a:xfrm>
                    <a:off x="1008" y="2384"/>
                    <a:ext cx="192" cy="112"/>
                  </a:xfrm>
                  <a:custGeom>
                    <a:avLst/>
                    <a:gdLst/>
                    <a:ahLst/>
                    <a:cxnLst/>
                    <a:pathLst>
                      <a:path w="192" h="112">
                        <a:moveTo>
                          <a:pt x="192" y="16"/>
                        </a:moveTo>
                        <a:cubicBezTo>
                          <a:pt x="136" y="8"/>
                          <a:pt x="80" y="0"/>
                          <a:pt x="48" y="16"/>
                        </a:cubicBezTo>
                        <a:cubicBezTo>
                          <a:pt x="16" y="32"/>
                          <a:pt x="8" y="72"/>
                          <a:pt x="0" y="112"/>
                        </a:cubicBezTo>
                      </a:path>
                    </a:pathLst>
                  </a:custGeom>
                  <a:noFill/>
                  <a:ln w="28575" cap="flat" cmpd="sng">
                    <a:solidFill>
                      <a:schemeClr val="tx1"/>
                    </a:solidFill>
                    <a:prstDash val="solid"/>
                    <a:headEnd type="none" w="med" len="med"/>
                    <a:tailEnd type="none" w="med" len="med"/>
                  </a:ln>
                </p:spPr>
                <p:txBody>
                  <a:bodyPr/>
                  <a:p>
                    <a:endParaRPr lang="zh-CN" altLang="en-US"/>
                  </a:p>
                </p:txBody>
              </p:sp>
              <p:sp>
                <p:nvSpPr>
                  <p:cNvPr id="393244" name="椭圆 393243"/>
                  <p:cNvSpPr/>
                  <p:nvPr/>
                </p:nvSpPr>
                <p:spPr>
                  <a:xfrm>
                    <a:off x="816" y="2544"/>
                    <a:ext cx="48" cy="48"/>
                  </a:xfrm>
                  <a:prstGeom prst="ellipse">
                    <a:avLst/>
                  </a:prstGeom>
                  <a:solidFill>
                    <a:schemeClr val="accent2"/>
                  </a:solidFill>
                  <a:ln w="9525" cap="flat" cmpd="sng">
                    <a:solidFill>
                      <a:schemeClr val="tx2"/>
                    </a:solidFill>
                    <a:prstDash val="solid"/>
                    <a:headEnd type="none" w="med" len="med"/>
                    <a:tailEnd type="none" w="med" len="med"/>
                  </a:ln>
                </p:spPr>
                <p:txBody>
                  <a:bodyPr/>
                  <a:p>
                    <a:endParaRPr lang="zh-CN" altLang="en-US"/>
                  </a:p>
                </p:txBody>
              </p:sp>
              <p:sp>
                <p:nvSpPr>
                  <p:cNvPr id="393245" name="椭圆 393244"/>
                  <p:cNvSpPr/>
                  <p:nvPr/>
                </p:nvSpPr>
                <p:spPr>
                  <a:xfrm>
                    <a:off x="1056" y="2496"/>
                    <a:ext cx="48" cy="48"/>
                  </a:xfrm>
                  <a:prstGeom prst="ellipse">
                    <a:avLst/>
                  </a:prstGeom>
                  <a:solidFill>
                    <a:schemeClr val="accent2"/>
                  </a:solidFill>
                  <a:ln w="9525" cap="flat" cmpd="sng">
                    <a:solidFill>
                      <a:schemeClr val="tx2"/>
                    </a:solidFill>
                    <a:prstDash val="solid"/>
                    <a:headEnd type="none" w="med" len="med"/>
                    <a:tailEnd type="none" w="med" len="med"/>
                  </a:ln>
                </p:spPr>
                <p:txBody>
                  <a:bodyPr/>
                  <a:p>
                    <a:endParaRPr lang="zh-CN" altLang="en-US"/>
                  </a:p>
                </p:txBody>
              </p:sp>
              <p:sp>
                <p:nvSpPr>
                  <p:cNvPr id="393246" name="任意多边形 393245"/>
                  <p:cNvSpPr/>
                  <p:nvPr/>
                </p:nvSpPr>
                <p:spPr>
                  <a:xfrm>
                    <a:off x="960" y="2544"/>
                    <a:ext cx="48" cy="112"/>
                  </a:xfrm>
                  <a:custGeom>
                    <a:avLst/>
                    <a:gdLst/>
                    <a:ahLst/>
                    <a:cxnLst/>
                    <a:pathLst>
                      <a:path w="96" h="112">
                        <a:moveTo>
                          <a:pt x="0" y="16"/>
                        </a:moveTo>
                        <a:cubicBezTo>
                          <a:pt x="48" y="8"/>
                          <a:pt x="96" y="0"/>
                          <a:pt x="96" y="16"/>
                        </a:cubicBezTo>
                        <a:cubicBezTo>
                          <a:pt x="96" y="32"/>
                          <a:pt x="16" y="96"/>
                          <a:pt x="0" y="112"/>
                        </a:cubicBezTo>
                      </a:path>
                    </a:pathLst>
                  </a:custGeom>
                  <a:noFill/>
                  <a:ln w="38100" cap="flat" cmpd="sng">
                    <a:solidFill>
                      <a:schemeClr val="tx1"/>
                    </a:solidFill>
                    <a:prstDash val="solid"/>
                    <a:headEnd type="none" w="med" len="med"/>
                    <a:tailEnd type="none" w="med" len="med"/>
                  </a:ln>
                </p:spPr>
                <p:txBody>
                  <a:bodyPr/>
                  <a:p>
                    <a:endParaRPr lang="zh-CN" altLang="en-US"/>
                  </a:p>
                </p:txBody>
              </p:sp>
              <p:sp>
                <p:nvSpPr>
                  <p:cNvPr id="393247" name="新月形 393246"/>
                  <p:cNvSpPr/>
                  <p:nvPr/>
                </p:nvSpPr>
                <p:spPr>
                  <a:xfrm>
                    <a:off x="1008" y="2640"/>
                    <a:ext cx="48" cy="144"/>
                  </a:xfrm>
                  <a:prstGeom prst="moon">
                    <a:avLst>
                      <a:gd name="adj" fmla="val 50000"/>
                    </a:avLst>
                  </a:prstGeom>
                  <a:solidFill>
                    <a:srgbClr val="FF0000"/>
                  </a:solidFill>
                  <a:ln w="9525" cap="flat" cmpd="sng">
                    <a:solidFill>
                      <a:srgbClr val="FF0000"/>
                    </a:solidFill>
                    <a:prstDash val="solid"/>
                    <a:miter/>
                    <a:headEnd type="none" w="med" len="med"/>
                    <a:tailEnd type="none" w="med" len="med"/>
                  </a:ln>
                </p:spPr>
                <p:txBody>
                  <a:bodyPr/>
                  <a:p>
                    <a:endParaRPr lang="zh-CN" altLang="en-US"/>
                  </a:p>
                </p:txBody>
              </p:sp>
            </p:grpSp>
            <p:sp>
              <p:nvSpPr>
                <p:cNvPr id="393248" name="椭圆 393247"/>
                <p:cNvSpPr/>
                <p:nvPr/>
              </p:nvSpPr>
              <p:spPr>
                <a:xfrm>
                  <a:off x="912" y="3120"/>
                  <a:ext cx="288" cy="240"/>
                </a:xfrm>
                <a:prstGeom prst="ellipse">
                  <a:avLst/>
                </a:prstGeom>
                <a:gradFill rotWithShape="0">
                  <a:gsLst>
                    <a:gs pos="0">
                      <a:schemeClr val="hlink">
                        <a:gamma/>
                        <a:tint val="51373"/>
                        <a:invGamma/>
                      </a:schemeClr>
                    </a:gs>
                    <a:gs pos="100000">
                      <a:schemeClr val="hlink"/>
                    </a:gs>
                  </a:gsLst>
                  <a:path path="shape">
                    <a:fillToRect l="50000" t="50000" r="50000" b="50000"/>
                  </a:path>
                  <a:tileRect/>
                </a:gradFill>
                <a:ln w="9525" cap="flat" cmpd="sng">
                  <a:solidFill>
                    <a:schemeClr val="tx1"/>
                  </a:solidFill>
                  <a:prstDash val="solid"/>
                  <a:headEnd type="none" w="med" len="med"/>
                  <a:tailEnd type="none" w="med" len="med"/>
                </a:ln>
              </p:spPr>
              <p:txBody>
                <a:bodyPr/>
                <a:p>
                  <a:endParaRPr lang="zh-CN" altLang="en-US"/>
                </a:p>
              </p:txBody>
            </p:sp>
            <p:sp>
              <p:nvSpPr>
                <p:cNvPr id="393249" name="云形标注 393248"/>
                <p:cNvSpPr/>
                <p:nvPr/>
              </p:nvSpPr>
              <p:spPr>
                <a:xfrm>
                  <a:off x="1008" y="3264"/>
                  <a:ext cx="432" cy="336"/>
                </a:xfrm>
                <a:prstGeom prst="cloudCallout">
                  <a:avLst>
                    <a:gd name="adj1" fmla="val -65972"/>
                    <a:gd name="adj2" fmla="val -93153"/>
                  </a:avLst>
                </a:prstGeom>
                <a:gradFill rotWithShape="0">
                  <a:gsLst>
                    <a:gs pos="0">
                      <a:schemeClr val="hlink">
                        <a:gamma/>
                        <a:tint val="83529"/>
                        <a:invGamma/>
                      </a:schemeClr>
                    </a:gs>
                    <a:gs pos="100000">
                      <a:schemeClr val="hlink"/>
                    </a:gs>
                  </a:gsLst>
                  <a:path path="rect">
                    <a:fillToRect l="50000" t="50000" r="50000" b="50000"/>
                  </a:path>
                  <a:tileRect/>
                </a:gradFill>
                <a:ln w="9525" cap="flat" cmpd="sng">
                  <a:solidFill>
                    <a:schemeClr val="tx1"/>
                  </a:solidFill>
                  <a:prstDash val="solid"/>
                  <a:headEnd type="none" w="med" len="med"/>
                  <a:tailEnd type="none" w="med" len="med"/>
                </a:ln>
              </p:spPr>
              <p:txBody>
                <a:bodyPr/>
                <a:p>
                  <a:pPr lvl="0" algn="ctr" eaLnBrk="1" hangingPunct="1">
                    <a:buClr>
                      <a:srgbClr val="000000"/>
                    </a:buClr>
                  </a:pPr>
                  <a:endParaRPr lang="zh-CN" altLang="en-US" sz="2400" b="0" i="0" dirty="0">
                    <a:latin typeface="Times New Roman" panose="02020603050405020304" pitchFamily="18" charset="0"/>
                    <a:ea typeface="宋体" panose="02010600030101010101" pitchFamily="2" charset="-122"/>
                  </a:endParaRPr>
                </a:p>
              </p:txBody>
            </p:sp>
            <p:sp>
              <p:nvSpPr>
                <p:cNvPr id="393250" name="直接连接符 393249"/>
                <p:cNvSpPr/>
                <p:nvPr/>
              </p:nvSpPr>
              <p:spPr>
                <a:xfrm>
                  <a:off x="816" y="3024"/>
                  <a:ext cx="864" cy="480"/>
                </a:xfrm>
                <a:prstGeom prst="line">
                  <a:avLst/>
                </a:prstGeom>
                <a:ln w="57150" cap="flat" cmpd="sng">
                  <a:solidFill>
                    <a:schemeClr val="folHlink"/>
                  </a:solidFill>
                  <a:prstDash val="dashDot"/>
                  <a:headEnd type="none" w="med" len="med"/>
                  <a:tailEnd type="none" w="med" len="med"/>
                </a:ln>
              </p:spPr>
            </p:sp>
          </p:grpSp>
          <p:sp>
            <p:nvSpPr>
              <p:cNvPr id="393251" name="直接连接符 393250"/>
              <p:cNvSpPr/>
              <p:nvPr/>
            </p:nvSpPr>
            <p:spPr>
              <a:xfrm>
                <a:off x="3696" y="1872"/>
                <a:ext cx="816" cy="672"/>
              </a:xfrm>
              <a:prstGeom prst="line">
                <a:avLst/>
              </a:prstGeom>
              <a:ln w="57150" cap="flat" cmpd="sng">
                <a:solidFill>
                  <a:schemeClr val="folHlink"/>
                </a:solidFill>
                <a:prstDash val="dashDot"/>
                <a:headEnd type="none" w="med" len="med"/>
                <a:tailEnd type="none" w="med" len="med"/>
              </a:ln>
            </p:spPr>
          </p:sp>
          <p:sp>
            <p:nvSpPr>
              <p:cNvPr id="393252" name="直接连接符 393251"/>
              <p:cNvSpPr/>
              <p:nvPr/>
            </p:nvSpPr>
            <p:spPr>
              <a:xfrm>
                <a:off x="3696" y="1872"/>
                <a:ext cx="384" cy="624"/>
              </a:xfrm>
              <a:prstGeom prst="line">
                <a:avLst/>
              </a:prstGeom>
              <a:ln w="57150" cap="flat" cmpd="sng">
                <a:solidFill>
                  <a:schemeClr val="folHlink"/>
                </a:solidFill>
                <a:prstDash val="dashDot"/>
                <a:headEnd type="none" w="med" len="med"/>
                <a:tailEnd type="none" w="med" len="med"/>
              </a:ln>
            </p:spPr>
          </p:sp>
        </p:grpSp>
      </p:grpSp>
      <p:sp>
        <p:nvSpPr>
          <p:cNvPr id="393253" name="文本框 393252"/>
          <p:cNvSpPr txBox="1"/>
          <p:nvPr/>
        </p:nvSpPr>
        <p:spPr>
          <a:xfrm>
            <a:off x="6230938" y="1770063"/>
            <a:ext cx="533400" cy="519112"/>
          </a:xfrm>
          <a:prstGeom prst="rect">
            <a:avLst/>
          </a:prstGeom>
          <a:noFill/>
          <a:ln w="9525">
            <a:noFill/>
          </a:ln>
        </p:spPr>
        <p:txBody>
          <a:bodyPr>
            <a:spAutoFit/>
          </a:bodyPr>
          <a:p>
            <a:pPr lvl="0" eaLnBrk="1" hangingPunct="1">
              <a:spcBef>
                <a:spcPct val="50000"/>
              </a:spcBef>
              <a:buClr>
                <a:srgbClr val="000000"/>
              </a:buClr>
            </a:pPr>
            <a:r>
              <a:rPr lang="en-US" altLang="zh-CN" sz="2800" i="1">
                <a:solidFill>
                  <a:schemeClr val="bg1"/>
                </a:solidFill>
                <a:latin typeface="Times New Roman" panose="02020603050405020304" pitchFamily="18" charset="0"/>
                <a:ea typeface="宋体" panose="02010600030101010101" pitchFamily="2" charset="-122"/>
              </a:rPr>
              <a:t>a</a:t>
            </a:r>
            <a:endParaRPr lang="en-US" altLang="zh-CN" sz="2800" i="1">
              <a:solidFill>
                <a:schemeClr val="bg1"/>
              </a:solidFill>
              <a:latin typeface="Times New Roman" panose="02020603050405020304" pitchFamily="18" charset="0"/>
              <a:ea typeface="宋体" panose="02010600030101010101" pitchFamily="2" charset="-122"/>
            </a:endParaRPr>
          </a:p>
        </p:txBody>
      </p:sp>
      <p:sp>
        <p:nvSpPr>
          <p:cNvPr id="393254" name="文本框 393253"/>
          <p:cNvSpPr txBox="1"/>
          <p:nvPr/>
        </p:nvSpPr>
        <p:spPr>
          <a:xfrm>
            <a:off x="7831138" y="2532063"/>
            <a:ext cx="533400" cy="519112"/>
          </a:xfrm>
          <a:prstGeom prst="rect">
            <a:avLst/>
          </a:prstGeom>
          <a:noFill/>
          <a:ln w="9525">
            <a:noFill/>
          </a:ln>
        </p:spPr>
        <p:txBody>
          <a:bodyPr>
            <a:spAutoFit/>
          </a:bodyPr>
          <a:p>
            <a:pPr lvl="0" eaLnBrk="1" hangingPunct="1">
              <a:spcBef>
                <a:spcPct val="50000"/>
              </a:spcBef>
              <a:buClr>
                <a:srgbClr val="000000"/>
              </a:buClr>
            </a:pPr>
            <a:r>
              <a:rPr lang="en-US" altLang="zh-CN" sz="2800" i="1">
                <a:solidFill>
                  <a:schemeClr val="bg1"/>
                </a:solidFill>
                <a:latin typeface="Times New Roman" panose="02020603050405020304" pitchFamily="18" charset="0"/>
                <a:ea typeface="宋体" panose="02010600030101010101" pitchFamily="2" charset="-122"/>
              </a:rPr>
              <a:t>x</a:t>
            </a:r>
            <a:endParaRPr lang="en-US" altLang="zh-CN" sz="2800" i="1">
              <a:solidFill>
                <a:schemeClr val="bg1"/>
              </a:solidFill>
              <a:latin typeface="Times New Roman" panose="02020603050405020304" pitchFamily="18" charset="0"/>
              <a:ea typeface="宋体" panose="02010600030101010101" pitchFamily="2" charset="-122"/>
            </a:endParaRPr>
          </a:p>
        </p:txBody>
      </p:sp>
      <p:sp>
        <p:nvSpPr>
          <p:cNvPr id="393255" name="文本框 393254"/>
          <p:cNvSpPr txBox="1"/>
          <p:nvPr/>
        </p:nvSpPr>
        <p:spPr>
          <a:xfrm>
            <a:off x="5545138" y="3522663"/>
            <a:ext cx="533400" cy="519112"/>
          </a:xfrm>
          <a:prstGeom prst="rect">
            <a:avLst/>
          </a:prstGeom>
          <a:noFill/>
          <a:ln w="9525">
            <a:noFill/>
          </a:ln>
        </p:spPr>
        <p:txBody>
          <a:bodyPr>
            <a:spAutoFit/>
          </a:bodyPr>
          <a:p>
            <a:pPr lvl="0" eaLnBrk="1" hangingPunct="1">
              <a:spcBef>
                <a:spcPct val="50000"/>
              </a:spcBef>
              <a:buClr>
                <a:srgbClr val="000000"/>
              </a:buClr>
            </a:pPr>
            <a:r>
              <a:rPr lang="en-US" altLang="zh-CN" sz="2800" i="1">
                <a:solidFill>
                  <a:schemeClr val="bg1"/>
                </a:solidFill>
                <a:latin typeface="Times New Roman" panose="02020603050405020304" pitchFamily="18" charset="0"/>
                <a:ea typeface="宋体" panose="02010600030101010101" pitchFamily="2" charset="-122"/>
              </a:rPr>
              <a:t>b</a:t>
            </a:r>
            <a:endParaRPr lang="en-US" altLang="zh-CN" sz="2800" i="1">
              <a:solidFill>
                <a:schemeClr val="bg1"/>
              </a:solidFill>
              <a:latin typeface="Times New Roman" panose="02020603050405020304" pitchFamily="18" charset="0"/>
              <a:ea typeface="宋体" panose="02010600030101010101" pitchFamily="2" charset="-122"/>
            </a:endParaRPr>
          </a:p>
        </p:txBody>
      </p:sp>
      <p:sp>
        <p:nvSpPr>
          <p:cNvPr id="393256" name="文本框 393255"/>
          <p:cNvSpPr txBox="1"/>
          <p:nvPr/>
        </p:nvSpPr>
        <p:spPr>
          <a:xfrm>
            <a:off x="333375" y="4721225"/>
            <a:ext cx="2057400" cy="488950"/>
          </a:xfrm>
          <a:prstGeom prst="rect">
            <a:avLst/>
          </a:prstGeom>
          <a:noFill/>
          <a:ln w="9525">
            <a:noFill/>
          </a:ln>
        </p:spPr>
        <p:txBody>
          <a:bodyPr>
            <a:spAutoFit/>
          </a:bodyPr>
          <a:p>
            <a:pPr lvl="0" eaLnBrk="1" hangingPunct="1">
              <a:spcBef>
                <a:spcPct val="50000"/>
              </a:spcBef>
              <a:buClr>
                <a:srgbClr val="000000"/>
              </a:buClr>
            </a:pPr>
            <a:r>
              <a:rPr lang="zh-CN" altLang="en-US" sz="2600" i="0" dirty="0">
                <a:effectLst>
                  <a:outerShdw blurRad="38100" dist="38100" dir="2700000">
                    <a:srgbClr val="C0C0C0"/>
                  </a:outerShdw>
                </a:effectLst>
                <a:latin typeface="黑体" panose="02010609060101010101" pitchFamily="49" charset="-122"/>
                <a:ea typeface="黑体" panose="02010609060101010101" pitchFamily="49" charset="-122"/>
              </a:rPr>
              <a:t>北偏东30°</a:t>
            </a:r>
            <a:endParaRPr lang="zh-CN" altLang="en-US" sz="2600" i="0" dirty="0">
              <a:effectLst>
                <a:outerShdw blurRad="38100" dist="38100" dir="2700000">
                  <a:srgbClr val="C0C0C0"/>
                </a:outerShdw>
              </a:effectLst>
              <a:latin typeface="黑体" panose="02010609060101010101" pitchFamily="49" charset="-122"/>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393220"/>
                                        </p:tgtEl>
                                        <p:attrNameLst>
                                          <p:attrName>style.visibility</p:attrName>
                                        </p:attrNameLst>
                                      </p:cBhvr>
                                      <p:to>
                                        <p:strVal val="visible"/>
                                      </p:to>
                                    </p:set>
                                    <p:anim calcmode="lin" valueType="num">
                                      <p:cBhvr>
                                        <p:cTn id="7" dur="500" fill="hold"/>
                                        <p:tgtEl>
                                          <p:spTgt spid="393220"/>
                                        </p:tgtEl>
                                        <p:attrNameLst>
                                          <p:attrName>ppt_w</p:attrName>
                                        </p:attrNameLst>
                                      </p:cBhvr>
                                      <p:tavLst>
                                        <p:tav tm="0">
                                          <p:val>
                                            <p:strVal val="4/3*#ppt_w"/>
                                          </p:val>
                                        </p:tav>
                                        <p:tav tm="100000">
                                          <p:val>
                                            <p:strVal val="#ppt_w"/>
                                          </p:val>
                                        </p:tav>
                                      </p:tavLst>
                                    </p:anim>
                                    <p:anim calcmode="lin" valueType="num">
                                      <p:cBhvr>
                                        <p:cTn id="8" dur="500" fill="hold"/>
                                        <p:tgtEl>
                                          <p:spTgt spid="393220"/>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93233"/>
                                        </p:tgtEl>
                                        <p:attrNameLst>
                                          <p:attrName>style.visibility</p:attrName>
                                        </p:attrNameLst>
                                      </p:cBhvr>
                                      <p:to>
                                        <p:strVal val="visible"/>
                                      </p:to>
                                    </p:set>
                                    <p:animEffect transition="in" filter="blinds(horizontal)">
                                      <p:cBhvr>
                                        <p:cTn id="13" dur="500"/>
                                        <p:tgtEl>
                                          <p:spTgt spid="39323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93221"/>
                                        </p:tgtEl>
                                        <p:attrNameLst>
                                          <p:attrName>style.visibility</p:attrName>
                                        </p:attrNameLst>
                                      </p:cBhvr>
                                      <p:to>
                                        <p:strVal val="visible"/>
                                      </p:to>
                                    </p:set>
                                    <p:anim calcmode="lin" valueType="num">
                                      <p:cBhvr additive="base">
                                        <p:cTn id="18" dur="500" fill="hold"/>
                                        <p:tgtEl>
                                          <p:spTgt spid="393221"/>
                                        </p:tgtEl>
                                        <p:attrNameLst>
                                          <p:attrName>ppt_x</p:attrName>
                                        </p:attrNameLst>
                                      </p:cBhvr>
                                      <p:tavLst>
                                        <p:tav tm="0">
                                          <p:val>
                                            <p:strVal val="0-#ppt_w/2"/>
                                          </p:val>
                                        </p:tav>
                                        <p:tav tm="100000">
                                          <p:val>
                                            <p:strVal val="#ppt_x"/>
                                          </p:val>
                                        </p:tav>
                                      </p:tavLst>
                                    </p:anim>
                                    <p:anim calcmode="lin" valueType="num">
                                      <p:cBhvr additive="base">
                                        <p:cTn id="19" dur="500" fill="hold"/>
                                        <p:tgtEl>
                                          <p:spTgt spid="39322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393258"/>
                                        </p:tgtEl>
                                        <p:attrNameLst>
                                          <p:attrName>style.visibility</p:attrName>
                                        </p:attrNameLst>
                                      </p:cBhvr>
                                      <p:to>
                                        <p:strVal val="visible"/>
                                      </p:to>
                                    </p:set>
                                    <p:animEffect transition="in" filter="wipe(up)">
                                      <p:cBhvr>
                                        <p:cTn id="24" dur="500"/>
                                        <p:tgtEl>
                                          <p:spTgt spid="39325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93259"/>
                                        </p:tgtEl>
                                        <p:attrNameLst>
                                          <p:attrName>style.visibility</p:attrName>
                                        </p:attrNameLst>
                                      </p:cBhvr>
                                      <p:to>
                                        <p:strVal val="visible"/>
                                      </p:to>
                                    </p:set>
                                    <p:animEffect transition="in" filter="wipe(left)">
                                      <p:cBhvr>
                                        <p:cTn id="29" dur="500"/>
                                        <p:tgtEl>
                                          <p:spTgt spid="39325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393257"/>
                                        </p:tgtEl>
                                        <p:attrNameLst>
                                          <p:attrName>style.visibility</p:attrName>
                                        </p:attrNameLst>
                                      </p:cBhvr>
                                      <p:to>
                                        <p:strVal val="visible"/>
                                      </p:to>
                                    </p:set>
                                    <p:animEffect transition="in" filter="wipe(up)">
                                      <p:cBhvr>
                                        <p:cTn id="34" dur="500"/>
                                        <p:tgtEl>
                                          <p:spTgt spid="393257"/>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393256"/>
                                        </p:tgtEl>
                                        <p:attrNameLst>
                                          <p:attrName>style.visibility</p:attrName>
                                        </p:attrNameLst>
                                      </p:cBhvr>
                                      <p:to>
                                        <p:strVal val="visible"/>
                                      </p:to>
                                    </p:set>
                                    <p:anim calcmode="lin" valueType="num">
                                      <p:cBhvr additive="base">
                                        <p:cTn id="39" dur="500" fill="hold"/>
                                        <p:tgtEl>
                                          <p:spTgt spid="393256"/>
                                        </p:tgtEl>
                                        <p:attrNameLst>
                                          <p:attrName>ppt_x</p:attrName>
                                        </p:attrNameLst>
                                      </p:cBhvr>
                                      <p:tavLst>
                                        <p:tav tm="0">
                                          <p:val>
                                            <p:strVal val="0-#ppt_w/2"/>
                                          </p:val>
                                        </p:tav>
                                        <p:tav tm="100000">
                                          <p:val>
                                            <p:strVal val="#ppt_x"/>
                                          </p:val>
                                        </p:tav>
                                      </p:tavLst>
                                    </p:anim>
                                    <p:anim calcmode="lin" valueType="num">
                                      <p:cBhvr additive="base">
                                        <p:cTn id="40" dur="500" fill="hold"/>
                                        <p:tgtEl>
                                          <p:spTgt spid="3932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20" grpId="0"/>
      <p:bldP spid="39325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4251" name="文本框 394250"/>
          <p:cNvSpPr txBox="1"/>
          <p:nvPr/>
        </p:nvSpPr>
        <p:spPr>
          <a:xfrm>
            <a:off x="395288" y="692150"/>
            <a:ext cx="8569325" cy="154463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变速运动</a:t>
            </a:r>
            <a:r>
              <a:rPr lang="en-US" altLang="zh-CN" sz="2600" i="0">
                <a:solidFill>
                  <a:srgbClr val="CC0000"/>
                </a:solidFill>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速度不变的</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即</a:t>
            </a:r>
            <a:r>
              <a:rPr lang="en-US" altLang="zh-CN" sz="2600" i="1">
                <a:latin typeface="Book Antiqua" panose="02040602050305030304" pitchFamily="18" charset="0"/>
                <a:ea typeface="黑体" panose="02010609060101010101" pitchFamily="49" charset="-122"/>
              </a:rPr>
              <a:t>v</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常量</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运动称为</a:t>
            </a:r>
            <a:r>
              <a:rPr lang="zh-CN" altLang="en-US" sz="2600" i="0" dirty="0">
                <a:solidFill>
                  <a:srgbClr val="CC0000"/>
                </a:solidFill>
                <a:latin typeface="Times New Roman" panose="02020603050405020304" pitchFamily="18" charset="0"/>
                <a:ea typeface="黑体" panose="02010609060101010101" pitchFamily="49" charset="-122"/>
              </a:rPr>
              <a:t>匀速运动</a:t>
            </a:r>
            <a:r>
              <a:rPr lang="en-US" altLang="zh-CN" sz="2600" i="0">
                <a:solidFill>
                  <a:srgbClr val="CC0000"/>
                </a:solidFill>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a:p>
            <a:pPr lvl="0" algn="just" eaLnBrk="1" hangingPunct="1">
              <a:lnSpc>
                <a:spcPct val="105000"/>
              </a:lnSpc>
              <a:spcBef>
                <a:spcPct val="25000"/>
              </a:spcBef>
              <a:buClr>
                <a:srgbClr val="CC0000"/>
              </a:buClr>
            </a:pP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速度改变的</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或大小</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或方向</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运动称为</a:t>
            </a:r>
            <a:r>
              <a:rPr lang="zh-CN" altLang="en-US" sz="2600" i="0" dirty="0">
                <a:solidFill>
                  <a:srgbClr val="CC0000"/>
                </a:solidFill>
                <a:latin typeface="Times New Roman" panose="02020603050405020304" pitchFamily="18" charset="0"/>
                <a:ea typeface="黑体" panose="02010609060101010101" pitchFamily="49" charset="-122"/>
              </a:rPr>
              <a:t>变速运动</a:t>
            </a:r>
            <a:r>
              <a:rPr lang="en-US" altLang="zh-CN" sz="2600" i="0">
                <a:solidFill>
                  <a:srgbClr val="CC0000"/>
                </a:solidFill>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a:p>
            <a:pPr lvl="0" algn="just" eaLnBrk="1" hangingPunct="1">
              <a:lnSpc>
                <a:spcPct val="105000"/>
              </a:lnSpc>
              <a:spcBef>
                <a:spcPct val="25000"/>
              </a:spcBef>
              <a:buClr>
                <a:srgbClr val="CC0000"/>
              </a:buClr>
            </a:pP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变速运动可分为</a:t>
            </a:r>
            <a:r>
              <a:rPr lang="zh-CN" altLang="en-US" sz="2600" i="0" dirty="0">
                <a:solidFill>
                  <a:srgbClr val="CC0000"/>
                </a:solidFill>
                <a:latin typeface="Times New Roman" panose="02020603050405020304" pitchFamily="18" charset="0"/>
                <a:ea typeface="黑体" panose="02010609060101010101" pitchFamily="49" charset="-122"/>
              </a:rPr>
              <a:t>匀变速运动</a:t>
            </a:r>
            <a:r>
              <a:rPr lang="zh-CN" altLang="en-US" sz="2600" i="0" dirty="0">
                <a:latin typeface="Times New Roman" panose="02020603050405020304" pitchFamily="18" charset="0"/>
                <a:ea typeface="黑体" panose="02010609060101010101" pitchFamily="49" charset="-122"/>
              </a:rPr>
              <a:t>和</a:t>
            </a:r>
            <a:r>
              <a:rPr lang="zh-CN" altLang="en-US" sz="2600" i="0" dirty="0">
                <a:solidFill>
                  <a:srgbClr val="CC0000"/>
                </a:solidFill>
                <a:latin typeface="Times New Roman" panose="02020603050405020304" pitchFamily="18" charset="0"/>
                <a:ea typeface="黑体" panose="02010609060101010101" pitchFamily="49" charset="-122"/>
              </a:rPr>
              <a:t>变加速运动</a:t>
            </a:r>
            <a:r>
              <a:rPr lang="en-US" altLang="zh-CN" sz="2600" i="0">
                <a:latin typeface="Times New Roman" panose="02020603050405020304" pitchFamily="18" charset="0"/>
                <a:ea typeface="黑体" panose="02010609060101010101" pitchFamily="49" charset="-122"/>
              </a:rPr>
              <a:t>.</a:t>
            </a:r>
            <a:endParaRPr lang="zh-CN" altLang="en-US" sz="2600" i="0" dirty="0">
              <a:latin typeface="Times New Roman" panose="02020603050405020304" pitchFamily="18" charset="0"/>
              <a:ea typeface="黑体" panose="02010609060101010101" pitchFamily="49" charset="-122"/>
            </a:endParaRPr>
          </a:p>
        </p:txBody>
      </p:sp>
      <p:sp>
        <p:nvSpPr>
          <p:cNvPr id="394252" name="文本框 394251"/>
          <p:cNvSpPr txBox="1"/>
          <p:nvPr/>
        </p:nvSpPr>
        <p:spPr>
          <a:xfrm>
            <a:off x="396875" y="188913"/>
            <a:ext cx="8351838" cy="519112"/>
          </a:xfrm>
          <a:prstGeom prst="rect">
            <a:avLst/>
          </a:prstGeom>
          <a:noFill/>
          <a:ln w="9525">
            <a:noFill/>
          </a:ln>
        </p:spPr>
        <p:txBody>
          <a:bodyPr>
            <a:spAutoFit/>
          </a:bodyPr>
          <a:p>
            <a:pPr lvl="0" algn="ctr" eaLnBrk="1" hangingPunct="1">
              <a:spcBef>
                <a:spcPct val="50000"/>
              </a:spcBef>
              <a:buClr>
                <a:srgbClr val="000000"/>
              </a:buClr>
            </a:pPr>
            <a:r>
              <a:rPr lang="en-US" altLang="zh-CN" sz="2800" i="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1.3  </a:t>
            </a:r>
            <a:r>
              <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变速运动  加速度</a:t>
            </a:r>
            <a:endPar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94253" name="文本框 394252"/>
          <p:cNvSpPr txBox="1"/>
          <p:nvPr/>
        </p:nvSpPr>
        <p:spPr>
          <a:xfrm>
            <a:off x="395288" y="2276475"/>
            <a:ext cx="5688012"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加速度</a:t>
            </a:r>
            <a:r>
              <a:rPr lang="zh-CN" altLang="en-US" sz="2600" i="0" dirty="0">
                <a:latin typeface="Times New Roman" panose="02020603050405020304" pitchFamily="18" charset="0"/>
                <a:ea typeface="黑体" panose="02010609060101010101" pitchFamily="49" charset="-122"/>
              </a:rPr>
              <a:t>是反映速度变化的物理量</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394254" name="文本框 394253"/>
          <p:cNvSpPr txBox="1"/>
          <p:nvPr/>
        </p:nvSpPr>
        <p:spPr>
          <a:xfrm>
            <a:off x="468313" y="2795588"/>
            <a:ext cx="5040312"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sym typeface="Symbol" panose="05050102010706020507" pitchFamily="18" charset="2"/>
              </a:rPr>
              <a:t></a:t>
            </a:r>
            <a:r>
              <a:rPr lang="en-US" altLang="zh-CN" sz="2600" i="1">
                <a:latin typeface="Times New Roman" panose="02020603050405020304" pitchFamily="18" charset="0"/>
                <a:ea typeface="黑体" panose="02010609060101010101" pitchFamily="49" charset="-122"/>
                <a:sym typeface="Symbol" panose="05050102010706020507" pitchFamily="18" charset="2"/>
              </a:rPr>
              <a:t>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时间内</a:t>
            </a:r>
            <a:r>
              <a:rPr lang="en-US" altLang="zh-CN" sz="2600" i="0">
                <a:latin typeface="Times New Roman" panose="02020603050405020304" pitchFamily="18" charset="0"/>
                <a:ea typeface="黑体" panose="02010609060101010101" pitchFamily="49" charset="-122"/>
                <a:sym typeface="Symbol" panose="05050102010706020507" pitchFamily="18" charset="2"/>
              </a:rPr>
              <a: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速度增量为</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endParaRPr lang="en-US" altLang="zh-CN" sz="2600" i="0">
              <a:latin typeface="Times New Roman" panose="02020603050405020304" pitchFamily="18" charset="0"/>
              <a:ea typeface="黑体" panose="02010609060101010101" pitchFamily="49" charset="-122"/>
            </a:endParaRPr>
          </a:p>
        </p:txBody>
      </p:sp>
      <p:graphicFrame>
        <p:nvGraphicFramePr>
          <p:cNvPr id="394255" name="对象 394254"/>
          <p:cNvGraphicFramePr/>
          <p:nvPr/>
        </p:nvGraphicFramePr>
        <p:xfrm>
          <a:off x="1908175" y="3371850"/>
          <a:ext cx="2160588" cy="560388"/>
        </p:xfrm>
        <a:graphic>
          <a:graphicData uri="http://schemas.openxmlformats.org/presentationml/2006/ole">
            <mc:AlternateContent xmlns:mc="http://schemas.openxmlformats.org/markup-compatibility/2006">
              <mc:Choice xmlns:v="urn:schemas-microsoft-com:vml" Requires="v">
                <p:oleObj spid="_x0000_s3226" name="" r:id="rId1" imgW="824230" imgH="215900" progId="Equation.3">
                  <p:embed/>
                </p:oleObj>
              </mc:Choice>
              <mc:Fallback>
                <p:oleObj name="" r:id="rId1" imgW="824230" imgH="215900" progId="Equation.3">
                  <p:embed/>
                  <p:pic>
                    <p:nvPicPr>
                      <p:cNvPr id="0" name="图片 3225"/>
                      <p:cNvPicPr/>
                      <p:nvPr/>
                    </p:nvPicPr>
                    <p:blipFill>
                      <a:blip r:embed="rId2"/>
                      <a:stretch>
                        <a:fillRect/>
                      </a:stretch>
                    </p:blipFill>
                    <p:spPr>
                      <a:xfrm>
                        <a:off x="1908175" y="3371850"/>
                        <a:ext cx="2160588" cy="560388"/>
                      </a:xfrm>
                      <a:prstGeom prst="rect">
                        <a:avLst/>
                      </a:prstGeom>
                      <a:noFill/>
                      <a:ln w="38100">
                        <a:noFill/>
                        <a:miter/>
                      </a:ln>
                    </p:spPr>
                  </p:pic>
                </p:oleObj>
              </mc:Fallback>
            </mc:AlternateContent>
          </a:graphicData>
        </a:graphic>
      </p:graphicFrame>
      <p:pic>
        <p:nvPicPr>
          <p:cNvPr id="394256" name="图片 394255" descr="MEaccepd01"/>
          <p:cNvPicPr>
            <a:picLocks noChangeAspect="1"/>
          </p:cNvPicPr>
          <p:nvPr/>
        </p:nvPicPr>
        <p:blipFill>
          <a:blip r:embed="rId3">
            <a:clrChange>
              <a:clrFrom>
                <a:srgbClr val="FFFFFF"/>
              </a:clrFrom>
              <a:clrTo>
                <a:srgbClr val="FFFFFF">
                  <a:alpha val="0"/>
                </a:srgbClr>
              </a:clrTo>
            </a:clrChange>
            <a:lum bright="-47998" contrast="36000"/>
          </a:blip>
          <a:stretch>
            <a:fillRect/>
          </a:stretch>
        </p:blipFill>
        <p:spPr>
          <a:xfrm>
            <a:off x="4716463" y="3011488"/>
            <a:ext cx="4141787" cy="3268662"/>
          </a:xfrm>
          <a:prstGeom prst="rect">
            <a:avLst/>
          </a:prstGeom>
          <a:noFill/>
          <a:ln w="9525">
            <a:noFill/>
          </a:ln>
        </p:spPr>
      </p:pic>
      <p:sp>
        <p:nvSpPr>
          <p:cNvPr id="394257" name="文本框 394256"/>
          <p:cNvSpPr txBox="1"/>
          <p:nvPr/>
        </p:nvSpPr>
        <p:spPr>
          <a:xfrm>
            <a:off x="395288" y="3948113"/>
            <a:ext cx="4824412" cy="927100"/>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包括速度方向的变化和速度量值的变化</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394258" name="文本框 394257"/>
          <p:cNvSpPr txBox="1"/>
          <p:nvPr/>
        </p:nvSpPr>
        <p:spPr>
          <a:xfrm>
            <a:off x="323850" y="4883150"/>
            <a:ext cx="6408738"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平均加速度</a:t>
            </a:r>
            <a:r>
              <a:rPr lang="en-US" altLang="zh-CN" sz="2600" i="0">
                <a:solidFill>
                  <a:srgbClr val="CC0000"/>
                </a:solidFill>
                <a:latin typeface="Times New Roman" panose="02020603050405020304" pitchFamily="18" charset="0"/>
                <a:ea typeface="黑体" panose="02010609060101010101" pitchFamily="49" charset="-122"/>
              </a:rPr>
              <a:t>:</a:t>
            </a:r>
            <a:endParaRPr lang="en-US" altLang="zh-CN" sz="2600" i="0">
              <a:solidFill>
                <a:srgbClr val="CC0000"/>
              </a:solidFill>
              <a:latin typeface="Times New Roman" panose="02020603050405020304" pitchFamily="18" charset="0"/>
              <a:ea typeface="黑体" panose="02010609060101010101" pitchFamily="49" charset="-122"/>
            </a:endParaRPr>
          </a:p>
        </p:txBody>
      </p:sp>
      <p:graphicFrame>
        <p:nvGraphicFramePr>
          <p:cNvPr id="394259" name="对象 394258"/>
          <p:cNvGraphicFramePr/>
          <p:nvPr/>
        </p:nvGraphicFramePr>
        <p:xfrm>
          <a:off x="2411413" y="4667250"/>
          <a:ext cx="1366837" cy="1004888"/>
        </p:xfrm>
        <a:graphic>
          <a:graphicData uri="http://schemas.openxmlformats.org/presentationml/2006/ole">
            <mc:AlternateContent xmlns:mc="http://schemas.openxmlformats.org/markup-compatibility/2006">
              <mc:Choice xmlns:v="urn:schemas-microsoft-com:vml" Requires="v">
                <p:oleObj spid="_x0000_s3232" name="" r:id="rId4" imgW="495300" imgH="393700" progId="Equation.3">
                  <p:embed/>
                </p:oleObj>
              </mc:Choice>
              <mc:Fallback>
                <p:oleObj name="" r:id="rId4" imgW="495300" imgH="393700" progId="Equation.3">
                  <p:embed/>
                  <p:pic>
                    <p:nvPicPr>
                      <p:cNvPr id="0" name="图片 3231"/>
                      <p:cNvPicPr/>
                      <p:nvPr/>
                    </p:nvPicPr>
                    <p:blipFill>
                      <a:blip r:embed="rId5"/>
                      <a:stretch>
                        <a:fillRect/>
                      </a:stretch>
                    </p:blipFill>
                    <p:spPr>
                      <a:xfrm>
                        <a:off x="2411413" y="4667250"/>
                        <a:ext cx="1366837" cy="1004888"/>
                      </a:xfrm>
                      <a:prstGeom prst="rect">
                        <a:avLst/>
                      </a:prstGeom>
                      <a:noFill/>
                      <a:ln w="38100">
                        <a:noFill/>
                        <a:miter/>
                      </a:ln>
                    </p:spPr>
                  </p:pic>
                </p:oleObj>
              </mc:Fallback>
            </mc:AlternateContent>
          </a:graphicData>
        </a:graphic>
      </p:graphicFrame>
      <p:sp>
        <p:nvSpPr>
          <p:cNvPr id="394260" name="文本框 394259"/>
          <p:cNvSpPr txBox="1"/>
          <p:nvPr/>
        </p:nvSpPr>
        <p:spPr>
          <a:xfrm>
            <a:off x="1116013" y="5603875"/>
            <a:ext cx="3311525" cy="927100"/>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平均加速度的方向与速度增量的方向一致</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94252"/>
                                        </p:tgtEl>
                                        <p:attrNameLst>
                                          <p:attrName>style.visibility</p:attrName>
                                        </p:attrNameLst>
                                      </p:cBhvr>
                                      <p:to>
                                        <p:strVal val="visible"/>
                                      </p:to>
                                    </p:set>
                                    <p:animEffect transition="in" filter="wipe(left)">
                                      <p:cBhvr>
                                        <p:cTn id="7" dur="500"/>
                                        <p:tgtEl>
                                          <p:spTgt spid="3942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4251"/>
                                        </p:tgtEl>
                                        <p:attrNameLst>
                                          <p:attrName>style.visibility</p:attrName>
                                        </p:attrNameLst>
                                      </p:cBhvr>
                                      <p:to>
                                        <p:strVal val="visible"/>
                                      </p:to>
                                    </p:set>
                                    <p:animEffect transition="in" filter="blinds(horizontal)">
                                      <p:cBhvr>
                                        <p:cTn id="12" dur="500"/>
                                        <p:tgtEl>
                                          <p:spTgt spid="3942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94253"/>
                                        </p:tgtEl>
                                        <p:attrNameLst>
                                          <p:attrName>style.visibility</p:attrName>
                                        </p:attrNameLst>
                                      </p:cBhvr>
                                      <p:to>
                                        <p:strVal val="visible"/>
                                      </p:to>
                                    </p:set>
                                    <p:animEffect transition="in" filter="wipe(left)">
                                      <p:cBhvr>
                                        <p:cTn id="17" dur="1000"/>
                                        <p:tgtEl>
                                          <p:spTgt spid="3942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4254"/>
                                        </p:tgtEl>
                                        <p:attrNameLst>
                                          <p:attrName>style.visibility</p:attrName>
                                        </p:attrNameLst>
                                      </p:cBhvr>
                                      <p:to>
                                        <p:strVal val="visible"/>
                                      </p:to>
                                    </p:set>
                                    <p:animEffect transition="in" filter="wipe(left)">
                                      <p:cBhvr>
                                        <p:cTn id="22" dur="1000"/>
                                        <p:tgtEl>
                                          <p:spTgt spid="39425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94255"/>
                                        </p:tgtEl>
                                        <p:attrNameLst>
                                          <p:attrName>style.visibility</p:attrName>
                                        </p:attrNameLst>
                                      </p:cBhvr>
                                      <p:to>
                                        <p:strVal val="visible"/>
                                      </p:to>
                                    </p:set>
                                    <p:animEffect transition="in" filter="wipe(left)">
                                      <p:cBhvr>
                                        <p:cTn id="27" dur="1000"/>
                                        <p:tgtEl>
                                          <p:spTgt spid="394255"/>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394257"/>
                                        </p:tgtEl>
                                        <p:attrNameLst>
                                          <p:attrName>style.visibility</p:attrName>
                                        </p:attrNameLst>
                                      </p:cBhvr>
                                      <p:to>
                                        <p:strVal val="visible"/>
                                      </p:to>
                                    </p:set>
                                    <p:animEffect transition="in" filter="wipe(left)">
                                      <p:cBhvr>
                                        <p:cTn id="31" dur="500"/>
                                        <p:tgtEl>
                                          <p:spTgt spid="39425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94258"/>
                                        </p:tgtEl>
                                        <p:attrNameLst>
                                          <p:attrName>style.visibility</p:attrName>
                                        </p:attrNameLst>
                                      </p:cBhvr>
                                      <p:to>
                                        <p:strVal val="visible"/>
                                      </p:to>
                                    </p:set>
                                    <p:animEffect transition="in" filter="wipe(left)">
                                      <p:cBhvr>
                                        <p:cTn id="36" dur="1000"/>
                                        <p:tgtEl>
                                          <p:spTgt spid="39425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94259"/>
                                        </p:tgtEl>
                                        <p:attrNameLst>
                                          <p:attrName>style.visibility</p:attrName>
                                        </p:attrNameLst>
                                      </p:cBhvr>
                                      <p:to>
                                        <p:strVal val="visible"/>
                                      </p:to>
                                    </p:set>
                                    <p:animEffect transition="in" filter="wipe(left)">
                                      <p:cBhvr>
                                        <p:cTn id="41" dur="1000"/>
                                        <p:tgtEl>
                                          <p:spTgt spid="394259"/>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394260"/>
                                        </p:tgtEl>
                                        <p:attrNameLst>
                                          <p:attrName>style.visibility</p:attrName>
                                        </p:attrNameLst>
                                      </p:cBhvr>
                                      <p:to>
                                        <p:strVal val="visible"/>
                                      </p:to>
                                    </p:set>
                                    <p:anim calcmode="lin" valueType="num">
                                      <p:cBhvr additive="base">
                                        <p:cTn id="46" dur="500" fill="hold"/>
                                        <p:tgtEl>
                                          <p:spTgt spid="394260"/>
                                        </p:tgtEl>
                                        <p:attrNameLst>
                                          <p:attrName>ppt_x</p:attrName>
                                        </p:attrNameLst>
                                      </p:cBhvr>
                                      <p:tavLst>
                                        <p:tav tm="0">
                                          <p:val>
                                            <p:strVal val="#ppt_x"/>
                                          </p:val>
                                        </p:tav>
                                        <p:tav tm="100000">
                                          <p:val>
                                            <p:strVal val="#ppt_x"/>
                                          </p:val>
                                        </p:tav>
                                      </p:tavLst>
                                    </p:anim>
                                    <p:anim calcmode="lin" valueType="num">
                                      <p:cBhvr additive="base">
                                        <p:cTn id="47" dur="500" fill="hold"/>
                                        <p:tgtEl>
                                          <p:spTgt spid="3942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51" grpId="0"/>
      <p:bldP spid="394252" grpId="0"/>
      <p:bldP spid="394253" grpId="0"/>
      <p:bldP spid="394254" grpId="0"/>
      <p:bldP spid="394257" grpId="0"/>
      <p:bldP spid="394258" grpId="0"/>
      <p:bldP spid="39426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42" name="文本框 368641"/>
          <p:cNvSpPr txBox="1"/>
          <p:nvPr/>
        </p:nvSpPr>
        <p:spPr>
          <a:xfrm>
            <a:off x="395288" y="608013"/>
            <a:ext cx="771525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瞬时加速度</a:t>
            </a:r>
            <a:r>
              <a:rPr lang="en-US" altLang="zh-CN" sz="2600" i="0">
                <a:solidFill>
                  <a:srgbClr val="CC0000"/>
                </a:solidFill>
                <a:latin typeface="Times New Roman" panose="02020603050405020304" pitchFamily="18" charset="0"/>
                <a:ea typeface="黑体" panose="02010609060101010101" pitchFamily="49" charset="-122"/>
              </a:rPr>
              <a:t>(</a:t>
            </a:r>
            <a:r>
              <a:rPr lang="zh-CN" altLang="en-US" sz="2600" i="0" dirty="0">
                <a:solidFill>
                  <a:srgbClr val="CC0000"/>
                </a:solidFill>
                <a:latin typeface="Times New Roman" panose="02020603050405020304" pitchFamily="18" charset="0"/>
                <a:ea typeface="黑体" panose="02010609060101010101" pitchFamily="49" charset="-122"/>
              </a:rPr>
              <a:t>加速度</a:t>
            </a:r>
            <a:r>
              <a:rPr lang="en-US" altLang="zh-CN" sz="2600" i="0">
                <a:solidFill>
                  <a:srgbClr val="CC0000"/>
                </a:solidFill>
                <a:latin typeface="Times New Roman" panose="02020603050405020304" pitchFamily="18" charset="0"/>
                <a:ea typeface="黑体" panose="02010609060101010101" pitchFamily="49" charset="-122"/>
              </a:rPr>
              <a:t>):</a:t>
            </a:r>
            <a:endParaRPr lang="en-US" altLang="zh-CN" sz="2600" i="0">
              <a:solidFill>
                <a:srgbClr val="CC0000"/>
              </a:solidFill>
              <a:latin typeface="Times New Roman" panose="02020603050405020304" pitchFamily="18" charset="0"/>
              <a:ea typeface="黑体" panose="02010609060101010101" pitchFamily="49" charset="-122"/>
            </a:endParaRPr>
          </a:p>
        </p:txBody>
      </p:sp>
      <p:graphicFrame>
        <p:nvGraphicFramePr>
          <p:cNvPr id="368643" name="对象 368642"/>
          <p:cNvGraphicFramePr/>
          <p:nvPr/>
        </p:nvGraphicFramePr>
        <p:xfrm>
          <a:off x="3708400" y="300038"/>
          <a:ext cx="3671888" cy="1112837"/>
        </p:xfrm>
        <a:graphic>
          <a:graphicData uri="http://schemas.openxmlformats.org/presentationml/2006/ole">
            <mc:AlternateContent xmlns:mc="http://schemas.openxmlformats.org/markup-compatibility/2006">
              <mc:Choice xmlns:v="urn:schemas-microsoft-com:vml" Requires="v">
                <p:oleObj spid="_x0000_s3227" name="" r:id="rId1" imgW="1485265" imgH="444500" progId="Equation.3">
                  <p:embed/>
                </p:oleObj>
              </mc:Choice>
              <mc:Fallback>
                <p:oleObj name="" r:id="rId1" imgW="1485265" imgH="444500" progId="Equation.3">
                  <p:embed/>
                  <p:pic>
                    <p:nvPicPr>
                      <p:cNvPr id="0" name="图片 3226"/>
                      <p:cNvPicPr/>
                      <p:nvPr/>
                    </p:nvPicPr>
                    <p:blipFill>
                      <a:blip r:embed="rId2">
                        <a:clrChange>
                          <a:clrFrom>
                            <a:srgbClr val="000000"/>
                          </a:clrFrom>
                          <a:clrTo>
                            <a:srgbClr val="000000"/>
                          </a:clrTo>
                        </a:clrChange>
                      </a:blip>
                      <a:stretch>
                        <a:fillRect/>
                      </a:stretch>
                    </p:blipFill>
                    <p:spPr>
                      <a:xfrm>
                        <a:off x="3708400" y="300038"/>
                        <a:ext cx="3671888" cy="1112837"/>
                      </a:xfrm>
                      <a:prstGeom prst="rect">
                        <a:avLst/>
                      </a:prstGeom>
                      <a:noFill/>
                      <a:ln w="38100">
                        <a:noFill/>
                        <a:miter/>
                      </a:ln>
                    </p:spPr>
                  </p:pic>
                </p:oleObj>
              </mc:Fallback>
            </mc:AlternateContent>
          </a:graphicData>
        </a:graphic>
      </p:graphicFrame>
      <p:sp>
        <p:nvSpPr>
          <p:cNvPr id="368644" name="文本框 368643"/>
          <p:cNvSpPr txBox="1"/>
          <p:nvPr/>
        </p:nvSpPr>
        <p:spPr>
          <a:xfrm>
            <a:off x="368300" y="1412875"/>
            <a:ext cx="3124200"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直角坐标系中</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aphicFrame>
        <p:nvGraphicFramePr>
          <p:cNvPr id="368646" name="对象 368645"/>
          <p:cNvGraphicFramePr/>
          <p:nvPr/>
        </p:nvGraphicFramePr>
        <p:xfrm>
          <a:off x="2339975" y="1989138"/>
          <a:ext cx="3602038" cy="1012825"/>
        </p:xfrm>
        <a:graphic>
          <a:graphicData uri="http://schemas.openxmlformats.org/presentationml/2006/ole">
            <mc:AlternateContent xmlns:mc="http://schemas.openxmlformats.org/markup-compatibility/2006">
              <mc:Choice xmlns:v="urn:schemas-microsoft-com:vml" Requires="v">
                <p:oleObj spid="_x0000_s3228" name="" r:id="rId3" imgW="1485900" imgH="419100" progId="Equation.3">
                  <p:embed/>
                </p:oleObj>
              </mc:Choice>
              <mc:Fallback>
                <p:oleObj name="" r:id="rId3" imgW="1485900" imgH="419100" progId="Equation.3">
                  <p:embed/>
                  <p:pic>
                    <p:nvPicPr>
                      <p:cNvPr id="0" name="图片 3227"/>
                      <p:cNvPicPr/>
                      <p:nvPr/>
                    </p:nvPicPr>
                    <p:blipFill>
                      <a:blip r:embed="rId4">
                        <a:clrChange>
                          <a:clrFrom>
                            <a:srgbClr val="000000"/>
                          </a:clrFrom>
                          <a:clrTo>
                            <a:srgbClr val="000000"/>
                          </a:clrTo>
                        </a:clrChange>
                        <a:lum bright="-100000"/>
                      </a:blip>
                      <a:stretch>
                        <a:fillRect/>
                      </a:stretch>
                    </p:blipFill>
                    <p:spPr>
                      <a:xfrm>
                        <a:off x="2339975" y="1989138"/>
                        <a:ext cx="3602038" cy="1012825"/>
                      </a:xfrm>
                      <a:prstGeom prst="rect">
                        <a:avLst/>
                      </a:prstGeom>
                      <a:noFill/>
                      <a:ln w="38100">
                        <a:noFill/>
                        <a:miter/>
                      </a:ln>
                    </p:spPr>
                  </p:pic>
                </p:oleObj>
              </mc:Fallback>
            </mc:AlternateContent>
          </a:graphicData>
        </a:graphic>
      </p:graphicFrame>
      <p:graphicFrame>
        <p:nvGraphicFramePr>
          <p:cNvPr id="368647" name="对象 368646"/>
          <p:cNvGraphicFramePr/>
          <p:nvPr/>
        </p:nvGraphicFramePr>
        <p:xfrm>
          <a:off x="1403350" y="3141663"/>
          <a:ext cx="3600450" cy="1025525"/>
        </p:xfrm>
        <a:graphic>
          <a:graphicData uri="http://schemas.openxmlformats.org/presentationml/2006/ole">
            <mc:AlternateContent xmlns:mc="http://schemas.openxmlformats.org/markup-compatibility/2006">
              <mc:Choice xmlns:v="urn:schemas-microsoft-com:vml" Requires="v">
                <p:oleObj spid="_x0000_s3233" name="" r:id="rId5" imgW="1473200" imgH="419100" progId="Equation.3">
                  <p:embed/>
                </p:oleObj>
              </mc:Choice>
              <mc:Fallback>
                <p:oleObj name="" r:id="rId5" imgW="1473200" imgH="419100" progId="Equation.3">
                  <p:embed/>
                  <p:pic>
                    <p:nvPicPr>
                      <p:cNvPr id="0" name="图片 3232"/>
                      <p:cNvPicPr/>
                      <p:nvPr/>
                    </p:nvPicPr>
                    <p:blipFill>
                      <a:blip r:embed="rId6">
                        <a:lum bright="-100000"/>
                      </a:blip>
                      <a:stretch>
                        <a:fillRect/>
                      </a:stretch>
                    </p:blipFill>
                    <p:spPr>
                      <a:xfrm>
                        <a:off x="1403350" y="3141663"/>
                        <a:ext cx="3600450" cy="1025525"/>
                      </a:xfrm>
                      <a:prstGeom prst="rect">
                        <a:avLst/>
                      </a:prstGeom>
                      <a:noFill/>
                      <a:ln w="38100">
                        <a:noFill/>
                        <a:miter/>
                      </a:ln>
                    </p:spPr>
                  </p:pic>
                </p:oleObj>
              </mc:Fallback>
            </mc:AlternateContent>
          </a:graphicData>
        </a:graphic>
      </p:graphicFrame>
      <p:graphicFrame>
        <p:nvGraphicFramePr>
          <p:cNvPr id="368648" name="对象 368647"/>
          <p:cNvGraphicFramePr/>
          <p:nvPr/>
        </p:nvGraphicFramePr>
        <p:xfrm>
          <a:off x="5003800" y="3313113"/>
          <a:ext cx="2825750" cy="692150"/>
        </p:xfrm>
        <a:graphic>
          <a:graphicData uri="http://schemas.openxmlformats.org/presentationml/2006/ole">
            <mc:AlternateContent xmlns:mc="http://schemas.openxmlformats.org/markup-compatibility/2006">
              <mc:Choice xmlns:v="urn:schemas-microsoft-com:vml" Requires="v">
                <p:oleObj spid="_x0000_s3230" name="" r:id="rId7" imgW="1090930" imgH="266065" progId="Equation.3">
                  <p:embed/>
                </p:oleObj>
              </mc:Choice>
              <mc:Fallback>
                <p:oleObj name="" r:id="rId7" imgW="1090930" imgH="266065" progId="Equation.3">
                  <p:embed/>
                  <p:pic>
                    <p:nvPicPr>
                      <p:cNvPr id="0" name="图片 3229"/>
                      <p:cNvPicPr/>
                      <p:nvPr/>
                    </p:nvPicPr>
                    <p:blipFill>
                      <a:blip r:embed="rId8">
                        <a:lum bright="-100000"/>
                      </a:blip>
                      <a:stretch>
                        <a:fillRect/>
                      </a:stretch>
                    </p:blipFill>
                    <p:spPr>
                      <a:xfrm>
                        <a:off x="5003800" y="3313113"/>
                        <a:ext cx="2825750" cy="692150"/>
                      </a:xfrm>
                      <a:prstGeom prst="rect">
                        <a:avLst/>
                      </a:prstGeom>
                      <a:noFill/>
                      <a:ln w="38100">
                        <a:noFill/>
                        <a:miter/>
                      </a:ln>
                    </p:spPr>
                  </p:pic>
                </p:oleObj>
              </mc:Fallback>
            </mc:AlternateContent>
          </a:graphicData>
        </a:graphic>
      </p:graphicFrame>
      <p:graphicFrame>
        <p:nvGraphicFramePr>
          <p:cNvPr id="368649" name="对象 368648"/>
          <p:cNvGraphicFramePr/>
          <p:nvPr/>
        </p:nvGraphicFramePr>
        <p:xfrm>
          <a:off x="1116013" y="1989138"/>
          <a:ext cx="1193800" cy="1022350"/>
        </p:xfrm>
        <a:graphic>
          <a:graphicData uri="http://schemas.openxmlformats.org/presentationml/2006/ole">
            <mc:AlternateContent xmlns:mc="http://schemas.openxmlformats.org/markup-compatibility/2006">
              <mc:Choice xmlns:v="urn:schemas-microsoft-com:vml" Requires="v">
                <p:oleObj spid="_x0000_s3234" name="" r:id="rId9" imgW="457200" imgH="393700" progId="Equation.3">
                  <p:embed/>
                </p:oleObj>
              </mc:Choice>
              <mc:Fallback>
                <p:oleObj name="" r:id="rId9" imgW="457200" imgH="393700" progId="Equation.3">
                  <p:embed/>
                  <p:pic>
                    <p:nvPicPr>
                      <p:cNvPr id="0" name="图片 3233"/>
                      <p:cNvPicPr/>
                      <p:nvPr/>
                    </p:nvPicPr>
                    <p:blipFill>
                      <a:blip r:embed="rId10">
                        <a:clrChange>
                          <a:clrFrom>
                            <a:srgbClr val="000000"/>
                          </a:clrFrom>
                          <a:clrTo>
                            <a:srgbClr val="000000"/>
                          </a:clrTo>
                        </a:clrChange>
                        <a:lum bright="-100000"/>
                      </a:blip>
                      <a:stretch>
                        <a:fillRect/>
                      </a:stretch>
                    </p:blipFill>
                    <p:spPr>
                      <a:xfrm>
                        <a:off x="1116013" y="1989138"/>
                        <a:ext cx="1193800" cy="1022350"/>
                      </a:xfrm>
                      <a:prstGeom prst="rect">
                        <a:avLst/>
                      </a:prstGeom>
                      <a:noFill/>
                      <a:ln w="38100">
                        <a:noFill/>
                        <a:miter/>
                      </a:ln>
                    </p:spPr>
                  </p:pic>
                </p:oleObj>
              </mc:Fallback>
            </mc:AlternateContent>
          </a:graphicData>
        </a:graphic>
      </p:graphicFrame>
      <p:graphicFrame>
        <p:nvGraphicFramePr>
          <p:cNvPr id="368650" name="对象 368649"/>
          <p:cNvGraphicFramePr/>
          <p:nvPr/>
        </p:nvGraphicFramePr>
        <p:xfrm>
          <a:off x="2814638" y="4333875"/>
          <a:ext cx="3640137" cy="790575"/>
        </p:xfrm>
        <a:graphic>
          <a:graphicData uri="http://schemas.openxmlformats.org/presentationml/2006/ole">
            <mc:AlternateContent xmlns:mc="http://schemas.openxmlformats.org/markup-compatibility/2006">
              <mc:Choice xmlns:v="urn:schemas-microsoft-com:vml" Requires="v">
                <p:oleObj spid="_x0000_s3229" name="" r:id="rId11" imgW="1395730" imgH="304800" progId="Equation.3">
                  <p:embed/>
                </p:oleObj>
              </mc:Choice>
              <mc:Fallback>
                <p:oleObj name="" r:id="rId11" imgW="1395730" imgH="304800" progId="Equation.3">
                  <p:embed/>
                  <p:pic>
                    <p:nvPicPr>
                      <p:cNvPr id="0" name="图片 3228"/>
                      <p:cNvPicPr/>
                      <p:nvPr/>
                    </p:nvPicPr>
                    <p:blipFill>
                      <a:blip r:embed="rId12"/>
                      <a:stretch>
                        <a:fillRect/>
                      </a:stretch>
                    </p:blipFill>
                    <p:spPr>
                      <a:xfrm>
                        <a:off x="2814638" y="4333875"/>
                        <a:ext cx="3640137" cy="790575"/>
                      </a:xfrm>
                      <a:prstGeom prst="rect">
                        <a:avLst/>
                      </a:prstGeom>
                      <a:noFill/>
                      <a:ln w="38100">
                        <a:noFill/>
                        <a:miter/>
                      </a:ln>
                    </p:spPr>
                  </p:pic>
                </p:oleObj>
              </mc:Fallback>
            </mc:AlternateContent>
          </a:graphicData>
        </a:graphic>
      </p:graphicFrame>
      <p:sp>
        <p:nvSpPr>
          <p:cNvPr id="368651" name="文本框 368650"/>
          <p:cNvSpPr txBox="1"/>
          <p:nvPr/>
        </p:nvSpPr>
        <p:spPr>
          <a:xfrm>
            <a:off x="323850" y="4437063"/>
            <a:ext cx="3455988"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加速度的大小</a:t>
            </a:r>
            <a:r>
              <a:rPr lang="en-US" altLang="zh-CN" sz="2600" i="0">
                <a:solidFill>
                  <a:srgbClr val="CC0000"/>
                </a:solidFill>
                <a:latin typeface="Times New Roman" panose="02020603050405020304" pitchFamily="18" charset="0"/>
                <a:ea typeface="黑体" panose="02010609060101010101" pitchFamily="49" charset="-122"/>
              </a:rPr>
              <a:t>:</a:t>
            </a:r>
            <a:endParaRPr lang="en-US" altLang="zh-CN" sz="2600" i="0">
              <a:solidFill>
                <a:srgbClr val="CC0000"/>
              </a:solidFill>
              <a:latin typeface="Times New Roman" panose="02020603050405020304" pitchFamily="18" charset="0"/>
              <a:ea typeface="黑体" panose="02010609060101010101" pitchFamily="49" charset="-122"/>
            </a:endParaRPr>
          </a:p>
        </p:txBody>
      </p:sp>
      <p:grpSp>
        <p:nvGrpSpPr>
          <p:cNvPr id="368654" name="组合 368653"/>
          <p:cNvGrpSpPr/>
          <p:nvPr/>
        </p:nvGrpSpPr>
        <p:grpSpPr>
          <a:xfrm>
            <a:off x="295275" y="5187950"/>
            <a:ext cx="8496300" cy="927100"/>
            <a:chOff x="186" y="3268"/>
            <a:chExt cx="5352" cy="584"/>
          </a:xfrm>
        </p:grpSpPr>
        <p:sp>
          <p:nvSpPr>
            <p:cNvPr id="368652" name="文本框 368651"/>
            <p:cNvSpPr txBox="1"/>
            <p:nvPr/>
          </p:nvSpPr>
          <p:spPr>
            <a:xfrm>
              <a:off x="186" y="3268"/>
              <a:ext cx="5352" cy="584"/>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加速度的方向</a:t>
              </a:r>
              <a:r>
                <a:rPr lang="zh-CN" altLang="en-US" sz="2600" i="0" dirty="0">
                  <a:latin typeface="Times New Roman" panose="02020603050405020304" pitchFamily="18" charset="0"/>
                  <a:ea typeface="黑体" panose="02010609060101010101" pitchFamily="49" charset="-122"/>
                </a:rPr>
                <a:t>就是时间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a:t>
              </a:r>
              <a:r>
                <a:rPr lang="en-US" altLang="zh-CN" sz="2600" i="1">
                  <a:latin typeface="Times New Roman" panose="02020603050405020304" pitchFamily="18" charset="0"/>
                  <a:ea typeface="黑体" panose="02010609060101010101" pitchFamily="49" charset="-122"/>
                  <a:sym typeface="Symbol" panose="05050102010706020507" pitchFamily="18" charset="2"/>
                </a:rPr>
                <a:t>t</a:t>
              </a:r>
              <a:r>
                <a:rPr lang="en-US" altLang="zh-CN" sz="2600" i="0">
                  <a:latin typeface="Times New Roman" panose="02020603050405020304" pitchFamily="18" charset="0"/>
                  <a:ea typeface="黑体" panose="02010609060101010101" pitchFamily="49" charset="-122"/>
                  <a:sym typeface="Symbol" panose="05050102010706020507" pitchFamily="18" charset="2"/>
                </a:rPr>
                <a: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趋近于零时</a:t>
              </a:r>
              <a:r>
                <a:rPr lang="en-US" altLang="zh-CN" sz="2600" i="0">
                  <a:latin typeface="Times New Roman" panose="02020603050405020304" pitchFamily="18" charset="0"/>
                  <a:ea typeface="黑体" panose="02010609060101010101" pitchFamily="49" charset="-122"/>
                  <a:sym typeface="Symbol" panose="05050102010706020507" pitchFamily="18" charset="2"/>
                </a:rPr>
                <a: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速度增量      的极限方向</a:t>
              </a:r>
              <a:r>
                <a:rPr lang="en-US" altLang="zh-CN" sz="2600" i="0">
                  <a:latin typeface="Times New Roman" panose="02020603050405020304" pitchFamily="18" charset="0"/>
                  <a:ea typeface="黑体" panose="02010609060101010101" pitchFamily="49" charset="-122"/>
                  <a:sym typeface="Symbol" panose="05050102010706020507" pitchFamily="18" charset="2"/>
                </a:rPr>
                <a: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加速度与速度的方向一般不同</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endParaRPr lang="en-US" altLang="zh-CN" sz="2600" i="0">
                <a:latin typeface="Times New Roman" panose="02020603050405020304" pitchFamily="18" charset="0"/>
                <a:ea typeface="黑体" panose="02010609060101010101" pitchFamily="49" charset="-122"/>
              </a:endParaRPr>
            </a:p>
          </p:txBody>
        </p:sp>
        <p:graphicFrame>
          <p:nvGraphicFramePr>
            <p:cNvPr id="368653" name="对象 368652"/>
            <p:cNvGraphicFramePr/>
            <p:nvPr/>
          </p:nvGraphicFramePr>
          <p:xfrm>
            <a:off x="4673" y="3308"/>
            <a:ext cx="321" cy="259"/>
          </p:xfrm>
          <a:graphic>
            <a:graphicData uri="http://schemas.openxmlformats.org/presentationml/2006/ole">
              <mc:AlternateContent xmlns:mc="http://schemas.openxmlformats.org/markup-compatibility/2006">
                <mc:Choice xmlns:v="urn:schemas-microsoft-com:vml" Requires="v">
                  <p:oleObj spid="_x0000_s3231" name="" r:id="rId13" imgW="215265" imgH="177800" progId="Equation.3">
                    <p:embed/>
                  </p:oleObj>
                </mc:Choice>
                <mc:Fallback>
                  <p:oleObj name="" r:id="rId13" imgW="215265" imgH="177800" progId="Equation.3">
                    <p:embed/>
                    <p:pic>
                      <p:nvPicPr>
                        <p:cNvPr id="0" name="图片 3230"/>
                        <p:cNvPicPr/>
                        <p:nvPr/>
                      </p:nvPicPr>
                      <p:blipFill>
                        <a:blip r:embed="rId14"/>
                        <a:stretch>
                          <a:fillRect/>
                        </a:stretch>
                      </p:blipFill>
                      <p:spPr>
                        <a:xfrm>
                          <a:off x="4673" y="3308"/>
                          <a:ext cx="321" cy="259"/>
                        </a:xfrm>
                        <a:prstGeom prst="rect">
                          <a:avLst/>
                        </a:prstGeom>
                        <a:noFill/>
                        <a:ln w="38100">
                          <a:noFill/>
                          <a:miter/>
                        </a:ln>
                      </p:spPr>
                    </p:pic>
                  </p:oleObj>
                </mc:Fallback>
              </mc:AlternateContent>
            </a:graphicData>
          </a:graphic>
        </p:graphicFrame>
      </p:gr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8642"/>
                                        </p:tgtEl>
                                        <p:attrNameLst>
                                          <p:attrName>style.visibility</p:attrName>
                                        </p:attrNameLst>
                                      </p:cBhvr>
                                      <p:to>
                                        <p:strVal val="visible"/>
                                      </p:to>
                                    </p:set>
                                    <p:animEffect transition="in" filter="wipe(left)">
                                      <p:cBhvr>
                                        <p:cTn id="7" dur="1000"/>
                                        <p:tgtEl>
                                          <p:spTgt spid="36864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368643"/>
                                        </p:tgtEl>
                                        <p:attrNameLst>
                                          <p:attrName>style.visibility</p:attrName>
                                        </p:attrNameLst>
                                      </p:cBhvr>
                                      <p:to>
                                        <p:strVal val="visible"/>
                                      </p:to>
                                    </p:set>
                                    <p:animEffect transition="in" filter="wipe(left)">
                                      <p:cBhvr>
                                        <p:cTn id="11" dur="1000"/>
                                        <p:tgtEl>
                                          <p:spTgt spid="36864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68644"/>
                                        </p:tgtEl>
                                        <p:attrNameLst>
                                          <p:attrName>style.visibility</p:attrName>
                                        </p:attrNameLst>
                                      </p:cBhvr>
                                      <p:to>
                                        <p:strVal val="visible"/>
                                      </p:to>
                                    </p:set>
                                    <p:animEffect transition="in" filter="wipe(left)">
                                      <p:cBhvr>
                                        <p:cTn id="16" dur="1000"/>
                                        <p:tgtEl>
                                          <p:spTgt spid="36864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68649"/>
                                        </p:tgtEl>
                                        <p:attrNameLst>
                                          <p:attrName>style.visibility</p:attrName>
                                        </p:attrNameLst>
                                      </p:cBhvr>
                                      <p:to>
                                        <p:strVal val="visible"/>
                                      </p:to>
                                    </p:set>
                                    <p:animEffect transition="in" filter="wipe(left)">
                                      <p:cBhvr>
                                        <p:cTn id="21" dur="500"/>
                                        <p:tgtEl>
                                          <p:spTgt spid="36864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68646"/>
                                        </p:tgtEl>
                                        <p:attrNameLst>
                                          <p:attrName>style.visibility</p:attrName>
                                        </p:attrNameLst>
                                      </p:cBhvr>
                                      <p:to>
                                        <p:strVal val="visible"/>
                                      </p:to>
                                    </p:set>
                                    <p:animEffect transition="in" filter="wipe(left)">
                                      <p:cBhvr>
                                        <p:cTn id="26" dur="500"/>
                                        <p:tgtEl>
                                          <p:spTgt spid="36864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68647"/>
                                        </p:tgtEl>
                                        <p:attrNameLst>
                                          <p:attrName>style.visibility</p:attrName>
                                        </p:attrNameLst>
                                      </p:cBhvr>
                                      <p:to>
                                        <p:strVal val="visible"/>
                                      </p:to>
                                    </p:set>
                                    <p:animEffect transition="in" filter="wipe(left)">
                                      <p:cBhvr>
                                        <p:cTn id="31" dur="500"/>
                                        <p:tgtEl>
                                          <p:spTgt spid="36864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68648"/>
                                        </p:tgtEl>
                                        <p:attrNameLst>
                                          <p:attrName>style.visibility</p:attrName>
                                        </p:attrNameLst>
                                      </p:cBhvr>
                                      <p:to>
                                        <p:strVal val="visible"/>
                                      </p:to>
                                    </p:set>
                                    <p:animEffect transition="in" filter="wipe(left)">
                                      <p:cBhvr>
                                        <p:cTn id="36" dur="500"/>
                                        <p:tgtEl>
                                          <p:spTgt spid="368648"/>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68651"/>
                                        </p:tgtEl>
                                        <p:attrNameLst>
                                          <p:attrName>style.visibility</p:attrName>
                                        </p:attrNameLst>
                                      </p:cBhvr>
                                      <p:to>
                                        <p:strVal val="visible"/>
                                      </p:to>
                                    </p:set>
                                    <p:animEffect transition="in" filter="blinds(horizontal)">
                                      <p:cBhvr>
                                        <p:cTn id="41" dur="500"/>
                                        <p:tgtEl>
                                          <p:spTgt spid="36865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68650"/>
                                        </p:tgtEl>
                                        <p:attrNameLst>
                                          <p:attrName>style.visibility</p:attrName>
                                        </p:attrNameLst>
                                      </p:cBhvr>
                                      <p:to>
                                        <p:strVal val="visible"/>
                                      </p:to>
                                    </p:set>
                                    <p:animEffect transition="in" filter="wipe(left)">
                                      <p:cBhvr>
                                        <p:cTn id="46" dur="1000"/>
                                        <p:tgtEl>
                                          <p:spTgt spid="368650"/>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368654"/>
                                        </p:tgtEl>
                                        <p:attrNameLst>
                                          <p:attrName>style.visibility</p:attrName>
                                        </p:attrNameLst>
                                      </p:cBhvr>
                                      <p:to>
                                        <p:strVal val="visible"/>
                                      </p:to>
                                    </p:set>
                                    <p:animEffect transition="in" filter="blinds(horizontal)">
                                      <p:cBhvr>
                                        <p:cTn id="51" dur="500"/>
                                        <p:tgtEl>
                                          <p:spTgt spid="368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2" grpId="0"/>
      <p:bldP spid="368644" grpId="0"/>
      <p:bldP spid="36865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2674" name="文本框 412673"/>
          <p:cNvSpPr txBox="1"/>
          <p:nvPr/>
        </p:nvSpPr>
        <p:spPr>
          <a:xfrm>
            <a:off x="717550" y="279400"/>
            <a:ext cx="7239000" cy="509588"/>
          </a:xfrm>
          <a:prstGeom prst="rect">
            <a:avLst/>
          </a:prstGeom>
          <a:noFill/>
          <a:ln w="9525">
            <a:noFill/>
          </a:ln>
          <a:effectLst>
            <a:outerShdw dist="17961" dir="2699999" algn="ctr" rotWithShape="0">
              <a:schemeClr val="tx1"/>
            </a:outerShdw>
          </a:effectLst>
        </p:spPr>
        <p:txBody>
          <a:bodyPr>
            <a:spAutoFit/>
          </a:bodyPr>
          <a:p>
            <a:pPr lvl="0" algn="ctr" eaLnBrk="1" hangingPunct="1">
              <a:lnSpc>
                <a:spcPct val="105000"/>
              </a:lnSpc>
              <a:spcBef>
                <a:spcPct val="25000"/>
              </a:spcBef>
              <a:buClr>
                <a:srgbClr val="CC0000"/>
              </a:buClr>
            </a:pPr>
            <a:r>
              <a:rPr lang="en-US" altLang="zh-CN" sz="2600" i="0">
                <a:solidFill>
                  <a:srgbClr val="CC0000"/>
                </a:solidFill>
                <a:latin typeface="Times New Roman" panose="02020603050405020304" pitchFamily="18" charset="0"/>
                <a:ea typeface="黑体" panose="02010609060101010101" pitchFamily="49" charset="-122"/>
              </a:rPr>
              <a:t> </a:t>
            </a:r>
            <a:r>
              <a:rPr lang="zh-CN" altLang="en-US" sz="2600" i="0" dirty="0">
                <a:solidFill>
                  <a:srgbClr val="CC0000"/>
                </a:solidFill>
                <a:latin typeface="Times New Roman" panose="02020603050405020304" pitchFamily="18" charset="0"/>
                <a:ea typeface="黑体" panose="02010609060101010101" pitchFamily="49" charset="-122"/>
              </a:rPr>
              <a:t>运动学的两类问题</a:t>
            </a:r>
            <a:endParaRPr lang="zh-CN" altLang="en-US" sz="2600" i="0">
              <a:solidFill>
                <a:srgbClr val="CC0000"/>
              </a:solidFill>
              <a:latin typeface="Times New Roman" panose="02020603050405020304" pitchFamily="18" charset="0"/>
              <a:ea typeface="黑体" panose="02010609060101010101" pitchFamily="49" charset="-122"/>
            </a:endParaRPr>
          </a:p>
        </p:txBody>
      </p:sp>
      <p:sp>
        <p:nvSpPr>
          <p:cNvPr id="412675" name="文本框 412674"/>
          <p:cNvSpPr txBox="1"/>
          <p:nvPr/>
        </p:nvSpPr>
        <p:spPr>
          <a:xfrm>
            <a:off x="2120900" y="5862638"/>
            <a:ext cx="4827588"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CC0000"/>
                </a:solidFill>
                <a:latin typeface="Times New Roman" panose="02020603050405020304" pitchFamily="18" charset="0"/>
                <a:ea typeface="黑体" panose="02010609060101010101" pitchFamily="49" charset="-122"/>
              </a:rPr>
              <a:t>运动方程是运动学问题的核心</a:t>
            </a:r>
            <a:endParaRPr lang="zh-CN" altLang="en-US" sz="2600" i="0">
              <a:solidFill>
                <a:srgbClr val="CC0000"/>
              </a:solidFill>
              <a:latin typeface="Times New Roman" panose="02020603050405020304" pitchFamily="18" charset="0"/>
              <a:ea typeface="黑体" panose="02010609060101010101" pitchFamily="49" charset="-122"/>
            </a:endParaRPr>
          </a:p>
        </p:txBody>
      </p:sp>
      <p:sp>
        <p:nvSpPr>
          <p:cNvPr id="412676" name="文本框 412675"/>
          <p:cNvSpPr txBox="1"/>
          <p:nvPr/>
        </p:nvSpPr>
        <p:spPr>
          <a:xfrm>
            <a:off x="468313" y="838200"/>
            <a:ext cx="8135937" cy="927100"/>
          </a:xfrm>
          <a:prstGeom prst="rect">
            <a:avLst/>
          </a:prstGeom>
          <a:noFill/>
          <a:ln w="9525">
            <a:noFill/>
          </a:ln>
        </p:spPr>
        <p:txBody>
          <a:bodyPr>
            <a:spAutoFit/>
          </a:bodyPr>
          <a:p>
            <a:pPr lvl="0" algn="just" eaLnBrk="1" hangingPunct="1">
              <a:lnSpc>
                <a:spcPct val="105000"/>
              </a:lnSpc>
              <a:spcBef>
                <a:spcPct val="25000"/>
              </a:spcBef>
              <a:buClr>
                <a:srgbClr val="CC0000"/>
              </a:buClr>
            </a:pPr>
            <a:r>
              <a:rPr lang="en-US" altLang="zh-CN" sz="2600" i="0">
                <a:latin typeface="Times New Roman" panose="02020603050405020304" pitchFamily="18" charset="0"/>
                <a:ea typeface="黑体" panose="02010609060101010101" pitchFamily="49" charset="-122"/>
              </a:rPr>
              <a:t>1</a:t>
            </a:r>
            <a:r>
              <a:rPr lang="zh-CN" altLang="en-US" sz="2600" i="0" dirty="0">
                <a:latin typeface="Times New Roman" panose="02020603050405020304" pitchFamily="18" charset="0"/>
                <a:ea typeface="黑体" panose="02010609060101010101" pitchFamily="49" charset="-122"/>
              </a:rPr>
              <a:t>、已知运动方程</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求质点任意时刻的位置、速度以及加速度</a:t>
            </a:r>
            <a:endParaRPr lang="en-US" altLang="zh-CN" sz="2600" i="0">
              <a:latin typeface="Times New Roman" panose="02020603050405020304" pitchFamily="18" charset="0"/>
              <a:ea typeface="黑体" panose="02010609060101010101" pitchFamily="49" charset="-122"/>
            </a:endParaRPr>
          </a:p>
        </p:txBody>
      </p:sp>
      <p:graphicFrame>
        <p:nvGraphicFramePr>
          <p:cNvPr id="412677" name="对象 412676"/>
          <p:cNvGraphicFramePr/>
          <p:nvPr/>
        </p:nvGraphicFramePr>
        <p:xfrm>
          <a:off x="1403350" y="1628775"/>
          <a:ext cx="6005513" cy="1089025"/>
        </p:xfrm>
        <a:graphic>
          <a:graphicData uri="http://schemas.openxmlformats.org/presentationml/2006/ole">
            <mc:AlternateContent xmlns:mc="http://schemas.openxmlformats.org/markup-compatibility/2006">
              <mc:Choice xmlns:v="urn:schemas-microsoft-com:vml" Requires="v">
                <p:oleObj spid="_x0000_s3242" name="" r:id="rId1" imgW="2311400" imgH="419100" progId="Equation.3">
                  <p:embed/>
                </p:oleObj>
              </mc:Choice>
              <mc:Fallback>
                <p:oleObj name="" r:id="rId1" imgW="2311400" imgH="419100" progId="Equation.3">
                  <p:embed/>
                  <p:pic>
                    <p:nvPicPr>
                      <p:cNvPr id="0" name="图片 3241"/>
                      <p:cNvPicPr/>
                      <p:nvPr/>
                    </p:nvPicPr>
                    <p:blipFill>
                      <a:blip r:embed="rId2">
                        <a:clrChange>
                          <a:clrFrom>
                            <a:srgbClr val="000000"/>
                          </a:clrFrom>
                          <a:clrTo>
                            <a:srgbClr val="000000"/>
                          </a:clrTo>
                        </a:clrChange>
                      </a:blip>
                      <a:stretch>
                        <a:fillRect/>
                      </a:stretch>
                    </p:blipFill>
                    <p:spPr>
                      <a:xfrm>
                        <a:off x="1403350" y="1628775"/>
                        <a:ext cx="6005513" cy="1089025"/>
                      </a:xfrm>
                      <a:prstGeom prst="rect">
                        <a:avLst/>
                      </a:prstGeom>
                      <a:noFill/>
                      <a:ln w="38100">
                        <a:noFill/>
                        <a:miter/>
                      </a:ln>
                    </p:spPr>
                  </p:pic>
                </p:oleObj>
              </mc:Fallback>
            </mc:AlternateContent>
          </a:graphicData>
        </a:graphic>
      </p:graphicFrame>
      <p:sp>
        <p:nvSpPr>
          <p:cNvPr id="412678" name="文本框 412677"/>
          <p:cNvSpPr txBox="1"/>
          <p:nvPr/>
        </p:nvSpPr>
        <p:spPr>
          <a:xfrm>
            <a:off x="468313" y="2895600"/>
            <a:ext cx="8135937" cy="927100"/>
          </a:xfrm>
          <a:prstGeom prst="rect">
            <a:avLst/>
          </a:prstGeom>
          <a:noFill/>
          <a:ln w="9525">
            <a:noFill/>
          </a:ln>
        </p:spPr>
        <p:txBody>
          <a:bodyPr>
            <a:spAutoFit/>
          </a:bodyPr>
          <a:p>
            <a:pPr lvl="0" algn="just" eaLnBrk="1" hangingPunct="1">
              <a:lnSpc>
                <a:spcPct val="105000"/>
              </a:lnSpc>
              <a:spcBef>
                <a:spcPct val="25000"/>
              </a:spcBef>
              <a:buClr>
                <a:srgbClr val="CC0000"/>
              </a:buClr>
            </a:pPr>
            <a:r>
              <a:rPr lang="en-US" altLang="zh-CN" sz="2600" i="0">
                <a:latin typeface="Times New Roman" panose="02020603050405020304" pitchFamily="18" charset="0"/>
                <a:ea typeface="黑体" panose="02010609060101010101" pitchFamily="49" charset="-122"/>
              </a:rPr>
              <a:t>2</a:t>
            </a:r>
            <a:r>
              <a:rPr lang="zh-CN" altLang="en-US" sz="2600" i="0" dirty="0">
                <a:latin typeface="Times New Roman" panose="02020603050405020304" pitchFamily="18" charset="0"/>
                <a:ea typeface="黑体" panose="02010609060101010101" pitchFamily="49" charset="-122"/>
              </a:rPr>
              <a:t>、已知运动质点的速度函数</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或加速度函数</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以及初始条件求质点的运动方程</a:t>
            </a:r>
            <a:endParaRPr lang="zh-CN" altLang="en-US" sz="2600" i="0">
              <a:latin typeface="Times New Roman" panose="02020603050405020304" pitchFamily="18" charset="0"/>
              <a:ea typeface="黑体" panose="02010609060101010101" pitchFamily="49" charset="-122"/>
            </a:endParaRPr>
          </a:p>
        </p:txBody>
      </p:sp>
      <p:graphicFrame>
        <p:nvGraphicFramePr>
          <p:cNvPr id="412679" name="对象 412678"/>
          <p:cNvGraphicFramePr/>
          <p:nvPr/>
        </p:nvGraphicFramePr>
        <p:xfrm>
          <a:off x="1331913" y="3883025"/>
          <a:ext cx="4333875" cy="931863"/>
        </p:xfrm>
        <a:graphic>
          <a:graphicData uri="http://schemas.openxmlformats.org/presentationml/2006/ole">
            <mc:AlternateContent xmlns:mc="http://schemas.openxmlformats.org/markup-compatibility/2006">
              <mc:Choice xmlns:v="urn:schemas-microsoft-com:vml" Requires="v">
                <p:oleObj spid="_x0000_s3243" name="" r:id="rId3" imgW="1649730" imgH="355600" progId="Equation.3">
                  <p:embed/>
                </p:oleObj>
              </mc:Choice>
              <mc:Fallback>
                <p:oleObj name="" r:id="rId3" imgW="1649730" imgH="355600" progId="Equation.3">
                  <p:embed/>
                  <p:pic>
                    <p:nvPicPr>
                      <p:cNvPr id="0" name="图片 3242"/>
                      <p:cNvPicPr/>
                      <p:nvPr/>
                    </p:nvPicPr>
                    <p:blipFill>
                      <a:blip r:embed="rId4">
                        <a:clrChange>
                          <a:clrFrom>
                            <a:srgbClr val="000000"/>
                          </a:clrFrom>
                          <a:clrTo>
                            <a:srgbClr val="000000"/>
                          </a:clrTo>
                        </a:clrChange>
                      </a:blip>
                      <a:stretch>
                        <a:fillRect/>
                      </a:stretch>
                    </p:blipFill>
                    <p:spPr>
                      <a:xfrm>
                        <a:off x="1331913" y="3883025"/>
                        <a:ext cx="4333875" cy="931863"/>
                      </a:xfrm>
                      <a:prstGeom prst="rect">
                        <a:avLst/>
                      </a:prstGeom>
                      <a:noFill/>
                      <a:ln w="38100">
                        <a:noFill/>
                        <a:miter/>
                      </a:ln>
                    </p:spPr>
                  </p:pic>
                </p:oleObj>
              </mc:Fallback>
            </mc:AlternateContent>
          </a:graphicData>
        </a:graphic>
      </p:graphicFrame>
      <p:graphicFrame>
        <p:nvGraphicFramePr>
          <p:cNvPr id="412680" name="对象 412679"/>
          <p:cNvGraphicFramePr/>
          <p:nvPr/>
        </p:nvGraphicFramePr>
        <p:xfrm>
          <a:off x="1331913" y="4797425"/>
          <a:ext cx="4351337" cy="931863"/>
        </p:xfrm>
        <a:graphic>
          <a:graphicData uri="http://schemas.openxmlformats.org/presentationml/2006/ole">
            <mc:AlternateContent xmlns:mc="http://schemas.openxmlformats.org/markup-compatibility/2006">
              <mc:Choice xmlns:v="urn:schemas-microsoft-com:vml" Requires="v">
                <p:oleObj spid="_x0000_s3239" name="" r:id="rId5" imgW="1649730" imgH="355600" progId="Equation.3">
                  <p:embed/>
                </p:oleObj>
              </mc:Choice>
              <mc:Fallback>
                <p:oleObj name="" r:id="rId5" imgW="1649730" imgH="355600" progId="Equation.3">
                  <p:embed/>
                  <p:pic>
                    <p:nvPicPr>
                      <p:cNvPr id="0" name="图片 3238"/>
                      <p:cNvPicPr/>
                      <p:nvPr/>
                    </p:nvPicPr>
                    <p:blipFill>
                      <a:blip r:embed="rId6">
                        <a:clrChange>
                          <a:clrFrom>
                            <a:srgbClr val="000000"/>
                          </a:clrFrom>
                          <a:clrTo>
                            <a:srgbClr val="000000"/>
                          </a:clrTo>
                        </a:clrChange>
                      </a:blip>
                      <a:stretch>
                        <a:fillRect/>
                      </a:stretch>
                    </p:blipFill>
                    <p:spPr>
                      <a:xfrm>
                        <a:off x="1331913" y="4797425"/>
                        <a:ext cx="4351337" cy="931863"/>
                      </a:xfrm>
                      <a:prstGeom prst="rect">
                        <a:avLst/>
                      </a:prstGeom>
                      <a:noFill/>
                      <a:ln w="38100">
                        <a:noFill/>
                        <a:miter/>
                      </a:ln>
                    </p:spPr>
                  </p:pic>
                </p:oleObj>
              </mc:Fallback>
            </mc:AlternateContent>
          </a:graphicData>
        </a:graphic>
      </p:graphicFrame>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12674"/>
                                        </p:tgtEl>
                                        <p:attrNameLst>
                                          <p:attrName>style.visibility</p:attrName>
                                        </p:attrNameLst>
                                      </p:cBhvr>
                                      <p:to>
                                        <p:strVal val="visible"/>
                                      </p:to>
                                    </p:set>
                                    <p:anim calcmode="lin" valueType="num">
                                      <p:cBhvr additive="base">
                                        <p:cTn id="7" dur="500" fill="hold"/>
                                        <p:tgtEl>
                                          <p:spTgt spid="412674"/>
                                        </p:tgtEl>
                                        <p:attrNameLst>
                                          <p:attrName>ppt_x</p:attrName>
                                        </p:attrNameLst>
                                      </p:cBhvr>
                                      <p:tavLst>
                                        <p:tav tm="0">
                                          <p:val>
                                            <p:strVal val="#ppt_x"/>
                                          </p:val>
                                        </p:tav>
                                        <p:tav tm="100000">
                                          <p:val>
                                            <p:strVal val="#ppt_x"/>
                                          </p:val>
                                        </p:tav>
                                      </p:tavLst>
                                    </p:anim>
                                    <p:anim calcmode="lin" valueType="num">
                                      <p:cBhvr additive="base">
                                        <p:cTn id="8" dur="500" fill="hold"/>
                                        <p:tgtEl>
                                          <p:spTgt spid="41267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412676"/>
                                        </p:tgtEl>
                                        <p:attrNameLst>
                                          <p:attrName>style.visibility</p:attrName>
                                        </p:attrNameLst>
                                      </p:cBhvr>
                                      <p:to>
                                        <p:strVal val="visible"/>
                                      </p:to>
                                    </p:set>
                                    <p:animEffect transition="in" filter="dissolve">
                                      <p:cBhvr>
                                        <p:cTn id="13" dur="500"/>
                                        <p:tgtEl>
                                          <p:spTgt spid="412676"/>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3" fill="hold" nodeType="clickEffect">
                                  <p:stCondLst>
                                    <p:cond delay="0"/>
                                  </p:stCondLst>
                                  <p:childTnLst>
                                    <p:set>
                                      <p:cBhvr>
                                        <p:cTn id="17" dur="1" fill="hold">
                                          <p:stCondLst>
                                            <p:cond delay="0"/>
                                          </p:stCondLst>
                                        </p:cTn>
                                        <p:tgtEl>
                                          <p:spTgt spid="412677"/>
                                        </p:tgtEl>
                                        <p:attrNameLst>
                                          <p:attrName>style.visibility</p:attrName>
                                        </p:attrNameLst>
                                      </p:cBhvr>
                                      <p:to>
                                        <p:strVal val="visible"/>
                                      </p:to>
                                    </p:set>
                                    <p:animEffect transition="in" filter="strips(upRight)">
                                      <p:cBhvr>
                                        <p:cTn id="18" dur="500"/>
                                        <p:tgtEl>
                                          <p:spTgt spid="412677"/>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412678"/>
                                        </p:tgtEl>
                                        <p:attrNameLst>
                                          <p:attrName>style.visibility</p:attrName>
                                        </p:attrNameLst>
                                      </p:cBhvr>
                                      <p:to>
                                        <p:strVal val="visible"/>
                                      </p:to>
                                    </p:set>
                                    <p:animEffect transition="in" filter="randombar(horizontal)">
                                      <p:cBhvr>
                                        <p:cTn id="23" dur="500"/>
                                        <p:tgtEl>
                                          <p:spTgt spid="412678"/>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3" fill="hold" nodeType="clickEffect">
                                  <p:stCondLst>
                                    <p:cond delay="0"/>
                                  </p:stCondLst>
                                  <p:childTnLst>
                                    <p:set>
                                      <p:cBhvr>
                                        <p:cTn id="27" dur="1" fill="hold">
                                          <p:stCondLst>
                                            <p:cond delay="0"/>
                                          </p:stCondLst>
                                        </p:cTn>
                                        <p:tgtEl>
                                          <p:spTgt spid="412679"/>
                                        </p:tgtEl>
                                        <p:attrNameLst>
                                          <p:attrName>style.visibility</p:attrName>
                                        </p:attrNameLst>
                                      </p:cBhvr>
                                      <p:to>
                                        <p:strVal val="visible"/>
                                      </p:to>
                                    </p:set>
                                    <p:animEffect transition="in" filter="strips(upRight)">
                                      <p:cBhvr>
                                        <p:cTn id="28" dur="500"/>
                                        <p:tgtEl>
                                          <p:spTgt spid="412679"/>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3" fill="hold" nodeType="clickEffect">
                                  <p:stCondLst>
                                    <p:cond delay="0"/>
                                  </p:stCondLst>
                                  <p:childTnLst>
                                    <p:set>
                                      <p:cBhvr>
                                        <p:cTn id="32" dur="1" fill="hold">
                                          <p:stCondLst>
                                            <p:cond delay="0"/>
                                          </p:stCondLst>
                                        </p:cTn>
                                        <p:tgtEl>
                                          <p:spTgt spid="412680"/>
                                        </p:tgtEl>
                                        <p:attrNameLst>
                                          <p:attrName>style.visibility</p:attrName>
                                        </p:attrNameLst>
                                      </p:cBhvr>
                                      <p:to>
                                        <p:strVal val="visible"/>
                                      </p:to>
                                    </p:set>
                                    <p:animEffect transition="in" filter="strips(upRight)">
                                      <p:cBhvr>
                                        <p:cTn id="33" dur="500"/>
                                        <p:tgtEl>
                                          <p:spTgt spid="412680"/>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412675"/>
                                        </p:tgtEl>
                                        <p:attrNameLst>
                                          <p:attrName>style.visibility</p:attrName>
                                        </p:attrNameLst>
                                      </p:cBhvr>
                                      <p:to>
                                        <p:strVal val="visible"/>
                                      </p:to>
                                    </p:set>
                                    <p:anim calcmode="lin" valueType="num">
                                      <p:cBhvr additive="base">
                                        <p:cTn id="38" dur="500" fill="hold"/>
                                        <p:tgtEl>
                                          <p:spTgt spid="412675"/>
                                        </p:tgtEl>
                                        <p:attrNameLst>
                                          <p:attrName>ppt_x</p:attrName>
                                        </p:attrNameLst>
                                      </p:cBhvr>
                                      <p:tavLst>
                                        <p:tav tm="0">
                                          <p:val>
                                            <p:strVal val="0-#ppt_w/2"/>
                                          </p:val>
                                        </p:tav>
                                        <p:tav tm="100000">
                                          <p:val>
                                            <p:strVal val="#ppt_x"/>
                                          </p:val>
                                        </p:tav>
                                      </p:tavLst>
                                    </p:anim>
                                    <p:anim calcmode="lin" valueType="num">
                                      <p:cBhvr additive="base">
                                        <p:cTn id="39" dur="500" fill="hold"/>
                                        <p:tgtEl>
                                          <p:spTgt spid="4126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4" grpId="0"/>
      <p:bldP spid="412675" grpId="0"/>
      <p:bldP spid="412676" grpId="0"/>
      <p:bldP spid="41267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6292" name="文本框 396291"/>
          <p:cNvSpPr txBox="1"/>
          <p:nvPr/>
        </p:nvSpPr>
        <p:spPr>
          <a:xfrm>
            <a:off x="396875" y="188913"/>
            <a:ext cx="8351838" cy="519112"/>
          </a:xfrm>
          <a:prstGeom prst="rect">
            <a:avLst/>
          </a:prstGeom>
          <a:noFill/>
          <a:ln w="9525">
            <a:noFill/>
          </a:ln>
        </p:spPr>
        <p:txBody>
          <a:bodyPr>
            <a:spAutoFit/>
          </a:bodyPr>
          <a:p>
            <a:pPr lvl="0" algn="ctr" eaLnBrk="1" hangingPunct="1">
              <a:spcBef>
                <a:spcPct val="50000"/>
              </a:spcBef>
              <a:buClr>
                <a:srgbClr val="000000"/>
              </a:buClr>
            </a:pPr>
            <a:r>
              <a:rPr lang="en-US" altLang="zh-CN" sz="2800" i="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1.4  </a:t>
            </a:r>
            <a:r>
              <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直线运动</a:t>
            </a:r>
            <a:endPar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396342" name="文本框 396341"/>
          <p:cNvSpPr txBox="1"/>
          <p:nvPr/>
        </p:nvSpPr>
        <p:spPr>
          <a:xfrm>
            <a:off x="395288" y="636588"/>
            <a:ext cx="3889375" cy="488950"/>
          </a:xfrm>
          <a:prstGeom prst="rect">
            <a:avLst/>
          </a:prstGeom>
          <a:noFill/>
          <a:ln w="9525">
            <a:noFill/>
          </a:ln>
        </p:spPr>
        <p:txBody>
          <a:bodyPr>
            <a:spAutoFit/>
          </a:bodyPr>
          <a:p>
            <a:pPr lvl="0" algn="just" eaLnBrk="1" hangingPunct="1">
              <a:buClr>
                <a:srgbClr val="CC0000"/>
              </a:buClr>
              <a:buChar char="•"/>
            </a:pPr>
            <a:r>
              <a:rPr lang="zh-CN" altLang="en-US" sz="2600" i="0" dirty="0">
                <a:solidFill>
                  <a:srgbClr val="0000CC"/>
                </a:solidFill>
                <a:latin typeface="Times New Roman" panose="02020603050405020304" pitchFamily="18" charset="0"/>
                <a:ea typeface="黑体" panose="02010609060101010101" pitchFamily="49" charset="-122"/>
              </a:rPr>
              <a:t> 匀速直线运动</a:t>
            </a:r>
            <a:endParaRPr lang="zh-CN" altLang="en-US" sz="2600" i="0" dirty="0">
              <a:solidFill>
                <a:srgbClr val="0000CC"/>
              </a:solidFill>
              <a:latin typeface="Times New Roman" panose="02020603050405020304" pitchFamily="18" charset="0"/>
              <a:ea typeface="黑体" panose="02010609060101010101" pitchFamily="49" charset="-122"/>
            </a:endParaRPr>
          </a:p>
        </p:txBody>
      </p:sp>
      <p:sp>
        <p:nvSpPr>
          <p:cNvPr id="396351" name="文本框 396350"/>
          <p:cNvSpPr txBox="1"/>
          <p:nvPr/>
        </p:nvSpPr>
        <p:spPr>
          <a:xfrm>
            <a:off x="539750" y="1630363"/>
            <a:ext cx="304800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a:latin typeface="Times New Roman" panose="02020603050405020304" pitchFamily="18" charset="0"/>
                <a:ea typeface="黑体" panose="02010609060101010101" pitchFamily="49" charset="-122"/>
              </a:rPr>
              <a:t>由</a:t>
            </a:r>
            <a:r>
              <a:rPr lang="zh-CN" altLang="en-US" sz="2600" i="0" dirty="0">
                <a:latin typeface="Times New Roman" panose="02020603050405020304" pitchFamily="18" charset="0"/>
                <a:ea typeface="黑体" panose="02010609060101010101" pitchFamily="49" charset="-122"/>
              </a:rPr>
              <a:t>基本关系式</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396353" name="文本框 396352"/>
          <p:cNvSpPr txBox="1"/>
          <p:nvPr/>
        </p:nvSpPr>
        <p:spPr>
          <a:xfrm>
            <a:off x="1403350" y="2500313"/>
            <a:ext cx="1439863"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积分</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得</a:t>
            </a:r>
            <a:endParaRPr lang="zh-CN" altLang="en-US" sz="2600" i="0">
              <a:latin typeface="Times New Roman" panose="02020603050405020304" pitchFamily="18" charset="0"/>
              <a:ea typeface="黑体" panose="02010609060101010101" pitchFamily="49" charset="-122"/>
            </a:endParaRPr>
          </a:p>
        </p:txBody>
      </p:sp>
      <p:sp>
        <p:nvSpPr>
          <p:cNvPr id="396358" name="文本框 396357"/>
          <p:cNvSpPr txBox="1"/>
          <p:nvPr/>
        </p:nvSpPr>
        <p:spPr>
          <a:xfrm>
            <a:off x="611188" y="1081088"/>
            <a:ext cx="114300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设</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aphicFrame>
        <p:nvGraphicFramePr>
          <p:cNvPr id="396359" name="对象 396358"/>
          <p:cNvGraphicFramePr/>
          <p:nvPr/>
        </p:nvGraphicFramePr>
        <p:xfrm>
          <a:off x="1331913" y="1131888"/>
          <a:ext cx="1828800" cy="481012"/>
        </p:xfrm>
        <a:graphic>
          <a:graphicData uri="http://schemas.openxmlformats.org/presentationml/2006/ole">
            <mc:AlternateContent xmlns:mc="http://schemas.openxmlformats.org/markup-compatibility/2006">
              <mc:Choice xmlns:v="urn:schemas-microsoft-com:vml" Requires="v">
                <p:oleObj spid="_x0000_s3240" name="" r:id="rId1" imgW="774065" imgH="203200" progId="Equation.DSMT4">
                  <p:embed/>
                </p:oleObj>
              </mc:Choice>
              <mc:Fallback>
                <p:oleObj name="" r:id="rId1" imgW="774065" imgH="203200" progId="Equation.DSMT4">
                  <p:embed/>
                  <p:pic>
                    <p:nvPicPr>
                      <p:cNvPr id="0" name="图片 3239"/>
                      <p:cNvPicPr/>
                      <p:nvPr/>
                    </p:nvPicPr>
                    <p:blipFill>
                      <a:blip r:embed="rId2">
                        <a:clrChange>
                          <a:clrFrom>
                            <a:srgbClr val="FFFFFF"/>
                          </a:clrFrom>
                          <a:clrTo>
                            <a:srgbClr val="000000"/>
                          </a:clrTo>
                        </a:clrChange>
                      </a:blip>
                      <a:stretch>
                        <a:fillRect/>
                      </a:stretch>
                    </p:blipFill>
                    <p:spPr>
                      <a:xfrm>
                        <a:off x="1331913" y="1131888"/>
                        <a:ext cx="1828800" cy="481012"/>
                      </a:xfrm>
                      <a:prstGeom prst="rect">
                        <a:avLst/>
                      </a:prstGeom>
                      <a:noFill/>
                      <a:ln w="38100">
                        <a:noFill/>
                        <a:miter/>
                      </a:ln>
                    </p:spPr>
                  </p:pic>
                </p:oleObj>
              </mc:Fallback>
            </mc:AlternateContent>
          </a:graphicData>
        </a:graphic>
      </p:graphicFrame>
      <p:graphicFrame>
        <p:nvGraphicFramePr>
          <p:cNvPr id="396361" name="对象 396360"/>
          <p:cNvGraphicFramePr/>
          <p:nvPr/>
        </p:nvGraphicFramePr>
        <p:xfrm>
          <a:off x="2916238" y="663575"/>
          <a:ext cx="1584325" cy="461963"/>
        </p:xfrm>
        <a:graphic>
          <a:graphicData uri="http://schemas.openxmlformats.org/presentationml/2006/ole">
            <mc:AlternateContent xmlns:mc="http://schemas.openxmlformats.org/markup-compatibility/2006">
              <mc:Choice xmlns:v="urn:schemas-microsoft-com:vml" Requires="v">
                <p:oleObj spid="_x0000_s3244" name="" r:id="rId3" imgW="608330" imgH="177800" progId="Equation.3">
                  <p:embed/>
                </p:oleObj>
              </mc:Choice>
              <mc:Fallback>
                <p:oleObj name="" r:id="rId3" imgW="608330" imgH="177800" progId="Equation.3">
                  <p:embed/>
                  <p:pic>
                    <p:nvPicPr>
                      <p:cNvPr id="0" name="图片 3243"/>
                      <p:cNvPicPr/>
                      <p:nvPr/>
                    </p:nvPicPr>
                    <p:blipFill>
                      <a:blip r:embed="rId4">
                        <a:clrChange>
                          <a:clrFrom>
                            <a:srgbClr val="000000"/>
                          </a:clrFrom>
                          <a:clrTo>
                            <a:srgbClr val="000000"/>
                          </a:clrTo>
                        </a:clrChange>
                      </a:blip>
                      <a:stretch>
                        <a:fillRect/>
                      </a:stretch>
                    </p:blipFill>
                    <p:spPr>
                      <a:xfrm>
                        <a:off x="2916238" y="663575"/>
                        <a:ext cx="1584325" cy="461963"/>
                      </a:xfrm>
                      <a:prstGeom prst="rect">
                        <a:avLst/>
                      </a:prstGeom>
                      <a:noFill/>
                      <a:ln w="38100">
                        <a:noFill/>
                        <a:miter/>
                      </a:ln>
                    </p:spPr>
                  </p:pic>
                </p:oleObj>
              </mc:Fallback>
            </mc:AlternateContent>
          </a:graphicData>
        </a:graphic>
      </p:graphicFrame>
      <p:graphicFrame>
        <p:nvGraphicFramePr>
          <p:cNvPr id="396362" name="对象 396361"/>
          <p:cNvGraphicFramePr/>
          <p:nvPr/>
        </p:nvGraphicFramePr>
        <p:xfrm>
          <a:off x="3130550" y="1419225"/>
          <a:ext cx="1154113" cy="993775"/>
        </p:xfrm>
        <a:graphic>
          <a:graphicData uri="http://schemas.openxmlformats.org/presentationml/2006/ole">
            <mc:AlternateContent xmlns:mc="http://schemas.openxmlformats.org/markup-compatibility/2006">
              <mc:Choice xmlns:v="urn:schemas-microsoft-com:vml" Requires="v">
                <p:oleObj spid="_x0000_s3238" name="" r:id="rId5" imgW="457200" imgH="393700" progId="Equation.3">
                  <p:embed/>
                </p:oleObj>
              </mc:Choice>
              <mc:Fallback>
                <p:oleObj name="" r:id="rId5" imgW="457200" imgH="393700" progId="Equation.3">
                  <p:embed/>
                  <p:pic>
                    <p:nvPicPr>
                      <p:cNvPr id="0" name="图片 3237"/>
                      <p:cNvPicPr/>
                      <p:nvPr/>
                    </p:nvPicPr>
                    <p:blipFill>
                      <a:blip r:embed="rId6">
                        <a:clrChange>
                          <a:clrFrom>
                            <a:srgbClr val="000000"/>
                          </a:clrFrom>
                          <a:clrTo>
                            <a:srgbClr val="000000"/>
                          </a:clrTo>
                        </a:clrChange>
                      </a:blip>
                      <a:stretch>
                        <a:fillRect/>
                      </a:stretch>
                    </p:blipFill>
                    <p:spPr>
                      <a:xfrm>
                        <a:off x="3130550" y="1419225"/>
                        <a:ext cx="1154113" cy="993775"/>
                      </a:xfrm>
                      <a:prstGeom prst="rect">
                        <a:avLst/>
                      </a:prstGeom>
                      <a:noFill/>
                      <a:ln w="38100">
                        <a:noFill/>
                        <a:miter/>
                      </a:ln>
                    </p:spPr>
                  </p:pic>
                </p:oleObj>
              </mc:Fallback>
            </mc:AlternateContent>
          </a:graphicData>
        </a:graphic>
      </p:graphicFrame>
      <p:graphicFrame>
        <p:nvGraphicFramePr>
          <p:cNvPr id="396363" name="对象 396362"/>
          <p:cNvGraphicFramePr/>
          <p:nvPr/>
        </p:nvGraphicFramePr>
        <p:xfrm>
          <a:off x="3059113" y="2571750"/>
          <a:ext cx="1055687" cy="395288"/>
        </p:xfrm>
        <a:graphic>
          <a:graphicData uri="http://schemas.openxmlformats.org/presentationml/2006/ole">
            <mc:AlternateContent xmlns:mc="http://schemas.openxmlformats.org/markup-compatibility/2006">
              <mc:Choice xmlns:v="urn:schemas-microsoft-com:vml" Requires="v">
                <p:oleObj spid="_x0000_s3241" name="" r:id="rId7" imgW="405765" imgH="152400" progId="Equation.3">
                  <p:embed/>
                </p:oleObj>
              </mc:Choice>
              <mc:Fallback>
                <p:oleObj name="" r:id="rId7" imgW="405765" imgH="152400" progId="Equation.3">
                  <p:embed/>
                  <p:pic>
                    <p:nvPicPr>
                      <p:cNvPr id="0" name="图片 3240"/>
                      <p:cNvPicPr/>
                      <p:nvPr/>
                    </p:nvPicPr>
                    <p:blipFill>
                      <a:blip r:embed="rId8">
                        <a:clrChange>
                          <a:clrFrom>
                            <a:srgbClr val="000000"/>
                          </a:clrFrom>
                          <a:clrTo>
                            <a:srgbClr val="000000"/>
                          </a:clrTo>
                        </a:clrChange>
                      </a:blip>
                      <a:stretch>
                        <a:fillRect/>
                      </a:stretch>
                    </p:blipFill>
                    <p:spPr>
                      <a:xfrm>
                        <a:off x="3059113" y="2571750"/>
                        <a:ext cx="1055687" cy="395288"/>
                      </a:xfrm>
                      <a:prstGeom prst="rect">
                        <a:avLst/>
                      </a:prstGeom>
                      <a:noFill/>
                      <a:ln w="38100">
                        <a:noFill/>
                        <a:miter/>
                      </a:ln>
                    </p:spPr>
                  </p:pic>
                </p:oleObj>
              </mc:Fallback>
            </mc:AlternateContent>
          </a:graphicData>
        </a:graphic>
      </p:graphicFrame>
      <p:graphicFrame>
        <p:nvGraphicFramePr>
          <p:cNvPr id="396364" name="对象 396363"/>
          <p:cNvGraphicFramePr/>
          <p:nvPr/>
        </p:nvGraphicFramePr>
        <p:xfrm>
          <a:off x="4859338" y="2500313"/>
          <a:ext cx="923925" cy="461962"/>
        </p:xfrm>
        <a:graphic>
          <a:graphicData uri="http://schemas.openxmlformats.org/presentationml/2006/ole">
            <mc:AlternateContent xmlns:mc="http://schemas.openxmlformats.org/markup-compatibility/2006">
              <mc:Choice xmlns:v="urn:schemas-microsoft-com:vml" Requires="v">
                <p:oleObj spid="_x0000_s3245" name="" r:id="rId9" imgW="354965" imgH="177800" progId="Equation.3">
                  <p:embed/>
                </p:oleObj>
              </mc:Choice>
              <mc:Fallback>
                <p:oleObj name="" r:id="rId9" imgW="354965" imgH="177800" progId="Equation.3">
                  <p:embed/>
                  <p:pic>
                    <p:nvPicPr>
                      <p:cNvPr id="0" name="图片 3244"/>
                      <p:cNvPicPr/>
                      <p:nvPr/>
                    </p:nvPicPr>
                    <p:blipFill>
                      <a:blip r:embed="rId10">
                        <a:clrChange>
                          <a:clrFrom>
                            <a:srgbClr val="000000"/>
                          </a:clrFrom>
                          <a:clrTo>
                            <a:srgbClr val="000000"/>
                          </a:clrTo>
                        </a:clrChange>
                      </a:blip>
                      <a:stretch>
                        <a:fillRect/>
                      </a:stretch>
                    </p:blipFill>
                    <p:spPr>
                      <a:xfrm>
                        <a:off x="4859338" y="2500313"/>
                        <a:ext cx="923925" cy="461962"/>
                      </a:xfrm>
                      <a:prstGeom prst="rect">
                        <a:avLst/>
                      </a:prstGeom>
                      <a:noFill/>
                      <a:ln w="38100">
                        <a:noFill/>
                        <a:miter/>
                      </a:ln>
                    </p:spPr>
                  </p:pic>
                </p:oleObj>
              </mc:Fallback>
            </mc:AlternateContent>
          </a:graphicData>
        </a:graphic>
      </p:graphicFrame>
      <p:graphicFrame>
        <p:nvGraphicFramePr>
          <p:cNvPr id="396365" name="对象 396364"/>
          <p:cNvGraphicFramePr/>
          <p:nvPr/>
        </p:nvGraphicFramePr>
        <p:xfrm>
          <a:off x="4787900" y="1419225"/>
          <a:ext cx="1152525" cy="992188"/>
        </p:xfrm>
        <a:graphic>
          <a:graphicData uri="http://schemas.openxmlformats.org/presentationml/2006/ole">
            <mc:AlternateContent xmlns:mc="http://schemas.openxmlformats.org/markup-compatibility/2006">
              <mc:Choice xmlns:v="urn:schemas-microsoft-com:vml" Requires="v">
                <p:oleObj spid="_x0000_s3246" name="" r:id="rId11" imgW="457200" imgH="393700" progId="Equation.3">
                  <p:embed/>
                </p:oleObj>
              </mc:Choice>
              <mc:Fallback>
                <p:oleObj name="" r:id="rId11" imgW="457200" imgH="393700" progId="Equation.3">
                  <p:embed/>
                  <p:pic>
                    <p:nvPicPr>
                      <p:cNvPr id="0" name="图片 3245"/>
                      <p:cNvPicPr/>
                      <p:nvPr/>
                    </p:nvPicPr>
                    <p:blipFill>
                      <a:blip r:embed="rId12">
                        <a:clrChange>
                          <a:clrFrom>
                            <a:srgbClr val="000000"/>
                          </a:clrFrom>
                          <a:clrTo>
                            <a:srgbClr val="000000"/>
                          </a:clrTo>
                        </a:clrChange>
                      </a:blip>
                      <a:stretch>
                        <a:fillRect/>
                      </a:stretch>
                    </p:blipFill>
                    <p:spPr>
                      <a:xfrm>
                        <a:off x="4787900" y="1419225"/>
                        <a:ext cx="1152525" cy="992188"/>
                      </a:xfrm>
                      <a:prstGeom prst="rect">
                        <a:avLst/>
                      </a:prstGeom>
                      <a:noFill/>
                      <a:ln w="38100">
                        <a:noFill/>
                        <a:miter/>
                      </a:ln>
                    </p:spPr>
                  </p:pic>
                </p:oleObj>
              </mc:Fallback>
            </mc:AlternateContent>
          </a:graphicData>
        </a:graphic>
      </p:graphicFrame>
      <p:sp>
        <p:nvSpPr>
          <p:cNvPr id="396367" name="文本框 396366"/>
          <p:cNvSpPr txBox="1"/>
          <p:nvPr/>
        </p:nvSpPr>
        <p:spPr>
          <a:xfrm>
            <a:off x="395288" y="3095625"/>
            <a:ext cx="4038600" cy="488950"/>
          </a:xfrm>
          <a:prstGeom prst="rect">
            <a:avLst/>
          </a:prstGeom>
          <a:noFill/>
          <a:ln w="9525">
            <a:noFill/>
          </a:ln>
        </p:spPr>
        <p:txBody>
          <a:bodyPr>
            <a:spAutoFit/>
          </a:bodyPr>
          <a:p>
            <a:pPr lvl="0" algn="just" eaLnBrk="1" hangingPunct="1">
              <a:buClr>
                <a:srgbClr val="CC0000"/>
              </a:buClr>
              <a:buChar char="•"/>
            </a:pPr>
            <a:r>
              <a:rPr lang="zh-CN" altLang="en-US" sz="2600" i="0" dirty="0">
                <a:solidFill>
                  <a:srgbClr val="0000CC"/>
                </a:solidFill>
                <a:latin typeface="Times New Roman" panose="02020603050405020304" pitchFamily="18" charset="0"/>
                <a:ea typeface="黑体" panose="02010609060101010101" pitchFamily="49" charset="-122"/>
              </a:rPr>
              <a:t> 匀变速直线运动</a:t>
            </a:r>
            <a:endParaRPr lang="zh-CN" altLang="en-US" sz="2600" i="0" dirty="0">
              <a:solidFill>
                <a:srgbClr val="0000CC"/>
              </a:solidFill>
              <a:latin typeface="Times New Roman" panose="02020603050405020304" pitchFamily="18" charset="0"/>
              <a:ea typeface="黑体" panose="02010609060101010101" pitchFamily="49" charset="-122"/>
            </a:endParaRPr>
          </a:p>
        </p:txBody>
      </p:sp>
      <p:sp>
        <p:nvSpPr>
          <p:cNvPr id="396375" name="文本框 396374"/>
          <p:cNvSpPr txBox="1"/>
          <p:nvPr/>
        </p:nvSpPr>
        <p:spPr>
          <a:xfrm>
            <a:off x="611188" y="3578225"/>
            <a:ext cx="1152525"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设</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396377" name="文本框 396376"/>
          <p:cNvSpPr txBox="1"/>
          <p:nvPr/>
        </p:nvSpPr>
        <p:spPr>
          <a:xfrm>
            <a:off x="541338" y="4232275"/>
            <a:ext cx="3382962"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a:latin typeface="Times New Roman" panose="02020603050405020304" pitchFamily="18" charset="0"/>
                <a:ea typeface="黑体" panose="02010609060101010101" pitchFamily="49" charset="-122"/>
              </a:rPr>
              <a:t>由</a:t>
            </a:r>
            <a:r>
              <a:rPr lang="zh-CN" altLang="en-US" sz="2600" i="0" dirty="0">
                <a:latin typeface="Times New Roman" panose="02020603050405020304" pitchFamily="18" charset="0"/>
                <a:ea typeface="黑体" panose="02010609060101010101" pitchFamily="49" charset="-122"/>
              </a:rPr>
              <a:t>基本关系式：</a:t>
            </a:r>
            <a:endParaRPr lang="zh-CN" altLang="en-US" sz="2600" i="0">
              <a:latin typeface="Times New Roman" panose="02020603050405020304" pitchFamily="18" charset="0"/>
              <a:ea typeface="黑体" panose="02010609060101010101" pitchFamily="49" charset="-122"/>
            </a:endParaRPr>
          </a:p>
        </p:txBody>
      </p:sp>
      <p:sp>
        <p:nvSpPr>
          <p:cNvPr id="396379" name="文本框 396378"/>
          <p:cNvSpPr txBox="1"/>
          <p:nvPr/>
        </p:nvSpPr>
        <p:spPr>
          <a:xfrm>
            <a:off x="539750" y="5157788"/>
            <a:ext cx="2232025"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两边分别积分</a:t>
            </a:r>
            <a:endParaRPr lang="zh-CN" altLang="en-US" sz="2600" i="0">
              <a:latin typeface="Times New Roman" panose="02020603050405020304" pitchFamily="18" charset="0"/>
              <a:ea typeface="黑体" panose="02010609060101010101" pitchFamily="49" charset="-122"/>
            </a:endParaRPr>
          </a:p>
        </p:txBody>
      </p:sp>
      <p:sp>
        <p:nvSpPr>
          <p:cNvPr id="396382" name="文本框 396381"/>
          <p:cNvSpPr txBox="1"/>
          <p:nvPr/>
        </p:nvSpPr>
        <p:spPr>
          <a:xfrm>
            <a:off x="2120900" y="6027738"/>
            <a:ext cx="722313"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a:latin typeface="Times New Roman" panose="02020603050405020304" pitchFamily="18" charset="0"/>
                <a:ea typeface="黑体" panose="02010609060101010101" pitchFamily="49" charset="-122"/>
              </a:rPr>
              <a:t>得</a:t>
            </a:r>
            <a:endParaRPr lang="zh-CN" altLang="en-US" sz="2600" i="0">
              <a:latin typeface="Times New Roman" panose="02020603050405020304" pitchFamily="18" charset="0"/>
              <a:ea typeface="黑体" panose="02010609060101010101" pitchFamily="49" charset="-122"/>
            </a:endParaRPr>
          </a:p>
        </p:txBody>
      </p:sp>
      <p:graphicFrame>
        <p:nvGraphicFramePr>
          <p:cNvPr id="396388" name="对象 396387"/>
          <p:cNvGraphicFramePr/>
          <p:nvPr/>
        </p:nvGraphicFramePr>
        <p:xfrm>
          <a:off x="3132138" y="3143250"/>
          <a:ext cx="1584325" cy="430213"/>
        </p:xfrm>
        <a:graphic>
          <a:graphicData uri="http://schemas.openxmlformats.org/presentationml/2006/ole">
            <mc:AlternateContent xmlns:mc="http://schemas.openxmlformats.org/markup-compatibility/2006">
              <mc:Choice xmlns:v="urn:schemas-microsoft-com:vml" Requires="v">
                <p:oleObj spid="_x0000_s3235" name="" r:id="rId13" imgW="608965" imgH="165100" progId="Equation.3">
                  <p:embed/>
                </p:oleObj>
              </mc:Choice>
              <mc:Fallback>
                <p:oleObj name="" r:id="rId13" imgW="608965" imgH="165100" progId="Equation.3">
                  <p:embed/>
                  <p:pic>
                    <p:nvPicPr>
                      <p:cNvPr id="0" name="图片 3234"/>
                      <p:cNvPicPr/>
                      <p:nvPr/>
                    </p:nvPicPr>
                    <p:blipFill>
                      <a:blip r:embed="rId14">
                        <a:clrChange>
                          <a:clrFrom>
                            <a:srgbClr val="000000"/>
                          </a:clrFrom>
                          <a:clrTo>
                            <a:srgbClr val="000000"/>
                          </a:clrTo>
                        </a:clrChange>
                      </a:blip>
                      <a:stretch>
                        <a:fillRect/>
                      </a:stretch>
                    </p:blipFill>
                    <p:spPr>
                      <a:xfrm>
                        <a:off x="3132138" y="3143250"/>
                        <a:ext cx="1584325" cy="430213"/>
                      </a:xfrm>
                      <a:prstGeom prst="rect">
                        <a:avLst/>
                      </a:prstGeom>
                      <a:noFill/>
                      <a:ln w="38100">
                        <a:noFill/>
                        <a:miter/>
                      </a:ln>
                    </p:spPr>
                  </p:pic>
                </p:oleObj>
              </mc:Fallback>
            </mc:AlternateContent>
          </a:graphicData>
        </a:graphic>
      </p:graphicFrame>
      <p:graphicFrame>
        <p:nvGraphicFramePr>
          <p:cNvPr id="396390" name="对象 396389"/>
          <p:cNvGraphicFramePr/>
          <p:nvPr/>
        </p:nvGraphicFramePr>
        <p:xfrm>
          <a:off x="1331913" y="3563938"/>
          <a:ext cx="3300412" cy="595312"/>
        </p:xfrm>
        <a:graphic>
          <a:graphicData uri="http://schemas.openxmlformats.org/presentationml/2006/ole">
            <mc:AlternateContent xmlns:mc="http://schemas.openxmlformats.org/markup-compatibility/2006">
              <mc:Choice xmlns:v="urn:schemas-microsoft-com:vml" Requires="v">
                <p:oleObj spid="_x0000_s3236" name="" r:id="rId15" imgW="1269365" imgH="228600" progId="Equation.3">
                  <p:embed/>
                </p:oleObj>
              </mc:Choice>
              <mc:Fallback>
                <p:oleObj name="" r:id="rId15" imgW="1269365" imgH="228600" progId="Equation.3">
                  <p:embed/>
                  <p:pic>
                    <p:nvPicPr>
                      <p:cNvPr id="0" name="图片 3235"/>
                      <p:cNvPicPr/>
                      <p:nvPr/>
                    </p:nvPicPr>
                    <p:blipFill>
                      <a:blip r:embed="rId16">
                        <a:clrChange>
                          <a:clrFrom>
                            <a:srgbClr val="000000"/>
                          </a:clrFrom>
                          <a:clrTo>
                            <a:srgbClr val="000000"/>
                          </a:clrTo>
                        </a:clrChange>
                      </a:blip>
                      <a:stretch>
                        <a:fillRect/>
                      </a:stretch>
                    </p:blipFill>
                    <p:spPr>
                      <a:xfrm>
                        <a:off x="1331913" y="3563938"/>
                        <a:ext cx="3300412" cy="595312"/>
                      </a:xfrm>
                      <a:prstGeom prst="rect">
                        <a:avLst/>
                      </a:prstGeom>
                      <a:noFill/>
                      <a:ln w="38100">
                        <a:noFill/>
                        <a:miter/>
                      </a:ln>
                    </p:spPr>
                  </p:pic>
                </p:oleObj>
              </mc:Fallback>
            </mc:AlternateContent>
          </a:graphicData>
        </a:graphic>
      </p:graphicFrame>
      <p:graphicFrame>
        <p:nvGraphicFramePr>
          <p:cNvPr id="396391" name="对象 396390"/>
          <p:cNvGraphicFramePr/>
          <p:nvPr/>
        </p:nvGraphicFramePr>
        <p:xfrm>
          <a:off x="3057525" y="4016375"/>
          <a:ext cx="1154113" cy="993775"/>
        </p:xfrm>
        <a:graphic>
          <a:graphicData uri="http://schemas.openxmlformats.org/presentationml/2006/ole">
            <mc:AlternateContent xmlns:mc="http://schemas.openxmlformats.org/markup-compatibility/2006">
              <mc:Choice xmlns:v="urn:schemas-microsoft-com:vml" Requires="v">
                <p:oleObj spid="_x0000_s3237" name="" r:id="rId17" imgW="457200" imgH="393700" progId="Equation.3">
                  <p:embed/>
                </p:oleObj>
              </mc:Choice>
              <mc:Fallback>
                <p:oleObj name="" r:id="rId17" imgW="457200" imgH="393700" progId="Equation.3">
                  <p:embed/>
                  <p:pic>
                    <p:nvPicPr>
                      <p:cNvPr id="0" name="图片 3236"/>
                      <p:cNvPicPr/>
                      <p:nvPr/>
                    </p:nvPicPr>
                    <p:blipFill>
                      <a:blip r:embed="rId18">
                        <a:clrChange>
                          <a:clrFrom>
                            <a:srgbClr val="000000"/>
                          </a:clrFrom>
                          <a:clrTo>
                            <a:srgbClr val="000000"/>
                          </a:clrTo>
                        </a:clrChange>
                      </a:blip>
                      <a:stretch>
                        <a:fillRect/>
                      </a:stretch>
                    </p:blipFill>
                    <p:spPr>
                      <a:xfrm>
                        <a:off x="3057525" y="4016375"/>
                        <a:ext cx="1154113" cy="993775"/>
                      </a:xfrm>
                      <a:prstGeom prst="rect">
                        <a:avLst/>
                      </a:prstGeom>
                      <a:noFill/>
                      <a:ln w="38100">
                        <a:noFill/>
                        <a:miter/>
                      </a:ln>
                    </p:spPr>
                  </p:pic>
                </p:oleObj>
              </mc:Fallback>
            </mc:AlternateContent>
          </a:graphicData>
        </a:graphic>
      </p:graphicFrame>
      <p:graphicFrame>
        <p:nvGraphicFramePr>
          <p:cNvPr id="396392" name="对象 396391"/>
          <p:cNvGraphicFramePr/>
          <p:nvPr/>
        </p:nvGraphicFramePr>
        <p:xfrm>
          <a:off x="5940425" y="4011613"/>
          <a:ext cx="1152525" cy="992187"/>
        </p:xfrm>
        <a:graphic>
          <a:graphicData uri="http://schemas.openxmlformats.org/presentationml/2006/ole">
            <mc:AlternateContent xmlns:mc="http://schemas.openxmlformats.org/markup-compatibility/2006">
              <mc:Choice xmlns:v="urn:schemas-microsoft-com:vml" Requires="v">
                <p:oleObj spid="_x0000_s3247" name="" r:id="rId19" imgW="457200" imgH="393700" progId="Equation.3">
                  <p:embed/>
                </p:oleObj>
              </mc:Choice>
              <mc:Fallback>
                <p:oleObj name="" r:id="rId19" imgW="457200" imgH="393700" progId="Equation.3">
                  <p:embed/>
                  <p:pic>
                    <p:nvPicPr>
                      <p:cNvPr id="0" name="图片 3246"/>
                      <p:cNvPicPr/>
                      <p:nvPr/>
                    </p:nvPicPr>
                    <p:blipFill>
                      <a:blip r:embed="rId20">
                        <a:clrChange>
                          <a:clrFrom>
                            <a:srgbClr val="000000"/>
                          </a:clrFrom>
                          <a:clrTo>
                            <a:srgbClr val="000000"/>
                          </a:clrTo>
                        </a:clrChange>
                      </a:blip>
                      <a:stretch>
                        <a:fillRect/>
                      </a:stretch>
                    </p:blipFill>
                    <p:spPr>
                      <a:xfrm>
                        <a:off x="5940425" y="4011613"/>
                        <a:ext cx="1152525" cy="992187"/>
                      </a:xfrm>
                      <a:prstGeom prst="rect">
                        <a:avLst/>
                      </a:prstGeom>
                      <a:noFill/>
                      <a:ln w="38100">
                        <a:noFill/>
                        <a:miter/>
                      </a:ln>
                    </p:spPr>
                  </p:pic>
                </p:oleObj>
              </mc:Fallback>
            </mc:AlternateContent>
          </a:graphicData>
        </a:graphic>
      </p:graphicFrame>
      <p:graphicFrame>
        <p:nvGraphicFramePr>
          <p:cNvPr id="396393" name="对象 396392"/>
          <p:cNvGraphicFramePr/>
          <p:nvPr/>
        </p:nvGraphicFramePr>
        <p:xfrm>
          <a:off x="2987675" y="5019675"/>
          <a:ext cx="1944688" cy="850900"/>
        </p:xfrm>
        <a:graphic>
          <a:graphicData uri="http://schemas.openxmlformats.org/presentationml/2006/ole">
            <mc:AlternateContent xmlns:mc="http://schemas.openxmlformats.org/markup-compatibility/2006">
              <mc:Choice xmlns:v="urn:schemas-microsoft-com:vml" Requires="v">
                <p:oleObj spid="_x0000_s3250" name="" r:id="rId21" imgW="812165" imgH="355600" progId="Equation.3">
                  <p:embed/>
                </p:oleObj>
              </mc:Choice>
              <mc:Fallback>
                <p:oleObj name="" r:id="rId21" imgW="812165" imgH="355600" progId="Equation.3">
                  <p:embed/>
                  <p:pic>
                    <p:nvPicPr>
                      <p:cNvPr id="0" name="图片 3249"/>
                      <p:cNvPicPr/>
                      <p:nvPr/>
                    </p:nvPicPr>
                    <p:blipFill>
                      <a:blip r:embed="rId22">
                        <a:clrChange>
                          <a:clrFrom>
                            <a:srgbClr val="000000"/>
                          </a:clrFrom>
                          <a:clrTo>
                            <a:srgbClr val="000000"/>
                          </a:clrTo>
                        </a:clrChange>
                      </a:blip>
                      <a:stretch>
                        <a:fillRect/>
                      </a:stretch>
                    </p:blipFill>
                    <p:spPr>
                      <a:xfrm>
                        <a:off x="2987675" y="5019675"/>
                        <a:ext cx="1944688" cy="850900"/>
                      </a:xfrm>
                      <a:prstGeom prst="rect">
                        <a:avLst/>
                      </a:prstGeom>
                      <a:noFill/>
                      <a:ln w="38100">
                        <a:noFill/>
                        <a:miter/>
                      </a:ln>
                    </p:spPr>
                  </p:pic>
                </p:oleObj>
              </mc:Fallback>
            </mc:AlternateContent>
          </a:graphicData>
        </a:graphic>
      </p:graphicFrame>
      <p:graphicFrame>
        <p:nvGraphicFramePr>
          <p:cNvPr id="396395" name="对象 396394"/>
          <p:cNvGraphicFramePr/>
          <p:nvPr/>
        </p:nvGraphicFramePr>
        <p:xfrm>
          <a:off x="3059113" y="6027738"/>
          <a:ext cx="1800225" cy="600075"/>
        </p:xfrm>
        <a:graphic>
          <a:graphicData uri="http://schemas.openxmlformats.org/presentationml/2006/ole">
            <mc:AlternateContent xmlns:mc="http://schemas.openxmlformats.org/markup-compatibility/2006">
              <mc:Choice xmlns:v="urn:schemas-microsoft-com:vml" Requires="v">
                <p:oleObj spid="_x0000_s3253" name="" r:id="rId23" imgW="685800" imgH="228600" progId="Equation.3">
                  <p:embed/>
                </p:oleObj>
              </mc:Choice>
              <mc:Fallback>
                <p:oleObj name="" r:id="rId23" imgW="685800" imgH="228600" progId="Equation.3">
                  <p:embed/>
                  <p:pic>
                    <p:nvPicPr>
                      <p:cNvPr id="0" name="图片 3252"/>
                      <p:cNvPicPr/>
                      <p:nvPr/>
                    </p:nvPicPr>
                    <p:blipFill>
                      <a:blip r:embed="rId24">
                        <a:clrChange>
                          <a:clrFrom>
                            <a:srgbClr val="000000"/>
                          </a:clrFrom>
                          <a:clrTo>
                            <a:srgbClr val="000000"/>
                          </a:clrTo>
                        </a:clrChange>
                      </a:blip>
                      <a:stretch>
                        <a:fillRect/>
                      </a:stretch>
                    </p:blipFill>
                    <p:spPr>
                      <a:xfrm>
                        <a:off x="3059113" y="6027738"/>
                        <a:ext cx="1800225" cy="600075"/>
                      </a:xfrm>
                      <a:prstGeom prst="rect">
                        <a:avLst/>
                      </a:prstGeom>
                      <a:noFill/>
                      <a:ln w="38100">
                        <a:noFill/>
                        <a:miter/>
                      </a:ln>
                    </p:spPr>
                  </p:pic>
                </p:oleObj>
              </mc:Fallback>
            </mc:AlternateContent>
          </a:graphicData>
        </a:graphic>
      </p:graphicFrame>
      <p:graphicFrame>
        <p:nvGraphicFramePr>
          <p:cNvPr id="396396" name="对象 396395"/>
          <p:cNvGraphicFramePr/>
          <p:nvPr/>
        </p:nvGraphicFramePr>
        <p:xfrm>
          <a:off x="6011863" y="5727700"/>
          <a:ext cx="2346325" cy="1023938"/>
        </p:xfrm>
        <a:graphic>
          <a:graphicData uri="http://schemas.openxmlformats.org/presentationml/2006/ole">
            <mc:AlternateContent xmlns:mc="http://schemas.openxmlformats.org/markup-compatibility/2006">
              <mc:Choice xmlns:v="urn:schemas-microsoft-com:vml" Requires="v">
                <p:oleObj spid="_x0000_s3251" name="" r:id="rId25" imgW="901065" imgH="393700" progId="Equation.3">
                  <p:embed/>
                </p:oleObj>
              </mc:Choice>
              <mc:Fallback>
                <p:oleObj name="" r:id="rId25" imgW="901065" imgH="393700" progId="Equation.3">
                  <p:embed/>
                  <p:pic>
                    <p:nvPicPr>
                      <p:cNvPr id="0" name="图片 3250"/>
                      <p:cNvPicPr/>
                      <p:nvPr/>
                    </p:nvPicPr>
                    <p:blipFill>
                      <a:blip r:embed="rId26">
                        <a:clrChange>
                          <a:clrFrom>
                            <a:srgbClr val="000000"/>
                          </a:clrFrom>
                          <a:clrTo>
                            <a:srgbClr val="000000"/>
                          </a:clrTo>
                        </a:clrChange>
                      </a:blip>
                      <a:stretch>
                        <a:fillRect/>
                      </a:stretch>
                    </p:blipFill>
                    <p:spPr>
                      <a:xfrm>
                        <a:off x="6011863" y="5727700"/>
                        <a:ext cx="2346325" cy="1023938"/>
                      </a:xfrm>
                      <a:prstGeom prst="rect">
                        <a:avLst/>
                      </a:prstGeom>
                      <a:noFill/>
                      <a:ln w="38100">
                        <a:noFill/>
                        <a:miter/>
                      </a:ln>
                    </p:spPr>
                  </p:pic>
                </p:oleObj>
              </mc:Fallback>
            </mc:AlternateContent>
          </a:graphicData>
        </a:graphic>
      </p:graphicFrame>
      <p:graphicFrame>
        <p:nvGraphicFramePr>
          <p:cNvPr id="396397" name="对象 396396"/>
          <p:cNvGraphicFramePr/>
          <p:nvPr/>
        </p:nvGraphicFramePr>
        <p:xfrm>
          <a:off x="5611813" y="5013325"/>
          <a:ext cx="3106737" cy="831850"/>
        </p:xfrm>
        <a:graphic>
          <a:graphicData uri="http://schemas.openxmlformats.org/presentationml/2006/ole">
            <mc:AlternateContent xmlns:mc="http://schemas.openxmlformats.org/markup-compatibility/2006">
              <mc:Choice xmlns:v="urn:schemas-microsoft-com:vml" Requires="v">
                <p:oleObj spid="_x0000_s3249" name="" r:id="rId27" imgW="1231265" imgH="330200" progId="Equation.3">
                  <p:embed/>
                </p:oleObj>
              </mc:Choice>
              <mc:Fallback>
                <p:oleObj name="" r:id="rId27" imgW="1231265" imgH="330200" progId="Equation.3">
                  <p:embed/>
                  <p:pic>
                    <p:nvPicPr>
                      <p:cNvPr id="0" name="图片 3248"/>
                      <p:cNvPicPr/>
                      <p:nvPr/>
                    </p:nvPicPr>
                    <p:blipFill>
                      <a:blip r:embed="rId28">
                        <a:clrChange>
                          <a:clrFrom>
                            <a:srgbClr val="000000"/>
                          </a:clrFrom>
                          <a:clrTo>
                            <a:srgbClr val="000000"/>
                          </a:clrTo>
                        </a:clrChange>
                      </a:blip>
                      <a:stretch>
                        <a:fillRect/>
                      </a:stretch>
                    </p:blipFill>
                    <p:spPr>
                      <a:xfrm>
                        <a:off x="5611813" y="5013325"/>
                        <a:ext cx="3106737" cy="831850"/>
                      </a:xfrm>
                      <a:prstGeom prst="rect">
                        <a:avLst/>
                      </a:prstGeom>
                      <a:noFill/>
                      <a:ln w="38100">
                        <a:noFill/>
                        <a:miter/>
                      </a:ln>
                    </p:spPr>
                  </p:pic>
                </p:oleObj>
              </mc:Fallback>
            </mc:AlternateContent>
          </a:graphicData>
        </a:graphic>
      </p:graphicFrame>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96292"/>
                                        </p:tgtEl>
                                        <p:attrNameLst>
                                          <p:attrName>style.visibility</p:attrName>
                                        </p:attrNameLst>
                                      </p:cBhvr>
                                      <p:to>
                                        <p:strVal val="visible"/>
                                      </p:to>
                                    </p:set>
                                    <p:animEffect transition="in" filter="wipe(left)">
                                      <p:cBhvr>
                                        <p:cTn id="7" dur="500"/>
                                        <p:tgtEl>
                                          <p:spTgt spid="3962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6342">
                                            <p:txEl>
                                              <p:charRg st="0" end="8"/>
                                            </p:txEl>
                                          </p:spTgt>
                                        </p:tgtEl>
                                        <p:attrNameLst>
                                          <p:attrName>style.visibility</p:attrName>
                                        </p:attrNameLst>
                                      </p:cBhvr>
                                      <p:to>
                                        <p:strVal val="visible"/>
                                      </p:to>
                                    </p:set>
                                    <p:animEffect transition="in" filter="wipe(left)">
                                      <p:cBhvr>
                                        <p:cTn id="12" dur="500"/>
                                        <p:tgtEl>
                                          <p:spTgt spid="396342">
                                            <p:txEl>
                                              <p:charRg st="0"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396361"/>
                                        </p:tgtEl>
                                        <p:attrNameLst>
                                          <p:attrName>style.visibility</p:attrName>
                                        </p:attrNameLst>
                                      </p:cBhvr>
                                      <p:to>
                                        <p:strVal val="visible"/>
                                      </p:to>
                                    </p:set>
                                    <p:animEffect transition="in" filter="strips(upRight)">
                                      <p:cBhvr>
                                        <p:cTn id="17" dur="500"/>
                                        <p:tgtEl>
                                          <p:spTgt spid="39636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6358"/>
                                        </p:tgtEl>
                                        <p:attrNameLst>
                                          <p:attrName>style.visibility</p:attrName>
                                        </p:attrNameLst>
                                      </p:cBhvr>
                                      <p:to>
                                        <p:strVal val="visible"/>
                                      </p:to>
                                    </p:set>
                                    <p:animEffect transition="in" filter="wipe(left)">
                                      <p:cBhvr>
                                        <p:cTn id="22" dur="500"/>
                                        <p:tgtEl>
                                          <p:spTgt spid="3963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96359"/>
                                        </p:tgtEl>
                                        <p:attrNameLst>
                                          <p:attrName>style.visibility</p:attrName>
                                        </p:attrNameLst>
                                      </p:cBhvr>
                                      <p:to>
                                        <p:strVal val="visible"/>
                                      </p:to>
                                    </p:set>
                                    <p:animEffect transition="in" filter="wipe(left)">
                                      <p:cBhvr>
                                        <p:cTn id="27" dur="500"/>
                                        <p:tgtEl>
                                          <p:spTgt spid="3963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96351"/>
                                        </p:tgtEl>
                                        <p:attrNameLst>
                                          <p:attrName>style.visibility</p:attrName>
                                        </p:attrNameLst>
                                      </p:cBhvr>
                                      <p:to>
                                        <p:strVal val="visible"/>
                                      </p:to>
                                    </p:set>
                                    <p:animEffect transition="in" filter="wipe(left)">
                                      <p:cBhvr>
                                        <p:cTn id="32" dur="500"/>
                                        <p:tgtEl>
                                          <p:spTgt spid="396351"/>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nodeType="clickEffect">
                                  <p:stCondLst>
                                    <p:cond delay="0"/>
                                  </p:stCondLst>
                                  <p:childTnLst>
                                    <p:set>
                                      <p:cBhvr>
                                        <p:cTn id="36" dur="1" fill="hold">
                                          <p:stCondLst>
                                            <p:cond delay="0"/>
                                          </p:stCondLst>
                                        </p:cTn>
                                        <p:tgtEl>
                                          <p:spTgt spid="396362"/>
                                        </p:tgtEl>
                                        <p:attrNameLst>
                                          <p:attrName>style.visibility</p:attrName>
                                        </p:attrNameLst>
                                      </p:cBhvr>
                                      <p:to>
                                        <p:strVal val="visible"/>
                                      </p:to>
                                    </p:set>
                                    <p:animEffect transition="in" filter="strips(upRight)">
                                      <p:cBhvr>
                                        <p:cTn id="37" dur="500"/>
                                        <p:tgtEl>
                                          <p:spTgt spid="396362"/>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3" fill="hold" nodeType="clickEffect">
                                  <p:stCondLst>
                                    <p:cond delay="0"/>
                                  </p:stCondLst>
                                  <p:childTnLst>
                                    <p:set>
                                      <p:cBhvr>
                                        <p:cTn id="41" dur="1" fill="hold">
                                          <p:stCondLst>
                                            <p:cond delay="0"/>
                                          </p:stCondLst>
                                        </p:cTn>
                                        <p:tgtEl>
                                          <p:spTgt spid="396365"/>
                                        </p:tgtEl>
                                        <p:attrNameLst>
                                          <p:attrName>style.visibility</p:attrName>
                                        </p:attrNameLst>
                                      </p:cBhvr>
                                      <p:to>
                                        <p:strVal val="visible"/>
                                      </p:to>
                                    </p:set>
                                    <p:animEffect transition="in" filter="strips(upRight)">
                                      <p:cBhvr>
                                        <p:cTn id="42" dur="500"/>
                                        <p:tgtEl>
                                          <p:spTgt spid="39636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96353"/>
                                        </p:tgtEl>
                                        <p:attrNameLst>
                                          <p:attrName>style.visibility</p:attrName>
                                        </p:attrNameLst>
                                      </p:cBhvr>
                                      <p:to>
                                        <p:strVal val="visible"/>
                                      </p:to>
                                    </p:set>
                                    <p:animEffect transition="in" filter="wipe(left)">
                                      <p:cBhvr>
                                        <p:cTn id="47" dur="500"/>
                                        <p:tgtEl>
                                          <p:spTgt spid="396353"/>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3" fill="hold" nodeType="clickEffect">
                                  <p:stCondLst>
                                    <p:cond delay="0"/>
                                  </p:stCondLst>
                                  <p:childTnLst>
                                    <p:set>
                                      <p:cBhvr>
                                        <p:cTn id="51" dur="1" fill="hold">
                                          <p:stCondLst>
                                            <p:cond delay="0"/>
                                          </p:stCondLst>
                                        </p:cTn>
                                        <p:tgtEl>
                                          <p:spTgt spid="396363"/>
                                        </p:tgtEl>
                                        <p:attrNameLst>
                                          <p:attrName>style.visibility</p:attrName>
                                        </p:attrNameLst>
                                      </p:cBhvr>
                                      <p:to>
                                        <p:strVal val="visible"/>
                                      </p:to>
                                    </p:set>
                                    <p:animEffect transition="in" filter="strips(upRight)">
                                      <p:cBhvr>
                                        <p:cTn id="52" dur="500"/>
                                        <p:tgtEl>
                                          <p:spTgt spid="396363"/>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3" fill="hold" nodeType="clickEffect">
                                  <p:stCondLst>
                                    <p:cond delay="0"/>
                                  </p:stCondLst>
                                  <p:childTnLst>
                                    <p:set>
                                      <p:cBhvr>
                                        <p:cTn id="56" dur="1" fill="hold">
                                          <p:stCondLst>
                                            <p:cond delay="0"/>
                                          </p:stCondLst>
                                        </p:cTn>
                                        <p:tgtEl>
                                          <p:spTgt spid="396364"/>
                                        </p:tgtEl>
                                        <p:attrNameLst>
                                          <p:attrName>style.visibility</p:attrName>
                                        </p:attrNameLst>
                                      </p:cBhvr>
                                      <p:to>
                                        <p:strVal val="visible"/>
                                      </p:to>
                                    </p:set>
                                    <p:animEffect transition="in" filter="strips(upRight)">
                                      <p:cBhvr>
                                        <p:cTn id="57" dur="500"/>
                                        <p:tgtEl>
                                          <p:spTgt spid="39636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96367">
                                            <p:txEl>
                                              <p:charRg st="0" end="9"/>
                                            </p:txEl>
                                          </p:spTgt>
                                        </p:tgtEl>
                                        <p:attrNameLst>
                                          <p:attrName>style.visibility</p:attrName>
                                        </p:attrNameLst>
                                      </p:cBhvr>
                                      <p:to>
                                        <p:strVal val="visible"/>
                                      </p:to>
                                    </p:set>
                                    <p:animEffect transition="in" filter="wipe(left)">
                                      <p:cBhvr>
                                        <p:cTn id="62" dur="500"/>
                                        <p:tgtEl>
                                          <p:spTgt spid="396367">
                                            <p:txEl>
                                              <p:charRg st="0"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3" fill="hold" nodeType="clickEffect">
                                  <p:stCondLst>
                                    <p:cond delay="0"/>
                                  </p:stCondLst>
                                  <p:childTnLst>
                                    <p:set>
                                      <p:cBhvr>
                                        <p:cTn id="66" dur="1" fill="hold">
                                          <p:stCondLst>
                                            <p:cond delay="0"/>
                                          </p:stCondLst>
                                        </p:cTn>
                                        <p:tgtEl>
                                          <p:spTgt spid="396388"/>
                                        </p:tgtEl>
                                        <p:attrNameLst>
                                          <p:attrName>style.visibility</p:attrName>
                                        </p:attrNameLst>
                                      </p:cBhvr>
                                      <p:to>
                                        <p:strVal val="visible"/>
                                      </p:to>
                                    </p:set>
                                    <p:animEffect transition="in" filter="strips(upRight)">
                                      <p:cBhvr>
                                        <p:cTn id="67" dur="500"/>
                                        <p:tgtEl>
                                          <p:spTgt spid="39638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96375"/>
                                        </p:tgtEl>
                                        <p:attrNameLst>
                                          <p:attrName>style.visibility</p:attrName>
                                        </p:attrNameLst>
                                      </p:cBhvr>
                                      <p:to>
                                        <p:strVal val="visible"/>
                                      </p:to>
                                    </p:set>
                                    <p:animEffect transition="in" filter="wipe(left)">
                                      <p:cBhvr>
                                        <p:cTn id="72" dur="500"/>
                                        <p:tgtEl>
                                          <p:spTgt spid="396375"/>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3" fill="hold" nodeType="clickEffect">
                                  <p:stCondLst>
                                    <p:cond delay="0"/>
                                  </p:stCondLst>
                                  <p:childTnLst>
                                    <p:set>
                                      <p:cBhvr>
                                        <p:cTn id="76" dur="1" fill="hold">
                                          <p:stCondLst>
                                            <p:cond delay="0"/>
                                          </p:stCondLst>
                                        </p:cTn>
                                        <p:tgtEl>
                                          <p:spTgt spid="396390"/>
                                        </p:tgtEl>
                                        <p:attrNameLst>
                                          <p:attrName>style.visibility</p:attrName>
                                        </p:attrNameLst>
                                      </p:cBhvr>
                                      <p:to>
                                        <p:strVal val="visible"/>
                                      </p:to>
                                    </p:set>
                                    <p:animEffect transition="in" filter="strips(upRight)">
                                      <p:cBhvr>
                                        <p:cTn id="77" dur="500"/>
                                        <p:tgtEl>
                                          <p:spTgt spid="39639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96377"/>
                                        </p:tgtEl>
                                        <p:attrNameLst>
                                          <p:attrName>style.visibility</p:attrName>
                                        </p:attrNameLst>
                                      </p:cBhvr>
                                      <p:to>
                                        <p:strVal val="visible"/>
                                      </p:to>
                                    </p:set>
                                    <p:animEffect transition="in" filter="wipe(left)">
                                      <p:cBhvr>
                                        <p:cTn id="82" dur="500"/>
                                        <p:tgtEl>
                                          <p:spTgt spid="396377"/>
                                        </p:tgtEl>
                                      </p:cBhvr>
                                    </p:animEffect>
                                  </p:childTnLst>
                                </p:cTn>
                              </p:par>
                            </p:childTnLst>
                          </p:cTn>
                        </p:par>
                      </p:childTnLst>
                    </p:cTn>
                  </p:par>
                  <p:par>
                    <p:cTn id="83" fill="hold">
                      <p:stCondLst>
                        <p:cond delay="indefinite"/>
                      </p:stCondLst>
                      <p:childTnLst>
                        <p:par>
                          <p:cTn id="84" fill="hold">
                            <p:stCondLst>
                              <p:cond delay="0"/>
                            </p:stCondLst>
                            <p:childTnLst>
                              <p:par>
                                <p:cTn id="85" presetID="18" presetClass="entr" presetSubtype="3" fill="hold" nodeType="clickEffect">
                                  <p:stCondLst>
                                    <p:cond delay="0"/>
                                  </p:stCondLst>
                                  <p:childTnLst>
                                    <p:set>
                                      <p:cBhvr>
                                        <p:cTn id="86" dur="1" fill="hold">
                                          <p:stCondLst>
                                            <p:cond delay="0"/>
                                          </p:stCondLst>
                                        </p:cTn>
                                        <p:tgtEl>
                                          <p:spTgt spid="396391"/>
                                        </p:tgtEl>
                                        <p:attrNameLst>
                                          <p:attrName>style.visibility</p:attrName>
                                        </p:attrNameLst>
                                      </p:cBhvr>
                                      <p:to>
                                        <p:strVal val="visible"/>
                                      </p:to>
                                    </p:set>
                                    <p:animEffect transition="in" filter="strips(upRight)">
                                      <p:cBhvr>
                                        <p:cTn id="87" dur="500"/>
                                        <p:tgtEl>
                                          <p:spTgt spid="396391"/>
                                        </p:tgtEl>
                                      </p:cBhvr>
                                    </p:animEffect>
                                  </p:childTnLst>
                                </p:cTn>
                              </p:par>
                            </p:childTnLst>
                          </p:cTn>
                        </p:par>
                      </p:childTnLst>
                    </p:cTn>
                  </p:par>
                  <p:par>
                    <p:cTn id="88" fill="hold">
                      <p:stCondLst>
                        <p:cond delay="indefinite"/>
                      </p:stCondLst>
                      <p:childTnLst>
                        <p:par>
                          <p:cTn id="89" fill="hold">
                            <p:stCondLst>
                              <p:cond delay="0"/>
                            </p:stCondLst>
                            <p:childTnLst>
                              <p:par>
                                <p:cTn id="90" presetID="18" presetClass="entr" presetSubtype="3" fill="hold" nodeType="clickEffect">
                                  <p:stCondLst>
                                    <p:cond delay="0"/>
                                  </p:stCondLst>
                                  <p:childTnLst>
                                    <p:set>
                                      <p:cBhvr>
                                        <p:cTn id="91" dur="1" fill="hold">
                                          <p:stCondLst>
                                            <p:cond delay="0"/>
                                          </p:stCondLst>
                                        </p:cTn>
                                        <p:tgtEl>
                                          <p:spTgt spid="396392"/>
                                        </p:tgtEl>
                                        <p:attrNameLst>
                                          <p:attrName>style.visibility</p:attrName>
                                        </p:attrNameLst>
                                      </p:cBhvr>
                                      <p:to>
                                        <p:strVal val="visible"/>
                                      </p:to>
                                    </p:set>
                                    <p:animEffect transition="in" filter="strips(upRight)">
                                      <p:cBhvr>
                                        <p:cTn id="92" dur="500"/>
                                        <p:tgtEl>
                                          <p:spTgt spid="39639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96379"/>
                                        </p:tgtEl>
                                        <p:attrNameLst>
                                          <p:attrName>style.visibility</p:attrName>
                                        </p:attrNameLst>
                                      </p:cBhvr>
                                      <p:to>
                                        <p:strVal val="visible"/>
                                      </p:to>
                                    </p:set>
                                    <p:animEffect transition="in" filter="wipe(left)">
                                      <p:cBhvr>
                                        <p:cTn id="97" dur="500"/>
                                        <p:tgtEl>
                                          <p:spTgt spid="396379"/>
                                        </p:tgtEl>
                                      </p:cBhvr>
                                    </p:animEffect>
                                  </p:childTnLst>
                                </p:cTn>
                              </p:par>
                            </p:childTnLst>
                          </p:cTn>
                        </p:par>
                      </p:childTnLst>
                    </p:cTn>
                  </p:par>
                  <p:par>
                    <p:cTn id="98" fill="hold">
                      <p:stCondLst>
                        <p:cond delay="indefinite"/>
                      </p:stCondLst>
                      <p:childTnLst>
                        <p:par>
                          <p:cTn id="99" fill="hold">
                            <p:stCondLst>
                              <p:cond delay="0"/>
                            </p:stCondLst>
                            <p:childTnLst>
                              <p:par>
                                <p:cTn id="100" presetID="18" presetClass="entr" presetSubtype="3" fill="hold" nodeType="clickEffect">
                                  <p:stCondLst>
                                    <p:cond delay="0"/>
                                  </p:stCondLst>
                                  <p:childTnLst>
                                    <p:set>
                                      <p:cBhvr>
                                        <p:cTn id="101" dur="1" fill="hold">
                                          <p:stCondLst>
                                            <p:cond delay="0"/>
                                          </p:stCondLst>
                                        </p:cTn>
                                        <p:tgtEl>
                                          <p:spTgt spid="396393"/>
                                        </p:tgtEl>
                                        <p:attrNameLst>
                                          <p:attrName>style.visibility</p:attrName>
                                        </p:attrNameLst>
                                      </p:cBhvr>
                                      <p:to>
                                        <p:strVal val="visible"/>
                                      </p:to>
                                    </p:set>
                                    <p:animEffect transition="in" filter="strips(upRight)">
                                      <p:cBhvr>
                                        <p:cTn id="102" dur="500"/>
                                        <p:tgtEl>
                                          <p:spTgt spid="396393"/>
                                        </p:tgtEl>
                                      </p:cBhvr>
                                    </p:animEffect>
                                  </p:childTnLst>
                                </p:cTn>
                              </p:par>
                            </p:childTnLst>
                          </p:cTn>
                        </p:par>
                      </p:childTnLst>
                    </p:cTn>
                  </p:par>
                  <p:par>
                    <p:cTn id="103" fill="hold">
                      <p:stCondLst>
                        <p:cond delay="indefinite"/>
                      </p:stCondLst>
                      <p:childTnLst>
                        <p:par>
                          <p:cTn id="104" fill="hold">
                            <p:stCondLst>
                              <p:cond delay="0"/>
                            </p:stCondLst>
                            <p:childTnLst>
                              <p:par>
                                <p:cTn id="105" presetID="18" presetClass="entr" presetSubtype="3" fill="hold" nodeType="clickEffect">
                                  <p:stCondLst>
                                    <p:cond delay="0"/>
                                  </p:stCondLst>
                                  <p:childTnLst>
                                    <p:set>
                                      <p:cBhvr>
                                        <p:cTn id="106" dur="1" fill="hold">
                                          <p:stCondLst>
                                            <p:cond delay="0"/>
                                          </p:stCondLst>
                                        </p:cTn>
                                        <p:tgtEl>
                                          <p:spTgt spid="396397"/>
                                        </p:tgtEl>
                                        <p:attrNameLst>
                                          <p:attrName>style.visibility</p:attrName>
                                        </p:attrNameLst>
                                      </p:cBhvr>
                                      <p:to>
                                        <p:strVal val="visible"/>
                                      </p:to>
                                    </p:set>
                                    <p:animEffect transition="in" filter="strips(upRight)">
                                      <p:cBhvr>
                                        <p:cTn id="107" dur="500"/>
                                        <p:tgtEl>
                                          <p:spTgt spid="39639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396382"/>
                                        </p:tgtEl>
                                        <p:attrNameLst>
                                          <p:attrName>style.visibility</p:attrName>
                                        </p:attrNameLst>
                                      </p:cBhvr>
                                      <p:to>
                                        <p:strVal val="visible"/>
                                      </p:to>
                                    </p:set>
                                    <p:animEffect transition="in" filter="wipe(left)">
                                      <p:cBhvr>
                                        <p:cTn id="112" dur="500"/>
                                        <p:tgtEl>
                                          <p:spTgt spid="396382"/>
                                        </p:tgtEl>
                                      </p:cBhvr>
                                    </p:animEffect>
                                  </p:childTnLst>
                                </p:cTn>
                              </p:par>
                            </p:childTnLst>
                          </p:cTn>
                        </p:par>
                      </p:childTnLst>
                    </p:cTn>
                  </p:par>
                  <p:par>
                    <p:cTn id="113" fill="hold">
                      <p:stCondLst>
                        <p:cond delay="indefinite"/>
                      </p:stCondLst>
                      <p:childTnLst>
                        <p:par>
                          <p:cTn id="114" fill="hold">
                            <p:stCondLst>
                              <p:cond delay="0"/>
                            </p:stCondLst>
                            <p:childTnLst>
                              <p:par>
                                <p:cTn id="115" presetID="18" presetClass="entr" presetSubtype="3" fill="hold" nodeType="clickEffect">
                                  <p:stCondLst>
                                    <p:cond delay="0"/>
                                  </p:stCondLst>
                                  <p:childTnLst>
                                    <p:set>
                                      <p:cBhvr>
                                        <p:cTn id="116" dur="1" fill="hold">
                                          <p:stCondLst>
                                            <p:cond delay="0"/>
                                          </p:stCondLst>
                                        </p:cTn>
                                        <p:tgtEl>
                                          <p:spTgt spid="396395"/>
                                        </p:tgtEl>
                                        <p:attrNameLst>
                                          <p:attrName>style.visibility</p:attrName>
                                        </p:attrNameLst>
                                      </p:cBhvr>
                                      <p:to>
                                        <p:strVal val="visible"/>
                                      </p:to>
                                    </p:set>
                                    <p:animEffect transition="in" filter="strips(upRight)">
                                      <p:cBhvr>
                                        <p:cTn id="117" dur="500"/>
                                        <p:tgtEl>
                                          <p:spTgt spid="396395"/>
                                        </p:tgtEl>
                                      </p:cBhvr>
                                    </p:animEffect>
                                  </p:childTnLst>
                                </p:cTn>
                              </p:par>
                            </p:childTnLst>
                          </p:cTn>
                        </p:par>
                      </p:childTnLst>
                    </p:cTn>
                  </p:par>
                  <p:par>
                    <p:cTn id="118" fill="hold">
                      <p:stCondLst>
                        <p:cond delay="indefinite"/>
                      </p:stCondLst>
                      <p:childTnLst>
                        <p:par>
                          <p:cTn id="119" fill="hold">
                            <p:stCondLst>
                              <p:cond delay="0"/>
                            </p:stCondLst>
                            <p:childTnLst>
                              <p:par>
                                <p:cTn id="120" presetID="18" presetClass="entr" presetSubtype="3" fill="hold" nodeType="clickEffect">
                                  <p:stCondLst>
                                    <p:cond delay="0"/>
                                  </p:stCondLst>
                                  <p:childTnLst>
                                    <p:set>
                                      <p:cBhvr>
                                        <p:cTn id="121" dur="1" fill="hold">
                                          <p:stCondLst>
                                            <p:cond delay="0"/>
                                          </p:stCondLst>
                                        </p:cTn>
                                        <p:tgtEl>
                                          <p:spTgt spid="396396"/>
                                        </p:tgtEl>
                                        <p:attrNameLst>
                                          <p:attrName>style.visibility</p:attrName>
                                        </p:attrNameLst>
                                      </p:cBhvr>
                                      <p:to>
                                        <p:strVal val="visible"/>
                                      </p:to>
                                    </p:set>
                                    <p:animEffect transition="in" filter="strips(upRight)">
                                      <p:cBhvr>
                                        <p:cTn id="122" dur="500"/>
                                        <p:tgtEl>
                                          <p:spTgt spid="396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2" grpId="0"/>
      <p:bldP spid="396342" grpId="0" build="p"/>
      <p:bldP spid="396351" grpId="0"/>
      <p:bldP spid="396353" grpId="0"/>
      <p:bldP spid="396358" grpId="0"/>
      <p:bldP spid="396367" grpId="0" build="p"/>
      <p:bldP spid="396375" grpId="0"/>
      <p:bldP spid="396377" grpId="0"/>
      <p:bldP spid="396379" grpId="0"/>
      <p:bldP spid="39638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46" name="文本框 419845"/>
          <p:cNvSpPr txBox="1"/>
          <p:nvPr/>
        </p:nvSpPr>
        <p:spPr>
          <a:xfrm>
            <a:off x="673100" y="1293813"/>
            <a:ext cx="251460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加速度</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aphicFrame>
        <p:nvGraphicFramePr>
          <p:cNvPr id="419847" name="对象 419846"/>
          <p:cNvGraphicFramePr/>
          <p:nvPr/>
        </p:nvGraphicFramePr>
        <p:xfrm>
          <a:off x="2112963" y="1293813"/>
          <a:ext cx="1081087" cy="541337"/>
        </p:xfrm>
        <a:graphic>
          <a:graphicData uri="http://schemas.openxmlformats.org/presentationml/2006/ole">
            <mc:AlternateContent xmlns:mc="http://schemas.openxmlformats.org/markup-compatibility/2006">
              <mc:Choice xmlns:v="urn:schemas-microsoft-com:vml" Requires="v">
                <p:oleObj spid="_x0000_s3252" name="" r:id="rId1" imgW="381000" imgH="190500" progId="Equation.3">
                  <p:embed/>
                </p:oleObj>
              </mc:Choice>
              <mc:Fallback>
                <p:oleObj name="" r:id="rId1" imgW="381000" imgH="190500" progId="Equation.3">
                  <p:embed/>
                  <p:pic>
                    <p:nvPicPr>
                      <p:cNvPr id="0" name="图片 3251"/>
                      <p:cNvPicPr/>
                      <p:nvPr/>
                    </p:nvPicPr>
                    <p:blipFill>
                      <a:blip r:embed="rId2">
                        <a:clrChange>
                          <a:clrFrom>
                            <a:srgbClr val="000000"/>
                          </a:clrFrom>
                          <a:clrTo>
                            <a:srgbClr val="000000"/>
                          </a:clrTo>
                        </a:clrChange>
                      </a:blip>
                      <a:stretch>
                        <a:fillRect/>
                      </a:stretch>
                    </p:blipFill>
                    <p:spPr>
                      <a:xfrm>
                        <a:off x="2112963" y="1293813"/>
                        <a:ext cx="1081087" cy="541337"/>
                      </a:xfrm>
                      <a:prstGeom prst="rect">
                        <a:avLst/>
                      </a:prstGeom>
                      <a:noFill/>
                      <a:ln w="38100">
                        <a:noFill/>
                        <a:miter/>
                      </a:ln>
                    </p:spPr>
                  </p:pic>
                </p:oleObj>
              </mc:Fallback>
            </mc:AlternateContent>
          </a:graphicData>
        </a:graphic>
      </p:graphicFrame>
      <p:grpSp>
        <p:nvGrpSpPr>
          <p:cNvPr id="419896" name="组合 419895"/>
          <p:cNvGrpSpPr/>
          <p:nvPr/>
        </p:nvGrpSpPr>
        <p:grpSpPr>
          <a:xfrm>
            <a:off x="5148263" y="1412875"/>
            <a:ext cx="3849687" cy="2432050"/>
            <a:chOff x="3243" y="890"/>
            <a:chExt cx="2425" cy="1532"/>
          </a:xfrm>
        </p:grpSpPr>
        <p:sp>
          <p:nvSpPr>
            <p:cNvPr id="419849" name="直接连接符 419848"/>
            <p:cNvSpPr/>
            <p:nvPr/>
          </p:nvSpPr>
          <p:spPr>
            <a:xfrm flipV="1">
              <a:off x="3483" y="1078"/>
              <a:ext cx="0" cy="960"/>
            </a:xfrm>
            <a:prstGeom prst="line">
              <a:avLst/>
            </a:prstGeom>
            <a:ln w="19050" cap="flat" cmpd="sng">
              <a:solidFill>
                <a:schemeClr val="tx1"/>
              </a:solidFill>
              <a:prstDash val="solid"/>
              <a:headEnd type="none" w="med" len="med"/>
              <a:tailEnd type="triangle" w="med" len="lg"/>
            </a:ln>
          </p:spPr>
        </p:sp>
        <p:sp>
          <p:nvSpPr>
            <p:cNvPr id="419850" name="直接连接符 419849"/>
            <p:cNvSpPr/>
            <p:nvPr/>
          </p:nvSpPr>
          <p:spPr>
            <a:xfrm flipV="1">
              <a:off x="3483" y="2038"/>
              <a:ext cx="1824" cy="0"/>
            </a:xfrm>
            <a:prstGeom prst="line">
              <a:avLst/>
            </a:prstGeom>
            <a:ln w="19050" cap="flat" cmpd="sng">
              <a:solidFill>
                <a:schemeClr val="tx1"/>
              </a:solidFill>
              <a:prstDash val="solid"/>
              <a:headEnd type="none" w="med" len="med"/>
              <a:tailEnd type="triangle" w="med" len="lg"/>
            </a:ln>
          </p:spPr>
        </p:sp>
        <p:sp>
          <p:nvSpPr>
            <p:cNvPr id="419851" name="文本框 419850"/>
            <p:cNvSpPr txBox="1"/>
            <p:nvPr/>
          </p:nvSpPr>
          <p:spPr>
            <a:xfrm>
              <a:off x="5284" y="1888"/>
              <a:ext cx="384" cy="308"/>
            </a:xfrm>
            <a:prstGeom prst="rect">
              <a:avLst/>
            </a:prstGeom>
            <a:noFill/>
            <a:ln w="19050">
              <a:noFill/>
            </a:ln>
          </p:spPr>
          <p:txBody>
            <a:bodyPr>
              <a:spAutoFit/>
            </a:bodyPr>
            <a:p>
              <a:pPr lvl="0" eaLnBrk="1" hangingPunct="1">
                <a:spcBef>
                  <a:spcPct val="50000"/>
                </a:spcBef>
                <a:buClr>
                  <a:srgbClr val="000000"/>
                </a:buClr>
              </a:pPr>
              <a:r>
                <a:rPr lang="en-US" altLang="zh-CN" sz="2600" i="1">
                  <a:latin typeface="Times New Roman" panose="02020603050405020304" pitchFamily="18" charset="0"/>
                  <a:ea typeface="宋体" panose="02010600030101010101" pitchFamily="2" charset="-122"/>
                </a:rPr>
                <a:t>x</a:t>
              </a:r>
              <a:endParaRPr lang="en-US" altLang="zh-CN" sz="2600" i="1">
                <a:latin typeface="Times New Roman" panose="02020603050405020304" pitchFamily="18" charset="0"/>
                <a:ea typeface="宋体" panose="02010600030101010101" pitchFamily="2" charset="-122"/>
              </a:endParaRPr>
            </a:p>
          </p:txBody>
        </p:sp>
        <p:sp>
          <p:nvSpPr>
            <p:cNvPr id="419852" name="文本框 419851"/>
            <p:cNvSpPr txBox="1"/>
            <p:nvPr/>
          </p:nvSpPr>
          <p:spPr>
            <a:xfrm>
              <a:off x="3307" y="890"/>
              <a:ext cx="480" cy="308"/>
            </a:xfrm>
            <a:prstGeom prst="rect">
              <a:avLst/>
            </a:prstGeom>
            <a:noFill/>
            <a:ln w="19050">
              <a:noFill/>
            </a:ln>
          </p:spPr>
          <p:txBody>
            <a:bodyPr>
              <a:spAutoFit/>
            </a:bodyPr>
            <a:p>
              <a:pPr lvl="0" eaLnBrk="1" hangingPunct="1">
                <a:spcBef>
                  <a:spcPct val="50000"/>
                </a:spcBef>
                <a:buClr>
                  <a:srgbClr val="000000"/>
                </a:buClr>
              </a:pPr>
              <a:r>
                <a:rPr lang="en-US" altLang="zh-CN" sz="2600" i="1">
                  <a:latin typeface="Times New Roman" panose="02020603050405020304" pitchFamily="18" charset="0"/>
                  <a:ea typeface="宋体" panose="02010600030101010101" pitchFamily="2" charset="-122"/>
                </a:rPr>
                <a:t>y</a:t>
              </a:r>
              <a:endParaRPr lang="en-US" altLang="zh-CN" sz="2600" i="1">
                <a:latin typeface="Times New Roman" panose="02020603050405020304" pitchFamily="18" charset="0"/>
                <a:ea typeface="宋体" panose="02010600030101010101" pitchFamily="2" charset="-122"/>
              </a:endParaRPr>
            </a:p>
          </p:txBody>
        </p:sp>
        <p:sp>
          <p:nvSpPr>
            <p:cNvPr id="419853" name="文本框 419852"/>
            <p:cNvSpPr txBox="1"/>
            <p:nvPr/>
          </p:nvSpPr>
          <p:spPr>
            <a:xfrm>
              <a:off x="3243" y="1888"/>
              <a:ext cx="336" cy="308"/>
            </a:xfrm>
            <a:prstGeom prst="rect">
              <a:avLst/>
            </a:prstGeom>
            <a:noFill/>
            <a:ln w="19050">
              <a:noFill/>
            </a:ln>
          </p:spPr>
          <p:txBody>
            <a:bodyPr>
              <a:spAutoFit/>
            </a:bodyPr>
            <a:p>
              <a:pPr lvl="0" eaLnBrk="1" hangingPunct="1">
                <a:spcBef>
                  <a:spcPct val="50000"/>
                </a:spcBef>
                <a:buClr>
                  <a:srgbClr val="000000"/>
                </a:buClr>
              </a:pPr>
              <a:r>
                <a:rPr lang="en-US" altLang="zh-CN" sz="2600" i="1">
                  <a:latin typeface="Times New Roman" panose="02020603050405020304" pitchFamily="18" charset="0"/>
                  <a:ea typeface="宋体" panose="02010600030101010101" pitchFamily="2" charset="-122"/>
                </a:rPr>
                <a:t>O</a:t>
              </a:r>
              <a:endParaRPr lang="en-US" altLang="zh-CN" sz="2600" i="1">
                <a:latin typeface="Times New Roman" panose="02020603050405020304" pitchFamily="18" charset="0"/>
                <a:ea typeface="宋体" panose="02010600030101010101" pitchFamily="2" charset="-122"/>
              </a:endParaRPr>
            </a:p>
          </p:txBody>
        </p:sp>
        <p:sp>
          <p:nvSpPr>
            <p:cNvPr id="419855" name="任意多边形 419854"/>
            <p:cNvSpPr/>
            <p:nvPr/>
          </p:nvSpPr>
          <p:spPr>
            <a:xfrm>
              <a:off x="3483" y="1582"/>
              <a:ext cx="1632" cy="432"/>
            </a:xfrm>
            <a:custGeom>
              <a:avLst/>
              <a:gdLst/>
              <a:ahLst/>
              <a:cxnLst/>
              <a:pathLst>
                <a:path w="1056" h="288">
                  <a:moveTo>
                    <a:pt x="0" y="288"/>
                  </a:moveTo>
                  <a:cubicBezTo>
                    <a:pt x="176" y="144"/>
                    <a:pt x="352" y="0"/>
                    <a:pt x="528" y="0"/>
                  </a:cubicBezTo>
                  <a:cubicBezTo>
                    <a:pt x="704" y="0"/>
                    <a:pt x="880" y="144"/>
                    <a:pt x="1056" y="288"/>
                  </a:cubicBezTo>
                </a:path>
              </a:pathLst>
            </a:custGeom>
            <a:noFill/>
            <a:ln w="19050" cap="flat" cmpd="sng">
              <a:solidFill>
                <a:srgbClr val="800000">
                  <a:alpha val="100000"/>
                </a:srgbClr>
              </a:solidFill>
              <a:prstDash val="solid"/>
              <a:headEnd type="none" w="med" len="med"/>
              <a:tailEnd type="none" w="med" len="med"/>
            </a:ln>
          </p:spPr>
          <p:txBody>
            <a:bodyPr/>
            <a:p>
              <a:endParaRPr lang="zh-CN" altLang="en-US"/>
            </a:p>
          </p:txBody>
        </p:sp>
        <p:sp>
          <p:nvSpPr>
            <p:cNvPr id="419856" name="直接连接符 419855"/>
            <p:cNvSpPr/>
            <p:nvPr/>
          </p:nvSpPr>
          <p:spPr>
            <a:xfrm flipV="1">
              <a:off x="3483" y="1582"/>
              <a:ext cx="480" cy="432"/>
            </a:xfrm>
            <a:prstGeom prst="line">
              <a:avLst/>
            </a:prstGeom>
            <a:ln w="28575" cap="flat" cmpd="sng">
              <a:solidFill>
                <a:srgbClr val="800000"/>
              </a:solidFill>
              <a:prstDash val="solid"/>
              <a:headEnd type="none" w="med" len="med"/>
              <a:tailEnd type="triangle" w="med" len="lg"/>
            </a:ln>
          </p:spPr>
        </p:sp>
        <p:graphicFrame>
          <p:nvGraphicFramePr>
            <p:cNvPr id="419857" name="对象 419856"/>
            <p:cNvGraphicFramePr/>
            <p:nvPr/>
          </p:nvGraphicFramePr>
          <p:xfrm>
            <a:off x="3515" y="1475"/>
            <a:ext cx="275" cy="358"/>
          </p:xfrm>
          <a:graphic>
            <a:graphicData uri="http://schemas.openxmlformats.org/presentationml/2006/ole">
              <mc:AlternateContent xmlns:mc="http://schemas.openxmlformats.org/markup-compatibility/2006">
                <mc:Choice xmlns:v="urn:schemas-microsoft-com:vml" Requires="v">
                  <p:oleObj spid="_x0000_s3248" name="" r:id="rId3" imgW="177800" imgH="227965" progId="Equation.3">
                    <p:embed/>
                  </p:oleObj>
                </mc:Choice>
                <mc:Fallback>
                  <p:oleObj name="" r:id="rId3" imgW="177800" imgH="227965" progId="Equation.3">
                    <p:embed/>
                    <p:pic>
                      <p:nvPicPr>
                        <p:cNvPr id="0" name="图片 3247"/>
                        <p:cNvPicPr/>
                        <p:nvPr/>
                      </p:nvPicPr>
                      <p:blipFill>
                        <a:blip r:embed="rId4">
                          <a:clrChange>
                            <a:clrFrom>
                              <a:srgbClr val="000000"/>
                            </a:clrFrom>
                            <a:clrTo>
                              <a:srgbClr val="000000"/>
                            </a:clrTo>
                          </a:clrChange>
                        </a:blip>
                        <a:stretch>
                          <a:fillRect/>
                        </a:stretch>
                      </p:blipFill>
                      <p:spPr>
                        <a:xfrm>
                          <a:off x="3515" y="1475"/>
                          <a:ext cx="275" cy="358"/>
                        </a:xfrm>
                        <a:prstGeom prst="rect">
                          <a:avLst/>
                        </a:prstGeom>
                        <a:noFill/>
                        <a:ln w="38100">
                          <a:noFill/>
                          <a:miter/>
                        </a:ln>
                      </p:spPr>
                    </p:pic>
                  </p:oleObj>
                </mc:Fallback>
              </mc:AlternateContent>
            </a:graphicData>
          </a:graphic>
        </p:graphicFrame>
        <p:grpSp>
          <p:nvGrpSpPr>
            <p:cNvPr id="419894" name="组合 419893"/>
            <p:cNvGrpSpPr/>
            <p:nvPr/>
          </p:nvGrpSpPr>
          <p:grpSpPr>
            <a:xfrm>
              <a:off x="4059" y="1570"/>
              <a:ext cx="409" cy="468"/>
              <a:chOff x="4059" y="1570"/>
              <a:chExt cx="409" cy="468"/>
            </a:xfrm>
          </p:grpSpPr>
          <p:sp>
            <p:nvSpPr>
              <p:cNvPr id="419859" name="直接连接符 419858"/>
              <p:cNvSpPr/>
              <p:nvPr/>
            </p:nvSpPr>
            <p:spPr>
              <a:xfrm flipV="1">
                <a:off x="4286" y="1570"/>
                <a:ext cx="0" cy="468"/>
              </a:xfrm>
              <a:prstGeom prst="line">
                <a:avLst/>
              </a:prstGeom>
              <a:ln w="19050" cap="flat" cmpd="sng">
                <a:solidFill>
                  <a:schemeClr val="tx1"/>
                </a:solidFill>
                <a:prstDash val="solid"/>
                <a:headEnd type="triangle" w="med" len="lg"/>
                <a:tailEnd type="triangle" w="med" len="lg"/>
              </a:ln>
            </p:spPr>
          </p:sp>
          <p:sp>
            <p:nvSpPr>
              <p:cNvPr id="419860" name="文本框 419859"/>
              <p:cNvSpPr txBox="1"/>
              <p:nvPr/>
            </p:nvSpPr>
            <p:spPr>
              <a:xfrm>
                <a:off x="4059" y="1661"/>
                <a:ext cx="409" cy="308"/>
              </a:xfrm>
              <a:prstGeom prst="rect">
                <a:avLst/>
              </a:prstGeom>
              <a:noFill/>
              <a:ln w="19050">
                <a:noFill/>
              </a:ln>
            </p:spPr>
            <p:txBody>
              <a:bodyPr>
                <a:spAutoFit/>
              </a:bodyPr>
              <a:p>
                <a:pPr lvl="0" eaLnBrk="1" hangingPunct="1">
                  <a:spcBef>
                    <a:spcPct val="50000"/>
                  </a:spcBef>
                  <a:buClr>
                    <a:srgbClr val="000000"/>
                  </a:buClr>
                </a:pPr>
                <a:r>
                  <a:rPr lang="en-US" altLang="zh-CN" sz="2600" i="1">
                    <a:latin typeface="Times New Roman" panose="02020603050405020304" pitchFamily="18" charset="0"/>
                    <a:ea typeface="宋体" panose="02010600030101010101" pitchFamily="2" charset="-122"/>
                  </a:rPr>
                  <a:t>h</a:t>
                </a:r>
                <a:endParaRPr lang="en-US" altLang="zh-CN" sz="2600" i="1">
                  <a:latin typeface="Times New Roman" panose="02020603050405020304" pitchFamily="18" charset="0"/>
                  <a:ea typeface="宋体" panose="02010600030101010101" pitchFamily="2" charset="-122"/>
                </a:endParaRPr>
              </a:p>
            </p:txBody>
          </p:sp>
        </p:grpSp>
        <p:grpSp>
          <p:nvGrpSpPr>
            <p:cNvPr id="419861" name="组合 419860"/>
            <p:cNvGrpSpPr/>
            <p:nvPr/>
          </p:nvGrpSpPr>
          <p:grpSpPr>
            <a:xfrm>
              <a:off x="3483" y="2086"/>
              <a:ext cx="1632" cy="336"/>
              <a:chOff x="480" y="1824"/>
              <a:chExt cx="1632" cy="336"/>
            </a:xfrm>
          </p:grpSpPr>
          <p:sp>
            <p:nvSpPr>
              <p:cNvPr id="419862" name="直接连接符 419861"/>
              <p:cNvSpPr/>
              <p:nvPr/>
            </p:nvSpPr>
            <p:spPr>
              <a:xfrm>
                <a:off x="480" y="1824"/>
                <a:ext cx="0" cy="336"/>
              </a:xfrm>
              <a:prstGeom prst="line">
                <a:avLst/>
              </a:prstGeom>
              <a:ln w="19050" cap="flat" cmpd="sng">
                <a:solidFill>
                  <a:schemeClr val="tx1"/>
                </a:solidFill>
                <a:prstDash val="solid"/>
                <a:headEnd type="none" w="med" len="med"/>
                <a:tailEnd type="none" w="med" len="med"/>
              </a:ln>
            </p:spPr>
          </p:sp>
          <p:sp>
            <p:nvSpPr>
              <p:cNvPr id="419863" name="直接连接符 419862"/>
              <p:cNvSpPr/>
              <p:nvPr/>
            </p:nvSpPr>
            <p:spPr>
              <a:xfrm>
                <a:off x="2112" y="1824"/>
                <a:ext cx="0" cy="336"/>
              </a:xfrm>
              <a:prstGeom prst="line">
                <a:avLst/>
              </a:prstGeom>
              <a:ln w="19050" cap="flat" cmpd="sng">
                <a:solidFill>
                  <a:schemeClr val="tx1"/>
                </a:solidFill>
                <a:prstDash val="solid"/>
                <a:headEnd type="none" w="med" len="med"/>
                <a:tailEnd type="none" w="med" len="med"/>
              </a:ln>
            </p:spPr>
          </p:sp>
          <p:sp>
            <p:nvSpPr>
              <p:cNvPr id="419864" name="直接连接符 419863"/>
              <p:cNvSpPr/>
              <p:nvPr/>
            </p:nvSpPr>
            <p:spPr>
              <a:xfrm>
                <a:off x="1488" y="2016"/>
                <a:ext cx="624" cy="0"/>
              </a:xfrm>
              <a:prstGeom prst="line">
                <a:avLst/>
              </a:prstGeom>
              <a:ln w="19050" cap="flat" cmpd="sng">
                <a:solidFill>
                  <a:schemeClr val="tx1"/>
                </a:solidFill>
                <a:prstDash val="solid"/>
                <a:headEnd type="none" w="med" len="med"/>
                <a:tailEnd type="triangle" w="med" len="med"/>
              </a:ln>
            </p:spPr>
          </p:sp>
          <p:sp>
            <p:nvSpPr>
              <p:cNvPr id="419865" name="直接连接符 419864"/>
              <p:cNvSpPr/>
              <p:nvPr/>
            </p:nvSpPr>
            <p:spPr>
              <a:xfrm>
                <a:off x="480" y="2016"/>
                <a:ext cx="624" cy="0"/>
              </a:xfrm>
              <a:prstGeom prst="line">
                <a:avLst/>
              </a:prstGeom>
              <a:ln w="19050" cap="flat" cmpd="sng">
                <a:solidFill>
                  <a:schemeClr val="tx1"/>
                </a:solidFill>
                <a:prstDash val="solid"/>
                <a:headEnd type="triangle" w="med" len="med"/>
                <a:tailEnd type="none" w="med" len="med"/>
              </a:ln>
            </p:spPr>
          </p:sp>
          <p:sp>
            <p:nvSpPr>
              <p:cNvPr id="419866" name="文本框 419865"/>
              <p:cNvSpPr txBox="1"/>
              <p:nvPr/>
            </p:nvSpPr>
            <p:spPr>
              <a:xfrm>
                <a:off x="1152" y="1824"/>
                <a:ext cx="576" cy="308"/>
              </a:xfrm>
              <a:prstGeom prst="rect">
                <a:avLst/>
              </a:prstGeom>
              <a:noFill/>
              <a:ln w="19050">
                <a:noFill/>
              </a:ln>
            </p:spPr>
            <p:txBody>
              <a:bodyPr>
                <a:spAutoFit/>
              </a:bodyPr>
              <a:p>
                <a:pPr lvl="0" eaLnBrk="1" hangingPunct="1">
                  <a:spcBef>
                    <a:spcPct val="50000"/>
                  </a:spcBef>
                  <a:buClr>
                    <a:srgbClr val="000000"/>
                  </a:buClr>
                </a:pPr>
                <a:r>
                  <a:rPr lang="en-US" altLang="zh-CN" sz="2600" i="1">
                    <a:latin typeface="Times New Roman" panose="02020603050405020304" pitchFamily="18" charset="0"/>
                    <a:ea typeface="宋体" panose="02010600030101010101" pitchFamily="2" charset="-122"/>
                  </a:rPr>
                  <a:t>S</a:t>
                </a:r>
                <a:endParaRPr lang="en-US" altLang="zh-CN" sz="2600" i="1">
                  <a:latin typeface="Times New Roman" panose="02020603050405020304" pitchFamily="18" charset="0"/>
                  <a:ea typeface="宋体" panose="02010600030101010101" pitchFamily="2" charset="-122"/>
                </a:endParaRPr>
              </a:p>
            </p:txBody>
          </p:sp>
        </p:grpSp>
      </p:grpSp>
      <p:sp>
        <p:nvSpPr>
          <p:cNvPr id="419867" name="文本框 419866"/>
          <p:cNvSpPr txBox="1"/>
          <p:nvPr/>
        </p:nvSpPr>
        <p:spPr>
          <a:xfrm>
            <a:off x="1033463" y="1874838"/>
            <a:ext cx="411480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速度</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aphicFrame>
        <p:nvGraphicFramePr>
          <p:cNvPr id="419870" name="对象 419869"/>
          <p:cNvGraphicFramePr/>
          <p:nvPr/>
        </p:nvGraphicFramePr>
        <p:xfrm>
          <a:off x="2041525" y="1874838"/>
          <a:ext cx="1584325" cy="696912"/>
        </p:xfrm>
        <a:graphic>
          <a:graphicData uri="http://schemas.openxmlformats.org/presentationml/2006/ole">
            <mc:AlternateContent xmlns:mc="http://schemas.openxmlformats.org/markup-compatibility/2006">
              <mc:Choice xmlns:v="urn:schemas-microsoft-com:vml" Requires="v">
                <p:oleObj spid="_x0000_s3254" name="" r:id="rId5" imgW="520700" imgH="228600" progId="Equation.3">
                  <p:embed/>
                </p:oleObj>
              </mc:Choice>
              <mc:Fallback>
                <p:oleObj name="" r:id="rId5" imgW="520700" imgH="228600" progId="Equation.3">
                  <p:embed/>
                  <p:pic>
                    <p:nvPicPr>
                      <p:cNvPr id="0" name="图片 3253"/>
                      <p:cNvPicPr/>
                      <p:nvPr/>
                    </p:nvPicPr>
                    <p:blipFill>
                      <a:blip r:embed="rId6">
                        <a:clrChange>
                          <a:clrFrom>
                            <a:srgbClr val="000000"/>
                          </a:clrFrom>
                          <a:clrTo>
                            <a:srgbClr val="000000"/>
                          </a:clrTo>
                        </a:clrChange>
                      </a:blip>
                      <a:stretch>
                        <a:fillRect/>
                      </a:stretch>
                    </p:blipFill>
                    <p:spPr>
                      <a:xfrm>
                        <a:off x="2041525" y="1874838"/>
                        <a:ext cx="1584325" cy="696912"/>
                      </a:xfrm>
                      <a:prstGeom prst="rect">
                        <a:avLst/>
                      </a:prstGeom>
                      <a:noFill/>
                      <a:ln w="38100">
                        <a:noFill/>
                        <a:miter/>
                      </a:ln>
                    </p:spPr>
                  </p:pic>
                </p:oleObj>
              </mc:Fallback>
            </mc:AlternateContent>
          </a:graphicData>
        </a:graphic>
      </p:graphicFrame>
      <p:graphicFrame>
        <p:nvGraphicFramePr>
          <p:cNvPr id="419873" name="对象 419872"/>
          <p:cNvGraphicFramePr/>
          <p:nvPr/>
        </p:nvGraphicFramePr>
        <p:xfrm>
          <a:off x="2041525" y="2489200"/>
          <a:ext cx="2305050" cy="723900"/>
        </p:xfrm>
        <a:graphic>
          <a:graphicData uri="http://schemas.openxmlformats.org/presentationml/2006/ole">
            <mc:AlternateContent xmlns:mc="http://schemas.openxmlformats.org/markup-compatibility/2006">
              <mc:Choice xmlns:v="urn:schemas-microsoft-com:vml" Requires="v">
                <p:oleObj spid="_x0000_s3148" name="" r:id="rId7" imgW="812165" imgH="241300" progId="Equation.3">
                  <p:embed/>
                </p:oleObj>
              </mc:Choice>
              <mc:Fallback>
                <p:oleObj name="" r:id="rId7" imgW="812165" imgH="241300" progId="Equation.3">
                  <p:embed/>
                  <p:pic>
                    <p:nvPicPr>
                      <p:cNvPr id="0" name="图片 3147"/>
                      <p:cNvPicPr/>
                      <p:nvPr/>
                    </p:nvPicPr>
                    <p:blipFill>
                      <a:blip r:embed="rId8">
                        <a:clrChange>
                          <a:clrFrom>
                            <a:srgbClr val="000000"/>
                          </a:clrFrom>
                          <a:clrTo>
                            <a:srgbClr val="000000"/>
                          </a:clrTo>
                        </a:clrChange>
                      </a:blip>
                      <a:stretch>
                        <a:fillRect/>
                      </a:stretch>
                    </p:blipFill>
                    <p:spPr>
                      <a:xfrm>
                        <a:off x="2041525" y="2489200"/>
                        <a:ext cx="2305050" cy="723900"/>
                      </a:xfrm>
                      <a:prstGeom prst="rect">
                        <a:avLst/>
                      </a:prstGeom>
                      <a:noFill/>
                      <a:ln w="38100">
                        <a:noFill/>
                        <a:miter/>
                      </a:ln>
                    </p:spPr>
                  </p:pic>
                </p:oleObj>
              </mc:Fallback>
            </mc:AlternateContent>
          </a:graphicData>
        </a:graphic>
      </p:graphicFrame>
      <p:sp>
        <p:nvSpPr>
          <p:cNvPr id="419875" name="文本框 419874"/>
          <p:cNvSpPr txBox="1"/>
          <p:nvPr/>
        </p:nvSpPr>
        <p:spPr>
          <a:xfrm>
            <a:off x="373063" y="3221038"/>
            <a:ext cx="411480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运动方程</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aphicFrame>
        <p:nvGraphicFramePr>
          <p:cNvPr id="419878" name="对象 419877"/>
          <p:cNvGraphicFramePr/>
          <p:nvPr/>
        </p:nvGraphicFramePr>
        <p:xfrm>
          <a:off x="2112963" y="3154363"/>
          <a:ext cx="1511300" cy="681037"/>
        </p:xfrm>
        <a:graphic>
          <a:graphicData uri="http://schemas.openxmlformats.org/presentationml/2006/ole">
            <mc:AlternateContent xmlns:mc="http://schemas.openxmlformats.org/markup-compatibility/2006">
              <mc:Choice xmlns:v="urn:schemas-microsoft-com:vml" Requires="v">
                <p:oleObj spid="_x0000_s3154" name="" r:id="rId9" imgW="508000" imgH="228600" progId="Equation.3">
                  <p:embed/>
                </p:oleObj>
              </mc:Choice>
              <mc:Fallback>
                <p:oleObj name="" r:id="rId9" imgW="508000" imgH="228600" progId="Equation.3">
                  <p:embed/>
                  <p:pic>
                    <p:nvPicPr>
                      <p:cNvPr id="0" name="图片 3153"/>
                      <p:cNvPicPr/>
                      <p:nvPr/>
                    </p:nvPicPr>
                    <p:blipFill>
                      <a:blip r:embed="rId10">
                        <a:clrChange>
                          <a:clrFrom>
                            <a:srgbClr val="000000"/>
                          </a:clrFrom>
                          <a:clrTo>
                            <a:srgbClr val="000000"/>
                          </a:clrTo>
                        </a:clrChange>
                      </a:blip>
                      <a:stretch>
                        <a:fillRect/>
                      </a:stretch>
                    </p:blipFill>
                    <p:spPr>
                      <a:xfrm>
                        <a:off x="2112963" y="3154363"/>
                        <a:ext cx="1511300" cy="681037"/>
                      </a:xfrm>
                      <a:prstGeom prst="rect">
                        <a:avLst/>
                      </a:prstGeom>
                      <a:noFill/>
                      <a:ln w="38100">
                        <a:noFill/>
                        <a:miter/>
                      </a:ln>
                    </p:spPr>
                  </p:pic>
                </p:oleObj>
              </mc:Fallback>
            </mc:AlternateContent>
          </a:graphicData>
        </a:graphic>
      </p:graphicFrame>
      <p:graphicFrame>
        <p:nvGraphicFramePr>
          <p:cNvPr id="419881" name="对象 419880"/>
          <p:cNvGraphicFramePr/>
          <p:nvPr/>
        </p:nvGraphicFramePr>
        <p:xfrm>
          <a:off x="2112963" y="3586163"/>
          <a:ext cx="2808287" cy="1138237"/>
        </p:xfrm>
        <a:graphic>
          <a:graphicData uri="http://schemas.openxmlformats.org/presentationml/2006/ole">
            <mc:AlternateContent xmlns:mc="http://schemas.openxmlformats.org/markup-compatibility/2006">
              <mc:Choice xmlns:v="urn:schemas-microsoft-com:vml" Requires="v">
                <p:oleObj spid="_x0000_s3153" name="" r:id="rId11" imgW="964565" imgH="393700" progId="Equation.3">
                  <p:embed/>
                </p:oleObj>
              </mc:Choice>
              <mc:Fallback>
                <p:oleObj name="" r:id="rId11" imgW="964565" imgH="393700" progId="Equation.3">
                  <p:embed/>
                  <p:pic>
                    <p:nvPicPr>
                      <p:cNvPr id="0" name="图片 3152"/>
                      <p:cNvPicPr/>
                      <p:nvPr/>
                    </p:nvPicPr>
                    <p:blipFill>
                      <a:blip r:embed="rId12">
                        <a:clrChange>
                          <a:clrFrom>
                            <a:srgbClr val="000000"/>
                          </a:clrFrom>
                          <a:clrTo>
                            <a:srgbClr val="000000"/>
                          </a:clrTo>
                        </a:clrChange>
                      </a:blip>
                      <a:stretch>
                        <a:fillRect/>
                      </a:stretch>
                    </p:blipFill>
                    <p:spPr>
                      <a:xfrm>
                        <a:off x="2112963" y="3586163"/>
                        <a:ext cx="2808287" cy="1138237"/>
                      </a:xfrm>
                      <a:prstGeom prst="rect">
                        <a:avLst/>
                      </a:prstGeom>
                      <a:noFill/>
                      <a:ln w="38100">
                        <a:noFill/>
                        <a:miter/>
                      </a:ln>
                    </p:spPr>
                  </p:pic>
                </p:oleObj>
              </mc:Fallback>
            </mc:AlternateContent>
          </a:graphicData>
        </a:graphic>
      </p:graphicFrame>
      <p:sp>
        <p:nvSpPr>
          <p:cNvPr id="419886" name="矩形 419885"/>
          <p:cNvSpPr/>
          <p:nvPr/>
        </p:nvSpPr>
        <p:spPr>
          <a:xfrm>
            <a:off x="468313" y="152400"/>
            <a:ext cx="7989887" cy="519113"/>
          </a:xfrm>
          <a:prstGeom prst="rect">
            <a:avLst/>
          </a:prstGeom>
          <a:noFill/>
          <a:ln w="9525">
            <a:noFill/>
          </a:ln>
        </p:spPr>
        <p:txBody>
          <a:bodyPr>
            <a:spAutoFit/>
          </a:bodyPr>
          <a:p>
            <a:pPr lvl="0" algn="ctr" eaLnBrk="1" hangingPunct="1">
              <a:spcBef>
                <a:spcPct val="50000"/>
              </a:spcBef>
              <a:buClr>
                <a:srgbClr val="000000"/>
              </a:buClr>
            </a:pPr>
            <a:r>
              <a:rPr lang="en-US" altLang="zh-CN" sz="2800" i="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1.5  </a:t>
            </a:r>
            <a:r>
              <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抛体运动</a:t>
            </a:r>
            <a:endPar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419887" name="矩形 419886"/>
          <p:cNvSpPr/>
          <p:nvPr/>
        </p:nvSpPr>
        <p:spPr>
          <a:xfrm>
            <a:off x="468313" y="687388"/>
            <a:ext cx="8135937"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一种恒定加速度的平面运动</a:t>
            </a:r>
            <a:r>
              <a:rPr lang="en-US" altLang="zh-CN" sz="2600" i="0">
                <a:latin typeface="Times New Roman" panose="02020603050405020304" pitchFamily="18" charset="0"/>
                <a:ea typeface="黑体" panose="02010609060101010101" pitchFamily="49" charset="-122"/>
              </a:rPr>
              <a:t>(</a:t>
            </a:r>
            <a:r>
              <a:rPr lang="zh-CN" altLang="en-US" sz="2600" i="0" dirty="0">
                <a:effectLst>
                  <a:outerShdw blurRad="38100" dist="38100" dir="2700000">
                    <a:srgbClr val="C0C0C0"/>
                  </a:outerShdw>
                </a:effectLst>
                <a:latin typeface="Times New Roman" panose="02020603050405020304" pitchFamily="18" charset="0"/>
                <a:ea typeface="黑体" panose="02010609060101010101" pitchFamily="49" charset="-122"/>
              </a:rPr>
              <a:t>理想模型</a:t>
            </a:r>
            <a:r>
              <a:rPr lang="en-US" altLang="zh-CN" sz="2600" i="0">
                <a:effectLst>
                  <a:outerShdw blurRad="38100" dist="38100" dir="2700000">
                    <a:srgbClr val="C0C0C0"/>
                  </a:outerShdw>
                </a:effectLst>
                <a:latin typeface="Times New Roman" panose="02020603050405020304" pitchFamily="18" charset="0"/>
                <a:ea typeface="黑体" panose="02010609060101010101" pitchFamily="49" charset="-122"/>
              </a:rPr>
              <a:t>, </a:t>
            </a:r>
            <a:r>
              <a:rPr lang="zh-CN" altLang="en-US" sz="2600" i="0" dirty="0">
                <a:effectLst>
                  <a:outerShdw blurRad="38100" dist="38100" dir="2700000">
                    <a:srgbClr val="C0C0C0"/>
                  </a:outerShdw>
                </a:effectLst>
                <a:latin typeface="Times New Roman" panose="02020603050405020304" pitchFamily="18" charset="0"/>
                <a:ea typeface="黑体" panose="02010609060101010101" pitchFamily="49" charset="-122"/>
              </a:rPr>
              <a:t>不计阻力</a:t>
            </a:r>
            <a:r>
              <a:rPr lang="en-US" altLang="zh-CN" sz="2600" i="0">
                <a:effectLst>
                  <a:outerShdw blurRad="38100" dist="38100" dir="2700000">
                    <a:srgbClr val="C0C0C0"/>
                  </a:outerShdw>
                </a:effectLst>
                <a:latin typeface="Times New Roman" panose="02020603050405020304" pitchFamily="18" charset="0"/>
                <a:ea typeface="黑体" panose="02010609060101010101" pitchFamily="49" charset="-122"/>
              </a:rPr>
              <a:t>).</a:t>
            </a:r>
            <a:endParaRPr lang="en-US" altLang="zh-CN" sz="2600" i="0">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419893" name="文本框 419892"/>
          <p:cNvSpPr txBox="1"/>
          <p:nvPr/>
        </p:nvSpPr>
        <p:spPr>
          <a:xfrm>
            <a:off x="385763" y="4719638"/>
            <a:ext cx="411480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en-US" altLang="zh-CN" sz="2600" i="0">
                <a:latin typeface="Times New Roman" panose="02020603050405020304" pitchFamily="18" charset="0"/>
                <a:ea typeface="黑体" panose="02010609060101010101" pitchFamily="49" charset="-122"/>
              </a:rPr>
              <a:t>P</a:t>
            </a:r>
            <a:r>
              <a:rPr lang="zh-CN" altLang="en-US" sz="2600" i="0" dirty="0">
                <a:latin typeface="Times New Roman" panose="02020603050405020304" pitchFamily="18" charset="0"/>
                <a:ea typeface="黑体" panose="02010609060101010101" pitchFamily="49" charset="-122"/>
              </a:rPr>
              <a:t>点曲率半径</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pSp>
        <p:nvGrpSpPr>
          <p:cNvPr id="419907" name="组合 419906"/>
          <p:cNvGrpSpPr/>
          <p:nvPr/>
        </p:nvGrpSpPr>
        <p:grpSpPr>
          <a:xfrm>
            <a:off x="6877050" y="2060575"/>
            <a:ext cx="1484313" cy="1146175"/>
            <a:chOff x="4332" y="1298"/>
            <a:chExt cx="935" cy="722"/>
          </a:xfrm>
        </p:grpSpPr>
        <p:grpSp>
          <p:nvGrpSpPr>
            <p:cNvPr id="419895" name="组合 419894"/>
            <p:cNvGrpSpPr/>
            <p:nvPr/>
          </p:nvGrpSpPr>
          <p:grpSpPr>
            <a:xfrm>
              <a:off x="4422" y="1344"/>
              <a:ext cx="211" cy="316"/>
              <a:chOff x="4422" y="1344"/>
              <a:chExt cx="211" cy="316"/>
            </a:xfrm>
          </p:grpSpPr>
          <p:sp>
            <p:nvSpPr>
              <p:cNvPr id="419890" name="椭圆 419889"/>
              <p:cNvSpPr/>
              <p:nvPr/>
            </p:nvSpPr>
            <p:spPr>
              <a:xfrm>
                <a:off x="4468" y="1570"/>
                <a:ext cx="80" cy="90"/>
              </a:xfrm>
              <a:prstGeom prst="ellipse">
                <a:avLst/>
              </a:prstGeom>
              <a:solidFill>
                <a:srgbClr val="CC0000"/>
              </a:solidFill>
              <a:ln w="9525" cap="flat" cmpd="sng">
                <a:solidFill>
                  <a:srgbClr val="CC0000"/>
                </a:solidFill>
                <a:prstDash val="solid"/>
                <a:headEnd type="none" w="med" len="med"/>
                <a:tailEnd type="none" w="med" len="med"/>
              </a:ln>
            </p:spPr>
            <p:txBody>
              <a:bodyPr/>
              <a:p>
                <a:endParaRPr lang="zh-CN" altLang="en-US"/>
              </a:p>
            </p:txBody>
          </p:sp>
          <p:graphicFrame>
            <p:nvGraphicFramePr>
              <p:cNvPr id="419892" name="对象 419891"/>
              <p:cNvGraphicFramePr/>
              <p:nvPr/>
            </p:nvGraphicFramePr>
            <p:xfrm>
              <a:off x="4422" y="1344"/>
              <a:ext cx="211" cy="249"/>
            </p:xfrm>
            <a:graphic>
              <a:graphicData uri="http://schemas.openxmlformats.org/presentationml/2006/ole">
                <mc:AlternateContent xmlns:mc="http://schemas.openxmlformats.org/markup-compatibility/2006">
                  <mc:Choice xmlns:v="urn:schemas-microsoft-com:vml" Requires="v">
                    <p:oleObj spid="_x0000_s3145" name="" r:id="rId13" imgW="139700" imgH="165100" progId="Equation.3">
                      <p:embed/>
                    </p:oleObj>
                  </mc:Choice>
                  <mc:Fallback>
                    <p:oleObj name="" r:id="rId13" imgW="139700" imgH="165100" progId="Equation.3">
                      <p:embed/>
                      <p:pic>
                        <p:nvPicPr>
                          <p:cNvPr id="0" name="图片 3144"/>
                          <p:cNvPicPr/>
                          <p:nvPr/>
                        </p:nvPicPr>
                        <p:blipFill>
                          <a:blip r:embed="rId14">
                            <a:clrChange>
                              <a:clrFrom>
                                <a:srgbClr val="000000"/>
                              </a:clrFrom>
                              <a:clrTo>
                                <a:srgbClr val="000000"/>
                              </a:clrTo>
                            </a:clrChange>
                          </a:blip>
                          <a:stretch>
                            <a:fillRect/>
                          </a:stretch>
                        </p:blipFill>
                        <p:spPr>
                          <a:xfrm>
                            <a:off x="4422" y="1344"/>
                            <a:ext cx="211" cy="249"/>
                          </a:xfrm>
                          <a:prstGeom prst="rect">
                            <a:avLst/>
                          </a:prstGeom>
                          <a:noFill/>
                          <a:ln w="38100">
                            <a:noFill/>
                            <a:miter/>
                          </a:ln>
                        </p:spPr>
                      </p:pic>
                    </p:oleObj>
                  </mc:Fallback>
                </mc:AlternateContent>
              </a:graphicData>
            </a:graphic>
          </p:graphicFrame>
        </p:grpSp>
        <p:sp>
          <p:nvSpPr>
            <p:cNvPr id="419897" name="直接连接符 419896"/>
            <p:cNvSpPr/>
            <p:nvPr/>
          </p:nvSpPr>
          <p:spPr>
            <a:xfrm>
              <a:off x="4506" y="1616"/>
              <a:ext cx="0" cy="317"/>
            </a:xfrm>
            <a:prstGeom prst="line">
              <a:avLst/>
            </a:prstGeom>
            <a:ln w="28575" cap="flat" cmpd="sng">
              <a:solidFill>
                <a:srgbClr val="CC0000"/>
              </a:solidFill>
              <a:prstDash val="solid"/>
              <a:headEnd type="none" w="med" len="med"/>
              <a:tailEnd type="triangle" w="med" len="med"/>
            </a:ln>
          </p:spPr>
        </p:sp>
        <p:sp>
          <p:nvSpPr>
            <p:cNvPr id="419898" name="直接连接符 419897"/>
            <p:cNvSpPr/>
            <p:nvPr/>
          </p:nvSpPr>
          <p:spPr>
            <a:xfrm>
              <a:off x="4513" y="1616"/>
              <a:ext cx="544" cy="181"/>
            </a:xfrm>
            <a:prstGeom prst="line">
              <a:avLst/>
            </a:prstGeom>
            <a:ln w="28575" cap="flat" cmpd="sng">
              <a:solidFill>
                <a:srgbClr val="CC0000"/>
              </a:solidFill>
              <a:prstDash val="solid"/>
              <a:headEnd type="none" w="med" len="med"/>
              <a:tailEnd type="triangle" w="med" len="med"/>
            </a:ln>
          </p:spPr>
        </p:sp>
        <p:graphicFrame>
          <p:nvGraphicFramePr>
            <p:cNvPr id="419899" name="对象 419898"/>
            <p:cNvGraphicFramePr/>
            <p:nvPr/>
          </p:nvGraphicFramePr>
          <p:xfrm>
            <a:off x="5057" y="1616"/>
            <a:ext cx="210" cy="295"/>
          </p:xfrm>
          <a:graphic>
            <a:graphicData uri="http://schemas.openxmlformats.org/presentationml/2006/ole">
              <mc:AlternateContent xmlns:mc="http://schemas.openxmlformats.org/markup-compatibility/2006">
                <mc:Choice xmlns:v="urn:schemas-microsoft-com:vml" Requires="v">
                  <p:oleObj spid="_x0000_s3149" name="" r:id="rId15" imgW="127000" imgH="177165" progId="Equation.3">
                    <p:embed/>
                  </p:oleObj>
                </mc:Choice>
                <mc:Fallback>
                  <p:oleObj name="" r:id="rId15" imgW="127000" imgH="177165" progId="Equation.3">
                    <p:embed/>
                    <p:pic>
                      <p:nvPicPr>
                        <p:cNvPr id="0" name="图片 3148"/>
                        <p:cNvPicPr/>
                        <p:nvPr/>
                      </p:nvPicPr>
                      <p:blipFill>
                        <a:blip r:embed="rId16">
                          <a:clrChange>
                            <a:clrFrom>
                              <a:srgbClr val="000000"/>
                            </a:clrFrom>
                            <a:clrTo>
                              <a:srgbClr val="000000"/>
                            </a:clrTo>
                          </a:clrChange>
                        </a:blip>
                        <a:stretch>
                          <a:fillRect/>
                        </a:stretch>
                      </p:blipFill>
                      <p:spPr>
                        <a:xfrm>
                          <a:off x="5057" y="1616"/>
                          <a:ext cx="210" cy="295"/>
                        </a:xfrm>
                        <a:prstGeom prst="rect">
                          <a:avLst/>
                        </a:prstGeom>
                        <a:noFill/>
                        <a:ln w="38100">
                          <a:noFill/>
                          <a:miter/>
                        </a:ln>
                      </p:spPr>
                    </p:pic>
                  </p:oleObj>
                </mc:Fallback>
              </mc:AlternateContent>
            </a:graphicData>
          </a:graphic>
        </p:graphicFrame>
        <p:graphicFrame>
          <p:nvGraphicFramePr>
            <p:cNvPr id="419900" name="对象 419899"/>
            <p:cNvGraphicFramePr/>
            <p:nvPr/>
          </p:nvGraphicFramePr>
          <p:xfrm>
            <a:off x="4332" y="1752"/>
            <a:ext cx="196" cy="268"/>
          </p:xfrm>
          <a:graphic>
            <a:graphicData uri="http://schemas.openxmlformats.org/presentationml/2006/ole">
              <mc:AlternateContent xmlns:mc="http://schemas.openxmlformats.org/markup-compatibility/2006">
                <mc:Choice xmlns:v="urn:schemas-microsoft-com:vml" Requires="v">
                  <p:oleObj spid="_x0000_s3147" name="" r:id="rId17" imgW="139700" imgH="190500" progId="Equation.3">
                    <p:embed/>
                  </p:oleObj>
                </mc:Choice>
                <mc:Fallback>
                  <p:oleObj name="" r:id="rId17" imgW="139700" imgH="190500" progId="Equation.3">
                    <p:embed/>
                    <p:pic>
                      <p:nvPicPr>
                        <p:cNvPr id="0" name="图片 3146"/>
                        <p:cNvPicPr/>
                        <p:nvPr/>
                      </p:nvPicPr>
                      <p:blipFill>
                        <a:blip r:embed="rId18">
                          <a:clrChange>
                            <a:clrFrom>
                              <a:srgbClr val="000000"/>
                            </a:clrFrom>
                            <a:clrTo>
                              <a:srgbClr val="000000"/>
                            </a:clrTo>
                          </a:clrChange>
                        </a:blip>
                        <a:stretch>
                          <a:fillRect/>
                        </a:stretch>
                      </p:blipFill>
                      <p:spPr>
                        <a:xfrm>
                          <a:off x="4332" y="1752"/>
                          <a:ext cx="196" cy="268"/>
                        </a:xfrm>
                        <a:prstGeom prst="rect">
                          <a:avLst/>
                        </a:prstGeom>
                        <a:noFill/>
                        <a:ln w="38100">
                          <a:noFill/>
                          <a:miter/>
                        </a:ln>
                      </p:spPr>
                    </p:pic>
                  </p:oleObj>
                </mc:Fallback>
              </mc:AlternateContent>
            </a:graphicData>
          </a:graphic>
        </p:graphicFrame>
        <p:sp>
          <p:nvSpPr>
            <p:cNvPr id="419901" name="直接连接符 419900"/>
            <p:cNvSpPr/>
            <p:nvPr/>
          </p:nvSpPr>
          <p:spPr>
            <a:xfrm>
              <a:off x="4513" y="1616"/>
              <a:ext cx="363" cy="0"/>
            </a:xfrm>
            <a:prstGeom prst="line">
              <a:avLst/>
            </a:prstGeom>
            <a:ln w="28575" cap="flat" cmpd="sng">
              <a:solidFill>
                <a:srgbClr val="CC0000"/>
              </a:solidFill>
              <a:prstDash val="solid"/>
              <a:headEnd type="none" w="med" len="med"/>
              <a:tailEnd type="none" w="med" len="med"/>
            </a:ln>
          </p:spPr>
        </p:sp>
        <p:graphicFrame>
          <p:nvGraphicFramePr>
            <p:cNvPr id="419902" name="对象 419901"/>
            <p:cNvGraphicFramePr/>
            <p:nvPr/>
          </p:nvGraphicFramePr>
          <p:xfrm>
            <a:off x="4806" y="1298"/>
            <a:ext cx="161" cy="226"/>
          </p:xfrm>
          <a:graphic>
            <a:graphicData uri="http://schemas.openxmlformats.org/presentationml/2006/ole">
              <mc:AlternateContent xmlns:mc="http://schemas.openxmlformats.org/markup-compatibility/2006">
                <mc:Choice xmlns:v="urn:schemas-microsoft-com:vml" Requires="v">
                  <p:oleObj spid="_x0000_s3151" name="" r:id="rId19" imgW="127000" imgH="177165" progId="Equation.3">
                    <p:embed/>
                  </p:oleObj>
                </mc:Choice>
                <mc:Fallback>
                  <p:oleObj name="" r:id="rId19" imgW="127000" imgH="177165" progId="Equation.3">
                    <p:embed/>
                    <p:pic>
                      <p:nvPicPr>
                        <p:cNvPr id="0" name="图片 3150"/>
                        <p:cNvPicPr/>
                        <p:nvPr/>
                      </p:nvPicPr>
                      <p:blipFill>
                        <a:blip r:embed="rId20">
                          <a:clrChange>
                            <a:clrFrom>
                              <a:srgbClr val="000000"/>
                            </a:clrFrom>
                            <a:clrTo>
                              <a:srgbClr val="000000"/>
                            </a:clrTo>
                          </a:clrChange>
                        </a:blip>
                        <a:stretch>
                          <a:fillRect/>
                        </a:stretch>
                      </p:blipFill>
                      <p:spPr>
                        <a:xfrm>
                          <a:off x="4806" y="1298"/>
                          <a:ext cx="161" cy="226"/>
                        </a:xfrm>
                        <a:prstGeom prst="rect">
                          <a:avLst/>
                        </a:prstGeom>
                        <a:noFill/>
                        <a:ln w="38100">
                          <a:noFill/>
                          <a:miter/>
                        </a:ln>
                      </p:spPr>
                    </p:pic>
                  </p:oleObj>
                </mc:Fallback>
              </mc:AlternateContent>
            </a:graphicData>
          </a:graphic>
        </p:graphicFrame>
        <p:sp>
          <p:nvSpPr>
            <p:cNvPr id="419903" name="直接连接符 419902"/>
            <p:cNvSpPr/>
            <p:nvPr/>
          </p:nvSpPr>
          <p:spPr>
            <a:xfrm flipH="1">
              <a:off x="4694" y="1480"/>
              <a:ext cx="136" cy="181"/>
            </a:xfrm>
            <a:prstGeom prst="line">
              <a:avLst/>
            </a:prstGeom>
            <a:ln w="9525" cap="flat" cmpd="sng">
              <a:solidFill>
                <a:schemeClr val="tx1"/>
              </a:solidFill>
              <a:prstDash val="solid"/>
              <a:headEnd type="none" w="med" len="med"/>
              <a:tailEnd type="triangle" w="med" len="med"/>
            </a:ln>
          </p:spPr>
        </p:sp>
      </p:grpSp>
      <p:graphicFrame>
        <p:nvGraphicFramePr>
          <p:cNvPr id="419905" name="对象 419904"/>
          <p:cNvGraphicFramePr/>
          <p:nvPr/>
        </p:nvGraphicFramePr>
        <p:xfrm>
          <a:off x="2700338" y="4652963"/>
          <a:ext cx="4392612" cy="595312"/>
        </p:xfrm>
        <a:graphic>
          <a:graphicData uri="http://schemas.openxmlformats.org/presentationml/2006/ole">
            <mc:AlternateContent xmlns:mc="http://schemas.openxmlformats.org/markup-compatibility/2006">
              <mc:Choice xmlns:v="urn:schemas-microsoft-com:vml" Requires="v">
                <p:oleObj spid="_x0000_s3150" name="" r:id="rId21" imgW="1854200" imgH="228600" progId="Equation.3">
                  <p:embed/>
                </p:oleObj>
              </mc:Choice>
              <mc:Fallback>
                <p:oleObj name="" r:id="rId21" imgW="1854200" imgH="228600" progId="Equation.3">
                  <p:embed/>
                  <p:pic>
                    <p:nvPicPr>
                      <p:cNvPr id="0" name="图片 3149"/>
                      <p:cNvPicPr/>
                      <p:nvPr/>
                    </p:nvPicPr>
                    <p:blipFill>
                      <a:blip r:embed="rId22">
                        <a:clrChange>
                          <a:clrFrom>
                            <a:srgbClr val="000000"/>
                          </a:clrFrom>
                          <a:clrTo>
                            <a:srgbClr val="000000"/>
                          </a:clrTo>
                        </a:clrChange>
                      </a:blip>
                      <a:stretch>
                        <a:fillRect/>
                      </a:stretch>
                    </p:blipFill>
                    <p:spPr>
                      <a:xfrm>
                        <a:off x="2700338" y="4652963"/>
                        <a:ext cx="4392612" cy="595312"/>
                      </a:xfrm>
                      <a:prstGeom prst="rect">
                        <a:avLst/>
                      </a:prstGeom>
                      <a:noFill/>
                      <a:ln w="38100">
                        <a:noFill/>
                        <a:miter/>
                      </a:ln>
                    </p:spPr>
                  </p:pic>
                </p:oleObj>
              </mc:Fallback>
            </mc:AlternateContent>
          </a:graphicData>
        </a:graphic>
      </p:graphicFrame>
      <p:graphicFrame>
        <p:nvGraphicFramePr>
          <p:cNvPr id="419906" name="对象 419905"/>
          <p:cNvGraphicFramePr/>
          <p:nvPr/>
        </p:nvGraphicFramePr>
        <p:xfrm>
          <a:off x="2771775" y="5300663"/>
          <a:ext cx="1800225" cy="1200150"/>
        </p:xfrm>
        <a:graphic>
          <a:graphicData uri="http://schemas.openxmlformats.org/presentationml/2006/ole">
            <mc:AlternateContent xmlns:mc="http://schemas.openxmlformats.org/markup-compatibility/2006">
              <mc:Choice xmlns:v="urn:schemas-microsoft-com:vml" Requires="v">
                <p:oleObj spid="_x0000_s3146" name="" r:id="rId23" imgW="711200" imgH="469900" progId="Equation.3">
                  <p:embed/>
                </p:oleObj>
              </mc:Choice>
              <mc:Fallback>
                <p:oleObj name="" r:id="rId23" imgW="711200" imgH="469900" progId="Equation.3">
                  <p:embed/>
                  <p:pic>
                    <p:nvPicPr>
                      <p:cNvPr id="0" name="图片 3145"/>
                      <p:cNvPicPr/>
                      <p:nvPr/>
                    </p:nvPicPr>
                    <p:blipFill>
                      <a:blip r:embed="rId24">
                        <a:clrChange>
                          <a:clrFrom>
                            <a:srgbClr val="000000"/>
                          </a:clrFrom>
                          <a:clrTo>
                            <a:srgbClr val="000000"/>
                          </a:clrTo>
                        </a:clrChange>
                      </a:blip>
                      <a:stretch>
                        <a:fillRect/>
                      </a:stretch>
                    </p:blipFill>
                    <p:spPr>
                      <a:xfrm>
                        <a:off x="2771775" y="5300663"/>
                        <a:ext cx="1800225" cy="1200150"/>
                      </a:xfrm>
                      <a:prstGeom prst="rect">
                        <a:avLst/>
                      </a:prstGeom>
                      <a:noFill/>
                      <a:ln w="38100">
                        <a:noFill/>
                        <a:miter/>
                      </a:ln>
                    </p:spPr>
                  </p:pic>
                </p:oleObj>
              </mc:Fallback>
            </mc:AlternateContent>
          </a:graphicData>
        </a:graphic>
      </p:graphicFrame>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9887"/>
                                        </p:tgtEl>
                                        <p:attrNameLst>
                                          <p:attrName>style.visibility</p:attrName>
                                        </p:attrNameLst>
                                      </p:cBhvr>
                                      <p:to>
                                        <p:strVal val="visible"/>
                                      </p:to>
                                    </p:set>
                                    <p:animEffect transition="in" filter="blinds(horizontal)">
                                      <p:cBhvr>
                                        <p:cTn id="7" dur="500"/>
                                        <p:tgtEl>
                                          <p:spTgt spid="41988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419896"/>
                                        </p:tgtEl>
                                        <p:attrNameLst>
                                          <p:attrName>style.visibility</p:attrName>
                                        </p:attrNameLst>
                                      </p:cBhvr>
                                      <p:to>
                                        <p:strVal val="visible"/>
                                      </p:to>
                                    </p:set>
                                    <p:animEffect transition="in" filter="blinds(horizontal)">
                                      <p:cBhvr>
                                        <p:cTn id="11" dur="500"/>
                                        <p:tgtEl>
                                          <p:spTgt spid="41989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iterate type="lt">
                                    <p:tmPct val="100000"/>
                                  </p:iterate>
                                  <p:childTnLst>
                                    <p:set>
                                      <p:cBhvr>
                                        <p:cTn id="15" dur="1" fill="hold">
                                          <p:stCondLst>
                                            <p:cond delay="0"/>
                                          </p:stCondLst>
                                        </p:cTn>
                                        <p:tgtEl>
                                          <p:spTgt spid="419846">
                                            <p:txEl>
                                              <p:charRg st="0" end="5"/>
                                            </p:txEl>
                                          </p:spTgt>
                                        </p:tgtEl>
                                        <p:attrNameLst>
                                          <p:attrName>style.visibility</p:attrName>
                                        </p:attrNameLst>
                                      </p:cBhvr>
                                      <p:to>
                                        <p:strVal val="visible"/>
                                      </p:to>
                                    </p:set>
                                    <p:animEffect transition="in" filter="wipe(up)">
                                      <p:cBhvr>
                                        <p:cTn id="16" dur="75"/>
                                        <p:tgtEl>
                                          <p:spTgt spid="419846">
                                            <p:txEl>
                                              <p:charRg st="0"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nodeType="clickEffect">
                                  <p:stCondLst>
                                    <p:cond delay="0"/>
                                  </p:stCondLst>
                                  <p:childTnLst>
                                    <p:set>
                                      <p:cBhvr>
                                        <p:cTn id="20" dur="1" fill="hold">
                                          <p:stCondLst>
                                            <p:cond delay="0"/>
                                          </p:stCondLst>
                                        </p:cTn>
                                        <p:tgtEl>
                                          <p:spTgt spid="419847"/>
                                        </p:tgtEl>
                                        <p:attrNameLst>
                                          <p:attrName>style.visibility</p:attrName>
                                        </p:attrNameLst>
                                      </p:cBhvr>
                                      <p:to>
                                        <p:strVal val="visible"/>
                                      </p:to>
                                    </p:set>
                                    <p:animEffect transition="in" filter="blinds(vertical)">
                                      <p:cBhvr>
                                        <p:cTn id="21" dur="500"/>
                                        <p:tgtEl>
                                          <p:spTgt spid="41984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iterate type="lt">
                                    <p:tmPct val="100000"/>
                                  </p:iterate>
                                  <p:childTnLst>
                                    <p:set>
                                      <p:cBhvr>
                                        <p:cTn id="25" dur="1" fill="hold">
                                          <p:stCondLst>
                                            <p:cond delay="0"/>
                                          </p:stCondLst>
                                        </p:cTn>
                                        <p:tgtEl>
                                          <p:spTgt spid="419867">
                                            <p:txEl>
                                              <p:charRg st="0" end="4"/>
                                            </p:txEl>
                                          </p:spTgt>
                                        </p:tgtEl>
                                        <p:attrNameLst>
                                          <p:attrName>style.visibility</p:attrName>
                                        </p:attrNameLst>
                                      </p:cBhvr>
                                      <p:to>
                                        <p:strVal val="visible"/>
                                      </p:to>
                                    </p:set>
                                    <p:animEffect transition="in" filter="wipe(up)">
                                      <p:cBhvr>
                                        <p:cTn id="26" dur="75"/>
                                        <p:tgtEl>
                                          <p:spTgt spid="419867">
                                            <p:txEl>
                                              <p:charRg st="0"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19870"/>
                                        </p:tgtEl>
                                        <p:attrNameLst>
                                          <p:attrName>style.visibility</p:attrName>
                                        </p:attrNameLst>
                                      </p:cBhvr>
                                      <p:to>
                                        <p:strVal val="visible"/>
                                      </p:to>
                                    </p:set>
                                    <p:animEffect transition="in" filter="blinds(horizontal)">
                                      <p:cBhvr>
                                        <p:cTn id="31" dur="500"/>
                                        <p:tgtEl>
                                          <p:spTgt spid="41987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19873"/>
                                        </p:tgtEl>
                                        <p:attrNameLst>
                                          <p:attrName>style.visibility</p:attrName>
                                        </p:attrNameLst>
                                      </p:cBhvr>
                                      <p:to>
                                        <p:strVal val="visible"/>
                                      </p:to>
                                    </p:set>
                                    <p:animEffect transition="in" filter="blinds(horizontal)">
                                      <p:cBhvr>
                                        <p:cTn id="36" dur="500"/>
                                        <p:tgtEl>
                                          <p:spTgt spid="41987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iterate type="lt">
                                    <p:tmPct val="100000"/>
                                  </p:iterate>
                                  <p:childTnLst>
                                    <p:set>
                                      <p:cBhvr>
                                        <p:cTn id="40" dur="1" fill="hold">
                                          <p:stCondLst>
                                            <p:cond delay="0"/>
                                          </p:stCondLst>
                                        </p:cTn>
                                        <p:tgtEl>
                                          <p:spTgt spid="419875">
                                            <p:txEl>
                                              <p:charRg st="0" end="6"/>
                                            </p:txEl>
                                          </p:spTgt>
                                        </p:tgtEl>
                                        <p:attrNameLst>
                                          <p:attrName>style.visibility</p:attrName>
                                        </p:attrNameLst>
                                      </p:cBhvr>
                                      <p:to>
                                        <p:strVal val="visible"/>
                                      </p:to>
                                    </p:set>
                                    <p:animEffect transition="in" filter="wipe(up)">
                                      <p:cBhvr>
                                        <p:cTn id="41" dur="75"/>
                                        <p:tgtEl>
                                          <p:spTgt spid="419875">
                                            <p:txEl>
                                              <p:charRg st="0"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419878"/>
                                        </p:tgtEl>
                                        <p:attrNameLst>
                                          <p:attrName>style.visibility</p:attrName>
                                        </p:attrNameLst>
                                      </p:cBhvr>
                                      <p:to>
                                        <p:strVal val="visible"/>
                                      </p:to>
                                    </p:set>
                                    <p:animEffect transition="in" filter="blinds(horizontal)">
                                      <p:cBhvr>
                                        <p:cTn id="46" dur="500"/>
                                        <p:tgtEl>
                                          <p:spTgt spid="419878"/>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419881"/>
                                        </p:tgtEl>
                                        <p:attrNameLst>
                                          <p:attrName>style.visibility</p:attrName>
                                        </p:attrNameLst>
                                      </p:cBhvr>
                                      <p:to>
                                        <p:strVal val="visible"/>
                                      </p:to>
                                    </p:set>
                                    <p:animEffect transition="in" filter="blinds(horizontal)">
                                      <p:cBhvr>
                                        <p:cTn id="51" dur="500"/>
                                        <p:tgtEl>
                                          <p:spTgt spid="419881"/>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419907"/>
                                        </p:tgtEl>
                                        <p:attrNameLst>
                                          <p:attrName>style.visibility</p:attrName>
                                        </p:attrNameLst>
                                      </p:cBhvr>
                                      <p:to>
                                        <p:strVal val="visible"/>
                                      </p:to>
                                    </p:set>
                                    <p:animEffect transition="in" filter="blinds(horizontal)">
                                      <p:cBhvr>
                                        <p:cTn id="56" dur="500"/>
                                        <p:tgtEl>
                                          <p:spTgt spid="419907"/>
                                        </p:tgtEl>
                                      </p:cBhvr>
                                    </p:animEffect>
                                  </p:childTnLst>
                                </p:cTn>
                              </p:par>
                            </p:childTnLst>
                          </p:cTn>
                        </p:par>
                        <p:par>
                          <p:cTn id="57" fill="hold">
                            <p:stCondLst>
                              <p:cond delay="500"/>
                            </p:stCondLst>
                            <p:childTnLst>
                              <p:par>
                                <p:cTn id="58" presetID="22" presetClass="entr" presetSubtype="1" fill="hold" grpId="0" nodeType="afterEffect">
                                  <p:stCondLst>
                                    <p:cond delay="0"/>
                                  </p:stCondLst>
                                  <p:iterate type="lt">
                                    <p:tmPct val="100000"/>
                                  </p:iterate>
                                  <p:childTnLst>
                                    <p:set>
                                      <p:cBhvr>
                                        <p:cTn id="59" dur="1" fill="hold">
                                          <p:stCondLst>
                                            <p:cond delay="0"/>
                                          </p:stCondLst>
                                        </p:cTn>
                                        <p:tgtEl>
                                          <p:spTgt spid="419893">
                                            <p:txEl>
                                              <p:charRg st="0" end="8"/>
                                            </p:txEl>
                                          </p:spTgt>
                                        </p:tgtEl>
                                        <p:attrNameLst>
                                          <p:attrName>style.visibility</p:attrName>
                                        </p:attrNameLst>
                                      </p:cBhvr>
                                      <p:to>
                                        <p:strVal val="visible"/>
                                      </p:to>
                                    </p:set>
                                    <p:animEffect transition="in" filter="wipe(up)">
                                      <p:cBhvr>
                                        <p:cTn id="60" dur="75"/>
                                        <p:tgtEl>
                                          <p:spTgt spid="419893">
                                            <p:txEl>
                                              <p:charRg st="0" end="8"/>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5" fill="hold" nodeType="clickEffect">
                                  <p:stCondLst>
                                    <p:cond delay="0"/>
                                  </p:stCondLst>
                                  <p:childTnLst>
                                    <p:set>
                                      <p:cBhvr>
                                        <p:cTn id="64" dur="1" fill="hold">
                                          <p:stCondLst>
                                            <p:cond delay="0"/>
                                          </p:stCondLst>
                                        </p:cTn>
                                        <p:tgtEl>
                                          <p:spTgt spid="419905"/>
                                        </p:tgtEl>
                                        <p:attrNameLst>
                                          <p:attrName>style.visibility</p:attrName>
                                        </p:attrNameLst>
                                      </p:cBhvr>
                                      <p:to>
                                        <p:strVal val="visible"/>
                                      </p:to>
                                    </p:set>
                                    <p:animEffect transition="in" filter="blinds(vertical)">
                                      <p:cBhvr>
                                        <p:cTn id="65" dur="500"/>
                                        <p:tgtEl>
                                          <p:spTgt spid="419905"/>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5" fill="hold" nodeType="clickEffect">
                                  <p:stCondLst>
                                    <p:cond delay="0"/>
                                  </p:stCondLst>
                                  <p:childTnLst>
                                    <p:set>
                                      <p:cBhvr>
                                        <p:cTn id="69" dur="1" fill="hold">
                                          <p:stCondLst>
                                            <p:cond delay="0"/>
                                          </p:stCondLst>
                                        </p:cTn>
                                        <p:tgtEl>
                                          <p:spTgt spid="419906"/>
                                        </p:tgtEl>
                                        <p:attrNameLst>
                                          <p:attrName>style.visibility</p:attrName>
                                        </p:attrNameLst>
                                      </p:cBhvr>
                                      <p:to>
                                        <p:strVal val="visible"/>
                                      </p:to>
                                    </p:set>
                                    <p:animEffect transition="in" filter="blinds(vertical)">
                                      <p:cBhvr>
                                        <p:cTn id="70" dur="500"/>
                                        <p:tgtEl>
                                          <p:spTgt spid="419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6" grpId="0" build="p"/>
      <p:bldP spid="419867" grpId="0" build="p"/>
      <p:bldP spid="419875" grpId="0" build="p"/>
      <p:bldP spid="419887" grpId="0"/>
      <p:bldP spid="41989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3458" name="矩形 403457"/>
          <p:cNvSpPr/>
          <p:nvPr/>
        </p:nvSpPr>
        <p:spPr>
          <a:xfrm>
            <a:off x="684213" y="225425"/>
            <a:ext cx="7773987" cy="519113"/>
          </a:xfrm>
          <a:prstGeom prst="rect">
            <a:avLst/>
          </a:prstGeom>
          <a:noFill/>
          <a:ln w="9525">
            <a:noFill/>
          </a:ln>
        </p:spPr>
        <p:txBody>
          <a:bodyPr>
            <a:spAutoFit/>
          </a:bodyPr>
          <a:p>
            <a:pPr lvl="0" algn="ctr" eaLnBrk="1" hangingPunct="1">
              <a:spcBef>
                <a:spcPct val="50000"/>
              </a:spcBef>
              <a:buClr>
                <a:srgbClr val="000000"/>
              </a:buClr>
            </a:pPr>
            <a:r>
              <a:rPr lang="en-US" altLang="zh-CN" sz="2800" i="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1.6   </a:t>
            </a:r>
            <a:r>
              <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rPr>
              <a:t>圆周运动</a:t>
            </a:r>
            <a:endParaRPr lang="zh-CN" altLang="en-US" sz="2800" i="0" dirty="0">
              <a:solidFill>
                <a:srgbClr val="0000CC"/>
              </a:solidFill>
              <a:effectLst>
                <a:outerShdw blurRad="38100" dist="38100" dir="2700000">
                  <a:srgbClr val="C0C0C0"/>
                </a:outerShdw>
              </a:effectLst>
              <a:latin typeface="Times New Roman" panose="02020603050405020304" pitchFamily="18" charset="0"/>
              <a:ea typeface="黑体" panose="02010609060101010101" pitchFamily="49" charset="-122"/>
            </a:endParaRPr>
          </a:p>
        </p:txBody>
      </p:sp>
      <p:sp>
        <p:nvSpPr>
          <p:cNvPr id="403493" name="矩形 403492"/>
          <p:cNvSpPr/>
          <p:nvPr/>
        </p:nvSpPr>
        <p:spPr>
          <a:xfrm>
            <a:off x="323850" y="765175"/>
            <a:ext cx="4038600" cy="488950"/>
          </a:xfrm>
          <a:prstGeom prst="rect">
            <a:avLst/>
          </a:prstGeom>
          <a:noFill/>
          <a:ln w="9525">
            <a:noFill/>
          </a:ln>
        </p:spPr>
        <p:txBody>
          <a:bodyPr>
            <a:spAutoFit/>
          </a:bodyPr>
          <a:p>
            <a:pPr lvl="0" algn="just" eaLnBrk="1" hangingPunct="1">
              <a:buClr>
                <a:srgbClr val="CC0000"/>
              </a:buClr>
            </a:pPr>
            <a:r>
              <a:rPr lang="en-US" altLang="zh-CN" sz="2600" i="0">
                <a:solidFill>
                  <a:srgbClr val="0000CC"/>
                </a:solidFill>
                <a:latin typeface="Times New Roman" panose="02020603050405020304" pitchFamily="18" charset="0"/>
                <a:ea typeface="黑体" panose="02010609060101010101" pitchFamily="49" charset="-122"/>
              </a:rPr>
              <a:t>1.6.1  </a:t>
            </a:r>
            <a:r>
              <a:rPr lang="zh-CN" altLang="en-US" sz="2600" i="0" dirty="0">
                <a:solidFill>
                  <a:srgbClr val="0000CC"/>
                </a:solidFill>
                <a:latin typeface="Times New Roman" panose="02020603050405020304" pitchFamily="18" charset="0"/>
                <a:ea typeface="黑体" panose="02010609060101010101" pitchFamily="49" charset="-122"/>
              </a:rPr>
              <a:t>圆周运动的角量描述</a:t>
            </a:r>
            <a:endParaRPr lang="zh-CN" altLang="en-US" sz="2600" i="0" dirty="0">
              <a:solidFill>
                <a:srgbClr val="0000CC"/>
              </a:solidFill>
              <a:latin typeface="Times New Roman" panose="02020603050405020304" pitchFamily="18" charset="0"/>
              <a:ea typeface="黑体" panose="02010609060101010101" pitchFamily="49" charset="-122"/>
            </a:endParaRPr>
          </a:p>
        </p:txBody>
      </p:sp>
      <p:sp>
        <p:nvSpPr>
          <p:cNvPr id="403531" name="矩形 403530"/>
          <p:cNvSpPr/>
          <p:nvPr/>
        </p:nvSpPr>
        <p:spPr>
          <a:xfrm>
            <a:off x="395288" y="1292225"/>
            <a:ext cx="8280400" cy="885825"/>
          </a:xfrm>
          <a:prstGeom prst="rect">
            <a:avLst/>
          </a:prstGeom>
          <a:noFill/>
          <a:ln w="9525">
            <a:noFill/>
          </a:ln>
        </p:spPr>
        <p:txBody>
          <a:bodyPr>
            <a:spAutoFit/>
          </a:bodyPr>
          <a:p>
            <a:pPr lvl="0" algn="just" eaLnBrk="1" hangingPunct="1">
              <a:buClr>
                <a:srgbClr val="000000"/>
              </a:buClr>
            </a:pPr>
            <a:r>
              <a:rPr lang="zh-CN" altLang="en-US" sz="2600" i="0" dirty="0">
                <a:latin typeface="Times New Roman" panose="02020603050405020304" pitchFamily="18" charset="0"/>
                <a:ea typeface="黑体" panose="02010609060101010101" pitchFamily="49" charset="-122"/>
              </a:rPr>
              <a:t>    设质点在</a:t>
            </a:r>
            <a:r>
              <a:rPr lang="en-US" altLang="zh-CN" sz="2600" i="1">
                <a:latin typeface="Times New Roman" panose="02020603050405020304" pitchFamily="18" charset="0"/>
                <a:ea typeface="黑体" panose="02010609060101010101" pitchFamily="49" charset="-122"/>
              </a:rPr>
              <a:t>Oxy</a:t>
            </a:r>
            <a:r>
              <a:rPr lang="zh-CN" altLang="en-US" sz="2600" i="0" dirty="0">
                <a:latin typeface="Times New Roman" panose="02020603050405020304" pitchFamily="18" charset="0"/>
                <a:ea typeface="黑体" panose="02010609060101010101" pitchFamily="49" charset="-122"/>
              </a:rPr>
              <a:t>平面内绕</a:t>
            </a:r>
            <a:r>
              <a:rPr lang="en-US" altLang="zh-CN" sz="2600" i="1">
                <a:latin typeface="Times New Roman" panose="02020603050405020304" pitchFamily="18" charset="0"/>
                <a:ea typeface="黑体" panose="02010609060101010101" pitchFamily="49" charset="-122"/>
              </a:rPr>
              <a:t>O</a:t>
            </a:r>
            <a:r>
              <a:rPr lang="zh-CN" altLang="en-US" sz="2600" i="0" dirty="0">
                <a:latin typeface="Times New Roman" panose="02020603050405020304" pitchFamily="18" charset="0"/>
                <a:ea typeface="黑体" panose="02010609060101010101" pitchFamily="49" charset="-122"/>
              </a:rPr>
              <a:t>点、沿半径为</a:t>
            </a:r>
            <a:r>
              <a:rPr lang="en-US" altLang="zh-CN" sz="2600" i="1">
                <a:latin typeface="Times New Roman" panose="02020603050405020304" pitchFamily="18" charset="0"/>
                <a:ea typeface="黑体" panose="02010609060101010101" pitchFamily="49" charset="-122"/>
              </a:rPr>
              <a:t>R</a:t>
            </a:r>
            <a:r>
              <a:rPr lang="zh-CN" altLang="en-US" sz="2600" i="0" dirty="0">
                <a:latin typeface="Times New Roman" panose="02020603050405020304" pitchFamily="18" charset="0"/>
                <a:ea typeface="黑体" panose="02010609060101010101" pitchFamily="49" charset="-122"/>
              </a:rPr>
              <a:t>的轨道作圆周运动</a:t>
            </a:r>
            <a:r>
              <a:rPr lang="en-US" altLang="zh-CN"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以 </a:t>
            </a:r>
            <a:r>
              <a:rPr lang="en-US" altLang="zh-CN" sz="2600" i="1">
                <a:latin typeface="Times New Roman" panose="02020603050405020304" pitchFamily="18" charset="0"/>
                <a:ea typeface="黑体" panose="02010609060101010101" pitchFamily="49" charset="-122"/>
              </a:rPr>
              <a:t>Ox</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轴</a:t>
            </a:r>
            <a:r>
              <a:rPr lang="zh-CN" altLang="en-US" sz="2600" i="0">
                <a:latin typeface="Times New Roman" panose="02020603050405020304" pitchFamily="18" charset="0"/>
                <a:ea typeface="黑体" panose="02010609060101010101" pitchFamily="49" charset="-122"/>
              </a:rPr>
              <a:t>为</a:t>
            </a:r>
            <a:r>
              <a:rPr lang="zh-CN" altLang="en-US" sz="2600" i="0" dirty="0">
                <a:latin typeface="Times New Roman" panose="02020603050405020304" pitchFamily="18" charset="0"/>
                <a:ea typeface="黑体" panose="02010609060101010101" pitchFamily="49" charset="-122"/>
              </a:rPr>
              <a:t>参考方向</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403532" name="矩形 403531"/>
          <p:cNvSpPr/>
          <p:nvPr/>
        </p:nvSpPr>
        <p:spPr>
          <a:xfrm>
            <a:off x="346075" y="2300288"/>
            <a:ext cx="4802188" cy="488950"/>
          </a:xfrm>
          <a:prstGeom prst="rect">
            <a:avLst/>
          </a:prstGeom>
          <a:noFill/>
          <a:ln w="9525">
            <a:noFill/>
          </a:ln>
        </p:spPr>
        <p:txBody>
          <a:bodyPr>
            <a:spAutoFit/>
          </a:bodyPr>
          <a:p>
            <a:pPr lvl="0" eaLnBrk="1" hangingPunct="1">
              <a:buClr>
                <a:srgbClr val="000000"/>
              </a:buClr>
            </a:pPr>
            <a:r>
              <a:rPr lang="zh-CN" altLang="en-US" sz="2600" i="0" dirty="0">
                <a:solidFill>
                  <a:srgbClr val="0000FF"/>
                </a:solidFill>
                <a:latin typeface="Times New Roman" panose="02020603050405020304" pitchFamily="18" charset="0"/>
                <a:ea typeface="黑体" panose="02010609060101010101" pitchFamily="49" charset="-122"/>
              </a:rPr>
              <a:t>角位置</a:t>
            </a:r>
            <a:r>
              <a:rPr lang="en-US" altLang="zh-CN" sz="2600" i="0">
                <a:solidFill>
                  <a:srgbClr val="0000FF"/>
                </a:solidFill>
                <a:latin typeface="Times New Roman" panose="02020603050405020304" pitchFamily="18" charset="0"/>
                <a:ea typeface="黑体" panose="02010609060101010101" pitchFamily="49" charset="-122"/>
              </a:rPr>
              <a:t>: </a:t>
            </a:r>
            <a:r>
              <a:rPr lang="zh-CN" altLang="en-US" sz="2600" i="1" dirty="0">
                <a:latin typeface="Times New Roman" panose="02020603050405020304" pitchFamily="18" charset="0"/>
                <a:ea typeface="黑体" panose="02010609060101010101" pitchFamily="49" charset="-122"/>
                <a:sym typeface="Symbol" panose="05050102010706020507" pitchFamily="18" charset="2"/>
              </a:rPr>
              <a:t></a:t>
            </a:r>
            <a:endParaRPr lang="zh-CN" altLang="en-US" sz="2600" i="1" dirty="0">
              <a:latin typeface="Times New Roman" panose="02020603050405020304" pitchFamily="18" charset="0"/>
              <a:ea typeface="黑体" panose="02010609060101010101" pitchFamily="49" charset="-122"/>
              <a:sym typeface="Symbol" panose="05050102010706020507" pitchFamily="18" charset="2"/>
            </a:endParaRPr>
          </a:p>
        </p:txBody>
      </p:sp>
      <p:sp>
        <p:nvSpPr>
          <p:cNvPr id="403533" name="矩形 403532"/>
          <p:cNvSpPr/>
          <p:nvPr/>
        </p:nvSpPr>
        <p:spPr>
          <a:xfrm>
            <a:off x="323850" y="2832100"/>
            <a:ext cx="5616575" cy="1027113"/>
          </a:xfrm>
          <a:prstGeom prst="rect">
            <a:avLst/>
          </a:prstGeom>
          <a:noFill/>
          <a:ln w="9525">
            <a:noFill/>
          </a:ln>
        </p:spPr>
        <p:txBody>
          <a:bodyPr>
            <a:spAutoFit/>
          </a:bodyPr>
          <a:p>
            <a:pPr lvl="0" algn="just" eaLnBrk="1" hangingPunct="1">
              <a:lnSpc>
                <a:spcPct val="105000"/>
              </a:lnSpc>
              <a:spcBef>
                <a:spcPct val="25000"/>
              </a:spcBef>
              <a:buClr>
                <a:srgbClr val="000000"/>
              </a:buClr>
            </a:pPr>
            <a:r>
              <a:rPr lang="zh-CN" altLang="en-US" sz="2600" i="0" dirty="0">
                <a:solidFill>
                  <a:srgbClr val="0000FF"/>
                </a:solidFill>
                <a:latin typeface="Times New Roman" panose="02020603050405020304" pitchFamily="18" charset="0"/>
                <a:ea typeface="黑体" panose="02010609060101010101" pitchFamily="49" charset="-122"/>
              </a:rPr>
              <a:t>角位移</a:t>
            </a:r>
            <a:r>
              <a:rPr lang="en-US" altLang="zh-CN" sz="2600" i="0">
                <a:solidFill>
                  <a:srgbClr val="0000FF"/>
                </a:solidFill>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a:t>
            </a:r>
            <a:r>
              <a:rPr lang="zh-CN" altLang="en-US" sz="2600" i="1" dirty="0">
                <a:latin typeface="Times New Roman" panose="02020603050405020304" pitchFamily="18" charset="0"/>
                <a:ea typeface="黑体" panose="02010609060101010101" pitchFamily="49" charset="-122"/>
                <a:sym typeface="Symbol" panose="05050102010706020507" pitchFamily="18" charset="2"/>
              </a:rPr>
              <a:t></a:t>
            </a:r>
            <a:r>
              <a:rPr lang="zh-CN" altLang="en-US" sz="2600" i="0">
                <a:latin typeface="Times New Roman" panose="02020603050405020304" pitchFamily="18" charset="0"/>
                <a:ea typeface="黑体" panose="02010609060101010101" pitchFamily="49" charset="-122"/>
                <a:sym typeface="Symbol" panose="05050102010706020507" pitchFamily="18" charset="2"/>
              </a:rPr>
              <a:t> </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r>
              <a:rPr lang="en-US" altLang="zh-CN" sz="2600" i="0" err="1">
                <a:latin typeface="Times New Roman" panose="02020603050405020304" pitchFamily="18" charset="0"/>
                <a:ea typeface="黑体" panose="02010609060101010101" pitchFamily="49" charset="-122"/>
                <a:sym typeface="Symbol" panose="05050102010706020507" pitchFamily="18" charset="2"/>
              </a:rPr>
              <a:t>rad</a:t>
            </a:r>
            <a:r>
              <a:rPr lang="en-US" altLang="zh-CN" sz="2600" i="0">
                <a:latin typeface="Times New Roman" panose="02020603050405020304" pitchFamily="18" charset="0"/>
                <a:ea typeface="黑体" panose="02010609060101010101" pitchFamily="49" charset="-122"/>
                <a:sym typeface="Symbol" panose="05050102010706020507" pitchFamily="18" charset="2"/>
              </a:rPr>
              <a:t>)   </a:t>
            </a:r>
            <a:endParaRPr lang="en-US" altLang="zh-CN" sz="2600" i="0">
              <a:latin typeface="Times New Roman" panose="02020603050405020304" pitchFamily="18" charset="0"/>
              <a:ea typeface="黑体" panose="02010609060101010101" pitchFamily="49" charset="-122"/>
              <a:sym typeface="Symbol" panose="05050102010706020507" pitchFamily="18" charset="2"/>
            </a:endParaRPr>
          </a:p>
          <a:p>
            <a:pPr lvl="0" algn="just" eaLnBrk="1" hangingPunct="1">
              <a:lnSpc>
                <a:spcPct val="105000"/>
              </a:lnSpc>
              <a:spcBef>
                <a:spcPct val="25000"/>
              </a:spcBef>
              <a:buClr>
                <a:srgbClr val="000000"/>
              </a:buClr>
            </a:pPr>
            <a:r>
              <a:rPr lang="en-US" altLang="zh-CN" sz="2600" i="0">
                <a:latin typeface="Times New Roman" panose="02020603050405020304" pitchFamily="18" charset="0"/>
                <a:ea typeface="黑体" panose="02010609060101010101" pitchFamily="49" charset="-122"/>
                <a:sym typeface="Symbol" panose="05050102010706020507" pitchFamily="18" charset="2"/>
              </a:rPr>
              <a: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规定反时针转向为正</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endParaRPr lang="en-US" altLang="zh-CN" sz="2600" i="0">
              <a:latin typeface="Times New Roman" panose="02020603050405020304" pitchFamily="18" charset="0"/>
              <a:ea typeface="黑体" panose="02010609060101010101" pitchFamily="49" charset="-122"/>
              <a:sym typeface="Symbol" panose="05050102010706020507" pitchFamily="18" charset="2"/>
            </a:endParaRPr>
          </a:p>
        </p:txBody>
      </p:sp>
      <p:sp>
        <p:nvSpPr>
          <p:cNvPr id="403534" name="矩形 403533"/>
          <p:cNvSpPr/>
          <p:nvPr/>
        </p:nvSpPr>
        <p:spPr>
          <a:xfrm>
            <a:off x="304800" y="4186238"/>
            <a:ext cx="1289050" cy="488950"/>
          </a:xfrm>
          <a:prstGeom prst="rect">
            <a:avLst/>
          </a:prstGeom>
          <a:noFill/>
          <a:ln w="9525">
            <a:noFill/>
          </a:ln>
        </p:spPr>
        <p:txBody>
          <a:bodyPr wrap="none" anchor="t">
            <a:spAutoFit/>
          </a:bodyPr>
          <a:p>
            <a:pPr lvl="0" eaLnBrk="1" hangingPunct="1">
              <a:buClr>
                <a:srgbClr val="000000"/>
              </a:buClr>
            </a:pPr>
            <a:r>
              <a:rPr lang="zh-CN" altLang="en-US" sz="2600" i="0" dirty="0">
                <a:solidFill>
                  <a:srgbClr val="0000FF"/>
                </a:solidFill>
                <a:latin typeface="Times New Roman" panose="02020603050405020304" pitchFamily="18" charset="0"/>
                <a:ea typeface="黑体" panose="02010609060101010101" pitchFamily="49" charset="-122"/>
              </a:rPr>
              <a:t>角速度</a:t>
            </a:r>
            <a:r>
              <a:rPr lang="en-US" altLang="zh-CN" sz="2600" i="0">
                <a:solidFill>
                  <a:srgbClr val="0000FF"/>
                </a:solidFill>
                <a:latin typeface="Times New Roman" panose="02020603050405020304" pitchFamily="18" charset="0"/>
                <a:ea typeface="黑体" panose="02010609060101010101" pitchFamily="49" charset="-122"/>
              </a:rPr>
              <a:t>:</a:t>
            </a:r>
            <a:endParaRPr lang="zh-CN" altLang="en-US" sz="2600" i="0">
              <a:solidFill>
                <a:srgbClr val="0000FF"/>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403535" name="对象 403534"/>
          <p:cNvGraphicFramePr/>
          <p:nvPr/>
        </p:nvGraphicFramePr>
        <p:xfrm>
          <a:off x="1733550" y="3954463"/>
          <a:ext cx="3990975" cy="1020762"/>
        </p:xfrm>
        <a:graphic>
          <a:graphicData uri="http://schemas.openxmlformats.org/presentationml/2006/ole">
            <mc:AlternateContent xmlns:mc="http://schemas.openxmlformats.org/markup-compatibility/2006">
              <mc:Choice xmlns:v="urn:schemas-microsoft-com:vml" Requires="v">
                <p:oleObj spid="_x0000_s3144" name="" r:id="rId1" imgW="1663700" imgH="419100" progId="Equation.3">
                  <p:embed/>
                </p:oleObj>
              </mc:Choice>
              <mc:Fallback>
                <p:oleObj name="" r:id="rId1" imgW="1663700" imgH="419100" progId="Equation.3">
                  <p:embed/>
                  <p:pic>
                    <p:nvPicPr>
                      <p:cNvPr id="0" name="图片 3143"/>
                      <p:cNvPicPr/>
                      <p:nvPr/>
                    </p:nvPicPr>
                    <p:blipFill>
                      <a:blip r:embed="rId2">
                        <a:clrChange>
                          <a:clrFrom>
                            <a:srgbClr val="000000"/>
                          </a:clrFrom>
                          <a:clrTo>
                            <a:srgbClr val="000000"/>
                          </a:clrTo>
                        </a:clrChange>
                      </a:blip>
                      <a:stretch>
                        <a:fillRect/>
                      </a:stretch>
                    </p:blipFill>
                    <p:spPr>
                      <a:xfrm>
                        <a:off x="1733550" y="3954463"/>
                        <a:ext cx="3990975" cy="1020762"/>
                      </a:xfrm>
                      <a:prstGeom prst="rect">
                        <a:avLst/>
                      </a:prstGeom>
                      <a:noFill/>
                      <a:ln w="38100">
                        <a:noFill/>
                        <a:miter/>
                      </a:ln>
                    </p:spPr>
                  </p:pic>
                </p:oleObj>
              </mc:Fallback>
            </mc:AlternateContent>
          </a:graphicData>
        </a:graphic>
      </p:graphicFrame>
      <p:pic>
        <p:nvPicPr>
          <p:cNvPr id="403536" name="图片 403535"/>
          <p:cNvPicPr>
            <a:picLocks noChangeAspect="1"/>
          </p:cNvPicPr>
          <p:nvPr/>
        </p:nvPicPr>
        <p:blipFill>
          <a:blip r:embed="rId3">
            <a:clrChange>
              <a:clrFrom>
                <a:srgbClr val="FFFFFF"/>
              </a:clrFrom>
              <a:clrTo>
                <a:srgbClr val="FFFFFF">
                  <a:alpha val="0"/>
                </a:srgbClr>
              </a:clrTo>
            </a:clrChange>
            <a:lum bright="-35999" contrast="100000"/>
          </a:blip>
          <a:stretch>
            <a:fillRect/>
          </a:stretch>
        </p:blipFill>
        <p:spPr>
          <a:xfrm>
            <a:off x="5619750" y="1984375"/>
            <a:ext cx="3344863" cy="2957513"/>
          </a:xfrm>
          <a:prstGeom prst="rect">
            <a:avLst/>
          </a:prstGeom>
          <a:noFill/>
          <a:ln w="9525">
            <a:noFill/>
          </a:ln>
        </p:spPr>
      </p:pic>
      <p:sp>
        <p:nvSpPr>
          <p:cNvPr id="403537" name="文本框 403536"/>
          <p:cNvSpPr txBox="1"/>
          <p:nvPr/>
        </p:nvSpPr>
        <p:spPr>
          <a:xfrm>
            <a:off x="328613" y="5410200"/>
            <a:ext cx="1620837" cy="488950"/>
          </a:xfrm>
          <a:prstGeom prst="rect">
            <a:avLst/>
          </a:prstGeom>
          <a:noFill/>
          <a:ln w="9525">
            <a:noFill/>
          </a:ln>
        </p:spPr>
        <p:txBody>
          <a:bodyPr wrap="none" anchor="t">
            <a:spAutoFit/>
          </a:bodyPr>
          <a:p>
            <a:pPr lvl="0" eaLnBrk="1" hangingPunct="1">
              <a:buClr>
                <a:srgbClr val="000000"/>
              </a:buClr>
            </a:pPr>
            <a:r>
              <a:rPr lang="zh-CN" altLang="en-US" sz="2600" i="0" dirty="0">
                <a:solidFill>
                  <a:srgbClr val="0000FF"/>
                </a:solidFill>
                <a:latin typeface="Times New Roman" panose="02020603050405020304" pitchFamily="18" charset="0"/>
                <a:ea typeface="黑体" panose="02010609060101010101" pitchFamily="49" charset="-122"/>
              </a:rPr>
              <a:t>角加速度</a:t>
            </a:r>
            <a:r>
              <a:rPr lang="en-US" altLang="zh-CN" sz="2600" i="0">
                <a:solidFill>
                  <a:srgbClr val="0000FF"/>
                </a:solidFill>
                <a:latin typeface="Times New Roman" panose="02020603050405020304" pitchFamily="18" charset="0"/>
                <a:ea typeface="黑体" panose="02010609060101010101" pitchFamily="49" charset="-122"/>
              </a:rPr>
              <a:t>:</a:t>
            </a:r>
            <a:endParaRPr lang="zh-CN" altLang="en-US" sz="2600" i="0">
              <a:solidFill>
                <a:srgbClr val="0000FF"/>
              </a:solidFill>
              <a:latin typeface="Times New Roman" panose="02020603050405020304" pitchFamily="18" charset="0"/>
              <a:ea typeface="黑体" panose="02010609060101010101" pitchFamily="49" charset="-122"/>
            </a:endParaRPr>
          </a:p>
        </p:txBody>
      </p:sp>
      <p:graphicFrame>
        <p:nvGraphicFramePr>
          <p:cNvPr id="403538" name="对象 403537"/>
          <p:cNvGraphicFramePr/>
          <p:nvPr/>
        </p:nvGraphicFramePr>
        <p:xfrm>
          <a:off x="2108200" y="5073650"/>
          <a:ext cx="5487988" cy="1127125"/>
        </p:xfrm>
        <a:graphic>
          <a:graphicData uri="http://schemas.openxmlformats.org/presentationml/2006/ole">
            <mc:AlternateContent xmlns:mc="http://schemas.openxmlformats.org/markup-compatibility/2006">
              <mc:Choice xmlns:v="urn:schemas-microsoft-com:vml" Requires="v">
                <p:oleObj spid="_x0000_s3152" name="" r:id="rId4" imgW="2184400" imgH="419100" progId="Equation.3">
                  <p:embed/>
                </p:oleObj>
              </mc:Choice>
              <mc:Fallback>
                <p:oleObj name="" r:id="rId4" imgW="2184400" imgH="419100" progId="Equation.3">
                  <p:embed/>
                  <p:pic>
                    <p:nvPicPr>
                      <p:cNvPr id="0" name="图片 3151"/>
                      <p:cNvPicPr/>
                      <p:nvPr/>
                    </p:nvPicPr>
                    <p:blipFill>
                      <a:blip r:embed="rId5">
                        <a:clrChange>
                          <a:clrFrom>
                            <a:srgbClr val="000000"/>
                          </a:clrFrom>
                          <a:clrTo>
                            <a:srgbClr val="000000"/>
                          </a:clrTo>
                        </a:clrChange>
                      </a:blip>
                      <a:stretch>
                        <a:fillRect/>
                      </a:stretch>
                    </p:blipFill>
                    <p:spPr>
                      <a:xfrm>
                        <a:off x="2108200" y="5073650"/>
                        <a:ext cx="5487988" cy="1127125"/>
                      </a:xfrm>
                      <a:prstGeom prst="rect">
                        <a:avLst/>
                      </a:prstGeom>
                      <a:noFill/>
                      <a:ln w="38100">
                        <a:noFill/>
                        <a:miter/>
                      </a:ln>
                    </p:spPr>
                  </p:pic>
                </p:oleObj>
              </mc:Fallback>
            </mc:AlternateContent>
          </a:graphicData>
        </a:graphic>
      </p:graphicFrame>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3531"/>
                                        </p:tgtEl>
                                        <p:attrNameLst>
                                          <p:attrName>style.visibility</p:attrName>
                                        </p:attrNameLst>
                                      </p:cBhvr>
                                      <p:to>
                                        <p:strVal val="visible"/>
                                      </p:to>
                                    </p:set>
                                    <p:animEffect transition="in" filter="wipe(left)">
                                      <p:cBhvr>
                                        <p:cTn id="7" dur="500"/>
                                        <p:tgtEl>
                                          <p:spTgt spid="4035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3532"/>
                                        </p:tgtEl>
                                        <p:attrNameLst>
                                          <p:attrName>style.visibility</p:attrName>
                                        </p:attrNameLst>
                                      </p:cBhvr>
                                      <p:to>
                                        <p:strVal val="visible"/>
                                      </p:to>
                                    </p:set>
                                    <p:animEffect transition="in" filter="wipe(left)">
                                      <p:cBhvr>
                                        <p:cTn id="12" dur="500"/>
                                        <p:tgtEl>
                                          <p:spTgt spid="4035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3533"/>
                                        </p:tgtEl>
                                        <p:attrNameLst>
                                          <p:attrName>style.visibility</p:attrName>
                                        </p:attrNameLst>
                                      </p:cBhvr>
                                      <p:to>
                                        <p:strVal val="visible"/>
                                      </p:to>
                                    </p:set>
                                    <p:animEffect transition="in" filter="wipe(left)">
                                      <p:cBhvr>
                                        <p:cTn id="17" dur="500"/>
                                        <p:tgtEl>
                                          <p:spTgt spid="4035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3534"/>
                                        </p:tgtEl>
                                        <p:attrNameLst>
                                          <p:attrName>style.visibility</p:attrName>
                                        </p:attrNameLst>
                                      </p:cBhvr>
                                      <p:to>
                                        <p:strVal val="visible"/>
                                      </p:to>
                                    </p:set>
                                    <p:animEffect transition="in" filter="wipe(left)">
                                      <p:cBhvr>
                                        <p:cTn id="22" dur="500"/>
                                        <p:tgtEl>
                                          <p:spTgt spid="4035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03535"/>
                                        </p:tgtEl>
                                        <p:attrNameLst>
                                          <p:attrName>style.visibility</p:attrName>
                                        </p:attrNameLst>
                                      </p:cBhvr>
                                      <p:to>
                                        <p:strVal val="visible"/>
                                      </p:to>
                                    </p:set>
                                    <p:animEffect transition="in" filter="wipe(left)">
                                      <p:cBhvr>
                                        <p:cTn id="27" dur="500"/>
                                        <p:tgtEl>
                                          <p:spTgt spid="40353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03537"/>
                                        </p:tgtEl>
                                        <p:attrNameLst>
                                          <p:attrName>style.visibility</p:attrName>
                                        </p:attrNameLst>
                                      </p:cBhvr>
                                      <p:to>
                                        <p:strVal val="visible"/>
                                      </p:to>
                                    </p:set>
                                    <p:animEffect transition="in" filter="blinds(horizontal)">
                                      <p:cBhvr>
                                        <p:cTn id="32" dur="500"/>
                                        <p:tgtEl>
                                          <p:spTgt spid="40353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03538"/>
                                        </p:tgtEl>
                                        <p:attrNameLst>
                                          <p:attrName>style.visibility</p:attrName>
                                        </p:attrNameLst>
                                      </p:cBhvr>
                                      <p:to>
                                        <p:strVal val="visible"/>
                                      </p:to>
                                    </p:set>
                                    <p:animEffect transition="in" filter="wipe(left)">
                                      <p:cBhvr>
                                        <p:cTn id="37" dur="500"/>
                                        <p:tgtEl>
                                          <p:spTgt spid="403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531" grpId="0"/>
      <p:bldP spid="403532" grpId="0"/>
      <p:bldP spid="403533" grpId="0"/>
      <p:bldP spid="403534" grpId="0"/>
      <p:bldP spid="40353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0866" name="矩形 420865"/>
          <p:cNvSpPr/>
          <p:nvPr/>
        </p:nvSpPr>
        <p:spPr>
          <a:xfrm>
            <a:off x="900113" y="565150"/>
            <a:ext cx="2506662" cy="885825"/>
          </a:xfrm>
          <a:prstGeom prst="rect">
            <a:avLst/>
          </a:prstGeom>
          <a:noFill/>
          <a:ln w="9525">
            <a:noFill/>
          </a:ln>
        </p:spPr>
        <p:txBody>
          <a:bodyPr wrap="none" anchor="t">
            <a:spAutoFit/>
          </a:bodyPr>
          <a:p>
            <a:pPr lvl="0" eaLnBrk="1" hangingPunct="1">
              <a:buClr>
                <a:srgbClr val="000000"/>
              </a:buClr>
            </a:pPr>
            <a:r>
              <a:rPr lang="zh-CN" altLang="zh-CN"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rPr>
              <a:t>匀变速圆周运动</a:t>
            </a:r>
            <a:endParaRPr lang="zh-CN" altLang="en-US"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endParaRPr>
          </a:p>
          <a:p>
            <a:pPr lvl="0" eaLnBrk="1" hangingPunct="1">
              <a:buClr>
                <a:srgbClr val="000000"/>
              </a:buClr>
            </a:pPr>
            <a:r>
              <a:rPr lang="zh-CN" altLang="en-US"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rPr>
              <a:t>（</a:t>
            </a:r>
            <a:r>
              <a:rPr lang="zh-CN" altLang="zh-CN"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rPr>
              <a:t>角量描述</a:t>
            </a:r>
            <a:r>
              <a:rPr lang="zh-CN" altLang="en-US"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20867" name="矩形 420866"/>
          <p:cNvSpPr/>
          <p:nvPr/>
        </p:nvSpPr>
        <p:spPr>
          <a:xfrm>
            <a:off x="5148263" y="565150"/>
            <a:ext cx="2506662" cy="885825"/>
          </a:xfrm>
          <a:prstGeom prst="rect">
            <a:avLst/>
          </a:prstGeom>
          <a:noFill/>
          <a:ln w="9525">
            <a:noFill/>
          </a:ln>
        </p:spPr>
        <p:txBody>
          <a:bodyPr wrap="none" anchor="t">
            <a:spAutoFit/>
          </a:bodyPr>
          <a:p>
            <a:pPr lvl="0" eaLnBrk="1" hangingPunct="1">
              <a:buClr>
                <a:srgbClr val="000000"/>
              </a:buClr>
            </a:pPr>
            <a:r>
              <a:rPr lang="zh-CN" altLang="zh-CN"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rPr>
              <a:t>匀变速直线运动</a:t>
            </a:r>
            <a:endParaRPr lang="zh-CN" altLang="en-US"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endParaRPr>
          </a:p>
          <a:p>
            <a:pPr lvl="0" eaLnBrk="1" hangingPunct="1">
              <a:buClr>
                <a:srgbClr val="000000"/>
              </a:buClr>
            </a:pPr>
            <a:r>
              <a:rPr lang="zh-CN" altLang="en-US"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rPr>
              <a:t>（线</a:t>
            </a:r>
            <a:r>
              <a:rPr lang="zh-CN" altLang="zh-CN"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rPr>
              <a:t>量描述</a:t>
            </a:r>
            <a:r>
              <a:rPr lang="zh-CN" altLang="en-US"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600" i="0" dirty="0">
              <a:solidFill>
                <a:srgbClr val="0000FF"/>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420868" name="对象 420867"/>
          <p:cNvGraphicFramePr/>
          <p:nvPr/>
        </p:nvGraphicFramePr>
        <p:xfrm>
          <a:off x="684213" y="1835150"/>
          <a:ext cx="2087562" cy="647700"/>
        </p:xfrm>
        <a:graphic>
          <a:graphicData uri="http://schemas.openxmlformats.org/presentationml/2006/ole">
            <mc:AlternateContent xmlns:mc="http://schemas.openxmlformats.org/markup-compatibility/2006">
              <mc:Choice xmlns:v="urn:schemas-microsoft-com:vml" Requires="v">
                <p:oleObj spid="_x0000_s3157" name="" r:id="rId1" imgW="736600" imgH="228600" progId="Equation.3">
                  <p:embed/>
                </p:oleObj>
              </mc:Choice>
              <mc:Fallback>
                <p:oleObj name="" r:id="rId1" imgW="736600" imgH="228600" progId="Equation.3">
                  <p:embed/>
                  <p:pic>
                    <p:nvPicPr>
                      <p:cNvPr id="0" name="图片 3156"/>
                      <p:cNvPicPr/>
                      <p:nvPr/>
                    </p:nvPicPr>
                    <p:blipFill>
                      <a:blip r:embed="rId2">
                        <a:lum contrast="100000"/>
                      </a:blip>
                      <a:stretch>
                        <a:fillRect/>
                      </a:stretch>
                    </p:blipFill>
                    <p:spPr>
                      <a:xfrm>
                        <a:off x="684213" y="1835150"/>
                        <a:ext cx="2087562" cy="647700"/>
                      </a:xfrm>
                      <a:prstGeom prst="rect">
                        <a:avLst/>
                      </a:prstGeom>
                      <a:noFill/>
                      <a:ln w="38100">
                        <a:noFill/>
                        <a:miter/>
                      </a:ln>
                    </p:spPr>
                  </p:pic>
                </p:oleObj>
              </mc:Fallback>
            </mc:AlternateContent>
          </a:graphicData>
        </a:graphic>
      </p:graphicFrame>
      <p:graphicFrame>
        <p:nvGraphicFramePr>
          <p:cNvPr id="420869" name="对象 420868"/>
          <p:cNvGraphicFramePr/>
          <p:nvPr/>
        </p:nvGraphicFramePr>
        <p:xfrm>
          <a:off x="639763" y="2303463"/>
          <a:ext cx="3421062" cy="1117600"/>
        </p:xfrm>
        <a:graphic>
          <a:graphicData uri="http://schemas.openxmlformats.org/presentationml/2006/ole">
            <mc:AlternateContent xmlns:mc="http://schemas.openxmlformats.org/markup-compatibility/2006">
              <mc:Choice xmlns:v="urn:schemas-microsoft-com:vml" Requires="v">
                <p:oleObj spid="_x0000_s3160" name="" r:id="rId3" imgW="1205865" imgH="393700" progId="Equation.3">
                  <p:embed/>
                </p:oleObj>
              </mc:Choice>
              <mc:Fallback>
                <p:oleObj name="" r:id="rId3" imgW="1205865" imgH="393700" progId="Equation.3">
                  <p:embed/>
                  <p:pic>
                    <p:nvPicPr>
                      <p:cNvPr id="0" name="图片 3159"/>
                      <p:cNvPicPr/>
                      <p:nvPr/>
                    </p:nvPicPr>
                    <p:blipFill>
                      <a:blip r:embed="rId4">
                        <a:lum contrast="100000"/>
                      </a:blip>
                      <a:stretch>
                        <a:fillRect/>
                      </a:stretch>
                    </p:blipFill>
                    <p:spPr>
                      <a:xfrm>
                        <a:off x="639763" y="2303463"/>
                        <a:ext cx="3421062" cy="1117600"/>
                      </a:xfrm>
                      <a:prstGeom prst="rect">
                        <a:avLst/>
                      </a:prstGeom>
                      <a:noFill/>
                      <a:ln w="38100">
                        <a:noFill/>
                        <a:miter/>
                      </a:ln>
                    </p:spPr>
                  </p:pic>
                </p:oleObj>
              </mc:Fallback>
            </mc:AlternateContent>
          </a:graphicData>
        </a:graphic>
      </p:graphicFrame>
      <p:graphicFrame>
        <p:nvGraphicFramePr>
          <p:cNvPr id="420870" name="对象 420869"/>
          <p:cNvGraphicFramePr/>
          <p:nvPr/>
        </p:nvGraphicFramePr>
        <p:xfrm>
          <a:off x="611188" y="3311525"/>
          <a:ext cx="3816350" cy="684213"/>
        </p:xfrm>
        <a:graphic>
          <a:graphicData uri="http://schemas.openxmlformats.org/presentationml/2006/ole">
            <mc:AlternateContent xmlns:mc="http://schemas.openxmlformats.org/markup-compatibility/2006">
              <mc:Choice xmlns:v="urn:schemas-microsoft-com:vml" Requires="v">
                <p:oleObj spid="_x0000_s3163" name="" r:id="rId5" imgW="1345565" imgH="241300" progId="Equation.3">
                  <p:embed/>
                </p:oleObj>
              </mc:Choice>
              <mc:Fallback>
                <p:oleObj name="" r:id="rId5" imgW="1345565" imgH="241300" progId="Equation.3">
                  <p:embed/>
                  <p:pic>
                    <p:nvPicPr>
                      <p:cNvPr id="0" name="图片 3162"/>
                      <p:cNvPicPr/>
                      <p:nvPr/>
                    </p:nvPicPr>
                    <p:blipFill>
                      <a:blip r:embed="rId6">
                        <a:lum contrast="100000"/>
                      </a:blip>
                      <a:stretch>
                        <a:fillRect/>
                      </a:stretch>
                    </p:blipFill>
                    <p:spPr>
                      <a:xfrm>
                        <a:off x="611188" y="3311525"/>
                        <a:ext cx="3816350" cy="684213"/>
                      </a:xfrm>
                      <a:prstGeom prst="rect">
                        <a:avLst/>
                      </a:prstGeom>
                      <a:noFill/>
                      <a:ln w="38100">
                        <a:noFill/>
                        <a:miter/>
                      </a:ln>
                    </p:spPr>
                  </p:pic>
                </p:oleObj>
              </mc:Fallback>
            </mc:AlternateContent>
          </a:graphicData>
        </a:graphic>
      </p:graphicFrame>
      <p:graphicFrame>
        <p:nvGraphicFramePr>
          <p:cNvPr id="420871" name="对象 420870"/>
          <p:cNvGraphicFramePr/>
          <p:nvPr/>
        </p:nvGraphicFramePr>
        <p:xfrm>
          <a:off x="5159375" y="3330575"/>
          <a:ext cx="3600450" cy="669925"/>
        </p:xfrm>
        <a:graphic>
          <a:graphicData uri="http://schemas.openxmlformats.org/presentationml/2006/ole">
            <mc:AlternateContent xmlns:mc="http://schemas.openxmlformats.org/markup-compatibility/2006">
              <mc:Choice xmlns:v="urn:schemas-microsoft-com:vml" Requires="v">
                <p:oleObj spid="_x0000_s3155" name="" r:id="rId7" imgW="1256030" imgH="254000" progId="Equation.3">
                  <p:embed/>
                </p:oleObj>
              </mc:Choice>
              <mc:Fallback>
                <p:oleObj name="" r:id="rId7" imgW="1256030" imgH="254000" progId="Equation.3">
                  <p:embed/>
                  <p:pic>
                    <p:nvPicPr>
                      <p:cNvPr id="0" name="图片 3154"/>
                      <p:cNvPicPr/>
                      <p:nvPr/>
                    </p:nvPicPr>
                    <p:blipFill>
                      <a:blip r:embed="rId8">
                        <a:lum contrast="100000"/>
                      </a:blip>
                      <a:stretch>
                        <a:fillRect/>
                      </a:stretch>
                    </p:blipFill>
                    <p:spPr>
                      <a:xfrm>
                        <a:off x="5159375" y="3330575"/>
                        <a:ext cx="3600450" cy="669925"/>
                      </a:xfrm>
                      <a:prstGeom prst="rect">
                        <a:avLst/>
                      </a:prstGeom>
                      <a:noFill/>
                      <a:ln w="38100">
                        <a:noFill/>
                        <a:miter/>
                      </a:ln>
                    </p:spPr>
                  </p:pic>
                </p:oleObj>
              </mc:Fallback>
            </mc:AlternateContent>
          </a:graphicData>
        </a:graphic>
      </p:graphicFrame>
      <p:sp>
        <p:nvSpPr>
          <p:cNvPr id="420872" name="直接连接符 420871"/>
          <p:cNvSpPr/>
          <p:nvPr/>
        </p:nvSpPr>
        <p:spPr>
          <a:xfrm>
            <a:off x="4716463" y="971550"/>
            <a:ext cx="0" cy="3311525"/>
          </a:xfrm>
          <a:prstGeom prst="line">
            <a:avLst/>
          </a:prstGeom>
          <a:ln w="28575" cap="flat" cmpd="sng">
            <a:solidFill>
              <a:schemeClr val="accent2"/>
            </a:solidFill>
            <a:prstDash val="solid"/>
            <a:headEnd type="none" w="med" len="med"/>
            <a:tailEnd type="none" w="med" len="med"/>
          </a:ln>
        </p:spPr>
      </p:sp>
      <p:sp>
        <p:nvSpPr>
          <p:cNvPr id="420873" name="文本框 420872"/>
          <p:cNvSpPr txBox="1"/>
          <p:nvPr/>
        </p:nvSpPr>
        <p:spPr>
          <a:xfrm>
            <a:off x="250825" y="4714875"/>
            <a:ext cx="8569325" cy="885825"/>
          </a:xfrm>
          <a:prstGeom prst="rect">
            <a:avLst/>
          </a:prstGeom>
          <a:noFill/>
          <a:ln w="9525">
            <a:noFill/>
          </a:ln>
        </p:spPr>
        <p:txBody>
          <a:bodyPr>
            <a:spAutoFit/>
          </a:bodyPr>
          <a:p>
            <a:pPr lvl="0" algn="just" eaLnBrk="1" hangingPunct="1">
              <a:buClr>
                <a:srgbClr val="000000"/>
              </a:buClr>
            </a:pPr>
            <a:r>
              <a:rPr lang="zh-CN" altLang="en-US" sz="2600" i="0" dirty="0">
                <a:latin typeface="Times New Roman" panose="02020603050405020304" pitchFamily="18" charset="0"/>
                <a:ea typeface="黑体" panose="02010609060101010101" pitchFamily="49" charset="-122"/>
              </a:rPr>
              <a:t>    式中</a:t>
            </a:r>
            <a:r>
              <a:rPr lang="zh-CN" altLang="en-US" sz="2600" i="1">
                <a:latin typeface="Times New Roman" panose="02020603050405020304" pitchFamily="18" charset="0"/>
                <a:ea typeface="黑体" panose="02010609060101010101" pitchFamily="49" charset="-122"/>
                <a:sym typeface="Symbol" panose="05050102010706020507" pitchFamily="18" charset="2"/>
              </a:rPr>
              <a:t></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a:t>
            </a:r>
            <a:r>
              <a:rPr lang="zh-CN" altLang="en-US" sz="2600" i="1" dirty="0">
                <a:latin typeface="Times New Roman" panose="02020603050405020304" pitchFamily="18" charset="0"/>
                <a:ea typeface="黑体" panose="02010609060101010101" pitchFamily="49" charset="-122"/>
                <a:sym typeface="Symbol" panose="05050102010706020507" pitchFamily="18" charset="2"/>
              </a:rPr>
              <a:t></a:t>
            </a:r>
            <a:r>
              <a:rPr lang="en-US" altLang="zh-CN" sz="2600" i="0" baseline="-25000">
                <a:latin typeface="Times New Roman" panose="02020603050405020304" pitchFamily="18" charset="0"/>
                <a:ea typeface="黑体" panose="02010609060101010101" pitchFamily="49" charset="-122"/>
                <a:sym typeface="Symbol" panose="05050102010706020507" pitchFamily="18" charset="2"/>
              </a:rPr>
              <a:t>0</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a:t>
            </a:r>
            <a:r>
              <a:rPr lang="zh-CN" altLang="en-US" sz="2600" i="1" dirty="0">
                <a:latin typeface="Times New Roman" panose="02020603050405020304" pitchFamily="18" charset="0"/>
                <a:ea typeface="黑体" panose="02010609060101010101" pitchFamily="49" charset="-122"/>
                <a:sym typeface="Symbol" panose="05050102010706020507" pitchFamily="18" charset="2"/>
              </a:rPr>
              <a:t></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a:t>
            </a:r>
            <a:r>
              <a:rPr lang="zh-CN" altLang="en-US" sz="2600" i="1" dirty="0">
                <a:latin typeface="Times New Roman" panose="02020603050405020304" pitchFamily="18" charset="0"/>
                <a:ea typeface="黑体" panose="02010609060101010101" pitchFamily="49" charset="-122"/>
                <a:sym typeface="Symbol" panose="05050102010706020507" pitchFamily="18" charset="2"/>
              </a:rPr>
              <a:t></a:t>
            </a:r>
            <a:r>
              <a:rPr lang="en-US" altLang="zh-CN" sz="2600" i="0" baseline="-25000">
                <a:latin typeface="Times New Roman" panose="02020603050405020304" pitchFamily="18" charset="0"/>
                <a:ea typeface="黑体" panose="02010609060101010101" pitchFamily="49" charset="-122"/>
                <a:sym typeface="Symbol" panose="05050102010706020507" pitchFamily="18" charset="2"/>
              </a:rPr>
              <a:t>0 </a:t>
            </a:r>
            <a:r>
              <a:rPr lang="zh-CN" altLang="en-US" sz="2600" i="0" dirty="0">
                <a:latin typeface="Times New Roman" panose="02020603050405020304" pitchFamily="18" charset="0"/>
                <a:ea typeface="黑体" panose="02010609060101010101" pitchFamily="49" charset="-122"/>
              </a:rPr>
              <a:t>和</a:t>
            </a:r>
            <a:r>
              <a:rPr lang="zh-CN" altLang="en-US" sz="2600" i="1">
                <a:latin typeface="Times New Roman" panose="02020603050405020304" pitchFamily="18" charset="0"/>
                <a:ea typeface="黑体" panose="02010609060101010101" pitchFamily="49" charset="-122"/>
                <a:sym typeface="Symbol" panose="05050102010706020507" pitchFamily="18" charset="2"/>
              </a:rPr>
              <a:t></a:t>
            </a:r>
            <a:r>
              <a:rPr lang="zh-CN" altLang="en-US" sz="2600" i="0">
                <a:latin typeface="Times New Roman" panose="02020603050405020304" pitchFamily="18" charset="0"/>
                <a:ea typeface="黑体" panose="02010609060101010101" pitchFamily="49" charset="-122"/>
                <a:sym typeface="Symbol" panose="05050102010706020507" pitchFamily="18" charset="2"/>
              </a:rPr>
              <a:t> </a:t>
            </a:r>
            <a:r>
              <a:rPr lang="zh-CN" altLang="en-US" sz="2600" i="0" dirty="0">
                <a:latin typeface="Times New Roman" panose="02020603050405020304" pitchFamily="18" charset="0"/>
                <a:ea typeface="黑体" panose="02010609060101010101" pitchFamily="49" charset="-122"/>
              </a:rPr>
              <a:t>分别表示角位置、初角位置、角速度、初角速度和角加速度</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graphicFrame>
        <p:nvGraphicFramePr>
          <p:cNvPr id="420874" name="对象 420873"/>
          <p:cNvGraphicFramePr/>
          <p:nvPr/>
        </p:nvGraphicFramePr>
        <p:xfrm>
          <a:off x="5143500" y="2252663"/>
          <a:ext cx="3381375" cy="1038225"/>
        </p:xfrm>
        <a:graphic>
          <a:graphicData uri="http://schemas.openxmlformats.org/presentationml/2006/ole">
            <mc:AlternateContent xmlns:mc="http://schemas.openxmlformats.org/markup-compatibility/2006">
              <mc:Choice xmlns:v="urn:schemas-microsoft-com:vml" Requires="v">
                <p:oleObj spid="_x0000_s3158" name="" r:id="rId9" imgW="1180465" imgH="393700" progId="Equation.3">
                  <p:embed/>
                </p:oleObj>
              </mc:Choice>
              <mc:Fallback>
                <p:oleObj name="" r:id="rId9" imgW="1180465" imgH="393700" progId="Equation.3">
                  <p:embed/>
                  <p:pic>
                    <p:nvPicPr>
                      <p:cNvPr id="0" name="图片 3157"/>
                      <p:cNvPicPr/>
                      <p:nvPr/>
                    </p:nvPicPr>
                    <p:blipFill>
                      <a:blip r:embed="rId10">
                        <a:lum contrast="100000"/>
                      </a:blip>
                      <a:stretch>
                        <a:fillRect/>
                      </a:stretch>
                    </p:blipFill>
                    <p:spPr>
                      <a:xfrm>
                        <a:off x="5143500" y="2252663"/>
                        <a:ext cx="3381375" cy="1038225"/>
                      </a:xfrm>
                      <a:prstGeom prst="rect">
                        <a:avLst/>
                      </a:prstGeom>
                      <a:noFill/>
                      <a:ln w="38100">
                        <a:noFill/>
                        <a:miter/>
                      </a:ln>
                    </p:spPr>
                  </p:pic>
                </p:oleObj>
              </mc:Fallback>
            </mc:AlternateContent>
          </a:graphicData>
        </a:graphic>
      </p:graphicFrame>
      <p:graphicFrame>
        <p:nvGraphicFramePr>
          <p:cNvPr id="420875" name="对象 420874"/>
          <p:cNvGraphicFramePr/>
          <p:nvPr/>
        </p:nvGraphicFramePr>
        <p:xfrm>
          <a:off x="5111750" y="1835150"/>
          <a:ext cx="2000250" cy="603250"/>
        </p:xfrm>
        <a:graphic>
          <a:graphicData uri="http://schemas.openxmlformats.org/presentationml/2006/ole">
            <mc:AlternateContent xmlns:mc="http://schemas.openxmlformats.org/markup-compatibility/2006">
              <mc:Choice xmlns:v="urn:schemas-microsoft-com:vml" Requires="v">
                <p:oleObj spid="_x0000_s3156" name="" r:id="rId11" imgW="698500" imgH="228600" progId="Equation.3">
                  <p:embed/>
                </p:oleObj>
              </mc:Choice>
              <mc:Fallback>
                <p:oleObj name="" r:id="rId11" imgW="698500" imgH="228600" progId="Equation.3">
                  <p:embed/>
                  <p:pic>
                    <p:nvPicPr>
                      <p:cNvPr id="0" name="图片 3155"/>
                      <p:cNvPicPr/>
                      <p:nvPr/>
                    </p:nvPicPr>
                    <p:blipFill>
                      <a:blip r:embed="rId12">
                        <a:lum contrast="100000"/>
                      </a:blip>
                      <a:stretch>
                        <a:fillRect/>
                      </a:stretch>
                    </p:blipFill>
                    <p:spPr>
                      <a:xfrm>
                        <a:off x="5111750" y="1835150"/>
                        <a:ext cx="2000250" cy="603250"/>
                      </a:xfrm>
                      <a:prstGeom prst="rect">
                        <a:avLst/>
                      </a:prstGeom>
                      <a:noFill/>
                      <a:ln w="38100">
                        <a:noFill/>
                        <a:miter/>
                      </a:ln>
                    </p:spPr>
                  </p:pic>
                </p:oleObj>
              </mc:Fallback>
            </mc:AlternateContent>
          </a:graphicData>
        </a:graphic>
      </p:graphicFrame>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0866"/>
                                        </p:tgtEl>
                                        <p:attrNameLst>
                                          <p:attrName>style.visibility</p:attrName>
                                        </p:attrNameLst>
                                      </p:cBhvr>
                                      <p:to>
                                        <p:strVal val="visible"/>
                                      </p:to>
                                    </p:set>
                                    <p:animEffect transition="in" filter="wipe(left)">
                                      <p:cBhvr>
                                        <p:cTn id="7" dur="500"/>
                                        <p:tgtEl>
                                          <p:spTgt spid="4208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20868"/>
                                        </p:tgtEl>
                                        <p:attrNameLst>
                                          <p:attrName>style.visibility</p:attrName>
                                        </p:attrNameLst>
                                      </p:cBhvr>
                                      <p:to>
                                        <p:strVal val="visible"/>
                                      </p:to>
                                    </p:set>
                                    <p:animEffect transition="in" filter="wipe(left)">
                                      <p:cBhvr>
                                        <p:cTn id="12" dur="500"/>
                                        <p:tgtEl>
                                          <p:spTgt spid="42086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20869"/>
                                        </p:tgtEl>
                                        <p:attrNameLst>
                                          <p:attrName>style.visibility</p:attrName>
                                        </p:attrNameLst>
                                      </p:cBhvr>
                                      <p:to>
                                        <p:strVal val="visible"/>
                                      </p:to>
                                    </p:set>
                                    <p:animEffect transition="in" filter="wipe(left)">
                                      <p:cBhvr>
                                        <p:cTn id="16" dur="500"/>
                                        <p:tgtEl>
                                          <p:spTgt spid="420869"/>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420870"/>
                                        </p:tgtEl>
                                        <p:attrNameLst>
                                          <p:attrName>style.visibility</p:attrName>
                                        </p:attrNameLst>
                                      </p:cBhvr>
                                      <p:to>
                                        <p:strVal val="visible"/>
                                      </p:to>
                                    </p:set>
                                    <p:animEffect transition="in" filter="wipe(left)">
                                      <p:cBhvr>
                                        <p:cTn id="20" dur="500"/>
                                        <p:tgtEl>
                                          <p:spTgt spid="42087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20873"/>
                                        </p:tgtEl>
                                        <p:attrNameLst>
                                          <p:attrName>style.visibility</p:attrName>
                                        </p:attrNameLst>
                                      </p:cBhvr>
                                      <p:to>
                                        <p:strVal val="visible"/>
                                      </p:to>
                                    </p:set>
                                    <p:animEffect transition="in" filter="wipe(left)">
                                      <p:cBhvr>
                                        <p:cTn id="25" dur="500"/>
                                        <p:tgtEl>
                                          <p:spTgt spid="42087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20867"/>
                                        </p:tgtEl>
                                        <p:attrNameLst>
                                          <p:attrName>style.visibility</p:attrName>
                                        </p:attrNameLst>
                                      </p:cBhvr>
                                      <p:to>
                                        <p:strVal val="visible"/>
                                      </p:to>
                                    </p:set>
                                    <p:animEffect transition="in" filter="wipe(left)">
                                      <p:cBhvr>
                                        <p:cTn id="30" dur="500"/>
                                        <p:tgtEl>
                                          <p:spTgt spid="42086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20875"/>
                                        </p:tgtEl>
                                        <p:attrNameLst>
                                          <p:attrName>style.visibility</p:attrName>
                                        </p:attrNameLst>
                                      </p:cBhvr>
                                      <p:to>
                                        <p:strVal val="visible"/>
                                      </p:to>
                                    </p:set>
                                    <p:animEffect transition="in" filter="wipe(left)">
                                      <p:cBhvr>
                                        <p:cTn id="35" dur="500"/>
                                        <p:tgtEl>
                                          <p:spTgt spid="42087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20874"/>
                                        </p:tgtEl>
                                        <p:attrNameLst>
                                          <p:attrName>style.visibility</p:attrName>
                                        </p:attrNameLst>
                                      </p:cBhvr>
                                      <p:to>
                                        <p:strVal val="visible"/>
                                      </p:to>
                                    </p:set>
                                    <p:animEffect transition="in" filter="wipe(left)">
                                      <p:cBhvr>
                                        <p:cTn id="40" dur="500"/>
                                        <p:tgtEl>
                                          <p:spTgt spid="42087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20871"/>
                                        </p:tgtEl>
                                        <p:attrNameLst>
                                          <p:attrName>style.visibility</p:attrName>
                                        </p:attrNameLst>
                                      </p:cBhvr>
                                      <p:to>
                                        <p:strVal val="visible"/>
                                      </p:to>
                                    </p:set>
                                    <p:animEffect transition="in" filter="wipe(left)">
                                      <p:cBhvr>
                                        <p:cTn id="45" dur="500"/>
                                        <p:tgtEl>
                                          <p:spTgt spid="420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66" grpId="0"/>
      <p:bldP spid="420867" grpId="0"/>
      <p:bldP spid="42087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2914" name="文本框 422913"/>
          <p:cNvSpPr txBox="1"/>
          <p:nvPr/>
        </p:nvSpPr>
        <p:spPr>
          <a:xfrm>
            <a:off x="250825" y="188913"/>
            <a:ext cx="8458200" cy="488950"/>
          </a:xfrm>
          <a:prstGeom prst="rect">
            <a:avLst/>
          </a:prstGeom>
          <a:noFill/>
          <a:ln w="9525">
            <a:noFill/>
          </a:ln>
        </p:spPr>
        <p:txBody>
          <a:bodyPr>
            <a:spAutoFit/>
          </a:bodyPr>
          <a:p>
            <a:pPr lvl="0" algn="just" eaLnBrk="1" hangingPunct="1">
              <a:buClr>
                <a:srgbClr val="CC0000"/>
              </a:buClr>
            </a:pPr>
            <a:r>
              <a:rPr lang="en-US" altLang="zh-CN" sz="2600" i="0">
                <a:solidFill>
                  <a:srgbClr val="0000CC"/>
                </a:solidFill>
                <a:latin typeface="Times New Roman" panose="02020603050405020304" pitchFamily="18" charset="0"/>
                <a:ea typeface="黑体" panose="02010609060101010101" pitchFamily="49" charset="-122"/>
              </a:rPr>
              <a:t>1.6.2  </a:t>
            </a:r>
            <a:r>
              <a:rPr lang="zh-CN" altLang="en-US" sz="2600" i="0" dirty="0">
                <a:solidFill>
                  <a:srgbClr val="0000CC"/>
                </a:solidFill>
                <a:latin typeface="Times New Roman" panose="02020603050405020304" pitchFamily="18" charset="0"/>
                <a:ea typeface="黑体" panose="02010609060101010101" pitchFamily="49" charset="-122"/>
              </a:rPr>
              <a:t>自然坐标系  变速圆周运动</a:t>
            </a:r>
            <a:endParaRPr lang="en-US" altLang="zh-CN" sz="2600" i="0">
              <a:solidFill>
                <a:srgbClr val="0000CC"/>
              </a:solidFill>
              <a:latin typeface="Times New Roman" panose="02020603050405020304" pitchFamily="18" charset="0"/>
              <a:ea typeface="黑体" panose="02010609060101010101" pitchFamily="49" charset="-122"/>
            </a:endParaRPr>
          </a:p>
        </p:txBody>
      </p:sp>
      <p:sp>
        <p:nvSpPr>
          <p:cNvPr id="422915" name="文本框 422914"/>
          <p:cNvSpPr txBox="1"/>
          <p:nvPr/>
        </p:nvSpPr>
        <p:spPr>
          <a:xfrm>
            <a:off x="250825" y="693738"/>
            <a:ext cx="2800350" cy="579437"/>
          </a:xfrm>
          <a:prstGeom prst="rect">
            <a:avLst/>
          </a:prstGeom>
          <a:noFill/>
          <a:ln w="9525">
            <a:noFill/>
          </a:ln>
        </p:spPr>
        <p:txBody>
          <a:bodyPr/>
          <a:p>
            <a:pPr lvl="0" algn="just" eaLnBrk="1" hangingPunct="1"/>
            <a:r>
              <a:rPr lang="zh-CN" altLang="en-US" sz="2600" i="0" dirty="0">
                <a:solidFill>
                  <a:srgbClr val="A50021"/>
                </a:solidFill>
                <a:latin typeface="Arial" panose="020B0604020202020204" pitchFamily="34" charset="0"/>
                <a:ea typeface="黑体" panose="02010609060101010101" pitchFamily="49" charset="-122"/>
              </a:rPr>
              <a:t>自然坐标系：</a:t>
            </a:r>
            <a:endParaRPr lang="zh-CN" altLang="en-US" sz="2600" i="0">
              <a:solidFill>
                <a:srgbClr val="A50021"/>
              </a:solidFill>
              <a:latin typeface="Arial" panose="020B0604020202020204" pitchFamily="34" charset="0"/>
              <a:ea typeface="黑体" panose="02010609060101010101" pitchFamily="49" charset="-122"/>
            </a:endParaRPr>
          </a:p>
        </p:txBody>
      </p:sp>
      <p:sp>
        <p:nvSpPr>
          <p:cNvPr id="422916" name="文本框 422915"/>
          <p:cNvSpPr txBox="1"/>
          <p:nvPr/>
        </p:nvSpPr>
        <p:spPr>
          <a:xfrm>
            <a:off x="2268538" y="693738"/>
            <a:ext cx="6804025" cy="488950"/>
          </a:xfrm>
          <a:prstGeom prst="rect">
            <a:avLst/>
          </a:prstGeom>
          <a:noFill/>
          <a:ln w="9525">
            <a:noFill/>
          </a:ln>
        </p:spPr>
        <p:txBody>
          <a:bodyPr>
            <a:spAutoFit/>
          </a:bodyPr>
          <a:p>
            <a:pPr lvl="0" algn="just" eaLnBrk="1" hangingPunct="1">
              <a:spcBef>
                <a:spcPct val="50000"/>
              </a:spcBef>
              <a:buClr>
                <a:srgbClr val="000000"/>
              </a:buClr>
            </a:pPr>
            <a:r>
              <a:rPr lang="zh-CN" altLang="en-US" sz="2600" i="0" dirty="0">
                <a:latin typeface="Times New Roman" panose="02020603050405020304" pitchFamily="18" charset="0"/>
                <a:ea typeface="黑体" panose="02010609060101010101" pitchFamily="49" charset="-122"/>
              </a:rPr>
              <a:t>把坐标建立在运动轨迹上的坐标系统</a:t>
            </a:r>
            <a:endParaRPr lang="zh-CN" altLang="en-US" sz="2600" i="0">
              <a:latin typeface="Times New Roman" panose="02020603050405020304" pitchFamily="18" charset="0"/>
              <a:ea typeface="黑体" panose="02010609060101010101" pitchFamily="49" charset="-122"/>
            </a:endParaRPr>
          </a:p>
        </p:txBody>
      </p:sp>
      <p:pic>
        <p:nvPicPr>
          <p:cNvPr id="422917" name="图片 422916" descr="MEnacopd01"/>
          <p:cNvPicPr>
            <a:picLocks noChangeAspect="1"/>
          </p:cNvPicPr>
          <p:nvPr/>
        </p:nvPicPr>
        <p:blipFill>
          <a:blip r:embed="rId1">
            <a:clrChange>
              <a:clrFrom>
                <a:srgbClr val="FFFFFF"/>
              </a:clrFrom>
              <a:clrTo>
                <a:srgbClr val="FFFFFF">
                  <a:alpha val="0"/>
                </a:srgbClr>
              </a:clrTo>
            </a:clrChange>
          </a:blip>
          <a:stretch>
            <a:fillRect/>
          </a:stretch>
        </p:blipFill>
        <p:spPr>
          <a:xfrm>
            <a:off x="4140200" y="1485900"/>
            <a:ext cx="4787900" cy="2671763"/>
          </a:xfrm>
          <a:prstGeom prst="rect">
            <a:avLst/>
          </a:prstGeom>
          <a:noFill/>
          <a:ln w="9525">
            <a:noFill/>
          </a:ln>
        </p:spPr>
      </p:pic>
      <p:sp>
        <p:nvSpPr>
          <p:cNvPr id="422918" name="文本框 422917"/>
          <p:cNvSpPr txBox="1"/>
          <p:nvPr/>
        </p:nvSpPr>
        <p:spPr>
          <a:xfrm>
            <a:off x="250825" y="1211263"/>
            <a:ext cx="3744913" cy="1282700"/>
          </a:xfrm>
          <a:prstGeom prst="rect">
            <a:avLst/>
          </a:prstGeom>
          <a:noFill/>
          <a:ln w="9525">
            <a:noFill/>
          </a:ln>
        </p:spPr>
        <p:txBody>
          <a:bodyPr>
            <a:spAutoFit/>
          </a:bodyPr>
          <a:p>
            <a:pPr lvl="0" algn="just" eaLnBrk="1" hangingPunct="1">
              <a:spcBef>
                <a:spcPct val="50000"/>
              </a:spcBef>
              <a:buClr>
                <a:srgbClr val="000000"/>
              </a:buClr>
            </a:pPr>
            <a:r>
              <a:rPr lang="zh-CN" altLang="en-US" sz="2600" i="0" dirty="0">
                <a:solidFill>
                  <a:srgbClr val="0000CC"/>
                </a:solidFill>
                <a:latin typeface="Times New Roman" panose="02020603050405020304" pitchFamily="18" charset="0"/>
                <a:ea typeface="黑体" panose="02010609060101010101" pitchFamily="49" charset="-122"/>
              </a:rPr>
              <a:t>原点</a:t>
            </a:r>
            <a:r>
              <a:rPr lang="en-US" altLang="zh-CN" sz="2600" i="0">
                <a:solidFill>
                  <a:srgbClr val="0000CC"/>
                </a:solidFill>
                <a:latin typeface="Times New Roman" panose="02020603050405020304" pitchFamily="18" charset="0"/>
                <a:ea typeface="黑体" panose="02010609060101010101" pitchFamily="49" charset="-122"/>
              </a:rPr>
              <a:t>:</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可以在质点的运动轨迹上</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任取一点</a:t>
            </a:r>
            <a:r>
              <a:rPr lang="en-US" altLang="zh-CN" sz="2600" i="1">
                <a:latin typeface="Times New Roman" panose="02020603050405020304" pitchFamily="18" charset="0"/>
                <a:ea typeface="黑体" panose="02010609060101010101" pitchFamily="49" charset="-122"/>
              </a:rPr>
              <a:t>O</a:t>
            </a:r>
            <a:r>
              <a:rPr lang="zh-CN" altLang="en-US" sz="2600" i="0" dirty="0">
                <a:latin typeface="Times New Roman" panose="02020603050405020304" pitchFamily="18" charset="0"/>
                <a:ea typeface="黑体" panose="02010609060101010101" pitchFamily="49" charset="-122"/>
              </a:rPr>
              <a:t>作为坐标的原点</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422919" name="矩形 422918"/>
          <p:cNvSpPr/>
          <p:nvPr/>
        </p:nvSpPr>
        <p:spPr>
          <a:xfrm>
            <a:off x="250825" y="3502025"/>
            <a:ext cx="1225550" cy="488950"/>
          </a:xfrm>
          <a:prstGeom prst="rect">
            <a:avLst/>
          </a:prstGeom>
          <a:noFill/>
          <a:ln w="9525">
            <a:noFill/>
          </a:ln>
        </p:spPr>
        <p:txBody>
          <a:bodyPr>
            <a:spAutoFit/>
          </a:bodyPr>
          <a:p>
            <a:pPr lvl="0" algn="just" eaLnBrk="1" hangingPunct="1">
              <a:spcBef>
                <a:spcPct val="50000"/>
              </a:spcBef>
              <a:buClr>
                <a:srgbClr val="000000"/>
              </a:buClr>
            </a:pPr>
            <a:r>
              <a:rPr lang="zh-CN" altLang="en-US" sz="2600" i="0" dirty="0">
                <a:solidFill>
                  <a:srgbClr val="0000CC"/>
                </a:solidFill>
                <a:latin typeface="Times New Roman" panose="02020603050405020304" pitchFamily="18" charset="0"/>
                <a:ea typeface="黑体" panose="02010609060101010101" pitchFamily="49" charset="-122"/>
              </a:rPr>
              <a:t>路程：</a:t>
            </a:r>
            <a:endParaRPr lang="zh-CN" altLang="en-US" sz="2600" i="0" dirty="0">
              <a:solidFill>
                <a:srgbClr val="0000CC"/>
              </a:solidFill>
              <a:latin typeface="Times New Roman" panose="02020603050405020304" pitchFamily="18" charset="0"/>
              <a:ea typeface="黑体" panose="02010609060101010101" pitchFamily="49" charset="-122"/>
            </a:endParaRPr>
          </a:p>
        </p:txBody>
      </p:sp>
      <p:grpSp>
        <p:nvGrpSpPr>
          <p:cNvPr id="422920" name="组合 422919"/>
          <p:cNvGrpSpPr/>
          <p:nvPr/>
        </p:nvGrpSpPr>
        <p:grpSpPr>
          <a:xfrm>
            <a:off x="250825" y="5159375"/>
            <a:ext cx="8064500" cy="1222375"/>
            <a:chOff x="158" y="3204"/>
            <a:chExt cx="5080" cy="770"/>
          </a:xfrm>
        </p:grpSpPr>
        <p:sp>
          <p:nvSpPr>
            <p:cNvPr id="422921" name="矩形 422920"/>
            <p:cNvSpPr/>
            <p:nvPr/>
          </p:nvSpPr>
          <p:spPr>
            <a:xfrm>
              <a:off x="158" y="3249"/>
              <a:ext cx="4913" cy="308"/>
            </a:xfrm>
            <a:prstGeom prst="rect">
              <a:avLst/>
            </a:prstGeom>
            <a:noFill/>
            <a:ln w="9525">
              <a:noFill/>
            </a:ln>
          </p:spPr>
          <p:txBody>
            <a:bodyPr>
              <a:spAutoFit/>
            </a:bodyPr>
            <a:p>
              <a:pPr lvl="0" algn="just" eaLnBrk="1" hangingPunct="1">
                <a:spcBef>
                  <a:spcPct val="50000"/>
                </a:spcBef>
                <a:buClr>
                  <a:srgbClr val="000000"/>
                </a:buClr>
              </a:pPr>
              <a:r>
                <a:rPr lang="zh-CN" altLang="en-US" sz="2600" i="0" dirty="0">
                  <a:latin typeface="Times New Roman" panose="02020603050405020304" pitchFamily="18" charset="0"/>
                  <a:ea typeface="黑体" panose="02010609060101010101" pitchFamily="49" charset="-122"/>
                </a:rPr>
                <a:t>切向坐标轴沿质点前进方向的切向为正</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单位矢量为</a:t>
              </a:r>
              <a:endParaRPr lang="zh-CN" altLang="en-US" sz="2600" i="0" dirty="0">
                <a:latin typeface="Times New Roman" panose="02020603050405020304" pitchFamily="18" charset="0"/>
                <a:ea typeface="黑体" panose="02010609060101010101" pitchFamily="49" charset="-122"/>
              </a:endParaRPr>
            </a:p>
          </p:txBody>
        </p:sp>
        <p:graphicFrame>
          <p:nvGraphicFramePr>
            <p:cNvPr id="422922" name="对象 422921"/>
            <p:cNvGraphicFramePr/>
            <p:nvPr/>
          </p:nvGraphicFramePr>
          <p:xfrm>
            <a:off x="4967" y="3204"/>
            <a:ext cx="271" cy="408"/>
          </p:xfrm>
          <a:graphic>
            <a:graphicData uri="http://schemas.openxmlformats.org/presentationml/2006/ole">
              <mc:AlternateContent xmlns:mc="http://schemas.openxmlformats.org/markup-compatibility/2006">
                <mc:Choice xmlns:v="urn:schemas-microsoft-com:vml" Requires="v">
                  <p:oleObj spid="_x0000_s3159" name="" r:id="rId2" imgW="152400" imgH="228600" progId="Equation.3">
                    <p:embed/>
                  </p:oleObj>
                </mc:Choice>
                <mc:Fallback>
                  <p:oleObj name="" r:id="rId2" imgW="152400" imgH="228600" progId="Equation.3">
                    <p:embed/>
                    <p:pic>
                      <p:nvPicPr>
                        <p:cNvPr id="0" name="图片 3158"/>
                        <p:cNvPicPr/>
                        <p:nvPr/>
                      </p:nvPicPr>
                      <p:blipFill>
                        <a:blip r:embed="rId3">
                          <a:clrChange>
                            <a:clrFrom>
                              <a:srgbClr val="000000"/>
                            </a:clrFrom>
                            <a:clrTo>
                              <a:srgbClr val="000000"/>
                            </a:clrTo>
                          </a:clrChange>
                        </a:blip>
                        <a:stretch>
                          <a:fillRect/>
                        </a:stretch>
                      </p:blipFill>
                      <p:spPr>
                        <a:xfrm>
                          <a:off x="4967" y="3204"/>
                          <a:ext cx="271" cy="408"/>
                        </a:xfrm>
                        <a:prstGeom prst="rect">
                          <a:avLst/>
                        </a:prstGeom>
                        <a:noFill/>
                        <a:ln w="38100">
                          <a:noFill/>
                          <a:miter/>
                        </a:ln>
                      </p:spPr>
                    </p:pic>
                  </p:oleObj>
                </mc:Fallback>
              </mc:AlternateContent>
            </a:graphicData>
          </a:graphic>
        </p:graphicFrame>
        <p:sp>
          <p:nvSpPr>
            <p:cNvPr id="422923" name="文本框 422922"/>
            <p:cNvSpPr txBox="1"/>
            <p:nvPr/>
          </p:nvSpPr>
          <p:spPr>
            <a:xfrm>
              <a:off x="158" y="3612"/>
              <a:ext cx="4868" cy="308"/>
            </a:xfrm>
            <a:prstGeom prst="rect">
              <a:avLst/>
            </a:prstGeom>
            <a:noFill/>
            <a:ln w="9525">
              <a:noFill/>
            </a:ln>
          </p:spPr>
          <p:txBody>
            <a:bodyPr>
              <a:spAutoFit/>
            </a:bodyPr>
            <a:p>
              <a:pPr lvl="0" algn="just" eaLnBrk="1" hangingPunct="1">
                <a:spcBef>
                  <a:spcPct val="50000"/>
                </a:spcBef>
                <a:buClr>
                  <a:srgbClr val="000000"/>
                </a:buClr>
              </a:pPr>
              <a:r>
                <a:rPr lang="zh-CN" altLang="en-US" sz="2600" i="0" dirty="0">
                  <a:latin typeface="Times New Roman" panose="02020603050405020304" pitchFamily="18" charset="0"/>
                  <a:ea typeface="黑体" panose="02010609060101010101" pitchFamily="49" charset="-122"/>
                </a:rPr>
                <a:t>法向坐标轴沿轨迹的法向凹侧为正，单位矢量为</a:t>
              </a:r>
              <a:endParaRPr lang="zh-CN" altLang="en-US" sz="2600" i="0">
                <a:latin typeface="Times New Roman" panose="02020603050405020304" pitchFamily="18" charset="0"/>
                <a:ea typeface="黑体" panose="02010609060101010101" pitchFamily="49" charset="-122"/>
              </a:endParaRPr>
            </a:p>
          </p:txBody>
        </p:sp>
        <p:graphicFrame>
          <p:nvGraphicFramePr>
            <p:cNvPr id="422924" name="对象 422923"/>
            <p:cNvGraphicFramePr/>
            <p:nvPr/>
          </p:nvGraphicFramePr>
          <p:xfrm>
            <a:off x="4649" y="3566"/>
            <a:ext cx="294" cy="408"/>
          </p:xfrm>
          <a:graphic>
            <a:graphicData uri="http://schemas.openxmlformats.org/presentationml/2006/ole">
              <mc:AlternateContent xmlns:mc="http://schemas.openxmlformats.org/markup-compatibility/2006">
                <mc:Choice xmlns:v="urn:schemas-microsoft-com:vml" Requires="v">
                  <p:oleObj spid="_x0000_s3161" name="" r:id="rId4" imgW="165100" imgH="228600" progId="Equation.3">
                    <p:embed/>
                  </p:oleObj>
                </mc:Choice>
                <mc:Fallback>
                  <p:oleObj name="" r:id="rId4" imgW="165100" imgH="228600" progId="Equation.3">
                    <p:embed/>
                    <p:pic>
                      <p:nvPicPr>
                        <p:cNvPr id="0" name="图片 3160"/>
                        <p:cNvPicPr/>
                        <p:nvPr/>
                      </p:nvPicPr>
                      <p:blipFill>
                        <a:blip r:embed="rId5">
                          <a:clrChange>
                            <a:clrFrom>
                              <a:srgbClr val="000000"/>
                            </a:clrFrom>
                            <a:clrTo>
                              <a:srgbClr val="000000"/>
                            </a:clrTo>
                          </a:clrChange>
                        </a:blip>
                        <a:stretch>
                          <a:fillRect/>
                        </a:stretch>
                      </p:blipFill>
                      <p:spPr>
                        <a:xfrm>
                          <a:off x="4649" y="3566"/>
                          <a:ext cx="294" cy="408"/>
                        </a:xfrm>
                        <a:prstGeom prst="rect">
                          <a:avLst/>
                        </a:prstGeom>
                        <a:noFill/>
                        <a:ln w="38100">
                          <a:noFill/>
                          <a:miter/>
                        </a:ln>
                      </p:spPr>
                    </p:pic>
                  </p:oleObj>
                </mc:Fallback>
              </mc:AlternateContent>
            </a:graphicData>
          </a:graphic>
        </p:graphicFrame>
      </p:grpSp>
      <p:sp>
        <p:nvSpPr>
          <p:cNvPr id="422925" name="文本框 422924"/>
          <p:cNvSpPr txBox="1"/>
          <p:nvPr/>
        </p:nvSpPr>
        <p:spPr>
          <a:xfrm>
            <a:off x="250825" y="2493963"/>
            <a:ext cx="4033838" cy="885825"/>
          </a:xfrm>
          <a:prstGeom prst="rect">
            <a:avLst/>
          </a:prstGeom>
          <a:noFill/>
          <a:ln w="9525">
            <a:noFill/>
          </a:ln>
        </p:spPr>
        <p:txBody>
          <a:bodyPr>
            <a:spAutoFit/>
          </a:bodyPr>
          <a:p>
            <a:pPr lvl="0" algn="just" eaLnBrk="1" hangingPunct="1">
              <a:spcBef>
                <a:spcPct val="50000"/>
              </a:spcBef>
              <a:buClr>
                <a:srgbClr val="000000"/>
              </a:buClr>
            </a:pPr>
            <a:r>
              <a:rPr lang="zh-CN" altLang="en-US" sz="2600" i="0" dirty="0">
                <a:solidFill>
                  <a:srgbClr val="0000CC"/>
                </a:solidFill>
                <a:latin typeface="Times New Roman" panose="02020603050405020304" pitchFamily="18" charset="0"/>
                <a:ea typeface="黑体" panose="02010609060101010101" pitchFamily="49" charset="-122"/>
              </a:rPr>
              <a:t>位置</a:t>
            </a:r>
            <a:r>
              <a:rPr lang="en-US" altLang="zh-CN" sz="2600" i="0">
                <a:solidFill>
                  <a:srgbClr val="0000CC"/>
                </a:solidFill>
                <a:latin typeface="Times New Roman" panose="02020603050405020304" pitchFamily="18" charset="0"/>
                <a:ea typeface="黑体" panose="02010609060101010101" pitchFamily="49" charset="-122"/>
              </a:rPr>
              <a:t>:</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从原点</a:t>
            </a:r>
            <a:r>
              <a:rPr lang="en-US" altLang="zh-CN" sz="2600" i="1">
                <a:latin typeface="Times New Roman" panose="02020603050405020304" pitchFamily="18" charset="0"/>
                <a:ea typeface="黑体" panose="02010609060101010101" pitchFamily="49" charset="-122"/>
              </a:rPr>
              <a:t>O</a:t>
            </a:r>
            <a:r>
              <a:rPr lang="zh-CN" altLang="en-US" sz="2600" i="0" dirty="0">
                <a:latin typeface="Times New Roman" panose="02020603050405020304" pitchFamily="18" charset="0"/>
                <a:ea typeface="黑体" panose="02010609060101010101" pitchFamily="49" charset="-122"/>
              </a:rPr>
              <a:t>到运动质点的弧长</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即</a:t>
            </a:r>
            <a:r>
              <a:rPr lang="en-US" altLang="zh-CN" sz="2600" i="1">
                <a:latin typeface="Times New Roman" panose="02020603050405020304" pitchFamily="18" charset="0"/>
                <a:ea typeface="黑体" panose="02010609060101010101" pitchFamily="49" charset="-122"/>
              </a:rPr>
              <a:t>A</a:t>
            </a:r>
            <a:r>
              <a:rPr lang="zh-CN" altLang="en-US" sz="2600" i="0" dirty="0">
                <a:latin typeface="Times New Roman" panose="02020603050405020304" pitchFamily="18" charset="0"/>
                <a:ea typeface="黑体" panose="02010609060101010101" pitchFamily="49" charset="-122"/>
              </a:rPr>
              <a:t>点的坐标</a:t>
            </a:r>
            <a:r>
              <a:rPr lang="en-US" altLang="zh-CN" sz="2600" i="1">
                <a:latin typeface="Times New Roman" panose="02020603050405020304" pitchFamily="18" charset="0"/>
                <a:ea typeface="黑体" panose="02010609060101010101" pitchFamily="49" charset="-122"/>
              </a:rPr>
              <a:t>S</a:t>
            </a:r>
            <a:r>
              <a:rPr lang="en-US" altLang="zh-CN" sz="2600" i="0" baseline="-25000">
                <a:latin typeface="Times New Roman" panose="02020603050405020304" pitchFamily="18" charset="0"/>
                <a:ea typeface="黑体" panose="02010609060101010101" pitchFamily="49" charset="-122"/>
              </a:rPr>
              <a:t>A</a:t>
            </a:r>
            <a:r>
              <a:rPr lang="en-US" altLang="zh-CN" sz="2600" i="0">
                <a:latin typeface="Times New Roman" panose="02020603050405020304" pitchFamily="18" charset="0"/>
                <a:ea typeface="黑体" panose="02010609060101010101" pitchFamily="49" charset="-122"/>
              </a:rPr>
              <a:t> .</a:t>
            </a:r>
            <a:endParaRPr lang="en-US" altLang="zh-CN" sz="2600" i="0">
              <a:latin typeface="Times New Roman" panose="02020603050405020304" pitchFamily="18" charset="0"/>
              <a:ea typeface="黑体" panose="02010609060101010101" pitchFamily="49" charset="-122"/>
            </a:endParaRPr>
          </a:p>
        </p:txBody>
      </p:sp>
      <p:graphicFrame>
        <p:nvGraphicFramePr>
          <p:cNvPr id="422926" name="对象 422925"/>
          <p:cNvGraphicFramePr/>
          <p:nvPr/>
        </p:nvGraphicFramePr>
        <p:xfrm>
          <a:off x="1403350" y="3525838"/>
          <a:ext cx="2089150" cy="533400"/>
        </p:xfrm>
        <a:graphic>
          <a:graphicData uri="http://schemas.openxmlformats.org/presentationml/2006/ole">
            <mc:AlternateContent xmlns:mc="http://schemas.openxmlformats.org/markup-compatibility/2006">
              <mc:Choice xmlns:v="urn:schemas-microsoft-com:vml" Requires="v">
                <p:oleObj spid="_x0000_s3162" name="" r:id="rId6" imgW="836930" imgH="215900" progId="Equation.3">
                  <p:embed/>
                </p:oleObj>
              </mc:Choice>
              <mc:Fallback>
                <p:oleObj name="" r:id="rId6" imgW="836930" imgH="215900" progId="Equation.3">
                  <p:embed/>
                  <p:pic>
                    <p:nvPicPr>
                      <p:cNvPr id="0" name="图片 3161"/>
                      <p:cNvPicPr/>
                      <p:nvPr/>
                    </p:nvPicPr>
                    <p:blipFill>
                      <a:blip r:embed="rId7">
                        <a:clrChange>
                          <a:clrFrom>
                            <a:srgbClr val="000000"/>
                          </a:clrFrom>
                          <a:clrTo>
                            <a:srgbClr val="000000"/>
                          </a:clrTo>
                        </a:clrChange>
                      </a:blip>
                      <a:stretch>
                        <a:fillRect/>
                      </a:stretch>
                    </p:blipFill>
                    <p:spPr>
                      <a:xfrm>
                        <a:off x="1403350" y="3525838"/>
                        <a:ext cx="2089150" cy="533400"/>
                      </a:xfrm>
                      <a:prstGeom prst="rect">
                        <a:avLst/>
                      </a:prstGeom>
                      <a:noFill/>
                      <a:ln w="38100">
                        <a:noFill/>
                        <a:miter/>
                      </a:ln>
                    </p:spPr>
                  </p:pic>
                </p:oleObj>
              </mc:Fallback>
            </mc:AlternateContent>
          </a:graphicData>
        </a:graphic>
      </p:graphicFrame>
      <p:sp>
        <p:nvSpPr>
          <p:cNvPr id="422927" name="矩形 422926"/>
          <p:cNvSpPr/>
          <p:nvPr/>
        </p:nvSpPr>
        <p:spPr>
          <a:xfrm>
            <a:off x="250825" y="4294188"/>
            <a:ext cx="1296988" cy="488950"/>
          </a:xfrm>
          <a:prstGeom prst="rect">
            <a:avLst/>
          </a:prstGeom>
          <a:noFill/>
          <a:ln w="9525">
            <a:noFill/>
          </a:ln>
        </p:spPr>
        <p:txBody>
          <a:bodyPr>
            <a:spAutoFit/>
          </a:bodyPr>
          <a:p>
            <a:pPr lvl="0" algn="just" eaLnBrk="1" hangingPunct="1">
              <a:spcBef>
                <a:spcPct val="50000"/>
              </a:spcBef>
              <a:buClr>
                <a:srgbClr val="000000"/>
              </a:buClr>
            </a:pPr>
            <a:r>
              <a:rPr lang="zh-CN" altLang="en-US" sz="2600" i="0" dirty="0">
                <a:solidFill>
                  <a:srgbClr val="0000CC"/>
                </a:solidFill>
                <a:latin typeface="Times New Roman" panose="02020603050405020304" pitchFamily="18" charset="0"/>
                <a:ea typeface="黑体" panose="02010609060101010101" pitchFamily="49" charset="-122"/>
              </a:rPr>
              <a:t>速度：</a:t>
            </a:r>
            <a:endParaRPr lang="zh-CN" altLang="en-US" sz="2600" i="0" dirty="0">
              <a:solidFill>
                <a:srgbClr val="0000CC"/>
              </a:solidFill>
              <a:latin typeface="Times New Roman" panose="02020603050405020304" pitchFamily="18" charset="0"/>
              <a:ea typeface="黑体" panose="02010609060101010101" pitchFamily="49" charset="-122"/>
            </a:endParaRPr>
          </a:p>
        </p:txBody>
      </p:sp>
      <p:graphicFrame>
        <p:nvGraphicFramePr>
          <p:cNvPr id="422928" name="对象 422927"/>
          <p:cNvGraphicFramePr/>
          <p:nvPr/>
        </p:nvGraphicFramePr>
        <p:xfrm>
          <a:off x="1365250" y="4078288"/>
          <a:ext cx="2381250" cy="1033462"/>
        </p:xfrm>
        <a:graphic>
          <a:graphicData uri="http://schemas.openxmlformats.org/presentationml/2006/ole">
            <mc:AlternateContent xmlns:mc="http://schemas.openxmlformats.org/markup-compatibility/2006">
              <mc:Choice xmlns:v="urn:schemas-microsoft-com:vml" Requires="v">
                <p:oleObj spid="_x0000_s3164" name="" r:id="rId8" imgW="901065" imgH="393700" progId="Equation.3">
                  <p:embed/>
                </p:oleObj>
              </mc:Choice>
              <mc:Fallback>
                <p:oleObj name="" r:id="rId8" imgW="901065" imgH="393700" progId="Equation.3">
                  <p:embed/>
                  <p:pic>
                    <p:nvPicPr>
                      <p:cNvPr id="0" name="图片 3163"/>
                      <p:cNvPicPr/>
                      <p:nvPr/>
                    </p:nvPicPr>
                    <p:blipFill>
                      <a:blip r:embed="rId9">
                        <a:clrChange>
                          <a:clrFrom>
                            <a:srgbClr val="000000"/>
                          </a:clrFrom>
                          <a:clrTo>
                            <a:srgbClr val="000000"/>
                          </a:clrTo>
                        </a:clrChange>
                      </a:blip>
                      <a:stretch>
                        <a:fillRect/>
                      </a:stretch>
                    </p:blipFill>
                    <p:spPr>
                      <a:xfrm>
                        <a:off x="1365250" y="4078288"/>
                        <a:ext cx="2381250" cy="1033462"/>
                      </a:xfrm>
                      <a:prstGeom prst="rect">
                        <a:avLst/>
                      </a:prstGeom>
                      <a:noFill/>
                      <a:ln w="38100">
                        <a:noFill/>
                        <a:miter/>
                      </a:ln>
                    </p:spPr>
                  </p:pic>
                </p:oleObj>
              </mc:Fallback>
            </mc:AlternateContent>
          </a:graphicData>
        </a:graphic>
      </p:graphicFrame>
      <p:sp>
        <p:nvSpPr>
          <p:cNvPr id="422929" name="矩形 422928"/>
          <p:cNvSpPr/>
          <p:nvPr/>
        </p:nvSpPr>
        <p:spPr>
          <a:xfrm>
            <a:off x="3995738" y="4308475"/>
            <a:ext cx="1511300" cy="488950"/>
          </a:xfrm>
          <a:prstGeom prst="rect">
            <a:avLst/>
          </a:prstGeom>
          <a:noFill/>
          <a:ln w="9525">
            <a:noFill/>
          </a:ln>
        </p:spPr>
        <p:txBody>
          <a:bodyPr>
            <a:spAutoFit/>
          </a:bodyPr>
          <a:p>
            <a:pPr lvl="0" algn="just" eaLnBrk="1" hangingPunct="1">
              <a:spcBef>
                <a:spcPct val="50000"/>
              </a:spcBef>
              <a:buClr>
                <a:srgbClr val="000000"/>
              </a:buClr>
            </a:pPr>
            <a:r>
              <a:rPr lang="zh-CN" altLang="en-US" sz="2600" i="0" dirty="0">
                <a:solidFill>
                  <a:srgbClr val="0000CC"/>
                </a:solidFill>
                <a:latin typeface="Times New Roman" panose="02020603050405020304" pitchFamily="18" charset="0"/>
                <a:ea typeface="黑体" panose="02010609060101010101" pitchFamily="49" charset="-122"/>
              </a:rPr>
              <a:t>加速度：</a:t>
            </a:r>
            <a:endParaRPr lang="zh-CN" altLang="en-US" sz="2600" i="0" dirty="0">
              <a:solidFill>
                <a:srgbClr val="0000CC"/>
              </a:solidFill>
              <a:latin typeface="Times New Roman" panose="02020603050405020304" pitchFamily="18" charset="0"/>
              <a:ea typeface="黑体" panose="02010609060101010101" pitchFamily="49" charset="-122"/>
            </a:endParaRPr>
          </a:p>
        </p:txBody>
      </p:sp>
      <p:graphicFrame>
        <p:nvGraphicFramePr>
          <p:cNvPr id="422930" name="对象 422929"/>
          <p:cNvGraphicFramePr/>
          <p:nvPr/>
        </p:nvGraphicFramePr>
        <p:xfrm>
          <a:off x="5435600" y="4051300"/>
          <a:ext cx="2684463" cy="1035050"/>
        </p:xfrm>
        <a:graphic>
          <a:graphicData uri="http://schemas.openxmlformats.org/presentationml/2006/ole">
            <mc:AlternateContent xmlns:mc="http://schemas.openxmlformats.org/markup-compatibility/2006">
              <mc:Choice xmlns:v="urn:schemas-microsoft-com:vml" Requires="v">
                <p:oleObj spid="_x0000_s3173" name="" r:id="rId10" imgW="1015365" imgH="393700" progId="Equation.3">
                  <p:embed/>
                </p:oleObj>
              </mc:Choice>
              <mc:Fallback>
                <p:oleObj name="" r:id="rId10" imgW="1015365" imgH="393700" progId="Equation.3">
                  <p:embed/>
                  <p:pic>
                    <p:nvPicPr>
                      <p:cNvPr id="0" name="图片 3172"/>
                      <p:cNvPicPr/>
                      <p:nvPr/>
                    </p:nvPicPr>
                    <p:blipFill>
                      <a:blip r:embed="rId11">
                        <a:clrChange>
                          <a:clrFrom>
                            <a:srgbClr val="000000"/>
                          </a:clrFrom>
                          <a:clrTo>
                            <a:srgbClr val="000000"/>
                          </a:clrTo>
                        </a:clrChange>
                      </a:blip>
                      <a:stretch>
                        <a:fillRect/>
                      </a:stretch>
                    </p:blipFill>
                    <p:spPr>
                      <a:xfrm>
                        <a:off x="5435600" y="4051300"/>
                        <a:ext cx="2684463" cy="1035050"/>
                      </a:xfrm>
                      <a:prstGeom prst="rect">
                        <a:avLst/>
                      </a:prstGeom>
                      <a:noFill/>
                      <a:ln w="38100">
                        <a:noFill/>
                        <a:miter/>
                      </a:ln>
                    </p:spPr>
                  </p:pic>
                </p:oleObj>
              </mc:Fallback>
            </mc:AlternateContent>
          </a:graphicData>
        </a:graphic>
      </p:graphicFrame>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2915"/>
                                        </p:tgtEl>
                                        <p:attrNameLst>
                                          <p:attrName>style.visibility</p:attrName>
                                        </p:attrNameLst>
                                      </p:cBhvr>
                                      <p:to>
                                        <p:strVal val="visible"/>
                                      </p:to>
                                    </p:set>
                                    <p:anim calcmode="lin" valueType="num">
                                      <p:cBhvr additive="base">
                                        <p:cTn id="7" dur="500" fill="hold"/>
                                        <p:tgtEl>
                                          <p:spTgt spid="422915"/>
                                        </p:tgtEl>
                                        <p:attrNameLst>
                                          <p:attrName>ppt_x</p:attrName>
                                        </p:attrNameLst>
                                      </p:cBhvr>
                                      <p:tavLst>
                                        <p:tav tm="0">
                                          <p:val>
                                            <p:strVal val="0-#ppt_w/2"/>
                                          </p:val>
                                        </p:tav>
                                        <p:tav tm="100000">
                                          <p:val>
                                            <p:strVal val="#ppt_x"/>
                                          </p:val>
                                        </p:tav>
                                      </p:tavLst>
                                    </p:anim>
                                    <p:anim calcmode="lin" valueType="num">
                                      <p:cBhvr additive="base">
                                        <p:cTn id="8" dur="500" fill="hold"/>
                                        <p:tgtEl>
                                          <p:spTgt spid="4229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422916"/>
                                        </p:tgtEl>
                                        <p:attrNameLst>
                                          <p:attrName>style.visibility</p:attrName>
                                        </p:attrNameLst>
                                      </p:cBhvr>
                                      <p:to>
                                        <p:strVal val="visible"/>
                                      </p:to>
                                    </p:set>
                                    <p:animEffect transition="in" filter="box(out)">
                                      <p:cBhvr>
                                        <p:cTn id="13" dur="500"/>
                                        <p:tgtEl>
                                          <p:spTgt spid="422916"/>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422917"/>
                                        </p:tgtEl>
                                        <p:attrNameLst>
                                          <p:attrName>style.visibility</p:attrName>
                                        </p:attrNameLst>
                                      </p:cBhvr>
                                      <p:to>
                                        <p:strVal val="visible"/>
                                      </p:to>
                                    </p:set>
                                    <p:animEffect transition="in" filter="diamond(in)">
                                      <p:cBhvr>
                                        <p:cTn id="18" dur="2000"/>
                                        <p:tgtEl>
                                          <p:spTgt spid="42291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422918"/>
                                        </p:tgtEl>
                                        <p:attrNameLst>
                                          <p:attrName>style.visibility</p:attrName>
                                        </p:attrNameLst>
                                      </p:cBhvr>
                                      <p:to>
                                        <p:strVal val="visible"/>
                                      </p:to>
                                    </p:set>
                                    <p:animEffect transition="in" filter="dissolve">
                                      <p:cBhvr>
                                        <p:cTn id="23" dur="500"/>
                                        <p:tgtEl>
                                          <p:spTgt spid="422918"/>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22925"/>
                                        </p:tgtEl>
                                        <p:attrNameLst>
                                          <p:attrName>style.visibility</p:attrName>
                                        </p:attrNameLst>
                                      </p:cBhvr>
                                      <p:to>
                                        <p:strVal val="visible"/>
                                      </p:to>
                                    </p:set>
                                    <p:animEffect transition="in" filter="dissolve">
                                      <p:cBhvr>
                                        <p:cTn id="28" dur="500"/>
                                        <p:tgtEl>
                                          <p:spTgt spid="42292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422919"/>
                                        </p:tgtEl>
                                        <p:attrNameLst>
                                          <p:attrName>style.visibility</p:attrName>
                                        </p:attrNameLst>
                                      </p:cBhvr>
                                      <p:to>
                                        <p:strVal val="visible"/>
                                      </p:to>
                                    </p:set>
                                    <p:animEffect transition="in" filter="dissolve">
                                      <p:cBhvr>
                                        <p:cTn id="33" dur="500"/>
                                        <p:tgtEl>
                                          <p:spTgt spid="422919"/>
                                        </p:tgtEl>
                                      </p:cBhvr>
                                    </p:animEffect>
                                  </p:childTnLst>
                                </p:cTn>
                              </p:par>
                            </p:childTnLst>
                          </p:cTn>
                        </p:par>
                        <p:par>
                          <p:cTn id="34" fill="hold">
                            <p:stCondLst>
                              <p:cond delay="500"/>
                            </p:stCondLst>
                            <p:childTnLst>
                              <p:par>
                                <p:cTn id="35" presetID="22" presetClass="entr" presetSubtype="4" fill="hold" nodeType="afterEffect">
                                  <p:stCondLst>
                                    <p:cond delay="0"/>
                                  </p:stCondLst>
                                  <p:childTnLst>
                                    <p:set>
                                      <p:cBhvr>
                                        <p:cTn id="36" dur="1" fill="hold">
                                          <p:stCondLst>
                                            <p:cond delay="0"/>
                                          </p:stCondLst>
                                        </p:cTn>
                                        <p:tgtEl>
                                          <p:spTgt spid="422926"/>
                                        </p:tgtEl>
                                        <p:attrNameLst>
                                          <p:attrName>style.visibility</p:attrName>
                                        </p:attrNameLst>
                                      </p:cBhvr>
                                      <p:to>
                                        <p:strVal val="visible"/>
                                      </p:to>
                                    </p:set>
                                    <p:animEffect transition="in" filter="wipe(down)">
                                      <p:cBhvr>
                                        <p:cTn id="37" dur="500"/>
                                        <p:tgtEl>
                                          <p:spTgt spid="42292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22927"/>
                                        </p:tgtEl>
                                        <p:attrNameLst>
                                          <p:attrName>style.visibility</p:attrName>
                                        </p:attrNameLst>
                                      </p:cBhvr>
                                      <p:to>
                                        <p:strVal val="visible"/>
                                      </p:to>
                                    </p:set>
                                    <p:animEffect transition="in" filter="dissolve">
                                      <p:cBhvr>
                                        <p:cTn id="42" dur="500"/>
                                        <p:tgtEl>
                                          <p:spTgt spid="422927"/>
                                        </p:tgtEl>
                                      </p:cBhvr>
                                    </p:animEffect>
                                  </p:childTnLst>
                                </p:cTn>
                              </p:par>
                            </p:childTnLst>
                          </p:cTn>
                        </p:par>
                        <p:par>
                          <p:cTn id="43" fill="hold">
                            <p:stCondLst>
                              <p:cond delay="500"/>
                            </p:stCondLst>
                            <p:childTnLst>
                              <p:par>
                                <p:cTn id="44" presetID="22" presetClass="entr" presetSubtype="4" fill="hold" nodeType="afterEffect">
                                  <p:stCondLst>
                                    <p:cond delay="0"/>
                                  </p:stCondLst>
                                  <p:childTnLst>
                                    <p:set>
                                      <p:cBhvr>
                                        <p:cTn id="45" dur="1" fill="hold">
                                          <p:stCondLst>
                                            <p:cond delay="0"/>
                                          </p:stCondLst>
                                        </p:cTn>
                                        <p:tgtEl>
                                          <p:spTgt spid="422928"/>
                                        </p:tgtEl>
                                        <p:attrNameLst>
                                          <p:attrName>style.visibility</p:attrName>
                                        </p:attrNameLst>
                                      </p:cBhvr>
                                      <p:to>
                                        <p:strVal val="visible"/>
                                      </p:to>
                                    </p:set>
                                    <p:animEffect transition="in" filter="wipe(down)">
                                      <p:cBhvr>
                                        <p:cTn id="46" dur="500"/>
                                        <p:tgtEl>
                                          <p:spTgt spid="42292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422929"/>
                                        </p:tgtEl>
                                        <p:attrNameLst>
                                          <p:attrName>style.visibility</p:attrName>
                                        </p:attrNameLst>
                                      </p:cBhvr>
                                      <p:to>
                                        <p:strVal val="visible"/>
                                      </p:to>
                                    </p:set>
                                    <p:animEffect transition="in" filter="dissolve">
                                      <p:cBhvr>
                                        <p:cTn id="51" dur="500"/>
                                        <p:tgtEl>
                                          <p:spTgt spid="422929"/>
                                        </p:tgtEl>
                                      </p:cBhvr>
                                    </p:animEffect>
                                  </p:childTnLst>
                                </p:cTn>
                              </p:par>
                            </p:childTnLst>
                          </p:cTn>
                        </p:par>
                        <p:par>
                          <p:cTn id="52" fill="hold">
                            <p:stCondLst>
                              <p:cond delay="500"/>
                            </p:stCondLst>
                            <p:childTnLst>
                              <p:par>
                                <p:cTn id="53" presetID="22" presetClass="entr" presetSubtype="4" fill="hold" nodeType="afterEffect">
                                  <p:stCondLst>
                                    <p:cond delay="0"/>
                                  </p:stCondLst>
                                  <p:childTnLst>
                                    <p:set>
                                      <p:cBhvr>
                                        <p:cTn id="54" dur="1" fill="hold">
                                          <p:stCondLst>
                                            <p:cond delay="0"/>
                                          </p:stCondLst>
                                        </p:cTn>
                                        <p:tgtEl>
                                          <p:spTgt spid="422930"/>
                                        </p:tgtEl>
                                        <p:attrNameLst>
                                          <p:attrName>style.visibility</p:attrName>
                                        </p:attrNameLst>
                                      </p:cBhvr>
                                      <p:to>
                                        <p:strVal val="visible"/>
                                      </p:to>
                                    </p:set>
                                    <p:animEffect transition="in" filter="wipe(down)">
                                      <p:cBhvr>
                                        <p:cTn id="55" dur="500"/>
                                        <p:tgtEl>
                                          <p:spTgt spid="422930"/>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422920"/>
                                        </p:tgtEl>
                                        <p:attrNameLst>
                                          <p:attrName>style.visibility</p:attrName>
                                        </p:attrNameLst>
                                      </p:cBhvr>
                                      <p:to>
                                        <p:strVal val="visible"/>
                                      </p:to>
                                    </p:set>
                                    <p:animEffect transition="in" filter="blinds(horizontal)">
                                      <p:cBhvr>
                                        <p:cTn id="60" dur="500"/>
                                        <p:tgtEl>
                                          <p:spTgt spid="422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15" grpId="0"/>
      <p:bldP spid="422916" grpId="0"/>
      <p:bldP spid="422918" grpId="0"/>
      <p:bldP spid="422919" grpId="0"/>
      <p:bldP spid="422925" grpId="0"/>
      <p:bldP spid="422927" grpId="0"/>
      <p:bldP spid="42292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3938" name="文本框 423937"/>
          <p:cNvSpPr txBox="1"/>
          <p:nvPr/>
        </p:nvSpPr>
        <p:spPr>
          <a:xfrm>
            <a:off x="381000" y="419100"/>
            <a:ext cx="5181600" cy="488950"/>
          </a:xfrm>
          <a:prstGeom prst="rect">
            <a:avLst/>
          </a:prstGeom>
          <a:noFill/>
          <a:ln w="9525">
            <a:noFill/>
          </a:ln>
        </p:spPr>
        <p:txBody>
          <a:bodyPr>
            <a:spAutoFit/>
          </a:bodyPr>
          <a:p>
            <a:pPr lvl="0" algn="just" eaLnBrk="1" hangingPunct="1">
              <a:spcBef>
                <a:spcPct val="50000"/>
              </a:spcBef>
              <a:buClr>
                <a:srgbClr val="000000"/>
              </a:buClr>
            </a:pPr>
            <a:r>
              <a:rPr lang="zh-CN" altLang="en-US" sz="2600" i="0" dirty="0">
                <a:latin typeface="Times New Roman" panose="02020603050405020304" pitchFamily="18" charset="0"/>
                <a:ea typeface="黑体" panose="02010609060101010101" pitchFamily="49" charset="-122"/>
              </a:rPr>
              <a:t>设：某一质点作一般曲线运动</a:t>
            </a:r>
            <a:endParaRPr lang="zh-CN" altLang="en-US" sz="2600" i="0" dirty="0">
              <a:latin typeface="Times New Roman" panose="02020603050405020304" pitchFamily="18" charset="0"/>
              <a:ea typeface="黑体" panose="02010609060101010101" pitchFamily="49" charset="-122"/>
            </a:endParaRPr>
          </a:p>
        </p:txBody>
      </p:sp>
      <p:sp>
        <p:nvSpPr>
          <p:cNvPr id="423939" name="文本框 423938"/>
          <p:cNvSpPr txBox="1"/>
          <p:nvPr/>
        </p:nvSpPr>
        <p:spPr>
          <a:xfrm>
            <a:off x="1130300" y="981075"/>
            <a:ext cx="3657600" cy="488950"/>
          </a:xfrm>
          <a:prstGeom prst="rect">
            <a:avLst/>
          </a:prstGeom>
          <a:noFill/>
          <a:ln w="9525">
            <a:noFill/>
          </a:ln>
        </p:spPr>
        <p:txBody>
          <a:bodyPr>
            <a:spAutoFit/>
          </a:bodyPr>
          <a:p>
            <a:pPr lvl="0" algn="just" eaLnBrk="1" hangingPunct="1">
              <a:spcBef>
                <a:spcPct val="50000"/>
              </a:spcBef>
              <a:buClr>
                <a:srgbClr val="000000"/>
              </a:buClr>
            </a:pPr>
            <a:r>
              <a:rPr lang="en-US" altLang="zh-CN" sz="2600" i="1">
                <a:latin typeface="Times New Roman" panose="02020603050405020304" pitchFamily="18" charset="0"/>
                <a:ea typeface="黑体" panose="02010609060101010101" pitchFamily="49" charset="-122"/>
              </a:rPr>
              <a:t>t </a:t>
            </a:r>
            <a:r>
              <a:rPr lang="zh-CN" altLang="en-US" sz="2600" i="0" dirty="0">
                <a:latin typeface="Times New Roman" panose="02020603050405020304" pitchFamily="18" charset="0"/>
                <a:ea typeface="黑体" panose="02010609060101010101" pitchFamily="49" charset="-122"/>
              </a:rPr>
              <a:t>时刻在</a:t>
            </a:r>
            <a:r>
              <a:rPr lang="en-US" altLang="zh-CN" sz="2600" i="0">
                <a:latin typeface="Times New Roman" panose="02020603050405020304" pitchFamily="18" charset="0"/>
                <a:ea typeface="黑体" panose="02010609060101010101" pitchFamily="49" charset="-122"/>
              </a:rPr>
              <a:t>P</a:t>
            </a:r>
            <a:r>
              <a:rPr lang="zh-CN" altLang="en-US" sz="2600" i="0" dirty="0">
                <a:latin typeface="Times New Roman" panose="02020603050405020304" pitchFamily="18" charset="0"/>
                <a:ea typeface="黑体" panose="02010609060101010101" pitchFamily="49" charset="-122"/>
              </a:rPr>
              <a:t>点的速度为</a:t>
            </a:r>
            <a:endParaRPr lang="zh-CN" altLang="en-US" sz="2600" i="0">
              <a:latin typeface="Times New Roman" panose="02020603050405020304" pitchFamily="18" charset="0"/>
              <a:ea typeface="黑体" panose="02010609060101010101" pitchFamily="49" charset="-122"/>
            </a:endParaRPr>
          </a:p>
        </p:txBody>
      </p:sp>
      <p:graphicFrame>
        <p:nvGraphicFramePr>
          <p:cNvPr id="423940" name="对象 423939"/>
          <p:cNvGraphicFramePr/>
          <p:nvPr/>
        </p:nvGraphicFramePr>
        <p:xfrm>
          <a:off x="1908175" y="1554163"/>
          <a:ext cx="2498725" cy="579437"/>
        </p:xfrm>
        <a:graphic>
          <a:graphicData uri="http://schemas.openxmlformats.org/presentationml/2006/ole">
            <mc:AlternateContent xmlns:mc="http://schemas.openxmlformats.org/markup-compatibility/2006">
              <mc:Choice xmlns:v="urn:schemas-microsoft-com:vml" Requires="v">
                <p:oleObj spid="_x0000_s3170" name="" r:id="rId1" imgW="761365" imgH="203200" progId="Equation.3">
                  <p:embed/>
                </p:oleObj>
              </mc:Choice>
              <mc:Fallback>
                <p:oleObj name="" r:id="rId1" imgW="761365" imgH="203200" progId="Equation.3">
                  <p:embed/>
                  <p:pic>
                    <p:nvPicPr>
                      <p:cNvPr id="0" name="图片 3169"/>
                      <p:cNvPicPr/>
                      <p:nvPr/>
                    </p:nvPicPr>
                    <p:blipFill>
                      <a:blip r:embed="rId2">
                        <a:clrChange>
                          <a:clrFrom>
                            <a:srgbClr val="000000"/>
                          </a:clrFrom>
                          <a:clrTo>
                            <a:srgbClr val="000000"/>
                          </a:clrTo>
                        </a:clrChange>
                      </a:blip>
                      <a:stretch>
                        <a:fillRect/>
                      </a:stretch>
                    </p:blipFill>
                    <p:spPr>
                      <a:xfrm>
                        <a:off x="1908175" y="1554163"/>
                        <a:ext cx="2498725" cy="579437"/>
                      </a:xfrm>
                      <a:prstGeom prst="rect">
                        <a:avLst/>
                      </a:prstGeom>
                      <a:noFill/>
                      <a:ln w="38100">
                        <a:noFill/>
                        <a:miter/>
                      </a:ln>
                    </p:spPr>
                  </p:pic>
                </p:oleObj>
              </mc:Fallback>
            </mc:AlternateContent>
          </a:graphicData>
        </a:graphic>
      </p:graphicFrame>
      <p:graphicFrame>
        <p:nvGraphicFramePr>
          <p:cNvPr id="423941" name="对象 423940"/>
          <p:cNvGraphicFramePr/>
          <p:nvPr/>
        </p:nvGraphicFramePr>
        <p:xfrm>
          <a:off x="3203575" y="2303463"/>
          <a:ext cx="2446338" cy="981075"/>
        </p:xfrm>
        <a:graphic>
          <a:graphicData uri="http://schemas.openxmlformats.org/presentationml/2006/ole">
            <mc:AlternateContent xmlns:mc="http://schemas.openxmlformats.org/markup-compatibility/2006">
              <mc:Choice xmlns:v="urn:schemas-microsoft-com:vml" Requires="v">
                <p:oleObj spid="_x0000_s3171" name="" r:id="rId3" imgW="888365" imgH="393700" progId="Equation.3">
                  <p:embed/>
                </p:oleObj>
              </mc:Choice>
              <mc:Fallback>
                <p:oleObj name="" r:id="rId3" imgW="888365" imgH="393700" progId="Equation.3">
                  <p:embed/>
                  <p:pic>
                    <p:nvPicPr>
                      <p:cNvPr id="0" name="图片 3170"/>
                      <p:cNvPicPr/>
                      <p:nvPr/>
                    </p:nvPicPr>
                    <p:blipFill>
                      <a:blip r:embed="rId4">
                        <a:clrChange>
                          <a:clrFrom>
                            <a:srgbClr val="000000"/>
                          </a:clrFrom>
                          <a:clrTo>
                            <a:srgbClr val="000000"/>
                          </a:clrTo>
                        </a:clrChange>
                      </a:blip>
                      <a:stretch>
                        <a:fillRect/>
                      </a:stretch>
                    </p:blipFill>
                    <p:spPr>
                      <a:xfrm>
                        <a:off x="3203575" y="2303463"/>
                        <a:ext cx="2446338" cy="981075"/>
                      </a:xfrm>
                      <a:prstGeom prst="rect">
                        <a:avLst/>
                      </a:prstGeom>
                      <a:noFill/>
                      <a:ln w="38100">
                        <a:noFill/>
                        <a:miter/>
                      </a:ln>
                    </p:spPr>
                  </p:pic>
                </p:oleObj>
              </mc:Fallback>
            </mc:AlternateContent>
          </a:graphicData>
        </a:graphic>
      </p:graphicFrame>
      <p:grpSp>
        <p:nvGrpSpPr>
          <p:cNvPr id="423942" name="组合 423941"/>
          <p:cNvGrpSpPr/>
          <p:nvPr/>
        </p:nvGrpSpPr>
        <p:grpSpPr>
          <a:xfrm>
            <a:off x="304800" y="2303463"/>
            <a:ext cx="2878138" cy="981075"/>
            <a:chOff x="240" y="1872"/>
            <a:chExt cx="1813" cy="618"/>
          </a:xfrm>
        </p:grpSpPr>
        <p:graphicFrame>
          <p:nvGraphicFramePr>
            <p:cNvPr id="423943" name="对象 423942"/>
            <p:cNvGraphicFramePr/>
            <p:nvPr/>
          </p:nvGraphicFramePr>
          <p:xfrm>
            <a:off x="1259" y="1872"/>
            <a:ext cx="794" cy="618"/>
          </p:xfrm>
          <a:graphic>
            <a:graphicData uri="http://schemas.openxmlformats.org/presentationml/2006/ole">
              <mc:AlternateContent xmlns:mc="http://schemas.openxmlformats.org/markup-compatibility/2006">
                <mc:Choice xmlns:v="urn:schemas-microsoft-com:vml" Requires="v">
                  <p:oleObj spid="_x0000_s3165" name="" r:id="rId5" imgW="457200" imgH="393700" progId="Equation.3">
                    <p:embed/>
                  </p:oleObj>
                </mc:Choice>
                <mc:Fallback>
                  <p:oleObj name="" r:id="rId5" imgW="457200" imgH="393700" progId="Equation.3">
                    <p:embed/>
                    <p:pic>
                      <p:nvPicPr>
                        <p:cNvPr id="0" name="图片 3164"/>
                        <p:cNvPicPr/>
                        <p:nvPr/>
                      </p:nvPicPr>
                      <p:blipFill>
                        <a:blip r:embed="rId6">
                          <a:clrChange>
                            <a:clrFrom>
                              <a:srgbClr val="000000"/>
                            </a:clrFrom>
                            <a:clrTo>
                              <a:srgbClr val="000000"/>
                            </a:clrTo>
                          </a:clrChange>
                        </a:blip>
                        <a:stretch>
                          <a:fillRect/>
                        </a:stretch>
                      </p:blipFill>
                      <p:spPr>
                        <a:xfrm>
                          <a:off x="1259" y="1872"/>
                          <a:ext cx="794" cy="618"/>
                        </a:xfrm>
                        <a:prstGeom prst="rect">
                          <a:avLst/>
                        </a:prstGeom>
                        <a:noFill/>
                        <a:ln w="38100">
                          <a:noFill/>
                          <a:miter/>
                        </a:ln>
                      </p:spPr>
                    </p:pic>
                  </p:oleObj>
                </mc:Fallback>
              </mc:AlternateContent>
            </a:graphicData>
          </a:graphic>
        </p:graphicFrame>
        <p:sp>
          <p:nvSpPr>
            <p:cNvPr id="423944" name="文本框 423943"/>
            <p:cNvSpPr txBox="1"/>
            <p:nvPr/>
          </p:nvSpPr>
          <p:spPr>
            <a:xfrm>
              <a:off x="240" y="2016"/>
              <a:ext cx="1152" cy="308"/>
            </a:xfrm>
            <a:prstGeom prst="rect">
              <a:avLst/>
            </a:prstGeom>
            <a:noFill/>
            <a:ln w="9525">
              <a:noFill/>
            </a:ln>
          </p:spPr>
          <p:txBody>
            <a:bodyPr>
              <a:spAutoFit/>
            </a:bodyPr>
            <a:p>
              <a:pPr lvl="0" algn="just" eaLnBrk="1" hangingPunct="1">
                <a:spcBef>
                  <a:spcPct val="50000"/>
                </a:spcBef>
                <a:buClr>
                  <a:srgbClr val="000000"/>
                </a:buClr>
              </a:pPr>
              <a:r>
                <a:rPr lang="zh-CN" altLang="en-US" sz="2600" i="0" dirty="0">
                  <a:latin typeface="Times New Roman" panose="02020603050405020304" pitchFamily="18" charset="0"/>
                  <a:ea typeface="黑体" panose="02010609060101010101" pitchFamily="49" charset="-122"/>
                </a:rPr>
                <a:t>加速度：</a:t>
              </a:r>
              <a:endParaRPr lang="zh-CN" altLang="en-US" sz="2600" i="0">
                <a:latin typeface="Times New Roman" panose="02020603050405020304" pitchFamily="18" charset="0"/>
                <a:ea typeface="黑体" panose="02010609060101010101" pitchFamily="49" charset="-122"/>
              </a:endParaRPr>
            </a:p>
          </p:txBody>
        </p:sp>
      </p:grpSp>
      <p:sp>
        <p:nvSpPr>
          <p:cNvPr id="423945" name="任意多边形 423944"/>
          <p:cNvSpPr/>
          <p:nvPr/>
        </p:nvSpPr>
        <p:spPr>
          <a:xfrm>
            <a:off x="6069013" y="417513"/>
            <a:ext cx="2895600" cy="2209800"/>
          </a:xfrm>
          <a:custGeom>
            <a:avLst/>
            <a:gdLst/>
            <a:ahLst/>
            <a:cxnLst/>
            <a:pathLst>
              <a:path w="1296" h="1296">
                <a:moveTo>
                  <a:pt x="0" y="1296"/>
                </a:moveTo>
                <a:cubicBezTo>
                  <a:pt x="68" y="1156"/>
                  <a:pt x="136" y="1016"/>
                  <a:pt x="288" y="912"/>
                </a:cubicBezTo>
                <a:cubicBezTo>
                  <a:pt x="440" y="808"/>
                  <a:pt x="744" y="824"/>
                  <a:pt x="912" y="672"/>
                </a:cubicBezTo>
                <a:cubicBezTo>
                  <a:pt x="1080" y="520"/>
                  <a:pt x="1232" y="112"/>
                  <a:pt x="1296" y="0"/>
                </a:cubicBezTo>
              </a:path>
            </a:pathLst>
          </a:custGeom>
          <a:noFill/>
          <a:ln w="28575" cap="flat" cmpd="sng">
            <a:solidFill>
              <a:schemeClr val="tx1">
                <a:alpha val="100000"/>
              </a:schemeClr>
            </a:solidFill>
            <a:prstDash val="solid"/>
            <a:headEnd type="none" w="med" len="med"/>
            <a:tailEnd type="none" w="med" len="med"/>
          </a:ln>
        </p:spPr>
        <p:txBody>
          <a:bodyPr/>
          <a:p>
            <a:endParaRPr lang="zh-CN" altLang="en-US"/>
          </a:p>
        </p:txBody>
      </p:sp>
      <p:sp>
        <p:nvSpPr>
          <p:cNvPr id="423946" name="文本框 423945"/>
          <p:cNvSpPr txBox="1"/>
          <p:nvPr/>
        </p:nvSpPr>
        <p:spPr>
          <a:xfrm>
            <a:off x="457200" y="3656013"/>
            <a:ext cx="8507413" cy="488950"/>
          </a:xfrm>
          <a:prstGeom prst="rect">
            <a:avLst/>
          </a:prstGeom>
          <a:noFill/>
          <a:ln w="9525">
            <a:noFill/>
          </a:ln>
        </p:spPr>
        <p:txBody>
          <a:bodyPr>
            <a:spAutoFit/>
          </a:bodyPr>
          <a:p>
            <a:pPr lvl="0" algn="just" eaLnBrk="1" hangingPunct="1">
              <a:spcBef>
                <a:spcPct val="50000"/>
              </a:spcBef>
              <a:buClr>
                <a:srgbClr val="000000"/>
              </a:buClr>
            </a:pPr>
            <a:r>
              <a:rPr lang="en-US" altLang="zh-CN" sz="2600" i="1">
                <a:latin typeface="Book Antiqua" panose="02040602050305030304" pitchFamily="18" charset="0"/>
                <a:ea typeface="黑体" panose="02010609060101010101" pitchFamily="49" charset="-122"/>
              </a:rPr>
              <a:t>v</a:t>
            </a:r>
            <a:r>
              <a:rPr lang="zh-CN" altLang="en-US" sz="2600" i="0" dirty="0">
                <a:latin typeface="Times New Roman" panose="02020603050405020304" pitchFamily="18" charset="0"/>
                <a:ea typeface="黑体" panose="02010609060101010101" pitchFamily="49" charset="-122"/>
              </a:rPr>
              <a:t>是 </a:t>
            </a:r>
            <a:r>
              <a:rPr lang="en-US" altLang="zh-CN" sz="2600" i="1">
                <a:latin typeface="Times New Roman" panose="02020603050405020304" pitchFamily="18" charset="0"/>
                <a:ea typeface="黑体" panose="02010609060101010101" pitchFamily="49" charset="-122"/>
              </a:rPr>
              <a:t>t </a:t>
            </a:r>
            <a:r>
              <a:rPr lang="zh-CN" altLang="zh-CN" sz="2600" i="0" dirty="0">
                <a:latin typeface="Times New Roman" panose="02020603050405020304" pitchFamily="18" charset="0"/>
                <a:ea typeface="黑体" panose="02010609060101010101" pitchFamily="49" charset="-122"/>
              </a:rPr>
              <a:t>时刻的速率</a:t>
            </a:r>
            <a:r>
              <a:rPr lang="zh-CN" altLang="en-US" sz="2600" i="0" dirty="0">
                <a:latin typeface="Times New Roman" panose="02020603050405020304" pitchFamily="18" charset="0"/>
                <a:ea typeface="黑体" panose="02010609060101010101" pitchFamily="49" charset="-122"/>
              </a:rPr>
              <a:t>; </a:t>
            </a:r>
            <a:r>
              <a:rPr lang="zh-CN" altLang="zh-CN" sz="2600" i="0" dirty="0">
                <a:latin typeface="Times New Roman" panose="02020603050405020304" pitchFamily="18" charset="0"/>
                <a:ea typeface="黑体" panose="02010609060101010101" pitchFamily="49" charset="-122"/>
              </a:rPr>
              <a:t>选流动的二维坐标</a:t>
            </a:r>
            <a:r>
              <a:rPr lang="zh-CN" altLang="en-US" sz="2600" i="0" dirty="0">
                <a:latin typeface="Times New Roman" panose="02020603050405020304" pitchFamily="18" charset="0"/>
                <a:ea typeface="黑体" panose="02010609060101010101" pitchFamily="49" charset="-122"/>
              </a:rPr>
              <a:t>, </a:t>
            </a:r>
            <a:r>
              <a:rPr lang="zh-CN" altLang="zh-CN" sz="2600" i="0" dirty="0">
                <a:latin typeface="Times New Roman" panose="02020603050405020304" pitchFamily="18" charset="0"/>
                <a:ea typeface="黑体" panose="02010609060101010101" pitchFamily="49" charset="-122"/>
              </a:rPr>
              <a:t>使</a:t>
            </a:r>
            <a:r>
              <a:rPr lang="zh-CN" altLang="en-US" sz="2600" i="0" dirty="0">
                <a:latin typeface="Times New Roman" panose="02020603050405020304" pitchFamily="18" charset="0"/>
                <a:ea typeface="黑体" panose="02010609060101010101" pitchFamily="49" charset="-122"/>
              </a:rPr>
              <a:t> </a:t>
            </a:r>
            <a:r>
              <a:rPr lang="zh-CN" altLang="zh-CN" sz="2600" i="1" dirty="0">
                <a:latin typeface="Times New Roman" panose="02020603050405020304" pitchFamily="18" charset="0"/>
                <a:ea typeface="黑体" panose="02010609060101010101" pitchFamily="49" charset="-122"/>
                <a:sym typeface="Symbol" panose="05050102010706020507" pitchFamily="18" charset="2"/>
              </a:rPr>
              <a:t></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 </a:t>
            </a:r>
            <a:r>
              <a:rPr lang="zh-CN" altLang="zh-CN" sz="2600" i="0" dirty="0">
                <a:latin typeface="Times New Roman" panose="02020603050405020304" pitchFamily="18" charset="0"/>
                <a:ea typeface="黑体" panose="02010609060101010101" pitchFamily="49" charset="-122"/>
                <a:sym typeface="Symbol" panose="05050102010706020507" pitchFamily="18" charset="2"/>
              </a:rPr>
              <a:t>处于</a:t>
            </a:r>
            <a:r>
              <a:rPr lang="en-US" altLang="zh-CN" sz="2600" i="1" err="1">
                <a:latin typeface="Times New Roman" panose="02020603050405020304" pitchFamily="18" charset="0"/>
                <a:ea typeface="黑体" panose="02010609060101010101" pitchFamily="49" charset="-122"/>
                <a:sym typeface="Symbol" panose="05050102010706020507" pitchFamily="18" charset="2"/>
              </a:rPr>
              <a:t>x</a:t>
            </a:r>
            <a:r>
              <a:rPr lang="en-US" altLang="zh-CN" sz="2600" i="0" err="1">
                <a:latin typeface="Times New Roman" panose="02020603050405020304" pitchFamily="18" charset="0"/>
                <a:ea typeface="黑体" panose="02010609060101010101" pitchFamily="49" charset="-122"/>
                <a:sym typeface="Symbol" panose="05050102010706020507" pitchFamily="18" charset="2"/>
              </a:rPr>
              <a:t>-</a:t>
            </a:r>
            <a:r>
              <a:rPr lang="en-US" altLang="zh-CN" sz="2600" i="1" err="1">
                <a:latin typeface="Times New Roman" panose="02020603050405020304" pitchFamily="18" charset="0"/>
                <a:ea typeface="黑体" panose="02010609060101010101" pitchFamily="49" charset="-122"/>
                <a:sym typeface="Symbol" panose="05050102010706020507" pitchFamily="18" charset="2"/>
              </a:rPr>
              <a:t>y</a:t>
            </a:r>
            <a:r>
              <a:rPr lang="zh-CN" altLang="zh-CN" sz="2600" i="0" dirty="0">
                <a:latin typeface="Times New Roman" panose="02020603050405020304" pitchFamily="18" charset="0"/>
                <a:ea typeface="黑体" panose="02010609060101010101" pitchFamily="49" charset="-122"/>
                <a:sym typeface="Symbol" panose="05050102010706020507" pitchFamily="18" charset="2"/>
              </a:rPr>
              <a:t>平面内</a:t>
            </a:r>
            <a:endParaRPr lang="zh-CN" altLang="en-US" sz="2600" i="0" dirty="0">
              <a:latin typeface="Times New Roman" panose="02020603050405020304" pitchFamily="18" charset="0"/>
              <a:ea typeface="黑体" panose="02010609060101010101" pitchFamily="49" charset="-122"/>
            </a:endParaRPr>
          </a:p>
        </p:txBody>
      </p:sp>
      <p:grpSp>
        <p:nvGrpSpPr>
          <p:cNvPr id="423947" name="组合 423946"/>
          <p:cNvGrpSpPr/>
          <p:nvPr/>
        </p:nvGrpSpPr>
        <p:grpSpPr>
          <a:xfrm>
            <a:off x="6118225" y="171450"/>
            <a:ext cx="2667000" cy="2195513"/>
            <a:chOff x="3840" y="432"/>
            <a:chExt cx="1680" cy="1383"/>
          </a:xfrm>
        </p:grpSpPr>
        <p:grpSp>
          <p:nvGrpSpPr>
            <p:cNvPr id="423948" name="组合 423947"/>
            <p:cNvGrpSpPr/>
            <p:nvPr/>
          </p:nvGrpSpPr>
          <p:grpSpPr>
            <a:xfrm>
              <a:off x="4128" y="624"/>
              <a:ext cx="1104" cy="1008"/>
              <a:chOff x="4128" y="624"/>
              <a:chExt cx="1104" cy="1008"/>
            </a:xfrm>
          </p:grpSpPr>
          <p:sp>
            <p:nvSpPr>
              <p:cNvPr id="423949" name="直接连接符 423948"/>
              <p:cNvSpPr/>
              <p:nvPr/>
            </p:nvSpPr>
            <p:spPr>
              <a:xfrm flipV="1">
                <a:off x="4128" y="624"/>
                <a:ext cx="0" cy="1008"/>
              </a:xfrm>
              <a:prstGeom prst="line">
                <a:avLst/>
              </a:prstGeom>
              <a:ln w="28575" cap="flat" cmpd="sng">
                <a:solidFill>
                  <a:schemeClr val="accent2"/>
                </a:solidFill>
                <a:prstDash val="solid"/>
                <a:headEnd type="none" w="med" len="med"/>
                <a:tailEnd type="triangle" w="med" len="lg"/>
              </a:ln>
            </p:spPr>
          </p:sp>
          <p:sp>
            <p:nvSpPr>
              <p:cNvPr id="423950" name="直接连接符 423949"/>
              <p:cNvSpPr/>
              <p:nvPr/>
            </p:nvSpPr>
            <p:spPr>
              <a:xfrm flipV="1">
                <a:off x="4128" y="1632"/>
                <a:ext cx="1104" cy="0"/>
              </a:xfrm>
              <a:prstGeom prst="line">
                <a:avLst/>
              </a:prstGeom>
              <a:ln w="28575" cap="flat" cmpd="sng">
                <a:solidFill>
                  <a:schemeClr val="accent2"/>
                </a:solidFill>
                <a:prstDash val="solid"/>
                <a:headEnd type="none" w="med" len="med"/>
                <a:tailEnd type="triangle" w="med" len="lg"/>
              </a:ln>
            </p:spPr>
          </p:sp>
        </p:grpSp>
        <p:sp>
          <p:nvSpPr>
            <p:cNvPr id="423951" name="文本框 423950"/>
            <p:cNvSpPr txBox="1"/>
            <p:nvPr/>
          </p:nvSpPr>
          <p:spPr>
            <a:xfrm>
              <a:off x="3840" y="432"/>
              <a:ext cx="240" cy="327"/>
            </a:xfrm>
            <a:prstGeom prst="rect">
              <a:avLst/>
            </a:prstGeom>
            <a:noFill/>
            <a:ln w="9525">
              <a:noFill/>
            </a:ln>
          </p:spPr>
          <p:txBody>
            <a:bodyPr>
              <a:spAutoFit/>
            </a:bodyPr>
            <a:p>
              <a:pPr lvl="0" eaLnBrk="1" hangingPunct="1">
                <a:spcBef>
                  <a:spcPct val="50000"/>
                </a:spcBef>
                <a:buClr>
                  <a:srgbClr val="000000"/>
                </a:buClr>
              </a:pPr>
              <a:r>
                <a:rPr lang="en-US" altLang="zh-CN" sz="2800" b="0" i="1">
                  <a:latin typeface="Times New Roman" panose="02020603050405020304" pitchFamily="18" charset="0"/>
                  <a:ea typeface="宋体" panose="02010600030101010101" pitchFamily="2" charset="-122"/>
                </a:rPr>
                <a:t>y</a:t>
              </a:r>
              <a:endParaRPr lang="en-US" altLang="zh-CN" sz="2400" b="0" i="1">
                <a:latin typeface="Times New Roman" panose="02020603050405020304" pitchFamily="18" charset="0"/>
                <a:ea typeface="宋体" panose="02010600030101010101" pitchFamily="2" charset="-122"/>
              </a:endParaRPr>
            </a:p>
          </p:txBody>
        </p:sp>
        <p:sp>
          <p:nvSpPr>
            <p:cNvPr id="423952" name="文本框 423951"/>
            <p:cNvSpPr txBox="1"/>
            <p:nvPr/>
          </p:nvSpPr>
          <p:spPr>
            <a:xfrm>
              <a:off x="5280" y="1488"/>
              <a:ext cx="240" cy="327"/>
            </a:xfrm>
            <a:prstGeom prst="rect">
              <a:avLst/>
            </a:prstGeom>
            <a:noFill/>
            <a:ln w="9525">
              <a:noFill/>
            </a:ln>
          </p:spPr>
          <p:txBody>
            <a:bodyPr>
              <a:spAutoFit/>
            </a:bodyPr>
            <a:p>
              <a:pPr lvl="0" eaLnBrk="1" hangingPunct="1">
                <a:spcBef>
                  <a:spcPct val="50000"/>
                </a:spcBef>
                <a:buClr>
                  <a:srgbClr val="000000"/>
                </a:buClr>
              </a:pPr>
              <a:r>
                <a:rPr lang="en-US" altLang="zh-CN" sz="2800" b="0" i="1">
                  <a:latin typeface="Times New Roman" panose="02020603050405020304" pitchFamily="18" charset="0"/>
                  <a:ea typeface="宋体" panose="02010600030101010101" pitchFamily="2" charset="-122"/>
                </a:rPr>
                <a:t>x</a:t>
              </a:r>
              <a:endParaRPr lang="en-US" altLang="zh-CN" sz="2400" b="0" i="1">
                <a:latin typeface="Times New Roman" panose="02020603050405020304" pitchFamily="18" charset="0"/>
                <a:ea typeface="宋体" panose="02010600030101010101" pitchFamily="2" charset="-122"/>
              </a:endParaRPr>
            </a:p>
          </p:txBody>
        </p:sp>
      </p:grpSp>
      <p:grpSp>
        <p:nvGrpSpPr>
          <p:cNvPr id="423953" name="组合 423952"/>
          <p:cNvGrpSpPr/>
          <p:nvPr/>
        </p:nvGrpSpPr>
        <p:grpSpPr>
          <a:xfrm>
            <a:off x="6011863" y="908050"/>
            <a:ext cx="1857375" cy="1296988"/>
            <a:chOff x="3744" y="902"/>
            <a:chExt cx="1170" cy="817"/>
          </a:xfrm>
        </p:grpSpPr>
        <p:sp>
          <p:nvSpPr>
            <p:cNvPr id="423954" name="文本框 423953"/>
            <p:cNvSpPr txBox="1"/>
            <p:nvPr/>
          </p:nvSpPr>
          <p:spPr>
            <a:xfrm>
              <a:off x="3744" y="1392"/>
              <a:ext cx="240" cy="327"/>
            </a:xfrm>
            <a:prstGeom prst="rect">
              <a:avLst/>
            </a:prstGeom>
            <a:noFill/>
            <a:ln w="19050">
              <a:noFill/>
            </a:ln>
          </p:spPr>
          <p:txBody>
            <a:bodyPr>
              <a:spAutoFit/>
            </a:bodyPr>
            <a:p>
              <a:pPr lvl="0" eaLnBrk="1" hangingPunct="1">
                <a:spcBef>
                  <a:spcPct val="50000"/>
                </a:spcBef>
                <a:buClr>
                  <a:srgbClr val="000000"/>
                </a:buClr>
              </a:pPr>
              <a:r>
                <a:rPr lang="en-US" altLang="zh-CN" sz="2800" b="0" i="0">
                  <a:latin typeface="Times New Roman" panose="02020603050405020304" pitchFamily="18" charset="0"/>
                  <a:ea typeface="宋体" panose="02010600030101010101" pitchFamily="2" charset="-122"/>
                </a:rPr>
                <a:t>P</a:t>
              </a:r>
              <a:endParaRPr lang="en-US" altLang="zh-CN" sz="2400" b="0" i="0">
                <a:latin typeface="Times New Roman" panose="02020603050405020304" pitchFamily="18" charset="0"/>
                <a:ea typeface="宋体" panose="02010600030101010101" pitchFamily="2" charset="-122"/>
              </a:endParaRPr>
            </a:p>
          </p:txBody>
        </p:sp>
        <p:sp>
          <p:nvSpPr>
            <p:cNvPr id="423955" name="直接连接符 423954"/>
            <p:cNvSpPr/>
            <p:nvPr/>
          </p:nvSpPr>
          <p:spPr>
            <a:xfrm flipV="1">
              <a:off x="4080" y="1200"/>
              <a:ext cx="576" cy="432"/>
            </a:xfrm>
            <a:prstGeom prst="line">
              <a:avLst/>
            </a:prstGeom>
            <a:ln w="28575" cap="flat" cmpd="sng">
              <a:solidFill>
                <a:srgbClr val="008000"/>
              </a:solidFill>
              <a:prstDash val="solid"/>
              <a:headEnd type="none" w="med" len="med"/>
              <a:tailEnd type="triangle" w="med" len="lg"/>
            </a:ln>
          </p:spPr>
        </p:sp>
        <p:graphicFrame>
          <p:nvGraphicFramePr>
            <p:cNvPr id="423956" name="对象 423955"/>
            <p:cNvGraphicFramePr/>
            <p:nvPr/>
          </p:nvGraphicFramePr>
          <p:xfrm>
            <a:off x="4368" y="902"/>
            <a:ext cx="258" cy="296"/>
          </p:xfrm>
          <a:graphic>
            <a:graphicData uri="http://schemas.openxmlformats.org/presentationml/2006/ole">
              <mc:AlternateContent xmlns:mc="http://schemas.openxmlformats.org/markup-compatibility/2006">
                <mc:Choice xmlns:v="urn:schemas-microsoft-com:vml" Requires="v">
                  <p:oleObj spid="_x0000_s3167" name="" r:id="rId7" imgW="127000" imgH="177165" progId="Equation.3">
                    <p:embed/>
                  </p:oleObj>
                </mc:Choice>
                <mc:Fallback>
                  <p:oleObj name="" r:id="rId7" imgW="127000" imgH="177165" progId="Equation.3">
                    <p:embed/>
                    <p:pic>
                      <p:nvPicPr>
                        <p:cNvPr id="0" name="图片 3166"/>
                        <p:cNvPicPr/>
                        <p:nvPr/>
                      </p:nvPicPr>
                      <p:blipFill>
                        <a:blip r:embed="rId8">
                          <a:clrChange>
                            <a:clrFrom>
                              <a:srgbClr val="000000"/>
                            </a:clrFrom>
                            <a:clrTo>
                              <a:srgbClr val="000000"/>
                            </a:clrTo>
                          </a:clrChange>
                        </a:blip>
                        <a:stretch>
                          <a:fillRect/>
                        </a:stretch>
                      </p:blipFill>
                      <p:spPr>
                        <a:xfrm>
                          <a:off x="4368" y="902"/>
                          <a:ext cx="258" cy="296"/>
                        </a:xfrm>
                        <a:prstGeom prst="rect">
                          <a:avLst/>
                        </a:prstGeom>
                        <a:noFill/>
                        <a:ln w="38100">
                          <a:noFill/>
                          <a:miter/>
                        </a:ln>
                      </p:spPr>
                    </p:pic>
                  </p:oleObj>
                </mc:Fallback>
              </mc:AlternateContent>
            </a:graphicData>
          </a:graphic>
        </p:graphicFrame>
        <p:graphicFrame>
          <p:nvGraphicFramePr>
            <p:cNvPr id="423957" name="对象 423956"/>
            <p:cNvGraphicFramePr/>
            <p:nvPr/>
          </p:nvGraphicFramePr>
          <p:xfrm>
            <a:off x="4656" y="1008"/>
            <a:ext cx="258" cy="275"/>
          </p:xfrm>
          <a:graphic>
            <a:graphicData uri="http://schemas.openxmlformats.org/presentationml/2006/ole">
              <mc:AlternateContent xmlns:mc="http://schemas.openxmlformats.org/markup-compatibility/2006">
                <mc:Choice xmlns:v="urn:schemas-microsoft-com:vml" Requires="v">
                  <p:oleObj spid="_x0000_s3168" name="" r:id="rId9" imgW="127000" imgH="164465" progId="Equation.3">
                    <p:embed/>
                  </p:oleObj>
                </mc:Choice>
                <mc:Fallback>
                  <p:oleObj name="" r:id="rId9" imgW="127000" imgH="164465" progId="Equation.3">
                    <p:embed/>
                    <p:pic>
                      <p:nvPicPr>
                        <p:cNvPr id="0" name="图片 3167"/>
                        <p:cNvPicPr/>
                        <p:nvPr/>
                      </p:nvPicPr>
                      <p:blipFill>
                        <a:blip r:embed="rId10">
                          <a:clrChange>
                            <a:clrFrom>
                              <a:srgbClr val="000000"/>
                            </a:clrFrom>
                            <a:clrTo>
                              <a:srgbClr val="000000"/>
                            </a:clrTo>
                          </a:clrChange>
                        </a:blip>
                        <a:stretch>
                          <a:fillRect/>
                        </a:stretch>
                      </p:blipFill>
                      <p:spPr>
                        <a:xfrm>
                          <a:off x="4656" y="1008"/>
                          <a:ext cx="258" cy="275"/>
                        </a:xfrm>
                        <a:prstGeom prst="rect">
                          <a:avLst/>
                        </a:prstGeom>
                        <a:noFill/>
                        <a:ln w="38100">
                          <a:noFill/>
                          <a:miter/>
                        </a:ln>
                      </p:spPr>
                    </p:pic>
                  </p:oleObj>
                </mc:Fallback>
              </mc:AlternateContent>
            </a:graphicData>
          </a:graphic>
        </p:graphicFrame>
      </p:grpSp>
      <p:graphicFrame>
        <p:nvGraphicFramePr>
          <p:cNvPr id="423958" name="对象 423957"/>
          <p:cNvGraphicFramePr/>
          <p:nvPr/>
        </p:nvGraphicFramePr>
        <p:xfrm>
          <a:off x="6853238" y="1684338"/>
          <a:ext cx="574675" cy="501650"/>
        </p:xfrm>
        <a:graphic>
          <a:graphicData uri="http://schemas.openxmlformats.org/presentationml/2006/ole">
            <mc:AlternateContent xmlns:mc="http://schemas.openxmlformats.org/markup-compatibility/2006">
              <mc:Choice xmlns:v="urn:schemas-microsoft-com:vml" Requires="v">
                <p:oleObj spid="_x0000_s3166" name="" r:id="rId11" imgW="190500" imgH="203200" progId="Equation.3">
                  <p:embed/>
                </p:oleObj>
              </mc:Choice>
              <mc:Fallback>
                <p:oleObj name="" r:id="rId11" imgW="190500" imgH="203200" progId="Equation.3">
                  <p:embed/>
                  <p:pic>
                    <p:nvPicPr>
                      <p:cNvPr id="0" name="图片 3165"/>
                      <p:cNvPicPr/>
                      <p:nvPr/>
                    </p:nvPicPr>
                    <p:blipFill>
                      <a:blip r:embed="rId12">
                        <a:clrChange>
                          <a:clrFrom>
                            <a:srgbClr val="000000"/>
                          </a:clrFrom>
                          <a:clrTo>
                            <a:srgbClr val="000000"/>
                          </a:clrTo>
                        </a:clrChange>
                      </a:blip>
                      <a:stretch>
                        <a:fillRect/>
                      </a:stretch>
                    </p:blipFill>
                    <p:spPr>
                      <a:xfrm>
                        <a:off x="6853238" y="1684338"/>
                        <a:ext cx="574675" cy="501650"/>
                      </a:xfrm>
                      <a:prstGeom prst="rect">
                        <a:avLst/>
                      </a:prstGeom>
                      <a:noFill/>
                      <a:ln w="38100">
                        <a:noFill/>
                        <a:miter/>
                      </a:ln>
                    </p:spPr>
                  </p:pic>
                </p:oleObj>
              </mc:Fallback>
            </mc:AlternateContent>
          </a:graphicData>
        </a:graphic>
      </p:graphicFrame>
      <p:graphicFrame>
        <p:nvGraphicFramePr>
          <p:cNvPr id="423959" name="对象 423958"/>
          <p:cNvGraphicFramePr/>
          <p:nvPr/>
        </p:nvGraphicFramePr>
        <p:xfrm>
          <a:off x="2057400" y="4314825"/>
          <a:ext cx="3090863" cy="574675"/>
        </p:xfrm>
        <a:graphic>
          <a:graphicData uri="http://schemas.openxmlformats.org/presentationml/2006/ole">
            <mc:AlternateContent xmlns:mc="http://schemas.openxmlformats.org/markup-compatibility/2006">
              <mc:Choice xmlns:v="urn:schemas-microsoft-com:vml" Requires="v">
                <p:oleObj spid="_x0000_s3169" name="" r:id="rId13" imgW="1229995" imgH="215900" progId="Equation.3">
                  <p:embed/>
                </p:oleObj>
              </mc:Choice>
              <mc:Fallback>
                <p:oleObj name="" r:id="rId13" imgW="1229995" imgH="215900" progId="Equation.3">
                  <p:embed/>
                  <p:pic>
                    <p:nvPicPr>
                      <p:cNvPr id="0" name="图片 3168"/>
                      <p:cNvPicPr/>
                      <p:nvPr/>
                    </p:nvPicPr>
                    <p:blipFill>
                      <a:blip r:embed="rId14">
                        <a:clrChange>
                          <a:clrFrom>
                            <a:srgbClr val="000000"/>
                          </a:clrFrom>
                          <a:clrTo>
                            <a:srgbClr val="000000"/>
                          </a:clrTo>
                        </a:clrChange>
                      </a:blip>
                      <a:stretch>
                        <a:fillRect/>
                      </a:stretch>
                    </p:blipFill>
                    <p:spPr>
                      <a:xfrm>
                        <a:off x="2057400" y="4314825"/>
                        <a:ext cx="3090863" cy="574675"/>
                      </a:xfrm>
                      <a:prstGeom prst="rect">
                        <a:avLst/>
                      </a:prstGeom>
                      <a:noFill/>
                      <a:ln w="38100">
                        <a:noFill/>
                        <a:miter/>
                      </a:ln>
                    </p:spPr>
                  </p:pic>
                </p:oleObj>
              </mc:Fallback>
            </mc:AlternateContent>
          </a:graphicData>
        </a:graphic>
      </p:graphicFrame>
      <p:graphicFrame>
        <p:nvGraphicFramePr>
          <p:cNvPr id="423960" name="对象 423959"/>
          <p:cNvGraphicFramePr/>
          <p:nvPr/>
        </p:nvGraphicFramePr>
        <p:xfrm>
          <a:off x="1908175" y="4941888"/>
          <a:ext cx="5083175" cy="1044575"/>
        </p:xfrm>
        <a:graphic>
          <a:graphicData uri="http://schemas.openxmlformats.org/presentationml/2006/ole">
            <mc:AlternateContent xmlns:mc="http://schemas.openxmlformats.org/markup-compatibility/2006">
              <mc:Choice xmlns:v="urn:schemas-microsoft-com:vml" Requires="v">
                <p:oleObj spid="_x0000_s3172" name="" r:id="rId15" imgW="1726565" imgH="393700" progId="Equation.3">
                  <p:embed/>
                </p:oleObj>
              </mc:Choice>
              <mc:Fallback>
                <p:oleObj name="" r:id="rId15" imgW="1726565" imgH="393700" progId="Equation.3">
                  <p:embed/>
                  <p:pic>
                    <p:nvPicPr>
                      <p:cNvPr id="0" name="图片 3171"/>
                      <p:cNvPicPr/>
                      <p:nvPr/>
                    </p:nvPicPr>
                    <p:blipFill>
                      <a:blip r:embed="rId16">
                        <a:clrChange>
                          <a:clrFrom>
                            <a:srgbClr val="000000"/>
                          </a:clrFrom>
                          <a:clrTo>
                            <a:srgbClr val="000000"/>
                          </a:clrTo>
                        </a:clrChange>
                      </a:blip>
                      <a:stretch>
                        <a:fillRect/>
                      </a:stretch>
                    </p:blipFill>
                    <p:spPr>
                      <a:xfrm>
                        <a:off x="1908175" y="4941888"/>
                        <a:ext cx="5083175" cy="1044575"/>
                      </a:xfrm>
                      <a:prstGeom prst="rect">
                        <a:avLst/>
                      </a:prstGeom>
                      <a:noFill/>
                      <a:ln w="38100">
                        <a:noFill/>
                        <a:miter/>
                      </a:ln>
                    </p:spPr>
                  </p:pic>
                </p:oleObj>
              </mc:Fallback>
            </mc:AlternateContent>
          </a:graphicData>
        </a:graphic>
      </p:graphicFrame>
      <p:sp>
        <p:nvSpPr>
          <p:cNvPr id="423961" name="椭圆 423960"/>
          <p:cNvSpPr/>
          <p:nvPr/>
        </p:nvSpPr>
        <p:spPr>
          <a:xfrm>
            <a:off x="6450013" y="2017713"/>
            <a:ext cx="152400" cy="152400"/>
          </a:xfrm>
          <a:prstGeom prst="ellipse">
            <a:avLst/>
          </a:prstGeom>
          <a:solidFill>
            <a:srgbClr val="FF3300"/>
          </a:solidFill>
          <a:ln w="9525">
            <a:noFill/>
          </a:ln>
        </p:spPr>
        <p:txBody>
          <a:bodyPr/>
          <a:p>
            <a:endParaRPr lang="zh-CN" altLang="en-US"/>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3945"/>
                                        </p:tgtEl>
                                        <p:attrNameLst>
                                          <p:attrName>style.visibility</p:attrName>
                                        </p:attrNameLst>
                                      </p:cBhvr>
                                      <p:to>
                                        <p:strVal val="visible"/>
                                      </p:to>
                                    </p:set>
                                    <p:animEffect transition="in" filter="wipe(left)">
                                      <p:cBhvr>
                                        <p:cTn id="7" dur="500"/>
                                        <p:tgtEl>
                                          <p:spTgt spid="4239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42396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23953"/>
                                        </p:tgtEl>
                                        <p:attrNameLst>
                                          <p:attrName>style.visibility</p:attrName>
                                        </p:attrNameLst>
                                      </p:cBhvr>
                                      <p:to>
                                        <p:strVal val="visible"/>
                                      </p:to>
                                    </p:set>
                                    <p:animEffect transition="in" filter="wipe(left)">
                                      <p:cBhvr>
                                        <p:cTn id="16" dur="500"/>
                                        <p:tgtEl>
                                          <p:spTgt spid="42395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23942"/>
                                        </p:tgtEl>
                                        <p:attrNameLst>
                                          <p:attrName>style.visibility</p:attrName>
                                        </p:attrNameLst>
                                      </p:cBhvr>
                                      <p:to>
                                        <p:strVal val="visible"/>
                                      </p:to>
                                    </p:set>
                                    <p:animEffect transition="in" filter="wipe(left)">
                                      <p:cBhvr>
                                        <p:cTn id="21" dur="500"/>
                                        <p:tgtEl>
                                          <p:spTgt spid="42394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23941"/>
                                        </p:tgtEl>
                                        <p:attrNameLst>
                                          <p:attrName>style.visibility</p:attrName>
                                        </p:attrNameLst>
                                      </p:cBhvr>
                                      <p:to>
                                        <p:strVal val="visible"/>
                                      </p:to>
                                    </p:set>
                                    <p:animEffect transition="in" filter="wipe(left)">
                                      <p:cBhvr>
                                        <p:cTn id="26" dur="500"/>
                                        <p:tgtEl>
                                          <p:spTgt spid="423941"/>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423946"/>
                                        </p:tgtEl>
                                        <p:attrNameLst>
                                          <p:attrName>style.visibility</p:attrName>
                                        </p:attrNameLst>
                                      </p:cBhvr>
                                      <p:to>
                                        <p:strVal val="visible"/>
                                      </p:to>
                                    </p:set>
                                    <p:animEffect transition="in" filter="blinds(horizontal)">
                                      <p:cBhvr>
                                        <p:cTn id="31" dur="500"/>
                                        <p:tgtEl>
                                          <p:spTgt spid="42394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423947"/>
                                        </p:tgtEl>
                                        <p:attrNameLst>
                                          <p:attrName>style.visibility</p:attrName>
                                        </p:attrNameLst>
                                      </p:cBhvr>
                                      <p:to>
                                        <p:strVal val="visible"/>
                                      </p:to>
                                    </p:set>
                                    <p:animEffect transition="in" filter="wipe(down)">
                                      <p:cBhvr>
                                        <p:cTn id="36" dur="500"/>
                                        <p:tgtEl>
                                          <p:spTgt spid="423947"/>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42395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23959"/>
                                        </p:tgtEl>
                                        <p:attrNameLst>
                                          <p:attrName>style.visibility</p:attrName>
                                        </p:attrNameLst>
                                      </p:cBhvr>
                                      <p:to>
                                        <p:strVal val="visible"/>
                                      </p:to>
                                    </p:set>
                                    <p:animEffect transition="in" filter="wipe(left)">
                                      <p:cBhvr>
                                        <p:cTn id="45" dur="500"/>
                                        <p:tgtEl>
                                          <p:spTgt spid="42395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23960"/>
                                        </p:tgtEl>
                                        <p:attrNameLst>
                                          <p:attrName>style.visibility</p:attrName>
                                        </p:attrNameLst>
                                      </p:cBhvr>
                                      <p:to>
                                        <p:strVal val="visible"/>
                                      </p:to>
                                    </p:set>
                                    <p:animEffect transition="in" filter="wipe(left)">
                                      <p:cBhvr>
                                        <p:cTn id="50" dur="500"/>
                                        <p:tgtEl>
                                          <p:spTgt spid="423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4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4963" name="任意多边形 424962"/>
          <p:cNvSpPr/>
          <p:nvPr/>
        </p:nvSpPr>
        <p:spPr>
          <a:xfrm>
            <a:off x="6096000" y="404813"/>
            <a:ext cx="2895600" cy="2209800"/>
          </a:xfrm>
          <a:custGeom>
            <a:avLst/>
            <a:gdLst/>
            <a:ahLst/>
            <a:cxnLst/>
            <a:pathLst>
              <a:path w="1296" h="1296">
                <a:moveTo>
                  <a:pt x="0" y="1296"/>
                </a:moveTo>
                <a:cubicBezTo>
                  <a:pt x="68" y="1156"/>
                  <a:pt x="136" y="1016"/>
                  <a:pt x="288" y="912"/>
                </a:cubicBezTo>
                <a:cubicBezTo>
                  <a:pt x="440" y="808"/>
                  <a:pt x="744" y="824"/>
                  <a:pt x="912" y="672"/>
                </a:cubicBezTo>
                <a:cubicBezTo>
                  <a:pt x="1080" y="520"/>
                  <a:pt x="1232" y="112"/>
                  <a:pt x="1296" y="0"/>
                </a:cubicBezTo>
              </a:path>
            </a:pathLst>
          </a:custGeom>
          <a:noFill/>
          <a:ln w="28575" cap="flat" cmpd="sng">
            <a:solidFill>
              <a:schemeClr val="tx1">
                <a:alpha val="100000"/>
              </a:schemeClr>
            </a:solidFill>
            <a:prstDash val="solid"/>
            <a:headEnd type="none" w="med" len="med"/>
            <a:tailEnd type="none" w="med" len="med"/>
          </a:ln>
        </p:spPr>
        <p:txBody>
          <a:bodyPr/>
          <a:p>
            <a:endParaRPr lang="zh-CN" altLang="en-US"/>
          </a:p>
        </p:txBody>
      </p:sp>
      <p:grpSp>
        <p:nvGrpSpPr>
          <p:cNvPr id="424964" name="组合 424963"/>
          <p:cNvGrpSpPr/>
          <p:nvPr/>
        </p:nvGrpSpPr>
        <p:grpSpPr>
          <a:xfrm>
            <a:off x="6172200" y="152400"/>
            <a:ext cx="2667000" cy="2195513"/>
            <a:chOff x="3840" y="432"/>
            <a:chExt cx="1680" cy="1383"/>
          </a:xfrm>
        </p:grpSpPr>
        <p:grpSp>
          <p:nvGrpSpPr>
            <p:cNvPr id="424965" name="组合 424964"/>
            <p:cNvGrpSpPr/>
            <p:nvPr/>
          </p:nvGrpSpPr>
          <p:grpSpPr>
            <a:xfrm>
              <a:off x="4128" y="624"/>
              <a:ext cx="1104" cy="1008"/>
              <a:chOff x="4128" y="624"/>
              <a:chExt cx="1104" cy="1008"/>
            </a:xfrm>
          </p:grpSpPr>
          <p:sp>
            <p:nvSpPr>
              <p:cNvPr id="424966" name="直接连接符 424965"/>
              <p:cNvSpPr/>
              <p:nvPr/>
            </p:nvSpPr>
            <p:spPr>
              <a:xfrm flipV="1">
                <a:off x="4128" y="624"/>
                <a:ext cx="0" cy="1008"/>
              </a:xfrm>
              <a:prstGeom prst="line">
                <a:avLst/>
              </a:prstGeom>
              <a:ln w="28575" cap="flat" cmpd="sng">
                <a:solidFill>
                  <a:schemeClr val="accent2"/>
                </a:solidFill>
                <a:prstDash val="solid"/>
                <a:headEnd type="none" w="med" len="med"/>
                <a:tailEnd type="triangle" w="med" len="lg"/>
              </a:ln>
            </p:spPr>
          </p:sp>
          <p:sp>
            <p:nvSpPr>
              <p:cNvPr id="424967" name="直接连接符 424966"/>
              <p:cNvSpPr/>
              <p:nvPr/>
            </p:nvSpPr>
            <p:spPr>
              <a:xfrm flipV="1">
                <a:off x="4128" y="1632"/>
                <a:ext cx="1104" cy="0"/>
              </a:xfrm>
              <a:prstGeom prst="line">
                <a:avLst/>
              </a:prstGeom>
              <a:ln w="28575" cap="flat" cmpd="sng">
                <a:solidFill>
                  <a:schemeClr val="accent2"/>
                </a:solidFill>
                <a:prstDash val="solid"/>
                <a:headEnd type="none" w="med" len="med"/>
                <a:tailEnd type="triangle" w="med" len="lg"/>
              </a:ln>
            </p:spPr>
          </p:sp>
        </p:grpSp>
        <p:sp>
          <p:nvSpPr>
            <p:cNvPr id="424968" name="文本框 424967"/>
            <p:cNvSpPr txBox="1"/>
            <p:nvPr/>
          </p:nvSpPr>
          <p:spPr>
            <a:xfrm>
              <a:off x="3840" y="432"/>
              <a:ext cx="240" cy="327"/>
            </a:xfrm>
            <a:prstGeom prst="rect">
              <a:avLst/>
            </a:prstGeom>
            <a:noFill/>
            <a:ln w="9525">
              <a:noFill/>
            </a:ln>
          </p:spPr>
          <p:txBody>
            <a:bodyPr>
              <a:spAutoFit/>
            </a:bodyPr>
            <a:p>
              <a:pPr lvl="0" eaLnBrk="1" hangingPunct="1">
                <a:spcBef>
                  <a:spcPct val="50000"/>
                </a:spcBef>
                <a:buClr>
                  <a:srgbClr val="000000"/>
                </a:buClr>
              </a:pPr>
              <a:r>
                <a:rPr lang="en-US" altLang="zh-CN" sz="2800" b="0" i="1">
                  <a:latin typeface="Times New Roman" panose="02020603050405020304" pitchFamily="18" charset="0"/>
                  <a:ea typeface="宋体" panose="02010600030101010101" pitchFamily="2" charset="-122"/>
                </a:rPr>
                <a:t>y</a:t>
              </a:r>
              <a:endParaRPr lang="en-US" altLang="zh-CN" sz="2400" b="0" i="1">
                <a:latin typeface="Times New Roman" panose="02020603050405020304" pitchFamily="18" charset="0"/>
                <a:ea typeface="宋体" panose="02010600030101010101" pitchFamily="2" charset="-122"/>
              </a:endParaRPr>
            </a:p>
          </p:txBody>
        </p:sp>
        <p:sp>
          <p:nvSpPr>
            <p:cNvPr id="424969" name="文本框 424968"/>
            <p:cNvSpPr txBox="1"/>
            <p:nvPr/>
          </p:nvSpPr>
          <p:spPr>
            <a:xfrm>
              <a:off x="5280" y="1488"/>
              <a:ext cx="240" cy="327"/>
            </a:xfrm>
            <a:prstGeom prst="rect">
              <a:avLst/>
            </a:prstGeom>
            <a:noFill/>
            <a:ln w="9525">
              <a:noFill/>
            </a:ln>
          </p:spPr>
          <p:txBody>
            <a:bodyPr>
              <a:spAutoFit/>
            </a:bodyPr>
            <a:p>
              <a:pPr lvl="0" eaLnBrk="1" hangingPunct="1">
                <a:spcBef>
                  <a:spcPct val="50000"/>
                </a:spcBef>
                <a:buClr>
                  <a:srgbClr val="000000"/>
                </a:buClr>
              </a:pPr>
              <a:r>
                <a:rPr lang="en-US" altLang="zh-CN" sz="2800" b="0" i="1">
                  <a:latin typeface="Times New Roman" panose="02020603050405020304" pitchFamily="18" charset="0"/>
                  <a:ea typeface="宋体" panose="02010600030101010101" pitchFamily="2" charset="-122"/>
                </a:rPr>
                <a:t>x</a:t>
              </a:r>
              <a:endParaRPr lang="en-US" altLang="zh-CN" sz="2400" b="0" i="1">
                <a:latin typeface="Times New Roman" panose="02020603050405020304" pitchFamily="18" charset="0"/>
                <a:ea typeface="宋体" panose="02010600030101010101" pitchFamily="2" charset="-122"/>
              </a:endParaRPr>
            </a:p>
          </p:txBody>
        </p:sp>
      </p:grpSp>
      <p:sp>
        <p:nvSpPr>
          <p:cNvPr id="424970" name="文本框 424969"/>
          <p:cNvSpPr txBox="1"/>
          <p:nvPr/>
        </p:nvSpPr>
        <p:spPr>
          <a:xfrm>
            <a:off x="6019800" y="1676400"/>
            <a:ext cx="381000" cy="519113"/>
          </a:xfrm>
          <a:prstGeom prst="rect">
            <a:avLst/>
          </a:prstGeom>
          <a:noFill/>
          <a:ln w="19050">
            <a:noFill/>
          </a:ln>
        </p:spPr>
        <p:txBody>
          <a:bodyPr>
            <a:spAutoFit/>
          </a:bodyPr>
          <a:p>
            <a:pPr lvl="0" eaLnBrk="1" hangingPunct="1">
              <a:spcBef>
                <a:spcPct val="50000"/>
              </a:spcBef>
              <a:buClr>
                <a:srgbClr val="000000"/>
              </a:buClr>
            </a:pPr>
            <a:r>
              <a:rPr lang="en-US" altLang="zh-CN" sz="2800" b="0" i="0">
                <a:latin typeface="Times New Roman" panose="02020603050405020304" pitchFamily="18" charset="0"/>
                <a:ea typeface="宋体" panose="02010600030101010101" pitchFamily="2" charset="-122"/>
              </a:rPr>
              <a:t>P</a:t>
            </a:r>
            <a:endParaRPr lang="en-US" altLang="zh-CN" sz="2400" b="0" i="0">
              <a:latin typeface="Times New Roman" panose="02020603050405020304" pitchFamily="18" charset="0"/>
              <a:ea typeface="宋体" panose="02010600030101010101" pitchFamily="2" charset="-122"/>
            </a:endParaRPr>
          </a:p>
        </p:txBody>
      </p:sp>
      <p:sp>
        <p:nvSpPr>
          <p:cNvPr id="424971" name="直接连接符 424970"/>
          <p:cNvSpPr/>
          <p:nvPr/>
        </p:nvSpPr>
        <p:spPr>
          <a:xfrm flipV="1">
            <a:off x="6553200" y="1295400"/>
            <a:ext cx="838200" cy="762000"/>
          </a:xfrm>
          <a:prstGeom prst="line">
            <a:avLst/>
          </a:prstGeom>
          <a:ln w="28575" cap="flat" cmpd="sng">
            <a:solidFill>
              <a:srgbClr val="808000"/>
            </a:solidFill>
            <a:prstDash val="solid"/>
            <a:headEnd type="none" w="med" len="med"/>
            <a:tailEnd type="triangle" w="med" len="lg"/>
          </a:ln>
        </p:spPr>
      </p:sp>
      <p:graphicFrame>
        <p:nvGraphicFramePr>
          <p:cNvPr id="424972" name="对象 424971"/>
          <p:cNvGraphicFramePr/>
          <p:nvPr/>
        </p:nvGraphicFramePr>
        <p:xfrm>
          <a:off x="7019925" y="908050"/>
          <a:ext cx="409575" cy="469900"/>
        </p:xfrm>
        <a:graphic>
          <a:graphicData uri="http://schemas.openxmlformats.org/presentationml/2006/ole">
            <mc:AlternateContent xmlns:mc="http://schemas.openxmlformats.org/markup-compatibility/2006">
              <mc:Choice xmlns:v="urn:schemas-microsoft-com:vml" Requires="v">
                <p:oleObj spid="_x0000_s3180" name="" r:id="rId1" imgW="127000" imgH="177165" progId="Equation.3">
                  <p:embed/>
                </p:oleObj>
              </mc:Choice>
              <mc:Fallback>
                <p:oleObj name="" r:id="rId1" imgW="127000" imgH="177165" progId="Equation.3">
                  <p:embed/>
                  <p:pic>
                    <p:nvPicPr>
                      <p:cNvPr id="0" name="图片 3179"/>
                      <p:cNvPicPr/>
                      <p:nvPr/>
                    </p:nvPicPr>
                    <p:blipFill>
                      <a:blip r:embed="rId2">
                        <a:clrChange>
                          <a:clrFrom>
                            <a:srgbClr val="000000"/>
                          </a:clrFrom>
                          <a:clrTo>
                            <a:srgbClr val="000000"/>
                          </a:clrTo>
                        </a:clrChange>
                      </a:blip>
                      <a:stretch>
                        <a:fillRect/>
                      </a:stretch>
                    </p:blipFill>
                    <p:spPr>
                      <a:xfrm>
                        <a:off x="7019925" y="908050"/>
                        <a:ext cx="409575" cy="469900"/>
                      </a:xfrm>
                      <a:prstGeom prst="rect">
                        <a:avLst/>
                      </a:prstGeom>
                      <a:noFill/>
                      <a:ln w="38100">
                        <a:noFill/>
                        <a:miter/>
                      </a:ln>
                    </p:spPr>
                  </p:pic>
                </p:oleObj>
              </mc:Fallback>
            </mc:AlternateContent>
          </a:graphicData>
        </a:graphic>
      </p:graphicFrame>
      <p:graphicFrame>
        <p:nvGraphicFramePr>
          <p:cNvPr id="424973" name="对象 424972"/>
          <p:cNvGraphicFramePr/>
          <p:nvPr/>
        </p:nvGraphicFramePr>
        <p:xfrm>
          <a:off x="7467600" y="1066800"/>
          <a:ext cx="409575" cy="436563"/>
        </p:xfrm>
        <a:graphic>
          <a:graphicData uri="http://schemas.openxmlformats.org/presentationml/2006/ole">
            <mc:AlternateContent xmlns:mc="http://schemas.openxmlformats.org/markup-compatibility/2006">
              <mc:Choice xmlns:v="urn:schemas-microsoft-com:vml" Requires="v">
                <p:oleObj spid="_x0000_s3174" name="" r:id="rId3" imgW="127000" imgH="164465" progId="Equation.3">
                  <p:embed/>
                </p:oleObj>
              </mc:Choice>
              <mc:Fallback>
                <p:oleObj name="" r:id="rId3" imgW="127000" imgH="164465" progId="Equation.3">
                  <p:embed/>
                  <p:pic>
                    <p:nvPicPr>
                      <p:cNvPr id="0" name="图片 3173"/>
                      <p:cNvPicPr/>
                      <p:nvPr/>
                    </p:nvPicPr>
                    <p:blipFill>
                      <a:blip r:embed="rId4">
                        <a:clrChange>
                          <a:clrFrom>
                            <a:srgbClr val="000000"/>
                          </a:clrFrom>
                          <a:clrTo>
                            <a:srgbClr val="000000"/>
                          </a:clrTo>
                        </a:clrChange>
                      </a:blip>
                      <a:stretch>
                        <a:fillRect/>
                      </a:stretch>
                    </p:blipFill>
                    <p:spPr>
                      <a:xfrm>
                        <a:off x="7467600" y="1066800"/>
                        <a:ext cx="409575" cy="436563"/>
                      </a:xfrm>
                      <a:prstGeom prst="rect">
                        <a:avLst/>
                      </a:prstGeom>
                      <a:noFill/>
                      <a:ln w="38100">
                        <a:noFill/>
                        <a:miter/>
                      </a:ln>
                    </p:spPr>
                  </p:pic>
                </p:oleObj>
              </mc:Fallback>
            </mc:AlternateContent>
          </a:graphicData>
        </a:graphic>
      </p:graphicFrame>
      <p:grpSp>
        <p:nvGrpSpPr>
          <p:cNvPr id="424974" name="组合 424973"/>
          <p:cNvGrpSpPr/>
          <p:nvPr/>
        </p:nvGrpSpPr>
        <p:grpSpPr>
          <a:xfrm>
            <a:off x="6629400" y="2057400"/>
            <a:ext cx="685800" cy="1046163"/>
            <a:chOff x="3792" y="1440"/>
            <a:chExt cx="432" cy="659"/>
          </a:xfrm>
        </p:grpSpPr>
        <p:sp>
          <p:nvSpPr>
            <p:cNvPr id="424975" name="直接连接符 424974"/>
            <p:cNvSpPr/>
            <p:nvPr/>
          </p:nvSpPr>
          <p:spPr>
            <a:xfrm>
              <a:off x="3792" y="1440"/>
              <a:ext cx="432" cy="432"/>
            </a:xfrm>
            <a:prstGeom prst="line">
              <a:avLst/>
            </a:prstGeom>
            <a:ln w="9525" cap="flat" cmpd="sng">
              <a:solidFill>
                <a:schemeClr val="tx1"/>
              </a:solidFill>
              <a:prstDash val="solid"/>
              <a:headEnd type="none" w="med" len="med"/>
              <a:tailEnd type="triangle" w="med" len="med"/>
            </a:ln>
          </p:spPr>
        </p:sp>
        <p:graphicFrame>
          <p:nvGraphicFramePr>
            <p:cNvPr id="424976" name="对象 424975"/>
            <p:cNvGraphicFramePr/>
            <p:nvPr/>
          </p:nvGraphicFramePr>
          <p:xfrm>
            <a:off x="3936" y="1824"/>
            <a:ext cx="258" cy="275"/>
          </p:xfrm>
          <a:graphic>
            <a:graphicData uri="http://schemas.openxmlformats.org/presentationml/2006/ole">
              <mc:AlternateContent xmlns:mc="http://schemas.openxmlformats.org/markup-compatibility/2006">
                <mc:Choice xmlns:v="urn:schemas-microsoft-com:vml" Requires="v">
                  <p:oleObj spid="_x0000_s3175" name="" r:id="rId5" imgW="127000" imgH="164465" progId="Equation.3">
                    <p:embed/>
                  </p:oleObj>
                </mc:Choice>
                <mc:Fallback>
                  <p:oleObj name="" r:id="rId5" imgW="127000" imgH="164465" progId="Equation.3">
                    <p:embed/>
                    <p:pic>
                      <p:nvPicPr>
                        <p:cNvPr id="0" name="图片 3174"/>
                        <p:cNvPicPr/>
                        <p:nvPr/>
                      </p:nvPicPr>
                      <p:blipFill>
                        <a:blip r:embed="rId6">
                          <a:clrChange>
                            <a:clrFrom>
                              <a:srgbClr val="000000"/>
                            </a:clrFrom>
                            <a:clrTo>
                              <a:srgbClr val="000000"/>
                            </a:clrTo>
                          </a:clrChange>
                        </a:blip>
                        <a:stretch>
                          <a:fillRect/>
                        </a:stretch>
                      </p:blipFill>
                      <p:spPr>
                        <a:xfrm>
                          <a:off x="3936" y="1824"/>
                          <a:ext cx="258" cy="275"/>
                        </a:xfrm>
                        <a:prstGeom prst="rect">
                          <a:avLst/>
                        </a:prstGeom>
                        <a:noFill/>
                        <a:ln w="38100">
                          <a:noFill/>
                          <a:miter/>
                        </a:ln>
                      </p:spPr>
                    </p:pic>
                  </p:oleObj>
                </mc:Fallback>
              </mc:AlternateContent>
            </a:graphicData>
          </a:graphic>
        </p:graphicFrame>
      </p:grpSp>
      <p:graphicFrame>
        <p:nvGraphicFramePr>
          <p:cNvPr id="424977" name="对象 424976"/>
          <p:cNvGraphicFramePr/>
          <p:nvPr/>
        </p:nvGraphicFramePr>
        <p:xfrm>
          <a:off x="6934200" y="1676400"/>
          <a:ext cx="520700" cy="454025"/>
        </p:xfrm>
        <a:graphic>
          <a:graphicData uri="http://schemas.openxmlformats.org/presentationml/2006/ole">
            <mc:AlternateContent xmlns:mc="http://schemas.openxmlformats.org/markup-compatibility/2006">
              <mc:Choice xmlns:v="urn:schemas-microsoft-com:vml" Requires="v">
                <p:oleObj spid="_x0000_s3177" name="" r:id="rId7" imgW="190500" imgH="203200" progId="Equation.3">
                  <p:embed/>
                </p:oleObj>
              </mc:Choice>
              <mc:Fallback>
                <p:oleObj name="" r:id="rId7" imgW="190500" imgH="203200" progId="Equation.3">
                  <p:embed/>
                  <p:pic>
                    <p:nvPicPr>
                      <p:cNvPr id="0" name="图片 3176"/>
                      <p:cNvPicPr/>
                      <p:nvPr/>
                    </p:nvPicPr>
                    <p:blipFill>
                      <a:blip r:embed="rId8">
                        <a:clrChange>
                          <a:clrFrom>
                            <a:srgbClr val="000000"/>
                          </a:clrFrom>
                          <a:clrTo>
                            <a:srgbClr val="000000"/>
                          </a:clrTo>
                        </a:clrChange>
                      </a:blip>
                      <a:stretch>
                        <a:fillRect/>
                      </a:stretch>
                    </p:blipFill>
                    <p:spPr>
                      <a:xfrm>
                        <a:off x="6934200" y="1676400"/>
                        <a:ext cx="520700" cy="454025"/>
                      </a:xfrm>
                      <a:prstGeom prst="rect">
                        <a:avLst/>
                      </a:prstGeom>
                      <a:noFill/>
                      <a:ln w="38100">
                        <a:noFill/>
                        <a:miter/>
                      </a:ln>
                    </p:spPr>
                  </p:pic>
                </p:oleObj>
              </mc:Fallback>
            </mc:AlternateContent>
          </a:graphicData>
        </a:graphic>
      </p:graphicFrame>
      <p:sp>
        <p:nvSpPr>
          <p:cNvPr id="424978" name="直接连接符 424977"/>
          <p:cNvSpPr/>
          <p:nvPr/>
        </p:nvSpPr>
        <p:spPr>
          <a:xfrm flipH="1" flipV="1">
            <a:off x="6934200" y="1905000"/>
            <a:ext cx="381000" cy="838200"/>
          </a:xfrm>
          <a:prstGeom prst="line">
            <a:avLst/>
          </a:prstGeom>
          <a:ln w="9525" cap="flat" cmpd="sng">
            <a:solidFill>
              <a:schemeClr val="tx1"/>
            </a:solidFill>
            <a:prstDash val="solid"/>
            <a:headEnd type="none" w="med" len="med"/>
            <a:tailEnd type="none" w="med" len="med"/>
          </a:ln>
        </p:spPr>
      </p:sp>
      <p:sp>
        <p:nvSpPr>
          <p:cNvPr id="424979" name="直接连接符 424978"/>
          <p:cNvSpPr/>
          <p:nvPr/>
        </p:nvSpPr>
        <p:spPr>
          <a:xfrm flipV="1">
            <a:off x="6858000" y="1524000"/>
            <a:ext cx="1066800" cy="381000"/>
          </a:xfrm>
          <a:prstGeom prst="line">
            <a:avLst/>
          </a:prstGeom>
          <a:ln w="9525" cap="flat" cmpd="sng">
            <a:solidFill>
              <a:schemeClr val="tx1"/>
            </a:solidFill>
            <a:prstDash val="solid"/>
            <a:headEnd type="none" w="med" len="med"/>
            <a:tailEnd type="triangle" w="sm" len="lg"/>
          </a:ln>
        </p:spPr>
      </p:sp>
      <p:grpSp>
        <p:nvGrpSpPr>
          <p:cNvPr id="424980" name="组合 424979"/>
          <p:cNvGrpSpPr/>
          <p:nvPr/>
        </p:nvGrpSpPr>
        <p:grpSpPr>
          <a:xfrm>
            <a:off x="6497638" y="1525588"/>
            <a:ext cx="806450" cy="1111250"/>
            <a:chOff x="3716" y="1104"/>
            <a:chExt cx="508" cy="700"/>
          </a:xfrm>
        </p:grpSpPr>
        <p:graphicFrame>
          <p:nvGraphicFramePr>
            <p:cNvPr id="424981" name="对象 424980"/>
            <p:cNvGraphicFramePr/>
            <p:nvPr/>
          </p:nvGraphicFramePr>
          <p:xfrm>
            <a:off x="3984" y="1104"/>
            <a:ext cx="240" cy="220"/>
          </p:xfrm>
          <a:graphic>
            <a:graphicData uri="http://schemas.openxmlformats.org/presentationml/2006/ole">
              <mc:AlternateContent xmlns:mc="http://schemas.openxmlformats.org/markup-compatibility/2006">
                <mc:Choice xmlns:v="urn:schemas-microsoft-com:vml" Requires="v">
                  <p:oleObj spid="_x0000_s3176" name="" r:id="rId9" imgW="227965" imgH="177800" progId="Equation.3">
                    <p:embed/>
                  </p:oleObj>
                </mc:Choice>
                <mc:Fallback>
                  <p:oleObj name="" r:id="rId9" imgW="227965" imgH="177800" progId="Equation.3">
                    <p:embed/>
                    <p:pic>
                      <p:nvPicPr>
                        <p:cNvPr id="0" name="图片 3175"/>
                        <p:cNvPicPr/>
                        <p:nvPr/>
                      </p:nvPicPr>
                      <p:blipFill>
                        <a:blip r:embed="rId10">
                          <a:clrChange>
                            <a:clrFrom>
                              <a:srgbClr val="000000"/>
                            </a:clrFrom>
                            <a:clrTo>
                              <a:srgbClr val="000000"/>
                            </a:clrTo>
                          </a:clrChange>
                        </a:blip>
                        <a:stretch>
                          <a:fillRect/>
                        </a:stretch>
                      </p:blipFill>
                      <p:spPr>
                        <a:xfrm>
                          <a:off x="3984" y="1104"/>
                          <a:ext cx="240" cy="220"/>
                        </a:xfrm>
                        <a:prstGeom prst="rect">
                          <a:avLst/>
                        </a:prstGeom>
                        <a:noFill/>
                        <a:ln w="38100">
                          <a:noFill/>
                          <a:miter/>
                        </a:ln>
                      </p:spPr>
                    </p:pic>
                  </p:oleObj>
                </mc:Fallback>
              </mc:AlternateContent>
            </a:graphicData>
          </a:graphic>
        </p:graphicFrame>
        <p:graphicFrame>
          <p:nvGraphicFramePr>
            <p:cNvPr id="424982" name="对象 424981"/>
            <p:cNvGraphicFramePr/>
            <p:nvPr/>
          </p:nvGraphicFramePr>
          <p:xfrm>
            <a:off x="3936" y="1584"/>
            <a:ext cx="240" cy="220"/>
          </p:xfrm>
          <a:graphic>
            <a:graphicData uri="http://schemas.openxmlformats.org/presentationml/2006/ole">
              <mc:AlternateContent xmlns:mc="http://schemas.openxmlformats.org/markup-compatibility/2006">
                <mc:Choice xmlns:v="urn:schemas-microsoft-com:vml" Requires="v">
                  <p:oleObj spid="_x0000_s3181" name="" r:id="rId11" imgW="227965" imgH="177800" progId="Equation.3">
                    <p:embed/>
                  </p:oleObj>
                </mc:Choice>
                <mc:Fallback>
                  <p:oleObj name="" r:id="rId11" imgW="227965" imgH="177800" progId="Equation.3">
                    <p:embed/>
                    <p:pic>
                      <p:nvPicPr>
                        <p:cNvPr id="0" name="图片 3180"/>
                        <p:cNvPicPr/>
                        <p:nvPr/>
                      </p:nvPicPr>
                      <p:blipFill>
                        <a:blip r:embed="rId12">
                          <a:clrChange>
                            <a:clrFrom>
                              <a:srgbClr val="000000"/>
                            </a:clrFrom>
                            <a:clrTo>
                              <a:srgbClr val="000000"/>
                            </a:clrTo>
                          </a:clrChange>
                        </a:blip>
                        <a:stretch>
                          <a:fillRect/>
                        </a:stretch>
                      </p:blipFill>
                      <p:spPr>
                        <a:xfrm>
                          <a:off x="3936" y="1584"/>
                          <a:ext cx="240" cy="220"/>
                        </a:xfrm>
                        <a:prstGeom prst="rect">
                          <a:avLst/>
                        </a:prstGeom>
                        <a:noFill/>
                        <a:ln w="38100">
                          <a:noFill/>
                          <a:miter/>
                        </a:ln>
                      </p:spPr>
                    </p:pic>
                  </p:oleObj>
                </mc:Fallback>
              </mc:AlternateContent>
            </a:graphicData>
          </a:graphic>
        </p:graphicFrame>
        <p:graphicFrame>
          <p:nvGraphicFramePr>
            <p:cNvPr id="424983" name="对象 424982"/>
            <p:cNvGraphicFramePr/>
            <p:nvPr/>
          </p:nvGraphicFramePr>
          <p:xfrm>
            <a:off x="3716" y="1152"/>
            <a:ext cx="199" cy="220"/>
          </p:xfrm>
          <a:graphic>
            <a:graphicData uri="http://schemas.openxmlformats.org/presentationml/2006/ole">
              <mc:AlternateContent xmlns:mc="http://schemas.openxmlformats.org/markup-compatibility/2006">
                <mc:Choice xmlns:v="urn:schemas-microsoft-com:vml" Requires="v">
                  <p:oleObj spid="_x0000_s3178" name="" r:id="rId13" imgW="189865" imgH="177800" progId="Equation.3">
                    <p:embed/>
                  </p:oleObj>
                </mc:Choice>
                <mc:Fallback>
                  <p:oleObj name="" r:id="rId13" imgW="189865" imgH="177800" progId="Equation.3">
                    <p:embed/>
                    <p:pic>
                      <p:nvPicPr>
                        <p:cNvPr id="0" name="图片 3177"/>
                        <p:cNvPicPr/>
                        <p:nvPr/>
                      </p:nvPicPr>
                      <p:blipFill>
                        <a:blip r:embed="rId14">
                          <a:clrChange>
                            <a:clrFrom>
                              <a:srgbClr val="000000"/>
                            </a:clrFrom>
                            <a:clrTo>
                              <a:srgbClr val="000000"/>
                            </a:clrTo>
                          </a:clrChange>
                        </a:blip>
                        <a:stretch>
                          <a:fillRect/>
                        </a:stretch>
                      </p:blipFill>
                      <p:spPr>
                        <a:xfrm>
                          <a:off x="3716" y="1152"/>
                          <a:ext cx="199" cy="220"/>
                        </a:xfrm>
                        <a:prstGeom prst="rect">
                          <a:avLst/>
                        </a:prstGeom>
                        <a:noFill/>
                        <a:ln w="38100">
                          <a:noFill/>
                          <a:miter/>
                        </a:ln>
                      </p:spPr>
                    </p:pic>
                  </p:oleObj>
                </mc:Fallback>
              </mc:AlternateContent>
            </a:graphicData>
          </a:graphic>
        </p:graphicFrame>
      </p:grpSp>
      <p:graphicFrame>
        <p:nvGraphicFramePr>
          <p:cNvPr id="424984" name="对象 424983"/>
          <p:cNvGraphicFramePr/>
          <p:nvPr/>
        </p:nvGraphicFramePr>
        <p:xfrm>
          <a:off x="6934200" y="1981200"/>
          <a:ext cx="381000" cy="338138"/>
        </p:xfrm>
        <a:graphic>
          <a:graphicData uri="http://schemas.openxmlformats.org/presentationml/2006/ole">
            <mc:AlternateContent xmlns:mc="http://schemas.openxmlformats.org/markup-compatibility/2006">
              <mc:Choice xmlns:v="urn:schemas-microsoft-com:vml" Requires="v">
                <p:oleObj spid="_x0000_s3179" name="" r:id="rId15" imgW="152400" imgH="165100" progId="Equation.3">
                  <p:embed/>
                </p:oleObj>
              </mc:Choice>
              <mc:Fallback>
                <p:oleObj name="" r:id="rId15" imgW="152400" imgH="165100" progId="Equation.3">
                  <p:embed/>
                  <p:pic>
                    <p:nvPicPr>
                      <p:cNvPr id="0" name="图片 3178"/>
                      <p:cNvPicPr/>
                      <p:nvPr/>
                    </p:nvPicPr>
                    <p:blipFill>
                      <a:blip r:embed="rId16">
                        <a:clrChange>
                          <a:clrFrom>
                            <a:srgbClr val="000000"/>
                          </a:clrFrom>
                          <a:clrTo>
                            <a:srgbClr val="000000"/>
                          </a:clrTo>
                        </a:clrChange>
                      </a:blip>
                      <a:stretch>
                        <a:fillRect/>
                      </a:stretch>
                    </p:blipFill>
                    <p:spPr>
                      <a:xfrm>
                        <a:off x="6934200" y="1981200"/>
                        <a:ext cx="381000" cy="338138"/>
                      </a:xfrm>
                      <a:prstGeom prst="rect">
                        <a:avLst/>
                      </a:prstGeom>
                      <a:noFill/>
                      <a:ln w="38100">
                        <a:noFill/>
                        <a:miter/>
                      </a:ln>
                    </p:spPr>
                  </p:pic>
                </p:oleObj>
              </mc:Fallback>
            </mc:AlternateContent>
          </a:graphicData>
        </a:graphic>
      </p:graphicFrame>
      <p:sp>
        <p:nvSpPr>
          <p:cNvPr id="424985" name="椭圆 424984"/>
          <p:cNvSpPr/>
          <p:nvPr/>
        </p:nvSpPr>
        <p:spPr>
          <a:xfrm>
            <a:off x="6553200" y="1981200"/>
            <a:ext cx="152400" cy="152400"/>
          </a:xfrm>
          <a:prstGeom prst="ellipse">
            <a:avLst/>
          </a:prstGeom>
          <a:solidFill>
            <a:srgbClr val="FF3300"/>
          </a:solidFill>
          <a:ln w="9525" cap="flat" cmpd="sng">
            <a:solidFill>
              <a:schemeClr val="tx1"/>
            </a:solidFill>
            <a:prstDash val="solid"/>
            <a:headEnd type="none" w="med" len="med"/>
            <a:tailEnd type="none" w="med" len="med"/>
          </a:ln>
        </p:spPr>
        <p:txBody>
          <a:bodyPr/>
          <a:p>
            <a:endParaRPr lang="zh-CN" altLang="en-US"/>
          </a:p>
        </p:txBody>
      </p:sp>
      <p:sp>
        <p:nvSpPr>
          <p:cNvPr id="424986" name="椭圆 424985"/>
          <p:cNvSpPr/>
          <p:nvPr/>
        </p:nvSpPr>
        <p:spPr>
          <a:xfrm>
            <a:off x="6858000" y="1828800"/>
            <a:ext cx="152400" cy="152400"/>
          </a:xfrm>
          <a:prstGeom prst="ellipse">
            <a:avLst/>
          </a:prstGeom>
          <a:solidFill>
            <a:srgbClr val="FF3300"/>
          </a:solidFill>
          <a:ln w="9525" cap="flat" cmpd="sng">
            <a:solidFill>
              <a:schemeClr val="tx1"/>
            </a:solidFill>
            <a:prstDash val="solid"/>
            <a:headEnd type="none" w="med" len="med"/>
            <a:tailEnd type="none" w="med" len="med"/>
          </a:ln>
        </p:spPr>
        <p:txBody>
          <a:bodyPr/>
          <a:p>
            <a:endParaRPr lang="zh-CN" altLang="en-US"/>
          </a:p>
        </p:txBody>
      </p:sp>
      <p:sp>
        <p:nvSpPr>
          <p:cNvPr id="424987" name="椭圆 424986"/>
          <p:cNvSpPr/>
          <p:nvPr/>
        </p:nvSpPr>
        <p:spPr>
          <a:xfrm>
            <a:off x="6248400" y="1828800"/>
            <a:ext cx="1905000" cy="1828800"/>
          </a:xfrm>
          <a:prstGeom prst="ellipse">
            <a:avLst/>
          </a:prstGeom>
          <a:noFill/>
          <a:ln w="28575" cap="rnd" cmpd="sng">
            <a:solidFill>
              <a:schemeClr val="tx1"/>
            </a:solidFill>
            <a:prstDash val="sysDot"/>
            <a:headEnd type="none" w="med" len="med"/>
            <a:tailEnd type="none" w="med" len="med"/>
          </a:ln>
        </p:spPr>
        <p:txBody>
          <a:bodyPr/>
          <a:p>
            <a:endParaRPr lang="zh-CN" altLang="en-US"/>
          </a:p>
        </p:txBody>
      </p:sp>
      <p:graphicFrame>
        <p:nvGraphicFramePr>
          <p:cNvPr id="424988" name="对象 424987"/>
          <p:cNvGraphicFramePr/>
          <p:nvPr/>
        </p:nvGraphicFramePr>
        <p:xfrm>
          <a:off x="1793875" y="152400"/>
          <a:ext cx="2765425" cy="981075"/>
        </p:xfrm>
        <a:graphic>
          <a:graphicData uri="http://schemas.openxmlformats.org/presentationml/2006/ole">
            <mc:AlternateContent xmlns:mc="http://schemas.openxmlformats.org/markup-compatibility/2006">
              <mc:Choice xmlns:v="urn:schemas-microsoft-com:vml" Requires="v">
                <p:oleObj spid="_x0000_s3182" name="" r:id="rId17" imgW="1002665" imgH="393700" progId="Equation.3">
                  <p:embed/>
                </p:oleObj>
              </mc:Choice>
              <mc:Fallback>
                <p:oleObj name="" r:id="rId17" imgW="1002665" imgH="393700" progId="Equation.3">
                  <p:embed/>
                  <p:pic>
                    <p:nvPicPr>
                      <p:cNvPr id="0" name="图片 3181"/>
                      <p:cNvPicPr/>
                      <p:nvPr/>
                    </p:nvPicPr>
                    <p:blipFill>
                      <a:blip r:embed="rId18">
                        <a:clrChange>
                          <a:clrFrom>
                            <a:srgbClr val="000000"/>
                          </a:clrFrom>
                          <a:clrTo>
                            <a:srgbClr val="000000"/>
                          </a:clrTo>
                        </a:clrChange>
                      </a:blip>
                      <a:stretch>
                        <a:fillRect/>
                      </a:stretch>
                    </p:blipFill>
                    <p:spPr>
                      <a:xfrm>
                        <a:off x="1793875" y="152400"/>
                        <a:ext cx="2765425" cy="981075"/>
                      </a:xfrm>
                      <a:prstGeom prst="rect">
                        <a:avLst/>
                      </a:prstGeom>
                      <a:noFill/>
                      <a:ln w="38100">
                        <a:noFill/>
                        <a:miter/>
                      </a:ln>
                      <a:effectLst>
                        <a:outerShdw dist="25400" algn="ctr" rotWithShape="0">
                          <a:srgbClr val="808080"/>
                        </a:outerShdw>
                      </a:effectLst>
                    </p:spPr>
                  </p:pic>
                </p:oleObj>
              </mc:Fallback>
            </mc:AlternateContent>
          </a:graphicData>
        </a:graphic>
      </p:graphicFrame>
      <p:sp>
        <p:nvSpPr>
          <p:cNvPr id="424989" name="文本框 424988"/>
          <p:cNvSpPr txBox="1"/>
          <p:nvPr/>
        </p:nvSpPr>
        <p:spPr>
          <a:xfrm>
            <a:off x="228600" y="347663"/>
            <a:ext cx="1828800" cy="488950"/>
          </a:xfrm>
          <a:prstGeom prst="rect">
            <a:avLst/>
          </a:prstGeom>
          <a:noFill/>
          <a:ln w="9525">
            <a:noFill/>
          </a:ln>
        </p:spPr>
        <p:txBody>
          <a:bodyPr>
            <a:spAutoFit/>
          </a:bodyPr>
          <a:p>
            <a:pPr lvl="0" algn="just" eaLnBrk="1" hangingPunct="1">
              <a:spcBef>
                <a:spcPct val="50000"/>
              </a:spcBef>
              <a:buClr>
                <a:srgbClr val="000000"/>
              </a:buClr>
            </a:pPr>
            <a:r>
              <a:rPr lang="zh-CN" altLang="en-US" sz="2600" i="0" dirty="0">
                <a:latin typeface="Times New Roman" panose="02020603050405020304" pitchFamily="18" charset="0"/>
                <a:ea typeface="黑体" panose="02010609060101010101" pitchFamily="49" charset="-122"/>
              </a:rPr>
              <a:t>加速度：</a:t>
            </a:r>
            <a:endParaRPr lang="zh-CN" altLang="en-US" sz="2600" i="0">
              <a:latin typeface="Times New Roman" panose="02020603050405020304" pitchFamily="18" charset="0"/>
              <a:ea typeface="黑体" panose="02010609060101010101" pitchFamily="49" charset="-122"/>
            </a:endParaRPr>
          </a:p>
        </p:txBody>
      </p:sp>
      <p:graphicFrame>
        <p:nvGraphicFramePr>
          <p:cNvPr id="424990" name="对象 424989"/>
          <p:cNvGraphicFramePr/>
          <p:nvPr/>
        </p:nvGraphicFramePr>
        <p:xfrm>
          <a:off x="322263" y="1219200"/>
          <a:ext cx="4897437" cy="977900"/>
        </p:xfrm>
        <a:graphic>
          <a:graphicData uri="http://schemas.openxmlformats.org/presentationml/2006/ole">
            <mc:AlternateContent xmlns:mc="http://schemas.openxmlformats.org/markup-compatibility/2006">
              <mc:Choice xmlns:v="urn:schemas-microsoft-com:vml" Requires="v">
                <p:oleObj spid="_x0000_s3195" name="" r:id="rId19" imgW="1777365" imgH="393700" progId="Equation.3">
                  <p:embed/>
                </p:oleObj>
              </mc:Choice>
              <mc:Fallback>
                <p:oleObj name="" r:id="rId19" imgW="1777365" imgH="393700" progId="Equation.3">
                  <p:embed/>
                  <p:pic>
                    <p:nvPicPr>
                      <p:cNvPr id="0" name="图片 3194"/>
                      <p:cNvPicPr/>
                      <p:nvPr/>
                    </p:nvPicPr>
                    <p:blipFill>
                      <a:blip r:embed="rId20">
                        <a:clrChange>
                          <a:clrFrom>
                            <a:srgbClr val="000000"/>
                          </a:clrFrom>
                          <a:clrTo>
                            <a:srgbClr val="000000"/>
                          </a:clrTo>
                        </a:clrChange>
                      </a:blip>
                      <a:stretch>
                        <a:fillRect/>
                      </a:stretch>
                    </p:blipFill>
                    <p:spPr>
                      <a:xfrm>
                        <a:off x="322263" y="1219200"/>
                        <a:ext cx="4897437" cy="977900"/>
                      </a:xfrm>
                      <a:prstGeom prst="rect">
                        <a:avLst/>
                      </a:prstGeom>
                      <a:noFill/>
                      <a:ln w="38100">
                        <a:noFill/>
                        <a:miter/>
                      </a:ln>
                      <a:effectLst>
                        <a:outerShdw dist="25400" algn="ctr" rotWithShape="0">
                          <a:srgbClr val="808080"/>
                        </a:outerShdw>
                      </a:effectLst>
                    </p:spPr>
                  </p:pic>
                </p:oleObj>
              </mc:Fallback>
            </mc:AlternateContent>
          </a:graphicData>
        </a:graphic>
      </p:graphicFrame>
      <p:graphicFrame>
        <p:nvGraphicFramePr>
          <p:cNvPr id="424991" name="对象 424990"/>
          <p:cNvGraphicFramePr/>
          <p:nvPr/>
        </p:nvGraphicFramePr>
        <p:xfrm>
          <a:off x="373063" y="2590800"/>
          <a:ext cx="1770062" cy="503238"/>
        </p:xfrm>
        <a:graphic>
          <a:graphicData uri="http://schemas.openxmlformats.org/presentationml/2006/ole">
            <mc:AlternateContent xmlns:mc="http://schemas.openxmlformats.org/markup-compatibility/2006">
              <mc:Choice xmlns:v="urn:schemas-microsoft-com:vml" Requires="v">
                <p:oleObj spid="_x0000_s3184" name="" r:id="rId21" imgW="672465" imgH="203200" progId="Equation.3">
                  <p:embed/>
                </p:oleObj>
              </mc:Choice>
              <mc:Fallback>
                <p:oleObj name="" r:id="rId21" imgW="672465" imgH="203200" progId="Equation.3">
                  <p:embed/>
                  <p:pic>
                    <p:nvPicPr>
                      <p:cNvPr id="0" name="图片 3183"/>
                      <p:cNvPicPr/>
                      <p:nvPr/>
                    </p:nvPicPr>
                    <p:blipFill>
                      <a:blip r:embed="rId22">
                        <a:clrChange>
                          <a:clrFrom>
                            <a:srgbClr val="000000"/>
                          </a:clrFrom>
                          <a:clrTo>
                            <a:srgbClr val="000000"/>
                          </a:clrTo>
                        </a:clrChange>
                      </a:blip>
                      <a:stretch>
                        <a:fillRect/>
                      </a:stretch>
                    </p:blipFill>
                    <p:spPr>
                      <a:xfrm>
                        <a:off x="373063" y="2590800"/>
                        <a:ext cx="1770062" cy="503238"/>
                      </a:xfrm>
                      <a:prstGeom prst="rect">
                        <a:avLst/>
                      </a:prstGeom>
                      <a:noFill/>
                      <a:ln w="38100">
                        <a:noFill/>
                        <a:miter/>
                      </a:ln>
                      <a:effectLst>
                        <a:outerShdw dist="25400" algn="ctr" rotWithShape="0">
                          <a:srgbClr val="808080"/>
                        </a:outerShdw>
                      </a:effectLst>
                    </p:spPr>
                  </p:pic>
                </p:oleObj>
              </mc:Fallback>
            </mc:AlternateContent>
          </a:graphicData>
        </a:graphic>
      </p:graphicFrame>
      <p:graphicFrame>
        <p:nvGraphicFramePr>
          <p:cNvPr id="424992" name="对象 424991"/>
          <p:cNvGraphicFramePr/>
          <p:nvPr/>
        </p:nvGraphicFramePr>
        <p:xfrm>
          <a:off x="2825750" y="2362200"/>
          <a:ext cx="2044700" cy="1046163"/>
        </p:xfrm>
        <a:graphic>
          <a:graphicData uri="http://schemas.openxmlformats.org/presentationml/2006/ole">
            <mc:AlternateContent xmlns:mc="http://schemas.openxmlformats.org/markup-compatibility/2006">
              <mc:Choice xmlns:v="urn:schemas-microsoft-com:vml" Requires="v">
                <p:oleObj spid="_x0000_s3191" name="" r:id="rId23" imgW="787400" imgH="419100" progId="Equation.3">
                  <p:embed/>
                </p:oleObj>
              </mc:Choice>
              <mc:Fallback>
                <p:oleObj name="" r:id="rId23" imgW="787400" imgH="419100" progId="Equation.3">
                  <p:embed/>
                  <p:pic>
                    <p:nvPicPr>
                      <p:cNvPr id="0" name="图片 3190"/>
                      <p:cNvPicPr/>
                      <p:nvPr/>
                    </p:nvPicPr>
                    <p:blipFill>
                      <a:blip r:embed="rId24">
                        <a:clrChange>
                          <a:clrFrom>
                            <a:srgbClr val="000000"/>
                          </a:clrFrom>
                          <a:clrTo>
                            <a:srgbClr val="000000"/>
                          </a:clrTo>
                        </a:clrChange>
                      </a:blip>
                      <a:stretch>
                        <a:fillRect/>
                      </a:stretch>
                    </p:blipFill>
                    <p:spPr>
                      <a:xfrm>
                        <a:off x="2825750" y="2362200"/>
                        <a:ext cx="2044700" cy="1046163"/>
                      </a:xfrm>
                      <a:prstGeom prst="rect">
                        <a:avLst/>
                      </a:prstGeom>
                      <a:noFill/>
                      <a:ln w="38100">
                        <a:noFill/>
                        <a:miter/>
                      </a:ln>
                      <a:effectLst>
                        <a:outerShdw dist="25400" algn="ctr" rotWithShape="0">
                          <a:srgbClr val="808080"/>
                        </a:outerShdw>
                      </a:effectLst>
                    </p:spPr>
                  </p:pic>
                </p:oleObj>
              </mc:Fallback>
            </mc:AlternateContent>
          </a:graphicData>
        </a:graphic>
      </p:graphicFrame>
      <p:graphicFrame>
        <p:nvGraphicFramePr>
          <p:cNvPr id="424993" name="对象 424992"/>
          <p:cNvGraphicFramePr/>
          <p:nvPr/>
        </p:nvGraphicFramePr>
        <p:xfrm>
          <a:off x="4859338" y="2362200"/>
          <a:ext cx="919162" cy="1046163"/>
        </p:xfrm>
        <a:graphic>
          <a:graphicData uri="http://schemas.openxmlformats.org/presentationml/2006/ole">
            <mc:AlternateContent xmlns:mc="http://schemas.openxmlformats.org/markup-compatibility/2006">
              <mc:Choice xmlns:v="urn:schemas-microsoft-com:vml" Requires="v">
                <p:oleObj spid="_x0000_s3190" name="" r:id="rId25" imgW="405765" imgH="418465" progId="Equation.3">
                  <p:embed/>
                </p:oleObj>
              </mc:Choice>
              <mc:Fallback>
                <p:oleObj name="" r:id="rId25" imgW="405765" imgH="418465" progId="Equation.3">
                  <p:embed/>
                  <p:pic>
                    <p:nvPicPr>
                      <p:cNvPr id="0" name="图片 3189"/>
                      <p:cNvPicPr/>
                      <p:nvPr/>
                    </p:nvPicPr>
                    <p:blipFill>
                      <a:blip r:embed="rId26">
                        <a:clrChange>
                          <a:clrFrom>
                            <a:srgbClr val="000000"/>
                          </a:clrFrom>
                          <a:clrTo>
                            <a:srgbClr val="000000"/>
                          </a:clrTo>
                        </a:clrChange>
                      </a:blip>
                      <a:stretch>
                        <a:fillRect/>
                      </a:stretch>
                    </p:blipFill>
                    <p:spPr>
                      <a:xfrm>
                        <a:off x="4859338" y="2362200"/>
                        <a:ext cx="919162" cy="1046163"/>
                      </a:xfrm>
                      <a:prstGeom prst="rect">
                        <a:avLst/>
                      </a:prstGeom>
                      <a:noFill/>
                      <a:ln w="38100">
                        <a:noFill/>
                        <a:miter/>
                      </a:ln>
                      <a:effectLst>
                        <a:outerShdw dist="25400" algn="ctr" rotWithShape="0">
                          <a:srgbClr val="808080"/>
                        </a:outerShdw>
                      </a:effectLst>
                    </p:spPr>
                  </p:pic>
                </p:oleObj>
              </mc:Fallback>
            </mc:AlternateContent>
          </a:graphicData>
        </a:graphic>
      </p:graphicFrame>
      <p:graphicFrame>
        <p:nvGraphicFramePr>
          <p:cNvPr id="424994" name="对象 424993"/>
          <p:cNvGraphicFramePr/>
          <p:nvPr/>
        </p:nvGraphicFramePr>
        <p:xfrm>
          <a:off x="2209800" y="2667000"/>
          <a:ext cx="685800" cy="442913"/>
        </p:xfrm>
        <a:graphic>
          <a:graphicData uri="http://schemas.openxmlformats.org/presentationml/2006/ole">
            <mc:AlternateContent xmlns:mc="http://schemas.openxmlformats.org/markup-compatibility/2006">
              <mc:Choice xmlns:v="urn:schemas-microsoft-com:vml" Requires="v">
                <p:oleObj spid="_x0000_s3187" name="" r:id="rId27" imgW="190500" imgH="152400" progId="Equation.3">
                  <p:embed/>
                </p:oleObj>
              </mc:Choice>
              <mc:Fallback>
                <p:oleObj name="" r:id="rId27" imgW="190500" imgH="152400" progId="Equation.3">
                  <p:embed/>
                  <p:pic>
                    <p:nvPicPr>
                      <p:cNvPr id="0" name="图片 3186"/>
                      <p:cNvPicPr/>
                      <p:nvPr/>
                    </p:nvPicPr>
                    <p:blipFill>
                      <a:blip r:embed="rId28">
                        <a:clrChange>
                          <a:clrFrom>
                            <a:srgbClr val="000000"/>
                          </a:clrFrom>
                          <a:clrTo>
                            <a:srgbClr val="000099"/>
                          </a:clrTo>
                        </a:clrChange>
                      </a:blip>
                      <a:stretch>
                        <a:fillRect/>
                      </a:stretch>
                    </p:blipFill>
                    <p:spPr>
                      <a:xfrm>
                        <a:off x="2209800" y="2667000"/>
                        <a:ext cx="685800" cy="442913"/>
                      </a:xfrm>
                      <a:prstGeom prst="rect">
                        <a:avLst/>
                      </a:prstGeom>
                      <a:noFill/>
                      <a:ln w="38100">
                        <a:noFill/>
                        <a:miter/>
                      </a:ln>
                    </p:spPr>
                  </p:pic>
                </p:oleObj>
              </mc:Fallback>
            </mc:AlternateContent>
          </a:graphicData>
        </a:graphic>
      </p:graphicFrame>
      <p:sp>
        <p:nvSpPr>
          <p:cNvPr id="424995" name="文本框 424994"/>
          <p:cNvSpPr txBox="1"/>
          <p:nvPr/>
        </p:nvSpPr>
        <p:spPr>
          <a:xfrm>
            <a:off x="0" y="3644900"/>
            <a:ext cx="1219200" cy="519113"/>
          </a:xfrm>
          <a:prstGeom prst="rect">
            <a:avLst/>
          </a:prstGeom>
          <a:noFill/>
          <a:ln w="9525">
            <a:noFill/>
          </a:ln>
          <a:effectLst>
            <a:outerShdw dist="35921" dir="2699999" algn="ctr" rotWithShape="0">
              <a:schemeClr val="bg2"/>
            </a:outerShdw>
          </a:effectLst>
        </p:spPr>
        <p:txBody>
          <a:bodyPr>
            <a:spAutoFit/>
          </a:bodyPr>
          <a:p>
            <a:pPr lvl="0" eaLnBrk="1" hangingPunct="1">
              <a:spcBef>
                <a:spcPct val="50000"/>
              </a:spcBef>
              <a:buClr>
                <a:srgbClr val="000000"/>
              </a:buClr>
            </a:pPr>
            <a:r>
              <a:rPr lang="zh-CN" altLang="en-US" sz="2800" i="0" dirty="0">
                <a:effectLst>
                  <a:outerShdw blurRad="38100" dist="38100" dir="2700000">
                    <a:srgbClr val="C0C0C0"/>
                  </a:outerShdw>
                </a:effectLst>
                <a:latin typeface="Times New Roman" panose="02020603050405020304" pitchFamily="18" charset="0"/>
                <a:ea typeface="宋体" panose="02010600030101010101" pitchFamily="2" charset="-122"/>
              </a:rPr>
              <a:t>又：</a:t>
            </a:r>
            <a:endParaRPr lang="zh-CN" altLang="en-US" sz="2800" i="0" dirty="0">
              <a:effectLst>
                <a:outerShdw blurRad="38100" dist="38100" dir="2700000">
                  <a:srgbClr val="C0C0C0"/>
                </a:outerShdw>
              </a:effectLst>
              <a:latin typeface="Times New Roman" panose="02020603050405020304" pitchFamily="18" charset="0"/>
              <a:ea typeface="宋体" panose="02010600030101010101" pitchFamily="2" charset="-122"/>
            </a:endParaRPr>
          </a:p>
        </p:txBody>
      </p:sp>
      <p:graphicFrame>
        <p:nvGraphicFramePr>
          <p:cNvPr id="424996" name="对象 424995"/>
          <p:cNvGraphicFramePr/>
          <p:nvPr/>
        </p:nvGraphicFramePr>
        <p:xfrm>
          <a:off x="762000" y="3644900"/>
          <a:ext cx="3200400" cy="534988"/>
        </p:xfrm>
        <a:graphic>
          <a:graphicData uri="http://schemas.openxmlformats.org/presentationml/2006/ole">
            <mc:AlternateContent xmlns:mc="http://schemas.openxmlformats.org/markup-compatibility/2006">
              <mc:Choice xmlns:v="urn:schemas-microsoft-com:vml" Requires="v">
                <p:oleObj spid="_x0000_s3188" name="" r:id="rId29" imgW="1205230" imgH="215900" progId="Equation.3">
                  <p:embed/>
                </p:oleObj>
              </mc:Choice>
              <mc:Fallback>
                <p:oleObj name="" r:id="rId29" imgW="1205230" imgH="215900" progId="Equation.3">
                  <p:embed/>
                  <p:pic>
                    <p:nvPicPr>
                      <p:cNvPr id="0" name="图片 3187"/>
                      <p:cNvPicPr/>
                      <p:nvPr/>
                    </p:nvPicPr>
                    <p:blipFill>
                      <a:blip r:embed="rId30">
                        <a:clrChange>
                          <a:clrFrom>
                            <a:srgbClr val="000000"/>
                          </a:clrFrom>
                          <a:clrTo>
                            <a:srgbClr val="000000"/>
                          </a:clrTo>
                        </a:clrChange>
                      </a:blip>
                      <a:stretch>
                        <a:fillRect/>
                      </a:stretch>
                    </p:blipFill>
                    <p:spPr>
                      <a:xfrm>
                        <a:off x="762000" y="3644900"/>
                        <a:ext cx="3200400" cy="534988"/>
                      </a:xfrm>
                      <a:prstGeom prst="rect">
                        <a:avLst/>
                      </a:prstGeom>
                      <a:noFill/>
                      <a:ln w="38100">
                        <a:noFill/>
                        <a:miter/>
                      </a:ln>
                      <a:effectLst>
                        <a:outerShdw dist="25400" algn="ctr" rotWithShape="0">
                          <a:srgbClr val="808080"/>
                        </a:outerShdw>
                      </a:effectLst>
                    </p:spPr>
                  </p:pic>
                </p:oleObj>
              </mc:Fallback>
            </mc:AlternateContent>
          </a:graphicData>
        </a:graphic>
      </p:graphicFrame>
      <p:graphicFrame>
        <p:nvGraphicFramePr>
          <p:cNvPr id="424997" name="对象 424996"/>
          <p:cNvGraphicFramePr/>
          <p:nvPr/>
        </p:nvGraphicFramePr>
        <p:xfrm>
          <a:off x="381000" y="4495800"/>
          <a:ext cx="685800" cy="542925"/>
        </p:xfrm>
        <a:graphic>
          <a:graphicData uri="http://schemas.openxmlformats.org/presentationml/2006/ole">
            <mc:AlternateContent xmlns:mc="http://schemas.openxmlformats.org/markup-compatibility/2006">
              <mc:Choice xmlns:v="urn:schemas-microsoft-com:vml" Requires="v">
                <p:oleObj spid="_x0000_s3185" name="" r:id="rId31" imgW="190500" imgH="152400" progId="Equation.3">
                  <p:embed/>
                </p:oleObj>
              </mc:Choice>
              <mc:Fallback>
                <p:oleObj name="" r:id="rId31" imgW="190500" imgH="152400" progId="Equation.3">
                  <p:embed/>
                  <p:pic>
                    <p:nvPicPr>
                      <p:cNvPr id="0" name="图片 3184"/>
                      <p:cNvPicPr/>
                      <p:nvPr/>
                    </p:nvPicPr>
                    <p:blipFill>
                      <a:blip r:embed="rId28">
                        <a:clrChange>
                          <a:clrFrom>
                            <a:srgbClr val="000000"/>
                          </a:clrFrom>
                          <a:clrTo>
                            <a:srgbClr val="000099"/>
                          </a:clrTo>
                        </a:clrChange>
                      </a:blip>
                      <a:stretch>
                        <a:fillRect/>
                      </a:stretch>
                    </p:blipFill>
                    <p:spPr>
                      <a:xfrm>
                        <a:off x="381000" y="4495800"/>
                        <a:ext cx="685800" cy="542925"/>
                      </a:xfrm>
                      <a:prstGeom prst="rect">
                        <a:avLst/>
                      </a:prstGeom>
                      <a:noFill/>
                      <a:ln w="38100">
                        <a:noFill/>
                        <a:miter/>
                      </a:ln>
                    </p:spPr>
                  </p:pic>
                </p:oleObj>
              </mc:Fallback>
            </mc:AlternateContent>
          </a:graphicData>
        </a:graphic>
      </p:graphicFrame>
      <p:graphicFrame>
        <p:nvGraphicFramePr>
          <p:cNvPr id="424998" name="对象 424997"/>
          <p:cNvGraphicFramePr/>
          <p:nvPr/>
        </p:nvGraphicFramePr>
        <p:xfrm>
          <a:off x="1219200" y="4267200"/>
          <a:ext cx="2233613" cy="990600"/>
        </p:xfrm>
        <a:graphic>
          <a:graphicData uri="http://schemas.openxmlformats.org/presentationml/2006/ole">
            <mc:AlternateContent xmlns:mc="http://schemas.openxmlformats.org/markup-compatibility/2006">
              <mc:Choice xmlns:v="urn:schemas-microsoft-com:vml" Requires="v">
                <p:oleObj spid="_x0000_s3189" name="" r:id="rId32" imgW="812165" imgH="393700" progId="Equation.3">
                  <p:embed/>
                </p:oleObj>
              </mc:Choice>
              <mc:Fallback>
                <p:oleObj name="" r:id="rId32" imgW="812165" imgH="393700" progId="Equation.3">
                  <p:embed/>
                  <p:pic>
                    <p:nvPicPr>
                      <p:cNvPr id="0" name="图片 3188"/>
                      <p:cNvPicPr/>
                      <p:nvPr/>
                    </p:nvPicPr>
                    <p:blipFill>
                      <a:blip r:embed="rId33">
                        <a:clrChange>
                          <a:clrFrom>
                            <a:srgbClr val="000000"/>
                          </a:clrFrom>
                          <a:clrTo>
                            <a:srgbClr val="000000"/>
                          </a:clrTo>
                        </a:clrChange>
                      </a:blip>
                      <a:stretch>
                        <a:fillRect/>
                      </a:stretch>
                    </p:blipFill>
                    <p:spPr>
                      <a:xfrm>
                        <a:off x="1219200" y="4267200"/>
                        <a:ext cx="2233613" cy="990600"/>
                      </a:xfrm>
                      <a:prstGeom prst="rect">
                        <a:avLst/>
                      </a:prstGeom>
                      <a:noFill/>
                      <a:ln w="38100">
                        <a:noFill/>
                        <a:miter/>
                      </a:ln>
                      <a:effectLst>
                        <a:outerShdw dist="25400" algn="ctr" rotWithShape="0">
                          <a:srgbClr val="808080"/>
                        </a:outerShdw>
                      </a:effectLst>
                    </p:spPr>
                  </p:pic>
                </p:oleObj>
              </mc:Fallback>
            </mc:AlternateContent>
          </a:graphicData>
        </a:graphic>
      </p:graphicFrame>
      <p:graphicFrame>
        <p:nvGraphicFramePr>
          <p:cNvPr id="424999" name="对象 424998"/>
          <p:cNvGraphicFramePr/>
          <p:nvPr/>
        </p:nvGraphicFramePr>
        <p:xfrm>
          <a:off x="3505200" y="4267200"/>
          <a:ext cx="1079500" cy="1046163"/>
        </p:xfrm>
        <a:graphic>
          <a:graphicData uri="http://schemas.openxmlformats.org/presentationml/2006/ole">
            <mc:AlternateContent xmlns:mc="http://schemas.openxmlformats.org/markup-compatibility/2006">
              <mc:Choice xmlns:v="urn:schemas-microsoft-com:vml" Requires="v">
                <p:oleObj spid="_x0000_s3194" name="" r:id="rId34" imgW="393700" imgH="419100" progId="Equation.3">
                  <p:embed/>
                </p:oleObj>
              </mc:Choice>
              <mc:Fallback>
                <p:oleObj name="" r:id="rId34" imgW="393700" imgH="419100" progId="Equation.3">
                  <p:embed/>
                  <p:pic>
                    <p:nvPicPr>
                      <p:cNvPr id="0" name="图片 3193"/>
                      <p:cNvPicPr/>
                      <p:nvPr/>
                    </p:nvPicPr>
                    <p:blipFill>
                      <a:blip r:embed="rId35">
                        <a:clrChange>
                          <a:clrFrom>
                            <a:srgbClr val="000000"/>
                          </a:clrFrom>
                          <a:clrTo>
                            <a:srgbClr val="000000"/>
                          </a:clrTo>
                        </a:clrChange>
                      </a:blip>
                      <a:stretch>
                        <a:fillRect/>
                      </a:stretch>
                    </p:blipFill>
                    <p:spPr>
                      <a:xfrm>
                        <a:off x="3505200" y="4267200"/>
                        <a:ext cx="1079500" cy="1046163"/>
                      </a:xfrm>
                      <a:prstGeom prst="rect">
                        <a:avLst/>
                      </a:prstGeom>
                      <a:noFill/>
                      <a:ln w="38100">
                        <a:noFill/>
                        <a:miter/>
                      </a:ln>
                      <a:effectLst>
                        <a:outerShdw dist="25400" algn="ctr" rotWithShape="0">
                          <a:srgbClr val="808080"/>
                        </a:outerShdw>
                      </a:effectLst>
                    </p:spPr>
                  </p:pic>
                </p:oleObj>
              </mc:Fallback>
            </mc:AlternateContent>
          </a:graphicData>
        </a:graphic>
      </p:graphicFrame>
      <p:graphicFrame>
        <p:nvGraphicFramePr>
          <p:cNvPr id="425000" name="对象 424999"/>
          <p:cNvGraphicFramePr/>
          <p:nvPr/>
        </p:nvGraphicFramePr>
        <p:xfrm>
          <a:off x="2093913" y="5381625"/>
          <a:ext cx="2693987" cy="1108075"/>
        </p:xfrm>
        <a:graphic>
          <a:graphicData uri="http://schemas.openxmlformats.org/presentationml/2006/ole">
            <mc:AlternateContent xmlns:mc="http://schemas.openxmlformats.org/markup-compatibility/2006">
              <mc:Choice xmlns:v="urn:schemas-microsoft-com:vml" Requires="v">
                <p:oleObj spid="_x0000_s3192" name="" r:id="rId36" imgW="977265" imgH="444500" progId="Equation.3">
                  <p:embed/>
                </p:oleObj>
              </mc:Choice>
              <mc:Fallback>
                <p:oleObj name="" r:id="rId36" imgW="977265" imgH="444500" progId="Equation.3">
                  <p:embed/>
                  <p:pic>
                    <p:nvPicPr>
                      <p:cNvPr id="0" name="图片 3191"/>
                      <p:cNvPicPr/>
                      <p:nvPr/>
                    </p:nvPicPr>
                    <p:blipFill>
                      <a:blip r:embed="rId37">
                        <a:clrChange>
                          <a:clrFrom>
                            <a:srgbClr val="000000"/>
                          </a:clrFrom>
                          <a:clrTo>
                            <a:srgbClr val="000000"/>
                          </a:clrTo>
                        </a:clrChange>
                      </a:blip>
                      <a:stretch>
                        <a:fillRect/>
                      </a:stretch>
                    </p:blipFill>
                    <p:spPr>
                      <a:xfrm>
                        <a:off x="2093913" y="5381625"/>
                        <a:ext cx="2693987" cy="1108075"/>
                      </a:xfrm>
                      <a:prstGeom prst="rect">
                        <a:avLst/>
                      </a:prstGeom>
                      <a:noFill/>
                      <a:ln w="38100">
                        <a:noFill/>
                        <a:miter/>
                      </a:ln>
                      <a:effectLst>
                        <a:outerShdw dist="25400" algn="ctr" rotWithShape="0">
                          <a:srgbClr val="808080"/>
                        </a:outerShdw>
                      </a:effectLst>
                    </p:spPr>
                  </p:pic>
                </p:oleObj>
              </mc:Fallback>
            </mc:AlternateContent>
          </a:graphicData>
        </a:graphic>
      </p:graphicFrame>
      <p:sp>
        <p:nvSpPr>
          <p:cNvPr id="425001" name="文本框 425000"/>
          <p:cNvSpPr txBox="1"/>
          <p:nvPr/>
        </p:nvSpPr>
        <p:spPr>
          <a:xfrm>
            <a:off x="582613" y="5661025"/>
            <a:ext cx="1828800" cy="488950"/>
          </a:xfrm>
          <a:prstGeom prst="rect">
            <a:avLst/>
          </a:prstGeom>
          <a:noFill/>
          <a:ln w="9525">
            <a:noFill/>
          </a:ln>
        </p:spPr>
        <p:txBody>
          <a:bodyPr>
            <a:spAutoFit/>
          </a:bodyPr>
          <a:p>
            <a:pPr lvl="0" algn="just" eaLnBrk="1" hangingPunct="1">
              <a:spcBef>
                <a:spcPct val="50000"/>
              </a:spcBef>
              <a:buClr>
                <a:srgbClr val="000000"/>
              </a:buClr>
            </a:pPr>
            <a:r>
              <a:rPr lang="zh-CN" altLang="en-US" sz="2600" i="0" dirty="0">
                <a:latin typeface="Times New Roman" panose="02020603050405020304" pitchFamily="18" charset="0"/>
                <a:ea typeface="黑体" panose="02010609060101010101" pitchFamily="49" charset="-122"/>
              </a:rPr>
              <a:t>加速度：</a:t>
            </a:r>
            <a:endParaRPr lang="zh-CN" altLang="en-US" sz="2600" i="0">
              <a:latin typeface="Times New Roman" panose="02020603050405020304" pitchFamily="18" charset="0"/>
              <a:ea typeface="黑体" panose="02010609060101010101" pitchFamily="49" charset="-122"/>
            </a:endParaRPr>
          </a:p>
        </p:txBody>
      </p:sp>
      <p:graphicFrame>
        <p:nvGraphicFramePr>
          <p:cNvPr id="425002" name="对象 425001"/>
          <p:cNvGraphicFramePr/>
          <p:nvPr/>
        </p:nvGraphicFramePr>
        <p:xfrm>
          <a:off x="6084888" y="4448175"/>
          <a:ext cx="2736850" cy="925513"/>
        </p:xfrm>
        <a:graphic>
          <a:graphicData uri="http://schemas.openxmlformats.org/presentationml/2006/ole">
            <mc:AlternateContent xmlns:mc="http://schemas.openxmlformats.org/markup-compatibility/2006">
              <mc:Choice xmlns:v="urn:schemas-microsoft-com:vml" Requires="v">
                <p:oleObj spid="_x0000_s3186" name="" r:id="rId38" imgW="1104900" imgH="457200" progId="Equation.3">
                  <p:embed/>
                </p:oleObj>
              </mc:Choice>
              <mc:Fallback>
                <p:oleObj name="" r:id="rId38" imgW="1104900" imgH="457200" progId="Equation.3">
                  <p:embed/>
                  <p:pic>
                    <p:nvPicPr>
                      <p:cNvPr id="0" name="图片 3185"/>
                      <p:cNvPicPr/>
                      <p:nvPr/>
                    </p:nvPicPr>
                    <p:blipFill>
                      <a:blip r:embed="rId39">
                        <a:clrChange>
                          <a:clrFrom>
                            <a:srgbClr val="000000"/>
                          </a:clrFrom>
                          <a:clrTo>
                            <a:srgbClr val="000000"/>
                          </a:clrTo>
                        </a:clrChange>
                      </a:blip>
                      <a:stretch>
                        <a:fillRect/>
                      </a:stretch>
                    </p:blipFill>
                    <p:spPr>
                      <a:xfrm>
                        <a:off x="6084888" y="4448175"/>
                        <a:ext cx="2736850" cy="925513"/>
                      </a:xfrm>
                      <a:prstGeom prst="rect">
                        <a:avLst/>
                      </a:prstGeom>
                      <a:noFill/>
                      <a:ln w="38100">
                        <a:noFill/>
                        <a:miter/>
                      </a:ln>
                    </p:spPr>
                  </p:pic>
                </p:oleObj>
              </mc:Fallback>
            </mc:AlternateContent>
          </a:graphicData>
        </a:graphic>
      </p:graphicFrame>
      <p:graphicFrame>
        <p:nvGraphicFramePr>
          <p:cNvPr id="425003" name="对象 425002"/>
          <p:cNvGraphicFramePr/>
          <p:nvPr/>
        </p:nvGraphicFramePr>
        <p:xfrm>
          <a:off x="3962400" y="3644900"/>
          <a:ext cx="3429000" cy="534988"/>
        </p:xfrm>
        <a:graphic>
          <a:graphicData uri="http://schemas.openxmlformats.org/presentationml/2006/ole">
            <mc:AlternateContent xmlns:mc="http://schemas.openxmlformats.org/markup-compatibility/2006">
              <mc:Choice xmlns:v="urn:schemas-microsoft-com:vml" Requires="v">
                <p:oleObj spid="_x0000_s3196" name="" r:id="rId40" imgW="1382395" imgH="215900" progId="Equation.3">
                  <p:embed/>
                </p:oleObj>
              </mc:Choice>
              <mc:Fallback>
                <p:oleObj name="" r:id="rId40" imgW="1382395" imgH="215900" progId="Equation.3">
                  <p:embed/>
                  <p:pic>
                    <p:nvPicPr>
                      <p:cNvPr id="0" name="图片 3195"/>
                      <p:cNvPicPr/>
                      <p:nvPr/>
                    </p:nvPicPr>
                    <p:blipFill>
                      <a:blip r:embed="rId41">
                        <a:clrChange>
                          <a:clrFrom>
                            <a:srgbClr val="000000"/>
                          </a:clrFrom>
                          <a:clrTo>
                            <a:srgbClr val="000000"/>
                          </a:clrTo>
                        </a:clrChange>
                      </a:blip>
                      <a:stretch>
                        <a:fillRect/>
                      </a:stretch>
                    </p:blipFill>
                    <p:spPr>
                      <a:xfrm>
                        <a:off x="3962400" y="3644900"/>
                        <a:ext cx="3429000" cy="534988"/>
                      </a:xfrm>
                      <a:prstGeom prst="rect">
                        <a:avLst/>
                      </a:prstGeom>
                      <a:noFill/>
                      <a:ln w="38100">
                        <a:noFill/>
                        <a:miter/>
                      </a:ln>
                      <a:effectLst>
                        <a:outerShdw dist="25400" algn="ctr" rotWithShape="0">
                          <a:srgbClr val="808080"/>
                        </a:outerShdw>
                      </a:effectLst>
                    </p:spPr>
                  </p:pic>
                </p:oleObj>
              </mc:Fallback>
            </mc:AlternateContent>
          </a:graphicData>
        </a:graphic>
      </p:graphicFrame>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24974"/>
                                        </p:tgtEl>
                                        <p:attrNameLst>
                                          <p:attrName>style.visibility</p:attrName>
                                        </p:attrNameLst>
                                      </p:cBhvr>
                                      <p:to>
                                        <p:strVal val="visible"/>
                                      </p:to>
                                    </p:set>
                                    <p:animEffect transition="in" filter="wipe(up)">
                                      <p:cBhvr>
                                        <p:cTn id="7" dur="500"/>
                                        <p:tgtEl>
                                          <p:spTgt spid="42497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42498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24979"/>
                                        </p:tgtEl>
                                        <p:attrNameLst>
                                          <p:attrName>style.visibility</p:attrName>
                                        </p:attrNameLst>
                                      </p:cBhvr>
                                      <p:to>
                                        <p:strVal val="visible"/>
                                      </p:to>
                                    </p:set>
                                    <p:animEffect transition="in" filter="wipe(left)">
                                      <p:cBhvr>
                                        <p:cTn id="16" dur="500"/>
                                        <p:tgtEl>
                                          <p:spTgt spid="42497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424978"/>
                                        </p:tgtEl>
                                        <p:attrNameLst>
                                          <p:attrName>style.visibility</p:attrName>
                                        </p:attrNameLst>
                                      </p:cBhvr>
                                      <p:to>
                                        <p:strVal val="visible"/>
                                      </p:to>
                                    </p:set>
                                    <p:animEffect transition="in" filter="wipe(up)">
                                      <p:cBhvr>
                                        <p:cTn id="21" dur="500"/>
                                        <p:tgtEl>
                                          <p:spTgt spid="42497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424977"/>
                                        </p:tgtEl>
                                        <p:attrNameLst>
                                          <p:attrName>style.visibility</p:attrName>
                                        </p:attrNameLst>
                                      </p:cBhvr>
                                      <p:to>
                                        <p:strVal val="visible"/>
                                      </p:to>
                                    </p:set>
                                  </p:childTnLst>
                                  <p:subTnLst>
                                    <p:set>
                                      <p:cBhvr override="childStyle">
                                        <p:cTn dur="1" fill="hold" display="0" masterRel="nextClick" afterEffect="1"/>
                                        <p:tgtEl>
                                          <p:spTgt spid="424977"/>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499"/>
                                          </p:stCondLst>
                                        </p:cTn>
                                        <p:tgtEl>
                                          <p:spTgt spid="42498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499"/>
                                          </p:stCondLst>
                                        </p:cTn>
                                        <p:tgtEl>
                                          <p:spTgt spid="42498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6" presetClass="entr" presetSubtype="37" fill="hold" nodeType="clickEffect">
                                  <p:stCondLst>
                                    <p:cond delay="0"/>
                                  </p:stCondLst>
                                  <p:childTnLst>
                                    <p:set>
                                      <p:cBhvr>
                                        <p:cTn id="37" dur="1" fill="hold">
                                          <p:stCondLst>
                                            <p:cond delay="0"/>
                                          </p:stCondLst>
                                        </p:cTn>
                                        <p:tgtEl>
                                          <p:spTgt spid="424987"/>
                                        </p:tgtEl>
                                        <p:attrNameLst>
                                          <p:attrName>style.visibility</p:attrName>
                                        </p:attrNameLst>
                                      </p:cBhvr>
                                      <p:to>
                                        <p:strVal val="visible"/>
                                      </p:to>
                                    </p:set>
                                    <p:animEffect transition="in" filter="barn(outVertical)">
                                      <p:cBhvr>
                                        <p:cTn id="38" dur="500"/>
                                        <p:tgtEl>
                                          <p:spTgt spid="42498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42500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24991"/>
                                        </p:tgtEl>
                                        <p:attrNameLst>
                                          <p:attrName>style.visibility</p:attrName>
                                        </p:attrNameLst>
                                      </p:cBhvr>
                                      <p:to>
                                        <p:strVal val="visible"/>
                                      </p:to>
                                    </p:set>
                                    <p:animEffect transition="in" filter="wipe(left)">
                                      <p:cBhvr>
                                        <p:cTn id="47" dur="500"/>
                                        <p:tgtEl>
                                          <p:spTgt spid="42499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24994"/>
                                        </p:tgtEl>
                                        <p:attrNameLst>
                                          <p:attrName>style.visibility</p:attrName>
                                        </p:attrNameLst>
                                      </p:cBhvr>
                                      <p:to>
                                        <p:strVal val="visible"/>
                                      </p:to>
                                    </p:set>
                                    <p:animEffect transition="in" filter="wipe(left)">
                                      <p:cBhvr>
                                        <p:cTn id="52" dur="500"/>
                                        <p:tgtEl>
                                          <p:spTgt spid="42499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24992"/>
                                        </p:tgtEl>
                                        <p:attrNameLst>
                                          <p:attrName>style.visibility</p:attrName>
                                        </p:attrNameLst>
                                      </p:cBhvr>
                                      <p:to>
                                        <p:strVal val="visible"/>
                                      </p:to>
                                    </p:set>
                                    <p:animEffect transition="in" filter="wipe(left)">
                                      <p:cBhvr>
                                        <p:cTn id="57" dur="500"/>
                                        <p:tgtEl>
                                          <p:spTgt spid="42499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24993"/>
                                        </p:tgtEl>
                                        <p:attrNameLst>
                                          <p:attrName>style.visibility</p:attrName>
                                        </p:attrNameLst>
                                      </p:cBhvr>
                                      <p:to>
                                        <p:strVal val="visible"/>
                                      </p:to>
                                    </p:set>
                                    <p:animEffect transition="in" filter="wipe(left)">
                                      <p:cBhvr>
                                        <p:cTn id="62" dur="500"/>
                                        <p:tgtEl>
                                          <p:spTgt spid="424993"/>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424995"/>
                                        </p:tgtEl>
                                        <p:attrNameLst>
                                          <p:attrName>style.visibility</p:attrName>
                                        </p:attrNameLst>
                                      </p:cBhvr>
                                      <p:to>
                                        <p:strVal val="visible"/>
                                      </p:to>
                                    </p:set>
                                    <p:anim calcmode="lin" valueType="num">
                                      <p:cBhvr additive="base">
                                        <p:cTn id="67" dur="500" fill="hold"/>
                                        <p:tgtEl>
                                          <p:spTgt spid="424995"/>
                                        </p:tgtEl>
                                        <p:attrNameLst>
                                          <p:attrName>ppt_x</p:attrName>
                                        </p:attrNameLst>
                                      </p:cBhvr>
                                      <p:tavLst>
                                        <p:tav tm="0">
                                          <p:val>
                                            <p:strVal val="0-#ppt_w/2"/>
                                          </p:val>
                                        </p:tav>
                                        <p:tav tm="100000">
                                          <p:val>
                                            <p:strVal val="#ppt_x"/>
                                          </p:val>
                                        </p:tav>
                                      </p:tavLst>
                                    </p:anim>
                                    <p:anim calcmode="lin" valueType="num">
                                      <p:cBhvr additive="base">
                                        <p:cTn id="68" dur="500" fill="hold"/>
                                        <p:tgtEl>
                                          <p:spTgt spid="42499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424996"/>
                                        </p:tgtEl>
                                        <p:attrNameLst>
                                          <p:attrName>style.visibility</p:attrName>
                                        </p:attrNameLst>
                                      </p:cBhvr>
                                      <p:to>
                                        <p:strVal val="visible"/>
                                      </p:to>
                                    </p:set>
                                    <p:animEffect transition="in" filter="wipe(left)">
                                      <p:cBhvr>
                                        <p:cTn id="73" dur="500"/>
                                        <p:tgtEl>
                                          <p:spTgt spid="424996"/>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425003"/>
                                        </p:tgtEl>
                                        <p:attrNameLst>
                                          <p:attrName>style.visibility</p:attrName>
                                        </p:attrNameLst>
                                      </p:cBhvr>
                                      <p:to>
                                        <p:strVal val="visible"/>
                                      </p:to>
                                    </p:set>
                                    <p:animEffect transition="in" filter="wipe(left)">
                                      <p:cBhvr>
                                        <p:cTn id="78" dur="500"/>
                                        <p:tgtEl>
                                          <p:spTgt spid="42500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424997"/>
                                        </p:tgtEl>
                                        <p:attrNameLst>
                                          <p:attrName>style.visibility</p:attrName>
                                        </p:attrNameLst>
                                      </p:cBhvr>
                                      <p:to>
                                        <p:strVal val="visible"/>
                                      </p:to>
                                    </p:set>
                                    <p:animEffect transition="in" filter="wipe(left)">
                                      <p:cBhvr>
                                        <p:cTn id="83" dur="500"/>
                                        <p:tgtEl>
                                          <p:spTgt spid="424997"/>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424998"/>
                                        </p:tgtEl>
                                        <p:attrNameLst>
                                          <p:attrName>style.visibility</p:attrName>
                                        </p:attrNameLst>
                                      </p:cBhvr>
                                      <p:to>
                                        <p:strVal val="visible"/>
                                      </p:to>
                                    </p:set>
                                    <p:animEffect transition="in" filter="wipe(left)">
                                      <p:cBhvr>
                                        <p:cTn id="88" dur="500"/>
                                        <p:tgtEl>
                                          <p:spTgt spid="42499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424999"/>
                                        </p:tgtEl>
                                        <p:attrNameLst>
                                          <p:attrName>style.visibility</p:attrName>
                                        </p:attrNameLst>
                                      </p:cBhvr>
                                      <p:to>
                                        <p:strVal val="visible"/>
                                      </p:to>
                                    </p:set>
                                    <p:animEffect transition="in" filter="wipe(left)">
                                      <p:cBhvr>
                                        <p:cTn id="93" dur="500"/>
                                        <p:tgtEl>
                                          <p:spTgt spid="424999"/>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425001"/>
                                        </p:tgtEl>
                                        <p:attrNameLst>
                                          <p:attrName>style.visibility</p:attrName>
                                        </p:attrNameLst>
                                      </p:cBhvr>
                                      <p:to>
                                        <p:strVal val="visible"/>
                                      </p:to>
                                    </p:set>
                                    <p:animEffect transition="in" filter="wipe(left)">
                                      <p:cBhvr>
                                        <p:cTn id="98" dur="500"/>
                                        <p:tgtEl>
                                          <p:spTgt spid="425001"/>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425000"/>
                                        </p:tgtEl>
                                        <p:attrNameLst>
                                          <p:attrName>style.visibility</p:attrName>
                                        </p:attrNameLst>
                                      </p:cBhvr>
                                      <p:to>
                                        <p:strVal val="visible"/>
                                      </p:to>
                                    </p:set>
                                    <p:animEffect transition="in" filter="wipe(left)">
                                      <p:cBhvr>
                                        <p:cTn id="103" dur="500"/>
                                        <p:tgtEl>
                                          <p:spTgt spid="425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95" grpId="0"/>
      <p:bldP spid="42500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25986" name="对象 425985"/>
          <p:cNvGraphicFramePr/>
          <p:nvPr/>
        </p:nvGraphicFramePr>
        <p:xfrm>
          <a:off x="1763713" y="404813"/>
          <a:ext cx="3095625" cy="1284287"/>
        </p:xfrm>
        <a:graphic>
          <a:graphicData uri="http://schemas.openxmlformats.org/presentationml/2006/ole">
            <mc:AlternateContent xmlns:mc="http://schemas.openxmlformats.org/markup-compatibility/2006">
              <mc:Choice xmlns:v="urn:schemas-microsoft-com:vml" Requires="v">
                <p:oleObj spid="_x0000_s3193" name="" r:id="rId1" imgW="977265" imgH="444500" progId="Equation.3">
                  <p:embed/>
                </p:oleObj>
              </mc:Choice>
              <mc:Fallback>
                <p:oleObj name="" r:id="rId1" imgW="977265" imgH="444500" progId="Equation.3">
                  <p:embed/>
                  <p:pic>
                    <p:nvPicPr>
                      <p:cNvPr id="0" name="图片 3192"/>
                      <p:cNvPicPr/>
                      <p:nvPr/>
                    </p:nvPicPr>
                    <p:blipFill>
                      <a:blip r:embed="rId2">
                        <a:clrChange>
                          <a:clrFrom>
                            <a:srgbClr val="000000"/>
                          </a:clrFrom>
                          <a:clrTo>
                            <a:srgbClr val="000000"/>
                          </a:clrTo>
                        </a:clrChange>
                      </a:blip>
                      <a:stretch>
                        <a:fillRect/>
                      </a:stretch>
                    </p:blipFill>
                    <p:spPr>
                      <a:xfrm>
                        <a:off x="1763713" y="404813"/>
                        <a:ext cx="3095625" cy="1284287"/>
                      </a:xfrm>
                      <a:prstGeom prst="rect">
                        <a:avLst/>
                      </a:prstGeom>
                      <a:noFill/>
                      <a:ln w="38100">
                        <a:noFill/>
                        <a:miter/>
                      </a:ln>
                    </p:spPr>
                  </p:pic>
                </p:oleObj>
              </mc:Fallback>
            </mc:AlternateContent>
          </a:graphicData>
        </a:graphic>
      </p:graphicFrame>
      <p:sp>
        <p:nvSpPr>
          <p:cNvPr id="425987" name="文本框 425986"/>
          <p:cNvSpPr txBox="1"/>
          <p:nvPr/>
        </p:nvSpPr>
        <p:spPr>
          <a:xfrm>
            <a:off x="250825" y="766763"/>
            <a:ext cx="1828800" cy="488950"/>
          </a:xfrm>
          <a:prstGeom prst="rect">
            <a:avLst/>
          </a:prstGeom>
          <a:noFill/>
          <a:ln w="9525">
            <a:noFill/>
          </a:ln>
        </p:spPr>
        <p:txBody>
          <a:bodyPr>
            <a:spAutoFit/>
          </a:bodyPr>
          <a:p>
            <a:pPr lvl="0" eaLnBrk="1" hangingPunct="1">
              <a:buClr>
                <a:srgbClr val="000000"/>
              </a:buClr>
            </a:pPr>
            <a:r>
              <a:rPr lang="zh-CN" altLang="en-US" sz="2600" i="0" dirty="0">
                <a:solidFill>
                  <a:srgbClr val="CC0000"/>
                </a:solidFill>
                <a:latin typeface="Times New Roman" panose="02020603050405020304" pitchFamily="18" charset="0"/>
                <a:ea typeface="黑体" panose="02010609060101010101" pitchFamily="49" charset="-122"/>
              </a:rPr>
              <a:t>加速度：</a:t>
            </a:r>
            <a:endParaRPr lang="zh-CN" altLang="en-US" sz="2600" i="0">
              <a:solidFill>
                <a:srgbClr val="CC0000"/>
              </a:solidFill>
              <a:latin typeface="Times New Roman" panose="02020603050405020304" pitchFamily="18" charset="0"/>
              <a:ea typeface="黑体" panose="02010609060101010101" pitchFamily="49" charset="-122"/>
            </a:endParaRPr>
          </a:p>
        </p:txBody>
      </p:sp>
      <p:sp>
        <p:nvSpPr>
          <p:cNvPr id="425988" name="文本框 425987"/>
          <p:cNvSpPr txBox="1"/>
          <p:nvPr/>
        </p:nvSpPr>
        <p:spPr>
          <a:xfrm>
            <a:off x="4932363" y="471488"/>
            <a:ext cx="4032250" cy="1282700"/>
          </a:xfrm>
          <a:prstGeom prst="rect">
            <a:avLst/>
          </a:prstGeom>
          <a:noFill/>
          <a:ln w="9525">
            <a:noFill/>
          </a:ln>
        </p:spPr>
        <p:txBody>
          <a:bodyPr>
            <a:spAutoFit/>
          </a:bodyPr>
          <a:p>
            <a:pPr lvl="0" eaLnBrk="1" hangingPunct="1">
              <a:buClr>
                <a:srgbClr val="000000"/>
              </a:buClr>
            </a:pPr>
            <a:r>
              <a:rPr lang="zh-CN" altLang="en-US" sz="2600" i="0" dirty="0">
                <a:latin typeface="Times New Roman" panose="02020603050405020304" pitchFamily="18" charset="0"/>
                <a:ea typeface="黑体" panose="02010609060101010101" pitchFamily="49" charset="-122"/>
              </a:rPr>
              <a:t>平面曲线运动中的加速度等于质点切向加速度和法向加速度的矢量和</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425989" name="文本框 425988"/>
          <p:cNvSpPr txBox="1"/>
          <p:nvPr/>
        </p:nvSpPr>
        <p:spPr>
          <a:xfrm>
            <a:off x="730250" y="1947863"/>
            <a:ext cx="2667000" cy="488950"/>
          </a:xfrm>
          <a:prstGeom prst="rect">
            <a:avLst/>
          </a:prstGeom>
          <a:noFill/>
          <a:ln w="9525">
            <a:noFill/>
          </a:ln>
        </p:spPr>
        <p:txBody>
          <a:bodyPr>
            <a:spAutoFit/>
          </a:bodyPr>
          <a:p>
            <a:pPr lvl="0" eaLnBrk="1" hangingPunct="1">
              <a:buClr>
                <a:srgbClr val="000000"/>
              </a:buClr>
            </a:pPr>
            <a:r>
              <a:rPr lang="zh-CN" altLang="en-US" sz="2600" i="0" dirty="0">
                <a:solidFill>
                  <a:srgbClr val="CC0000"/>
                </a:solidFill>
                <a:latin typeface="Times New Roman" panose="02020603050405020304" pitchFamily="18" charset="0"/>
                <a:ea typeface="黑体" panose="02010609060101010101" pitchFamily="49" charset="-122"/>
              </a:rPr>
              <a:t>切向加速度：</a:t>
            </a:r>
            <a:endParaRPr lang="zh-CN" altLang="en-US" sz="2600" i="0" dirty="0">
              <a:solidFill>
                <a:srgbClr val="CC0000"/>
              </a:solidFill>
              <a:latin typeface="Times New Roman" panose="02020603050405020304" pitchFamily="18" charset="0"/>
              <a:ea typeface="黑体" panose="02010609060101010101" pitchFamily="49" charset="-122"/>
            </a:endParaRPr>
          </a:p>
        </p:txBody>
      </p:sp>
      <p:graphicFrame>
        <p:nvGraphicFramePr>
          <p:cNvPr id="425990" name="对象 425989"/>
          <p:cNvGraphicFramePr/>
          <p:nvPr/>
        </p:nvGraphicFramePr>
        <p:xfrm>
          <a:off x="2984500" y="1700213"/>
          <a:ext cx="1944688" cy="1111250"/>
        </p:xfrm>
        <a:graphic>
          <a:graphicData uri="http://schemas.openxmlformats.org/presentationml/2006/ole">
            <mc:AlternateContent xmlns:mc="http://schemas.openxmlformats.org/markup-compatibility/2006">
              <mc:Choice xmlns:v="urn:schemas-microsoft-com:vml" Requires="v">
                <p:oleObj spid="_x0000_s3197" name="" r:id="rId3" imgW="622300" imgH="393700" progId="Equation.3">
                  <p:embed/>
                </p:oleObj>
              </mc:Choice>
              <mc:Fallback>
                <p:oleObj name="" r:id="rId3" imgW="622300" imgH="393700" progId="Equation.3">
                  <p:embed/>
                  <p:pic>
                    <p:nvPicPr>
                      <p:cNvPr id="0" name="图片 3196"/>
                      <p:cNvPicPr/>
                      <p:nvPr/>
                    </p:nvPicPr>
                    <p:blipFill>
                      <a:blip r:embed="rId4">
                        <a:clrChange>
                          <a:clrFrom>
                            <a:srgbClr val="000000"/>
                          </a:clrFrom>
                          <a:clrTo>
                            <a:srgbClr val="000000"/>
                          </a:clrTo>
                        </a:clrChange>
                      </a:blip>
                      <a:stretch>
                        <a:fillRect/>
                      </a:stretch>
                    </p:blipFill>
                    <p:spPr>
                      <a:xfrm>
                        <a:off x="2984500" y="1700213"/>
                        <a:ext cx="1944688" cy="1111250"/>
                      </a:xfrm>
                      <a:prstGeom prst="rect">
                        <a:avLst/>
                      </a:prstGeom>
                      <a:noFill/>
                      <a:ln w="38100">
                        <a:noFill/>
                        <a:miter/>
                      </a:ln>
                    </p:spPr>
                  </p:pic>
                </p:oleObj>
              </mc:Fallback>
            </mc:AlternateContent>
          </a:graphicData>
        </a:graphic>
      </p:graphicFrame>
      <p:sp>
        <p:nvSpPr>
          <p:cNvPr id="425991" name="文本框 425990"/>
          <p:cNvSpPr txBox="1"/>
          <p:nvPr/>
        </p:nvSpPr>
        <p:spPr>
          <a:xfrm>
            <a:off x="806450" y="4310063"/>
            <a:ext cx="2667000" cy="488950"/>
          </a:xfrm>
          <a:prstGeom prst="rect">
            <a:avLst/>
          </a:prstGeom>
          <a:noFill/>
          <a:ln w="9525">
            <a:noFill/>
          </a:ln>
        </p:spPr>
        <p:txBody>
          <a:bodyPr>
            <a:spAutoFit/>
          </a:bodyPr>
          <a:p>
            <a:pPr lvl="0" eaLnBrk="1" hangingPunct="1">
              <a:buClr>
                <a:srgbClr val="000000"/>
              </a:buClr>
            </a:pPr>
            <a:r>
              <a:rPr lang="zh-CN" altLang="en-US" sz="2600" i="0" dirty="0">
                <a:solidFill>
                  <a:srgbClr val="CC0000"/>
                </a:solidFill>
                <a:latin typeface="Times New Roman" panose="02020603050405020304" pitchFamily="18" charset="0"/>
                <a:ea typeface="黑体" panose="02010609060101010101" pitchFamily="49" charset="-122"/>
              </a:rPr>
              <a:t>法向加速度：</a:t>
            </a:r>
            <a:endParaRPr lang="zh-CN" altLang="en-US" sz="2600" i="0" dirty="0">
              <a:solidFill>
                <a:srgbClr val="CC0000"/>
              </a:solidFill>
              <a:latin typeface="Times New Roman" panose="02020603050405020304" pitchFamily="18" charset="0"/>
              <a:ea typeface="黑体" panose="02010609060101010101" pitchFamily="49" charset="-122"/>
            </a:endParaRPr>
          </a:p>
        </p:txBody>
      </p:sp>
      <p:graphicFrame>
        <p:nvGraphicFramePr>
          <p:cNvPr id="425992" name="对象 425991"/>
          <p:cNvGraphicFramePr/>
          <p:nvPr/>
        </p:nvGraphicFramePr>
        <p:xfrm>
          <a:off x="3151188" y="4081463"/>
          <a:ext cx="1562100" cy="1147762"/>
        </p:xfrm>
        <a:graphic>
          <a:graphicData uri="http://schemas.openxmlformats.org/presentationml/2006/ole">
            <mc:AlternateContent xmlns:mc="http://schemas.openxmlformats.org/markup-compatibility/2006">
              <mc:Choice xmlns:v="urn:schemas-microsoft-com:vml" Requires="v">
                <p:oleObj spid="_x0000_s3198" name="" r:id="rId5" imgW="622300" imgH="444500" progId="Equation.3">
                  <p:embed/>
                </p:oleObj>
              </mc:Choice>
              <mc:Fallback>
                <p:oleObj name="" r:id="rId5" imgW="622300" imgH="444500" progId="Equation.3">
                  <p:embed/>
                  <p:pic>
                    <p:nvPicPr>
                      <p:cNvPr id="0" name="图片 3197"/>
                      <p:cNvPicPr/>
                      <p:nvPr/>
                    </p:nvPicPr>
                    <p:blipFill>
                      <a:blip r:embed="rId6">
                        <a:clrChange>
                          <a:clrFrom>
                            <a:srgbClr val="000000"/>
                          </a:clrFrom>
                          <a:clrTo>
                            <a:srgbClr val="000000"/>
                          </a:clrTo>
                        </a:clrChange>
                      </a:blip>
                      <a:stretch>
                        <a:fillRect/>
                      </a:stretch>
                    </p:blipFill>
                    <p:spPr>
                      <a:xfrm>
                        <a:off x="3151188" y="4081463"/>
                        <a:ext cx="1562100" cy="1147762"/>
                      </a:xfrm>
                      <a:prstGeom prst="rect">
                        <a:avLst/>
                      </a:prstGeom>
                      <a:noFill/>
                      <a:ln w="38100">
                        <a:noFill/>
                        <a:miter/>
                      </a:ln>
                    </p:spPr>
                  </p:pic>
                </p:oleObj>
              </mc:Fallback>
            </mc:AlternateContent>
          </a:graphicData>
        </a:graphic>
      </p:graphicFrame>
      <p:sp>
        <p:nvSpPr>
          <p:cNvPr id="425993" name="文本框 425992"/>
          <p:cNvSpPr txBox="1"/>
          <p:nvPr/>
        </p:nvSpPr>
        <p:spPr>
          <a:xfrm>
            <a:off x="958850" y="5291138"/>
            <a:ext cx="8077200" cy="885825"/>
          </a:xfrm>
          <a:prstGeom prst="rect">
            <a:avLst/>
          </a:prstGeom>
          <a:noFill/>
          <a:ln w="9525">
            <a:noFill/>
          </a:ln>
        </p:spPr>
        <p:txBody>
          <a:bodyPr>
            <a:spAutoFit/>
          </a:bodyPr>
          <a:p>
            <a:pPr lvl="0" eaLnBrk="1" hangingPunct="1">
              <a:buClr>
                <a:srgbClr val="000000"/>
              </a:buClr>
              <a:buChar char="•"/>
            </a:pPr>
            <a:r>
              <a:rPr lang="zh-CN" altLang="en-US" sz="2600" i="0" dirty="0">
                <a:latin typeface="Times New Roman" panose="02020603050405020304" pitchFamily="18" charset="0"/>
                <a:ea typeface="黑体" panose="02010609060101010101" pitchFamily="49" charset="-122"/>
              </a:rPr>
              <a:t>  法向加速度反映速度方向的变化</a:t>
            </a:r>
            <a:endParaRPr lang="zh-CN" altLang="en-US" sz="2600" i="0" dirty="0">
              <a:latin typeface="Times New Roman" panose="02020603050405020304" pitchFamily="18" charset="0"/>
              <a:ea typeface="黑体" panose="02010609060101010101" pitchFamily="49" charset="-122"/>
            </a:endParaRPr>
          </a:p>
          <a:p>
            <a:pPr lvl="0" eaLnBrk="1" hangingPunct="1">
              <a:buClr>
                <a:srgbClr val="000000"/>
              </a:buClr>
              <a:buChar char="•"/>
            </a:pPr>
            <a:r>
              <a:rPr lang="zh-CN" altLang="en-US" sz="2600" i="0" dirty="0">
                <a:latin typeface="Times New Roman" panose="02020603050405020304" pitchFamily="18" charset="0"/>
                <a:ea typeface="黑体" panose="02010609060101010101" pitchFamily="49" charset="-122"/>
              </a:rPr>
              <a:t>  方向指向凹的一侧（指向曲率中心）</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425994" name="文本框 425993"/>
          <p:cNvSpPr txBox="1"/>
          <p:nvPr/>
        </p:nvSpPr>
        <p:spPr>
          <a:xfrm>
            <a:off x="825500" y="2862263"/>
            <a:ext cx="7239000" cy="885825"/>
          </a:xfrm>
          <a:prstGeom prst="rect">
            <a:avLst/>
          </a:prstGeom>
          <a:noFill/>
          <a:ln w="9525">
            <a:noFill/>
          </a:ln>
        </p:spPr>
        <p:txBody>
          <a:bodyPr>
            <a:spAutoFit/>
          </a:bodyPr>
          <a:p>
            <a:pPr lvl="0" eaLnBrk="1" hangingPunct="1">
              <a:buClr>
                <a:srgbClr val="000000"/>
              </a:buClr>
              <a:buChar char="•"/>
            </a:pPr>
            <a:r>
              <a:rPr lang="zh-CN" altLang="en-US" sz="2600" i="0" dirty="0">
                <a:latin typeface="Times New Roman" panose="02020603050405020304" pitchFamily="18" charset="0"/>
                <a:ea typeface="黑体" panose="02010609060101010101" pitchFamily="49" charset="-122"/>
              </a:rPr>
              <a:t> 切向加速度反映速度大小的变化</a:t>
            </a:r>
            <a:endParaRPr lang="zh-CN" altLang="en-US" sz="2600" i="0" dirty="0">
              <a:latin typeface="Times New Roman" panose="02020603050405020304" pitchFamily="18" charset="0"/>
              <a:ea typeface="黑体" panose="02010609060101010101" pitchFamily="49" charset="-122"/>
            </a:endParaRPr>
          </a:p>
          <a:p>
            <a:pPr lvl="0" eaLnBrk="1" hangingPunct="1">
              <a:buClr>
                <a:srgbClr val="000000"/>
              </a:buClr>
              <a:buChar char="•"/>
            </a:pPr>
            <a:r>
              <a:rPr lang="zh-CN" altLang="en-US" sz="2600" i="0" dirty="0">
                <a:latin typeface="Times New Roman" panose="02020603050405020304" pitchFamily="18" charset="0"/>
                <a:ea typeface="黑体" panose="02010609060101010101" pitchFamily="49" charset="-122"/>
              </a:rPr>
              <a:t> 方向沿轨道切线方向。</a:t>
            </a:r>
            <a:endParaRPr lang="zh-CN" altLang="en-US" sz="2600" i="0" dirty="0">
              <a:latin typeface="Times New Roman" panose="02020603050405020304" pitchFamily="18" charset="0"/>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25988"/>
                                        </p:tgtEl>
                                        <p:attrNameLst>
                                          <p:attrName>style.visibility</p:attrName>
                                        </p:attrNameLst>
                                      </p:cBhvr>
                                      <p:to>
                                        <p:strVal val="visible"/>
                                      </p:to>
                                    </p:set>
                                    <p:animEffect transition="in" filter="strips(downRight)">
                                      <p:cBhvr>
                                        <p:cTn id="7" dur="500"/>
                                        <p:tgtEl>
                                          <p:spTgt spid="42598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25989"/>
                                        </p:tgtEl>
                                        <p:attrNameLst>
                                          <p:attrName>style.visibility</p:attrName>
                                        </p:attrNameLst>
                                      </p:cBhvr>
                                      <p:to>
                                        <p:strVal val="visible"/>
                                      </p:to>
                                    </p:set>
                                    <p:animEffect transition="in" filter="strips(downRight)">
                                      <p:cBhvr>
                                        <p:cTn id="12" dur="500"/>
                                        <p:tgtEl>
                                          <p:spTgt spid="4259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25990"/>
                                        </p:tgtEl>
                                        <p:attrNameLst>
                                          <p:attrName>style.visibility</p:attrName>
                                        </p:attrNameLst>
                                      </p:cBhvr>
                                      <p:to>
                                        <p:strVal val="visible"/>
                                      </p:to>
                                    </p:set>
                                    <p:animEffect transition="in" filter="wipe(left)">
                                      <p:cBhvr>
                                        <p:cTn id="17" dur="500"/>
                                        <p:tgtEl>
                                          <p:spTgt spid="42599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425994"/>
                                        </p:tgtEl>
                                        <p:attrNameLst>
                                          <p:attrName>style.visibility</p:attrName>
                                        </p:attrNameLst>
                                      </p:cBhvr>
                                      <p:to>
                                        <p:strVal val="visible"/>
                                      </p:to>
                                    </p:set>
                                    <p:animEffect transition="in" filter="strips(downRight)">
                                      <p:cBhvr>
                                        <p:cTn id="22" dur="500"/>
                                        <p:tgtEl>
                                          <p:spTgt spid="42599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425991"/>
                                        </p:tgtEl>
                                        <p:attrNameLst>
                                          <p:attrName>style.visibility</p:attrName>
                                        </p:attrNameLst>
                                      </p:cBhvr>
                                      <p:to>
                                        <p:strVal val="visible"/>
                                      </p:to>
                                    </p:set>
                                    <p:animEffect transition="in" filter="strips(downRight)">
                                      <p:cBhvr>
                                        <p:cTn id="27" dur="500"/>
                                        <p:tgtEl>
                                          <p:spTgt spid="42599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25992"/>
                                        </p:tgtEl>
                                        <p:attrNameLst>
                                          <p:attrName>style.visibility</p:attrName>
                                        </p:attrNameLst>
                                      </p:cBhvr>
                                      <p:to>
                                        <p:strVal val="visible"/>
                                      </p:to>
                                    </p:set>
                                    <p:animEffect transition="in" filter="wipe(left)">
                                      <p:cBhvr>
                                        <p:cTn id="32" dur="500"/>
                                        <p:tgtEl>
                                          <p:spTgt spid="425992"/>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425993"/>
                                        </p:tgtEl>
                                        <p:attrNameLst>
                                          <p:attrName>style.visibility</p:attrName>
                                        </p:attrNameLst>
                                      </p:cBhvr>
                                      <p:to>
                                        <p:strVal val="visible"/>
                                      </p:to>
                                    </p:set>
                                    <p:animEffect transition="in" filter="strips(downRight)">
                                      <p:cBhvr>
                                        <p:cTn id="37" dur="500"/>
                                        <p:tgtEl>
                                          <p:spTgt spid="425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8" grpId="0"/>
      <p:bldP spid="425989" grpId="0"/>
      <p:bldP spid="425991" grpId="0"/>
      <p:bldP spid="425993" grpId="0"/>
      <p:bldP spid="42599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27010" name="对象 427009"/>
          <p:cNvGraphicFramePr/>
          <p:nvPr/>
        </p:nvGraphicFramePr>
        <p:xfrm>
          <a:off x="900113" y="1125538"/>
          <a:ext cx="2300287" cy="681037"/>
        </p:xfrm>
        <a:graphic>
          <a:graphicData uri="http://schemas.openxmlformats.org/presentationml/2006/ole">
            <mc:AlternateContent xmlns:mc="http://schemas.openxmlformats.org/markup-compatibility/2006">
              <mc:Choice xmlns:v="urn:schemas-microsoft-com:vml" Requires="v">
                <p:oleObj spid="_x0000_s3183" name="" r:id="rId1" imgW="698500" imgH="228600" progId="Equation.3">
                  <p:embed/>
                </p:oleObj>
              </mc:Choice>
              <mc:Fallback>
                <p:oleObj name="" r:id="rId1" imgW="698500" imgH="228600" progId="Equation.3">
                  <p:embed/>
                  <p:pic>
                    <p:nvPicPr>
                      <p:cNvPr id="0" name="图片 3182"/>
                      <p:cNvPicPr/>
                      <p:nvPr/>
                    </p:nvPicPr>
                    <p:blipFill>
                      <a:blip r:embed="rId2">
                        <a:clrChange>
                          <a:clrFrom>
                            <a:srgbClr val="000000"/>
                          </a:clrFrom>
                          <a:clrTo>
                            <a:srgbClr val="000000"/>
                          </a:clrTo>
                        </a:clrChange>
                      </a:blip>
                      <a:stretch>
                        <a:fillRect/>
                      </a:stretch>
                    </p:blipFill>
                    <p:spPr>
                      <a:xfrm>
                        <a:off x="900113" y="1125538"/>
                        <a:ext cx="2300287" cy="681037"/>
                      </a:xfrm>
                      <a:prstGeom prst="rect">
                        <a:avLst/>
                      </a:prstGeom>
                      <a:noFill/>
                      <a:ln w="38100">
                        <a:noFill/>
                        <a:miter/>
                      </a:ln>
                    </p:spPr>
                  </p:pic>
                </p:oleObj>
              </mc:Fallback>
            </mc:AlternateContent>
          </a:graphicData>
        </a:graphic>
      </p:graphicFrame>
      <p:grpSp>
        <p:nvGrpSpPr>
          <p:cNvPr id="427011" name="组合 427010"/>
          <p:cNvGrpSpPr/>
          <p:nvPr/>
        </p:nvGrpSpPr>
        <p:grpSpPr>
          <a:xfrm>
            <a:off x="4643438" y="622300"/>
            <a:ext cx="4176712" cy="2305050"/>
            <a:chOff x="2653" y="663"/>
            <a:chExt cx="2767" cy="1577"/>
          </a:xfrm>
        </p:grpSpPr>
        <p:pic>
          <p:nvPicPr>
            <p:cNvPr id="427012" name="图片 427011"/>
            <p:cNvPicPr>
              <a:picLocks noChangeAspect="1"/>
            </p:cNvPicPr>
            <p:nvPr/>
          </p:nvPicPr>
          <p:blipFill>
            <a:blip r:embed="rId3">
              <a:grayscl/>
            </a:blip>
            <a:stretch>
              <a:fillRect/>
            </a:stretch>
          </p:blipFill>
          <p:spPr>
            <a:xfrm>
              <a:off x="2653" y="663"/>
              <a:ext cx="2767" cy="1498"/>
            </a:xfrm>
            <a:prstGeom prst="rect">
              <a:avLst/>
            </a:prstGeom>
            <a:noFill/>
            <a:ln w="9525">
              <a:noFill/>
            </a:ln>
          </p:spPr>
        </p:pic>
        <p:graphicFrame>
          <p:nvGraphicFramePr>
            <p:cNvPr id="427013" name="对象 427012"/>
            <p:cNvGraphicFramePr/>
            <p:nvPr/>
          </p:nvGraphicFramePr>
          <p:xfrm>
            <a:off x="4468" y="1842"/>
            <a:ext cx="408" cy="398"/>
          </p:xfrm>
          <a:graphic>
            <a:graphicData uri="http://schemas.openxmlformats.org/presentationml/2006/ole">
              <mc:AlternateContent xmlns:mc="http://schemas.openxmlformats.org/markup-compatibility/2006">
                <mc:Choice xmlns:v="urn:schemas-microsoft-com:vml" Requires="v">
                  <p:oleObj spid="_x0000_s3212" name="" r:id="rId4" imgW="139700" imgH="203200" progId="Equation.3">
                    <p:embed/>
                  </p:oleObj>
                </mc:Choice>
                <mc:Fallback>
                  <p:oleObj name="" r:id="rId4" imgW="139700" imgH="203200" progId="Equation.3">
                    <p:embed/>
                    <p:pic>
                      <p:nvPicPr>
                        <p:cNvPr id="0" name="图片 3211"/>
                        <p:cNvPicPr/>
                        <p:nvPr/>
                      </p:nvPicPr>
                      <p:blipFill>
                        <a:blip r:embed="rId5"/>
                        <a:stretch>
                          <a:fillRect/>
                        </a:stretch>
                      </p:blipFill>
                      <p:spPr>
                        <a:xfrm>
                          <a:off x="4468" y="1842"/>
                          <a:ext cx="408" cy="398"/>
                        </a:xfrm>
                        <a:prstGeom prst="rect">
                          <a:avLst/>
                        </a:prstGeom>
                        <a:solidFill>
                          <a:schemeClr val="bg1"/>
                        </a:solidFill>
                        <a:ln w="38100">
                          <a:noFill/>
                          <a:miter/>
                        </a:ln>
                      </p:spPr>
                    </p:pic>
                  </p:oleObj>
                </mc:Fallback>
              </mc:AlternateContent>
            </a:graphicData>
          </a:graphic>
        </p:graphicFrame>
      </p:grpSp>
      <p:graphicFrame>
        <p:nvGraphicFramePr>
          <p:cNvPr id="427014" name="对象 427013"/>
          <p:cNvGraphicFramePr/>
          <p:nvPr/>
        </p:nvGraphicFramePr>
        <p:xfrm>
          <a:off x="827088" y="1846263"/>
          <a:ext cx="1798637" cy="1028700"/>
        </p:xfrm>
        <a:graphic>
          <a:graphicData uri="http://schemas.openxmlformats.org/presentationml/2006/ole">
            <mc:AlternateContent xmlns:mc="http://schemas.openxmlformats.org/markup-compatibility/2006">
              <mc:Choice xmlns:v="urn:schemas-microsoft-com:vml" Requires="v">
                <p:oleObj spid="_x0000_s3200" name="" r:id="rId6" imgW="622300" imgH="393700" progId="Equation.3">
                  <p:embed/>
                </p:oleObj>
              </mc:Choice>
              <mc:Fallback>
                <p:oleObj name="" r:id="rId6" imgW="622300" imgH="393700" progId="Equation.3">
                  <p:embed/>
                  <p:pic>
                    <p:nvPicPr>
                      <p:cNvPr id="0" name="图片 3199"/>
                      <p:cNvPicPr/>
                      <p:nvPr/>
                    </p:nvPicPr>
                    <p:blipFill>
                      <a:blip r:embed="rId7">
                        <a:clrChange>
                          <a:clrFrom>
                            <a:srgbClr val="000000"/>
                          </a:clrFrom>
                          <a:clrTo>
                            <a:srgbClr val="000000"/>
                          </a:clrTo>
                        </a:clrChange>
                      </a:blip>
                      <a:stretch>
                        <a:fillRect/>
                      </a:stretch>
                    </p:blipFill>
                    <p:spPr>
                      <a:xfrm>
                        <a:off x="827088" y="1846263"/>
                        <a:ext cx="1798637" cy="1028700"/>
                      </a:xfrm>
                      <a:prstGeom prst="rect">
                        <a:avLst/>
                      </a:prstGeom>
                      <a:noFill/>
                      <a:ln w="38100">
                        <a:noFill/>
                        <a:miter/>
                      </a:ln>
                      <a:effectLst>
                        <a:outerShdw dist="25400" algn="ctr" rotWithShape="0">
                          <a:srgbClr val="808080"/>
                        </a:outerShdw>
                      </a:effectLst>
                    </p:spPr>
                  </p:pic>
                </p:oleObj>
              </mc:Fallback>
            </mc:AlternateContent>
          </a:graphicData>
        </a:graphic>
      </p:graphicFrame>
      <p:graphicFrame>
        <p:nvGraphicFramePr>
          <p:cNvPr id="427015" name="对象 427014"/>
          <p:cNvGraphicFramePr/>
          <p:nvPr/>
        </p:nvGraphicFramePr>
        <p:xfrm>
          <a:off x="3059113" y="1773238"/>
          <a:ext cx="1868487" cy="1206500"/>
        </p:xfrm>
        <a:graphic>
          <a:graphicData uri="http://schemas.openxmlformats.org/presentationml/2006/ole">
            <mc:AlternateContent xmlns:mc="http://schemas.openxmlformats.org/markup-compatibility/2006">
              <mc:Choice xmlns:v="urn:schemas-microsoft-com:vml" Requires="v">
                <p:oleObj spid="_x0000_s3209" name="" r:id="rId8" imgW="622300" imgH="444500" progId="Equation.3">
                  <p:embed/>
                </p:oleObj>
              </mc:Choice>
              <mc:Fallback>
                <p:oleObj name="" r:id="rId8" imgW="622300" imgH="444500" progId="Equation.3">
                  <p:embed/>
                  <p:pic>
                    <p:nvPicPr>
                      <p:cNvPr id="0" name="图片 3208"/>
                      <p:cNvPicPr/>
                      <p:nvPr/>
                    </p:nvPicPr>
                    <p:blipFill>
                      <a:blip r:embed="rId9">
                        <a:clrChange>
                          <a:clrFrom>
                            <a:srgbClr val="000000"/>
                          </a:clrFrom>
                          <a:clrTo>
                            <a:srgbClr val="000000"/>
                          </a:clrTo>
                        </a:clrChange>
                      </a:blip>
                      <a:stretch>
                        <a:fillRect/>
                      </a:stretch>
                    </p:blipFill>
                    <p:spPr>
                      <a:xfrm>
                        <a:off x="3059113" y="1773238"/>
                        <a:ext cx="1868487" cy="1206500"/>
                      </a:xfrm>
                      <a:prstGeom prst="rect">
                        <a:avLst/>
                      </a:prstGeom>
                      <a:noFill/>
                      <a:ln w="38100">
                        <a:noFill/>
                        <a:miter/>
                      </a:ln>
                      <a:effectLst>
                        <a:outerShdw dist="25400" algn="ctr" rotWithShape="0">
                          <a:srgbClr val="808080"/>
                        </a:outerShdw>
                      </a:effectLst>
                    </p:spPr>
                  </p:pic>
                </p:oleObj>
              </mc:Fallback>
            </mc:AlternateContent>
          </a:graphicData>
        </a:graphic>
      </p:graphicFrame>
      <p:sp>
        <p:nvSpPr>
          <p:cNvPr id="427016" name="文本框 427015"/>
          <p:cNvSpPr txBox="1"/>
          <p:nvPr/>
        </p:nvSpPr>
        <p:spPr>
          <a:xfrm>
            <a:off x="395288" y="620713"/>
            <a:ext cx="1725612" cy="488950"/>
          </a:xfrm>
          <a:prstGeom prst="rect">
            <a:avLst/>
          </a:prstGeom>
          <a:noFill/>
          <a:ln w="9525">
            <a:noFill/>
          </a:ln>
        </p:spPr>
        <p:txBody>
          <a:bodyPr>
            <a:spAutoFit/>
          </a:bodyPr>
          <a:p>
            <a:pPr lvl="0" eaLnBrk="1" hangingPunct="1">
              <a:buClr>
                <a:srgbClr val="000000"/>
              </a:buClr>
            </a:pPr>
            <a:r>
              <a:rPr lang="zh-CN" altLang="en-US" sz="2600" i="0" dirty="0">
                <a:solidFill>
                  <a:srgbClr val="CC0000"/>
                </a:solidFill>
                <a:latin typeface="Times New Roman" panose="02020603050405020304" pitchFamily="18" charset="0"/>
                <a:ea typeface="黑体" panose="02010609060101010101" pitchFamily="49" charset="-122"/>
              </a:rPr>
              <a:t>抛体运动</a:t>
            </a:r>
            <a:r>
              <a:rPr lang="en-US" altLang="zh-CN" sz="2600" i="0">
                <a:solidFill>
                  <a:srgbClr val="CC0000"/>
                </a:solidFill>
                <a:latin typeface="Times New Roman" panose="02020603050405020304" pitchFamily="18" charset="0"/>
                <a:ea typeface="黑体" panose="02010609060101010101" pitchFamily="49" charset="-122"/>
              </a:rPr>
              <a:t>:</a:t>
            </a:r>
            <a:endParaRPr lang="en-US" altLang="zh-CN" sz="2600" i="0">
              <a:solidFill>
                <a:srgbClr val="CC0000"/>
              </a:solidFill>
              <a:latin typeface="Times New Roman" panose="02020603050405020304" pitchFamily="18" charset="0"/>
              <a:ea typeface="黑体" panose="02010609060101010101" pitchFamily="49" charset="-122"/>
            </a:endParaRPr>
          </a:p>
        </p:txBody>
      </p:sp>
      <p:sp>
        <p:nvSpPr>
          <p:cNvPr id="427017" name="矩形 427016"/>
          <p:cNvSpPr/>
          <p:nvPr/>
        </p:nvSpPr>
        <p:spPr>
          <a:xfrm>
            <a:off x="377825" y="3270250"/>
            <a:ext cx="1962150" cy="488950"/>
          </a:xfrm>
          <a:prstGeom prst="rect">
            <a:avLst/>
          </a:prstGeom>
          <a:noFill/>
          <a:ln w="9525">
            <a:noFill/>
          </a:ln>
        </p:spPr>
        <p:txBody>
          <a:bodyPr>
            <a:spAutoFit/>
          </a:bodyPr>
          <a:p>
            <a:pPr lvl="0" eaLnBrk="1" hangingPunct="1">
              <a:buClr>
                <a:srgbClr val="000000"/>
              </a:buClr>
            </a:pPr>
            <a:r>
              <a:rPr lang="zh-CN" altLang="en-US" sz="2600" i="0" dirty="0">
                <a:solidFill>
                  <a:srgbClr val="CC0000"/>
                </a:solidFill>
                <a:latin typeface="Times New Roman" panose="02020603050405020304" pitchFamily="18" charset="0"/>
                <a:ea typeface="黑体" panose="02010609060101010101" pitchFamily="49" charset="-122"/>
              </a:rPr>
              <a:t>圆周运动：</a:t>
            </a:r>
            <a:endParaRPr lang="zh-CN" altLang="en-US" sz="2600" i="0" dirty="0">
              <a:solidFill>
                <a:srgbClr val="CC0000"/>
              </a:solidFill>
              <a:latin typeface="Times New Roman" panose="02020603050405020304" pitchFamily="18" charset="0"/>
              <a:ea typeface="黑体" panose="02010609060101010101" pitchFamily="49" charset="-122"/>
            </a:endParaRPr>
          </a:p>
        </p:txBody>
      </p:sp>
      <p:sp>
        <p:nvSpPr>
          <p:cNvPr id="427018" name="文本框 427017"/>
          <p:cNvSpPr txBox="1"/>
          <p:nvPr/>
        </p:nvSpPr>
        <p:spPr>
          <a:xfrm>
            <a:off x="385763" y="3990975"/>
            <a:ext cx="2673350" cy="488950"/>
          </a:xfrm>
          <a:prstGeom prst="rect">
            <a:avLst/>
          </a:prstGeom>
          <a:noFill/>
          <a:ln w="9525">
            <a:noFill/>
          </a:ln>
        </p:spPr>
        <p:txBody>
          <a:bodyPr>
            <a:spAutoFit/>
          </a:bodyPr>
          <a:p>
            <a:pPr lvl="0" eaLnBrk="1" hangingPunct="1">
              <a:buClr>
                <a:srgbClr val="000000"/>
              </a:buClr>
            </a:pPr>
            <a:r>
              <a:rPr lang="zh-CN" altLang="en-US" sz="2600" i="0" dirty="0">
                <a:latin typeface="Times New Roman" panose="02020603050405020304" pitchFamily="18" charset="0"/>
                <a:ea typeface="黑体" panose="02010609060101010101" pitchFamily="49" charset="-122"/>
              </a:rPr>
              <a:t>一般圆周运动：</a:t>
            </a:r>
            <a:endParaRPr lang="zh-CN" altLang="en-US" sz="2600" i="0">
              <a:latin typeface="Times New Roman" panose="02020603050405020304" pitchFamily="18" charset="0"/>
              <a:ea typeface="黑体" panose="02010609060101010101" pitchFamily="49" charset="-122"/>
            </a:endParaRPr>
          </a:p>
        </p:txBody>
      </p:sp>
      <p:graphicFrame>
        <p:nvGraphicFramePr>
          <p:cNvPr id="427019" name="对象 427018"/>
          <p:cNvGraphicFramePr/>
          <p:nvPr/>
        </p:nvGraphicFramePr>
        <p:xfrm>
          <a:off x="2916238" y="3736975"/>
          <a:ext cx="1439862" cy="1084263"/>
        </p:xfrm>
        <a:graphic>
          <a:graphicData uri="http://schemas.openxmlformats.org/presentationml/2006/ole">
            <mc:AlternateContent xmlns:mc="http://schemas.openxmlformats.org/markup-compatibility/2006">
              <mc:Choice xmlns:v="urn:schemas-microsoft-com:vml" Requires="v">
                <p:oleObj spid="_x0000_s3211" name="" r:id="rId10" imgW="520700" imgH="393700" progId="Equation.3">
                  <p:embed/>
                </p:oleObj>
              </mc:Choice>
              <mc:Fallback>
                <p:oleObj name="" r:id="rId10" imgW="520700" imgH="393700" progId="Equation.3">
                  <p:embed/>
                  <p:pic>
                    <p:nvPicPr>
                      <p:cNvPr id="0" name="图片 3210"/>
                      <p:cNvPicPr/>
                      <p:nvPr/>
                    </p:nvPicPr>
                    <p:blipFill>
                      <a:blip r:embed="rId11">
                        <a:clrChange>
                          <a:clrFrom>
                            <a:srgbClr val="000000"/>
                          </a:clrFrom>
                          <a:clrTo>
                            <a:srgbClr val="000000"/>
                          </a:clrTo>
                        </a:clrChange>
                      </a:blip>
                      <a:stretch>
                        <a:fillRect/>
                      </a:stretch>
                    </p:blipFill>
                    <p:spPr>
                      <a:xfrm>
                        <a:off x="2916238" y="3736975"/>
                        <a:ext cx="1439862" cy="1084263"/>
                      </a:xfrm>
                      <a:prstGeom prst="rect">
                        <a:avLst/>
                      </a:prstGeom>
                      <a:noFill/>
                      <a:ln w="38100">
                        <a:noFill/>
                        <a:miter/>
                      </a:ln>
                    </p:spPr>
                  </p:pic>
                </p:oleObj>
              </mc:Fallback>
            </mc:AlternateContent>
          </a:graphicData>
        </a:graphic>
      </p:graphicFrame>
      <p:graphicFrame>
        <p:nvGraphicFramePr>
          <p:cNvPr id="427020" name="对象 427019"/>
          <p:cNvGraphicFramePr/>
          <p:nvPr/>
        </p:nvGraphicFramePr>
        <p:xfrm>
          <a:off x="4500563" y="3665538"/>
          <a:ext cx="1295400" cy="1203325"/>
        </p:xfrm>
        <a:graphic>
          <a:graphicData uri="http://schemas.openxmlformats.org/presentationml/2006/ole">
            <mc:AlternateContent xmlns:mc="http://schemas.openxmlformats.org/markup-compatibility/2006">
              <mc:Choice xmlns:v="urn:schemas-microsoft-com:vml" Requires="v">
                <p:oleObj spid="_x0000_s3207" name="" r:id="rId12" imgW="520700" imgH="419100" progId="Equation.3">
                  <p:embed/>
                </p:oleObj>
              </mc:Choice>
              <mc:Fallback>
                <p:oleObj name="" r:id="rId12" imgW="520700" imgH="419100" progId="Equation.3">
                  <p:embed/>
                  <p:pic>
                    <p:nvPicPr>
                      <p:cNvPr id="0" name="图片 3206"/>
                      <p:cNvPicPr/>
                      <p:nvPr/>
                    </p:nvPicPr>
                    <p:blipFill>
                      <a:blip r:embed="rId13">
                        <a:clrChange>
                          <a:clrFrom>
                            <a:srgbClr val="000000"/>
                          </a:clrFrom>
                          <a:clrTo>
                            <a:srgbClr val="000000"/>
                          </a:clrTo>
                        </a:clrChange>
                      </a:blip>
                      <a:stretch>
                        <a:fillRect/>
                      </a:stretch>
                    </p:blipFill>
                    <p:spPr>
                      <a:xfrm>
                        <a:off x="4500563" y="3665538"/>
                        <a:ext cx="1295400" cy="1203325"/>
                      </a:xfrm>
                      <a:prstGeom prst="rect">
                        <a:avLst/>
                      </a:prstGeom>
                      <a:noFill/>
                      <a:ln w="38100">
                        <a:noFill/>
                        <a:miter/>
                      </a:ln>
                    </p:spPr>
                  </p:pic>
                </p:oleObj>
              </mc:Fallback>
            </mc:AlternateContent>
          </a:graphicData>
        </a:graphic>
      </p:graphicFrame>
      <p:graphicFrame>
        <p:nvGraphicFramePr>
          <p:cNvPr id="427021" name="对象 427020"/>
          <p:cNvGraphicFramePr/>
          <p:nvPr/>
        </p:nvGraphicFramePr>
        <p:xfrm>
          <a:off x="2916238" y="5365750"/>
          <a:ext cx="1160462" cy="655638"/>
        </p:xfrm>
        <a:graphic>
          <a:graphicData uri="http://schemas.openxmlformats.org/presentationml/2006/ole">
            <mc:AlternateContent xmlns:mc="http://schemas.openxmlformats.org/markup-compatibility/2006">
              <mc:Choice xmlns:v="urn:schemas-microsoft-com:vml" Requires="v">
                <p:oleObj spid="_x0000_s3210" name="" r:id="rId14" imgW="405765" imgH="228600" progId="Equation.3">
                  <p:embed/>
                </p:oleObj>
              </mc:Choice>
              <mc:Fallback>
                <p:oleObj name="" r:id="rId14" imgW="405765" imgH="228600" progId="Equation.3">
                  <p:embed/>
                  <p:pic>
                    <p:nvPicPr>
                      <p:cNvPr id="0" name="图片 3209"/>
                      <p:cNvPicPr/>
                      <p:nvPr/>
                    </p:nvPicPr>
                    <p:blipFill>
                      <a:blip r:embed="rId15">
                        <a:clrChange>
                          <a:clrFrom>
                            <a:srgbClr val="000000"/>
                          </a:clrFrom>
                          <a:clrTo>
                            <a:srgbClr val="000000"/>
                          </a:clrTo>
                        </a:clrChange>
                      </a:blip>
                      <a:stretch>
                        <a:fillRect/>
                      </a:stretch>
                    </p:blipFill>
                    <p:spPr>
                      <a:xfrm>
                        <a:off x="2916238" y="5365750"/>
                        <a:ext cx="1160462" cy="655638"/>
                      </a:xfrm>
                      <a:prstGeom prst="rect">
                        <a:avLst/>
                      </a:prstGeom>
                      <a:noFill/>
                      <a:ln w="38100">
                        <a:noFill/>
                        <a:miter/>
                      </a:ln>
                    </p:spPr>
                  </p:pic>
                </p:oleObj>
              </mc:Fallback>
            </mc:AlternateContent>
          </a:graphicData>
        </a:graphic>
      </p:graphicFrame>
      <p:graphicFrame>
        <p:nvGraphicFramePr>
          <p:cNvPr id="427022" name="对象 427021"/>
          <p:cNvGraphicFramePr/>
          <p:nvPr/>
        </p:nvGraphicFramePr>
        <p:xfrm>
          <a:off x="4414838" y="4959350"/>
          <a:ext cx="1309687" cy="1206500"/>
        </p:xfrm>
        <a:graphic>
          <a:graphicData uri="http://schemas.openxmlformats.org/presentationml/2006/ole">
            <mc:AlternateContent xmlns:mc="http://schemas.openxmlformats.org/markup-compatibility/2006">
              <mc:Choice xmlns:v="urn:schemas-microsoft-com:vml" Requires="v">
                <p:oleObj spid="_x0000_s3208" name="" r:id="rId16" imgW="520700" imgH="431800" progId="Equation.3">
                  <p:embed/>
                </p:oleObj>
              </mc:Choice>
              <mc:Fallback>
                <p:oleObj name="" r:id="rId16" imgW="520700" imgH="431800" progId="Equation.3">
                  <p:embed/>
                  <p:pic>
                    <p:nvPicPr>
                      <p:cNvPr id="0" name="图片 3207"/>
                      <p:cNvPicPr/>
                      <p:nvPr/>
                    </p:nvPicPr>
                    <p:blipFill>
                      <a:blip r:embed="rId17">
                        <a:clrChange>
                          <a:clrFrom>
                            <a:srgbClr val="000000"/>
                          </a:clrFrom>
                          <a:clrTo>
                            <a:srgbClr val="000000"/>
                          </a:clrTo>
                        </a:clrChange>
                      </a:blip>
                      <a:stretch>
                        <a:fillRect/>
                      </a:stretch>
                    </p:blipFill>
                    <p:spPr>
                      <a:xfrm>
                        <a:off x="4414838" y="4959350"/>
                        <a:ext cx="1309687" cy="1206500"/>
                      </a:xfrm>
                      <a:prstGeom prst="rect">
                        <a:avLst/>
                      </a:prstGeom>
                      <a:noFill/>
                      <a:ln w="38100">
                        <a:noFill/>
                        <a:miter/>
                      </a:ln>
                    </p:spPr>
                  </p:pic>
                </p:oleObj>
              </mc:Fallback>
            </mc:AlternateContent>
          </a:graphicData>
        </a:graphic>
      </p:graphicFrame>
      <p:sp>
        <p:nvSpPr>
          <p:cNvPr id="427023" name="文本框 427022"/>
          <p:cNvSpPr txBox="1"/>
          <p:nvPr/>
        </p:nvSpPr>
        <p:spPr>
          <a:xfrm>
            <a:off x="395288" y="5373688"/>
            <a:ext cx="2762250" cy="488950"/>
          </a:xfrm>
          <a:prstGeom prst="rect">
            <a:avLst/>
          </a:prstGeom>
          <a:noFill/>
          <a:ln w="9525">
            <a:noFill/>
          </a:ln>
        </p:spPr>
        <p:txBody>
          <a:bodyPr>
            <a:spAutoFit/>
          </a:bodyPr>
          <a:p>
            <a:pPr lvl="0" eaLnBrk="1" hangingPunct="1">
              <a:buClr>
                <a:srgbClr val="000000"/>
              </a:buClr>
            </a:pPr>
            <a:r>
              <a:rPr lang="zh-CN" altLang="en-US" sz="2600" i="0" dirty="0">
                <a:latin typeface="Times New Roman" panose="02020603050405020304" pitchFamily="18" charset="0"/>
                <a:ea typeface="黑体" panose="02010609060101010101" pitchFamily="49" charset="-122"/>
              </a:rPr>
              <a:t>匀速圆周运动： </a:t>
            </a:r>
            <a:endParaRPr lang="zh-CN" altLang="en-US" sz="2600" i="0">
              <a:latin typeface="Times New Roman" panose="02020603050405020304" pitchFamily="18" charset="0"/>
              <a:ea typeface="黑体" panose="02010609060101010101" pitchFamily="49" charset="-122"/>
            </a:endParaRPr>
          </a:p>
        </p:txBody>
      </p:sp>
      <p:pic>
        <p:nvPicPr>
          <p:cNvPr id="427024" name="图片 427023"/>
          <p:cNvPicPr>
            <a:picLocks noChangeAspect="1"/>
          </p:cNvPicPr>
          <p:nvPr/>
        </p:nvPicPr>
        <p:blipFill>
          <a:blip r:embed="rId18">
            <a:clrChange>
              <a:clrFrom>
                <a:srgbClr val="FFFFFF"/>
              </a:clrFrom>
              <a:clrTo>
                <a:srgbClr val="FFFFFF">
                  <a:alpha val="0"/>
                </a:srgbClr>
              </a:clrTo>
            </a:clrChange>
            <a:lum bright="-12000" contrast="12000"/>
          </a:blip>
          <a:stretch>
            <a:fillRect/>
          </a:stretch>
        </p:blipFill>
        <p:spPr>
          <a:xfrm>
            <a:off x="6011863" y="3581400"/>
            <a:ext cx="3024187" cy="2297113"/>
          </a:xfrm>
          <a:prstGeom prst="rect">
            <a:avLst/>
          </a:prstGeom>
          <a:noFill/>
          <a:ln w="9525">
            <a:noFill/>
          </a:ln>
        </p:spPr>
      </p:pic>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27011"/>
                                        </p:tgtEl>
                                        <p:attrNameLst>
                                          <p:attrName>style.visibility</p:attrName>
                                        </p:attrNameLst>
                                      </p:cBhvr>
                                      <p:to>
                                        <p:strVal val="visible"/>
                                      </p:to>
                                    </p:set>
                                    <p:animEffect transition="in" filter="box(in)">
                                      <p:cBhvr>
                                        <p:cTn id="7" dur="500"/>
                                        <p:tgtEl>
                                          <p:spTgt spid="4270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27010"/>
                                        </p:tgtEl>
                                        <p:attrNameLst>
                                          <p:attrName>style.visibility</p:attrName>
                                        </p:attrNameLst>
                                      </p:cBhvr>
                                      <p:to>
                                        <p:strVal val="visible"/>
                                      </p:to>
                                    </p:set>
                                    <p:animEffect transition="in" filter="wipe(left)">
                                      <p:cBhvr>
                                        <p:cTn id="12" dur="500"/>
                                        <p:tgtEl>
                                          <p:spTgt spid="4270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27014"/>
                                        </p:tgtEl>
                                        <p:attrNameLst>
                                          <p:attrName>style.visibility</p:attrName>
                                        </p:attrNameLst>
                                      </p:cBhvr>
                                      <p:to>
                                        <p:strVal val="visible"/>
                                      </p:to>
                                    </p:set>
                                    <p:animEffect transition="in" filter="wipe(left)">
                                      <p:cBhvr>
                                        <p:cTn id="17" dur="500"/>
                                        <p:tgtEl>
                                          <p:spTgt spid="4270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27015"/>
                                        </p:tgtEl>
                                        <p:attrNameLst>
                                          <p:attrName>style.visibility</p:attrName>
                                        </p:attrNameLst>
                                      </p:cBhvr>
                                      <p:to>
                                        <p:strVal val="visible"/>
                                      </p:to>
                                    </p:set>
                                    <p:animEffect transition="in" filter="wipe(left)">
                                      <p:cBhvr>
                                        <p:cTn id="22" dur="500"/>
                                        <p:tgtEl>
                                          <p:spTgt spid="4270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27017"/>
                                        </p:tgtEl>
                                        <p:attrNameLst>
                                          <p:attrName>style.visibility</p:attrName>
                                        </p:attrNameLst>
                                      </p:cBhvr>
                                      <p:to>
                                        <p:strVal val="visible"/>
                                      </p:to>
                                    </p:set>
                                    <p:animEffect transition="in" filter="blinds(horizontal)">
                                      <p:cBhvr>
                                        <p:cTn id="27" dur="500"/>
                                        <p:tgtEl>
                                          <p:spTgt spid="427017"/>
                                        </p:tgtEl>
                                      </p:cBhvr>
                                    </p:animEffect>
                                  </p:childTnLst>
                                </p:cTn>
                              </p:par>
                            </p:childTnLst>
                          </p:cTn>
                        </p:par>
                        <p:par>
                          <p:cTn id="28" fill="hold">
                            <p:stCondLst>
                              <p:cond delay="500"/>
                            </p:stCondLst>
                            <p:childTnLst>
                              <p:par>
                                <p:cTn id="29" presetID="8" presetClass="entr" presetSubtype="16" fill="hold" nodeType="afterEffect">
                                  <p:stCondLst>
                                    <p:cond delay="0"/>
                                  </p:stCondLst>
                                  <p:childTnLst>
                                    <p:set>
                                      <p:cBhvr>
                                        <p:cTn id="30" dur="1" fill="hold">
                                          <p:stCondLst>
                                            <p:cond delay="0"/>
                                          </p:stCondLst>
                                        </p:cTn>
                                        <p:tgtEl>
                                          <p:spTgt spid="427024"/>
                                        </p:tgtEl>
                                        <p:attrNameLst>
                                          <p:attrName>style.visibility</p:attrName>
                                        </p:attrNameLst>
                                      </p:cBhvr>
                                      <p:to>
                                        <p:strVal val="visible"/>
                                      </p:to>
                                    </p:set>
                                    <p:animEffect transition="in" filter="diamond(in)">
                                      <p:cBhvr>
                                        <p:cTn id="31" dur="2000"/>
                                        <p:tgtEl>
                                          <p:spTgt spid="427024"/>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427018"/>
                                        </p:tgtEl>
                                        <p:attrNameLst>
                                          <p:attrName>style.visibility</p:attrName>
                                        </p:attrNameLst>
                                      </p:cBhvr>
                                      <p:to>
                                        <p:strVal val="visible"/>
                                      </p:to>
                                    </p:set>
                                    <p:anim calcmode="lin" valueType="num">
                                      <p:cBhvr additive="base">
                                        <p:cTn id="36" dur="500" fill="hold"/>
                                        <p:tgtEl>
                                          <p:spTgt spid="427018"/>
                                        </p:tgtEl>
                                        <p:attrNameLst>
                                          <p:attrName>ppt_x</p:attrName>
                                        </p:attrNameLst>
                                      </p:cBhvr>
                                      <p:tavLst>
                                        <p:tav tm="0">
                                          <p:val>
                                            <p:strVal val="0-#ppt_w/2"/>
                                          </p:val>
                                        </p:tav>
                                        <p:tav tm="100000">
                                          <p:val>
                                            <p:strVal val="#ppt_x"/>
                                          </p:val>
                                        </p:tav>
                                      </p:tavLst>
                                    </p:anim>
                                    <p:anim calcmode="lin" valueType="num">
                                      <p:cBhvr additive="base">
                                        <p:cTn id="37" dur="500" fill="hold"/>
                                        <p:tgtEl>
                                          <p:spTgt spid="42701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nodeType="clickEffect">
                                  <p:stCondLst>
                                    <p:cond delay="0"/>
                                  </p:stCondLst>
                                  <p:childTnLst>
                                    <p:set>
                                      <p:cBhvr>
                                        <p:cTn id="41" dur="1" fill="hold">
                                          <p:stCondLst>
                                            <p:cond delay="0"/>
                                          </p:stCondLst>
                                        </p:cTn>
                                        <p:tgtEl>
                                          <p:spTgt spid="427019"/>
                                        </p:tgtEl>
                                        <p:attrNameLst>
                                          <p:attrName>style.visibility</p:attrName>
                                        </p:attrNameLst>
                                      </p:cBhvr>
                                      <p:to>
                                        <p:strVal val="visible"/>
                                      </p:to>
                                    </p:set>
                                    <p:animEffect transition="in" filter="barn(outVertical)">
                                      <p:cBhvr>
                                        <p:cTn id="42" dur="500"/>
                                        <p:tgtEl>
                                          <p:spTgt spid="427019"/>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nodeType="clickEffect">
                                  <p:stCondLst>
                                    <p:cond delay="0"/>
                                  </p:stCondLst>
                                  <p:childTnLst>
                                    <p:set>
                                      <p:cBhvr>
                                        <p:cTn id="46" dur="1" fill="hold">
                                          <p:stCondLst>
                                            <p:cond delay="0"/>
                                          </p:stCondLst>
                                        </p:cTn>
                                        <p:tgtEl>
                                          <p:spTgt spid="427020"/>
                                        </p:tgtEl>
                                        <p:attrNameLst>
                                          <p:attrName>style.visibility</p:attrName>
                                        </p:attrNameLst>
                                      </p:cBhvr>
                                      <p:to>
                                        <p:strVal val="visible"/>
                                      </p:to>
                                    </p:set>
                                    <p:animEffect transition="in" filter="barn(outVertical)">
                                      <p:cBhvr>
                                        <p:cTn id="47" dur="500"/>
                                        <p:tgtEl>
                                          <p:spTgt spid="427020"/>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427023"/>
                                        </p:tgtEl>
                                        <p:attrNameLst>
                                          <p:attrName>style.visibility</p:attrName>
                                        </p:attrNameLst>
                                      </p:cBhvr>
                                      <p:to>
                                        <p:strVal val="visible"/>
                                      </p:to>
                                    </p:set>
                                    <p:anim calcmode="lin" valueType="num">
                                      <p:cBhvr additive="base">
                                        <p:cTn id="52" dur="500" fill="hold"/>
                                        <p:tgtEl>
                                          <p:spTgt spid="427023"/>
                                        </p:tgtEl>
                                        <p:attrNameLst>
                                          <p:attrName>ppt_x</p:attrName>
                                        </p:attrNameLst>
                                      </p:cBhvr>
                                      <p:tavLst>
                                        <p:tav tm="0">
                                          <p:val>
                                            <p:strVal val="0-#ppt_w/2"/>
                                          </p:val>
                                        </p:tav>
                                        <p:tav tm="100000">
                                          <p:val>
                                            <p:strVal val="#ppt_x"/>
                                          </p:val>
                                        </p:tav>
                                      </p:tavLst>
                                    </p:anim>
                                    <p:anim calcmode="lin" valueType="num">
                                      <p:cBhvr additive="base">
                                        <p:cTn id="53" dur="500" fill="hold"/>
                                        <p:tgtEl>
                                          <p:spTgt spid="427023"/>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6" presetClass="entr" presetSubtype="37" fill="hold" nodeType="clickEffect">
                                  <p:stCondLst>
                                    <p:cond delay="0"/>
                                  </p:stCondLst>
                                  <p:childTnLst>
                                    <p:set>
                                      <p:cBhvr>
                                        <p:cTn id="57" dur="1" fill="hold">
                                          <p:stCondLst>
                                            <p:cond delay="0"/>
                                          </p:stCondLst>
                                        </p:cTn>
                                        <p:tgtEl>
                                          <p:spTgt spid="427021"/>
                                        </p:tgtEl>
                                        <p:attrNameLst>
                                          <p:attrName>style.visibility</p:attrName>
                                        </p:attrNameLst>
                                      </p:cBhvr>
                                      <p:to>
                                        <p:strVal val="visible"/>
                                      </p:to>
                                    </p:set>
                                    <p:animEffect transition="in" filter="barn(outVertical)">
                                      <p:cBhvr>
                                        <p:cTn id="58" dur="500"/>
                                        <p:tgtEl>
                                          <p:spTgt spid="427021"/>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37" fill="hold" nodeType="clickEffect">
                                  <p:stCondLst>
                                    <p:cond delay="0"/>
                                  </p:stCondLst>
                                  <p:childTnLst>
                                    <p:set>
                                      <p:cBhvr>
                                        <p:cTn id="62" dur="1" fill="hold">
                                          <p:stCondLst>
                                            <p:cond delay="0"/>
                                          </p:stCondLst>
                                        </p:cTn>
                                        <p:tgtEl>
                                          <p:spTgt spid="427022"/>
                                        </p:tgtEl>
                                        <p:attrNameLst>
                                          <p:attrName>style.visibility</p:attrName>
                                        </p:attrNameLst>
                                      </p:cBhvr>
                                      <p:to>
                                        <p:strVal val="visible"/>
                                      </p:to>
                                    </p:set>
                                    <p:animEffect transition="in" filter="barn(outVertical)">
                                      <p:cBhvr>
                                        <p:cTn id="63" dur="500"/>
                                        <p:tgtEl>
                                          <p:spTgt spid="427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7" grpId="0"/>
      <p:bldP spid="427018" grpId="0"/>
      <p:bldP spid="42702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8034" name="文本框 428033"/>
          <p:cNvSpPr txBox="1"/>
          <p:nvPr/>
        </p:nvSpPr>
        <p:spPr>
          <a:xfrm>
            <a:off x="250825" y="692150"/>
            <a:ext cx="8640763" cy="519113"/>
          </a:xfrm>
          <a:prstGeom prst="rect">
            <a:avLst/>
          </a:prstGeom>
          <a:noFill/>
          <a:ln w="9525">
            <a:noFill/>
          </a:ln>
        </p:spPr>
        <p:txBody>
          <a:bodyPr>
            <a:spAutoFit/>
          </a:bodyPr>
          <a:p>
            <a:pPr lvl="0" eaLnBrk="1" hangingPunct="1">
              <a:spcBef>
                <a:spcPct val="50000"/>
              </a:spcBef>
            </a:pPr>
            <a:r>
              <a:rPr lang="zh-CN" altLang="en-US" sz="2800" i="0" dirty="0">
                <a:latin typeface="Times New Roman" panose="02020603050405020304" pitchFamily="18" charset="0"/>
                <a:ea typeface="宋体" panose="02010600030101010101" pitchFamily="2" charset="-122"/>
              </a:rPr>
              <a:t>    </a:t>
            </a:r>
            <a:endParaRPr lang="zh-CN" altLang="en-US" sz="2800" i="0" dirty="0">
              <a:latin typeface="Times New Roman" panose="02020603050405020304" pitchFamily="18" charset="0"/>
              <a:ea typeface="宋体" panose="02010600030101010101" pitchFamily="2" charset="-122"/>
            </a:endParaRPr>
          </a:p>
        </p:txBody>
      </p:sp>
      <p:sp>
        <p:nvSpPr>
          <p:cNvPr id="428035" name="文本框 428034"/>
          <p:cNvSpPr txBox="1"/>
          <p:nvPr/>
        </p:nvSpPr>
        <p:spPr>
          <a:xfrm>
            <a:off x="395288" y="701675"/>
            <a:ext cx="8569325" cy="927100"/>
          </a:xfrm>
          <a:prstGeom prst="rect">
            <a:avLst/>
          </a:prstGeom>
          <a:noFill/>
          <a:ln w="9525">
            <a:noFill/>
          </a:ln>
        </p:spPr>
        <p:txBody>
          <a:bodyPr>
            <a:spAutoFit/>
          </a:bodyPr>
          <a:p>
            <a:pPr lvl="0" algn="just" eaLnBrk="1" hangingPunct="1">
              <a:lnSpc>
                <a:spcPct val="105000"/>
              </a:lnSpc>
              <a:spcBef>
                <a:spcPct val="25000"/>
              </a:spcBef>
              <a:buClr>
                <a:srgbClr val="000000"/>
              </a:buClr>
            </a:pPr>
            <a:r>
              <a:rPr lang="zh-CN" altLang="en-US" sz="2600" i="0" dirty="0">
                <a:latin typeface="Times New Roman" panose="02020603050405020304" pitchFamily="18" charset="0"/>
                <a:ea typeface="黑体" panose="02010609060101010101" pitchFamily="49" charset="-122"/>
                <a:sym typeface="Symbol" panose="05050102010706020507" pitchFamily="18" charset="2"/>
              </a:rPr>
              <a:t>    </a:t>
            </a:r>
            <a:r>
              <a:rPr lang="zh-CN" altLang="zh-CN" sz="2600" i="0" dirty="0">
                <a:latin typeface="Times New Roman" panose="02020603050405020304" pitchFamily="18" charset="0"/>
                <a:ea typeface="黑体" panose="02010609060101010101" pitchFamily="49" charset="-122"/>
                <a:sym typeface="Symbol" panose="05050102010706020507" pitchFamily="18" charset="2"/>
              </a:rPr>
              <a:t>质点作圆周运动</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时</a:t>
            </a:r>
            <a:r>
              <a:rPr lang="en-US" altLang="zh-CN" sz="2600" i="0">
                <a:latin typeface="Times New Roman" panose="02020603050405020304" pitchFamily="18" charset="0"/>
                <a:ea typeface="黑体" panose="02010609060101010101" pitchFamily="49" charset="-122"/>
                <a:sym typeface="Symbol" panose="05050102010706020507" pitchFamily="18" charset="2"/>
              </a:rPr>
              <a: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线量</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速度、加速度</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和角量</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角速度、角加速度</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之间</a:t>
            </a:r>
            <a:r>
              <a:rPr lang="en-US" altLang="zh-CN" sz="2600" i="0">
                <a:latin typeface="Times New Roman" panose="02020603050405020304" pitchFamily="18" charset="0"/>
                <a:ea typeface="黑体" panose="02010609060101010101" pitchFamily="49" charset="-122"/>
                <a:sym typeface="Symbol" panose="05050102010706020507" pitchFamily="18" charset="2"/>
              </a:rPr>
              <a: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存在着一定的关系</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 </a:t>
            </a:r>
            <a:endParaRPr lang="zh-CN" altLang="en-US" sz="2600" i="0" dirty="0">
              <a:latin typeface="Times New Roman" panose="02020603050405020304" pitchFamily="18" charset="0"/>
              <a:ea typeface="黑体" panose="02010609060101010101" pitchFamily="49" charset="-122"/>
              <a:sym typeface="Symbol" panose="05050102010706020507" pitchFamily="18" charset="2"/>
            </a:endParaRPr>
          </a:p>
        </p:txBody>
      </p:sp>
      <p:pic>
        <p:nvPicPr>
          <p:cNvPr id="428036" name="图片 428035"/>
          <p:cNvPicPr>
            <a:picLocks noChangeAspect="1"/>
          </p:cNvPicPr>
          <p:nvPr/>
        </p:nvPicPr>
        <p:blipFill>
          <a:blip r:embed="rId1">
            <a:clrChange>
              <a:clrFrom>
                <a:srgbClr val="FFFFFF"/>
              </a:clrFrom>
              <a:clrTo>
                <a:srgbClr val="FFFFFF">
                  <a:alpha val="0"/>
                </a:srgbClr>
              </a:clrTo>
            </a:clrChange>
            <a:lum bright="-47998" contrast="66000"/>
          </a:blip>
          <a:stretch>
            <a:fillRect/>
          </a:stretch>
        </p:blipFill>
        <p:spPr>
          <a:xfrm>
            <a:off x="4716463" y="1773238"/>
            <a:ext cx="4392612" cy="3351212"/>
          </a:xfrm>
          <a:prstGeom prst="rect">
            <a:avLst/>
          </a:prstGeom>
          <a:noFill/>
          <a:ln w="9525">
            <a:noFill/>
          </a:ln>
        </p:spPr>
      </p:pic>
      <p:graphicFrame>
        <p:nvGraphicFramePr>
          <p:cNvPr id="428037" name="对象 428036"/>
          <p:cNvGraphicFramePr/>
          <p:nvPr/>
        </p:nvGraphicFramePr>
        <p:xfrm>
          <a:off x="882650" y="1747838"/>
          <a:ext cx="1314450" cy="528637"/>
        </p:xfrm>
        <a:graphic>
          <a:graphicData uri="http://schemas.openxmlformats.org/presentationml/2006/ole">
            <mc:AlternateContent xmlns:mc="http://schemas.openxmlformats.org/markup-compatibility/2006">
              <mc:Choice xmlns:v="urn:schemas-microsoft-com:vml" Requires="v">
                <p:oleObj spid="_x0000_s3204" name="" r:id="rId2" imgW="443865" imgH="177800" progId="Equation.3">
                  <p:embed/>
                </p:oleObj>
              </mc:Choice>
              <mc:Fallback>
                <p:oleObj name="" r:id="rId2" imgW="443865" imgH="177800" progId="Equation.3">
                  <p:embed/>
                  <p:pic>
                    <p:nvPicPr>
                      <p:cNvPr id="0" name="图片 3203"/>
                      <p:cNvPicPr/>
                      <p:nvPr/>
                    </p:nvPicPr>
                    <p:blipFill>
                      <a:blip r:embed="rId3"/>
                      <a:stretch>
                        <a:fillRect/>
                      </a:stretch>
                    </p:blipFill>
                    <p:spPr>
                      <a:xfrm>
                        <a:off x="882650" y="1747838"/>
                        <a:ext cx="1314450" cy="528637"/>
                      </a:xfrm>
                      <a:prstGeom prst="rect">
                        <a:avLst/>
                      </a:prstGeom>
                      <a:noFill/>
                      <a:ln w="38100">
                        <a:noFill/>
                        <a:miter/>
                      </a:ln>
                    </p:spPr>
                  </p:pic>
                </p:oleObj>
              </mc:Fallback>
            </mc:AlternateContent>
          </a:graphicData>
        </a:graphic>
      </p:graphicFrame>
      <p:graphicFrame>
        <p:nvGraphicFramePr>
          <p:cNvPr id="428038" name="对象 428037"/>
          <p:cNvGraphicFramePr/>
          <p:nvPr/>
        </p:nvGraphicFramePr>
        <p:xfrm>
          <a:off x="846138" y="2411413"/>
          <a:ext cx="3221037" cy="1017587"/>
        </p:xfrm>
        <a:graphic>
          <a:graphicData uri="http://schemas.openxmlformats.org/presentationml/2006/ole">
            <mc:AlternateContent xmlns:mc="http://schemas.openxmlformats.org/markup-compatibility/2006">
              <mc:Choice xmlns:v="urn:schemas-microsoft-com:vml" Requires="v">
                <p:oleObj spid="_x0000_s3199" name="" r:id="rId4" imgW="1256665" imgH="393700" progId="Equation.3">
                  <p:embed/>
                </p:oleObj>
              </mc:Choice>
              <mc:Fallback>
                <p:oleObj name="" r:id="rId4" imgW="1256665" imgH="393700" progId="Equation.3">
                  <p:embed/>
                  <p:pic>
                    <p:nvPicPr>
                      <p:cNvPr id="0" name="图片 3198"/>
                      <p:cNvPicPr/>
                      <p:nvPr/>
                    </p:nvPicPr>
                    <p:blipFill>
                      <a:blip r:embed="rId5"/>
                      <a:stretch>
                        <a:fillRect/>
                      </a:stretch>
                    </p:blipFill>
                    <p:spPr>
                      <a:xfrm>
                        <a:off x="846138" y="2411413"/>
                        <a:ext cx="3221037" cy="1017587"/>
                      </a:xfrm>
                      <a:prstGeom prst="rect">
                        <a:avLst/>
                      </a:prstGeom>
                      <a:noFill/>
                      <a:ln w="38100">
                        <a:noFill/>
                        <a:miter/>
                      </a:ln>
                    </p:spPr>
                  </p:pic>
                </p:oleObj>
              </mc:Fallback>
            </mc:AlternateContent>
          </a:graphicData>
        </a:graphic>
      </p:graphicFrame>
      <p:graphicFrame>
        <p:nvGraphicFramePr>
          <p:cNvPr id="428039" name="对象 428038"/>
          <p:cNvGraphicFramePr/>
          <p:nvPr/>
        </p:nvGraphicFramePr>
        <p:xfrm>
          <a:off x="841375" y="4941888"/>
          <a:ext cx="2103438" cy="1093787"/>
        </p:xfrm>
        <a:graphic>
          <a:graphicData uri="http://schemas.openxmlformats.org/presentationml/2006/ole">
            <mc:AlternateContent xmlns:mc="http://schemas.openxmlformats.org/markup-compatibility/2006">
              <mc:Choice xmlns:v="urn:schemas-microsoft-com:vml" Requires="v">
                <p:oleObj spid="_x0000_s3203" name="" r:id="rId6" imgW="951865" imgH="419100" progId="Equation.3">
                  <p:embed/>
                </p:oleObj>
              </mc:Choice>
              <mc:Fallback>
                <p:oleObj name="" r:id="rId6" imgW="951865" imgH="419100" progId="Equation.3">
                  <p:embed/>
                  <p:pic>
                    <p:nvPicPr>
                      <p:cNvPr id="0" name="图片 3202"/>
                      <p:cNvPicPr/>
                      <p:nvPr/>
                    </p:nvPicPr>
                    <p:blipFill>
                      <a:blip r:embed="rId7"/>
                      <a:stretch>
                        <a:fillRect/>
                      </a:stretch>
                    </p:blipFill>
                    <p:spPr>
                      <a:xfrm>
                        <a:off x="841375" y="4941888"/>
                        <a:ext cx="2103438" cy="1093787"/>
                      </a:xfrm>
                      <a:prstGeom prst="rect">
                        <a:avLst/>
                      </a:prstGeom>
                      <a:noFill/>
                      <a:ln w="38100">
                        <a:noFill/>
                        <a:miter/>
                      </a:ln>
                    </p:spPr>
                  </p:pic>
                </p:oleObj>
              </mc:Fallback>
            </mc:AlternateContent>
          </a:graphicData>
        </a:graphic>
      </p:graphicFrame>
      <p:graphicFrame>
        <p:nvGraphicFramePr>
          <p:cNvPr id="428040" name="对象 428039"/>
          <p:cNvGraphicFramePr/>
          <p:nvPr/>
        </p:nvGraphicFramePr>
        <p:xfrm>
          <a:off x="700088" y="3716338"/>
          <a:ext cx="3460750" cy="1020762"/>
        </p:xfrm>
        <a:graphic>
          <a:graphicData uri="http://schemas.openxmlformats.org/presentationml/2006/ole">
            <mc:AlternateContent xmlns:mc="http://schemas.openxmlformats.org/markup-compatibility/2006">
              <mc:Choice xmlns:v="urn:schemas-microsoft-com:vml" Requires="v">
                <p:oleObj spid="_x0000_s3201" name="" r:id="rId8" imgW="1358265" imgH="393700" progId="Equation.3">
                  <p:embed/>
                </p:oleObj>
              </mc:Choice>
              <mc:Fallback>
                <p:oleObj name="" r:id="rId8" imgW="1358265" imgH="393700" progId="Equation.3">
                  <p:embed/>
                  <p:pic>
                    <p:nvPicPr>
                      <p:cNvPr id="0" name="图片 3200"/>
                      <p:cNvPicPr/>
                      <p:nvPr/>
                    </p:nvPicPr>
                    <p:blipFill>
                      <a:blip r:embed="rId9"/>
                      <a:stretch>
                        <a:fillRect/>
                      </a:stretch>
                    </p:blipFill>
                    <p:spPr>
                      <a:xfrm>
                        <a:off x="700088" y="3716338"/>
                        <a:ext cx="3460750" cy="1020762"/>
                      </a:xfrm>
                      <a:prstGeom prst="rect">
                        <a:avLst/>
                      </a:prstGeom>
                      <a:noFill/>
                      <a:ln w="38100">
                        <a:noFill/>
                        <a:miter/>
                      </a:ln>
                    </p:spPr>
                  </p:pic>
                </p:oleObj>
              </mc:Fallback>
            </mc:AlternateContent>
          </a:graphicData>
        </a:graphic>
      </p:graphicFrame>
      <p:graphicFrame>
        <p:nvGraphicFramePr>
          <p:cNvPr id="428041" name="对象 428040"/>
          <p:cNvGraphicFramePr/>
          <p:nvPr/>
        </p:nvGraphicFramePr>
        <p:xfrm>
          <a:off x="2484438" y="1773238"/>
          <a:ext cx="1766887" cy="496887"/>
        </p:xfrm>
        <a:graphic>
          <a:graphicData uri="http://schemas.openxmlformats.org/presentationml/2006/ole">
            <mc:AlternateContent xmlns:mc="http://schemas.openxmlformats.org/markup-compatibility/2006">
              <mc:Choice xmlns:v="urn:schemas-microsoft-com:vml" Requires="v">
                <p:oleObj spid="_x0000_s3202" name="" r:id="rId10" imgW="633730" imgH="177800" progId="Equation.3">
                  <p:embed/>
                </p:oleObj>
              </mc:Choice>
              <mc:Fallback>
                <p:oleObj name="" r:id="rId10" imgW="633730" imgH="177800" progId="Equation.3">
                  <p:embed/>
                  <p:pic>
                    <p:nvPicPr>
                      <p:cNvPr id="0" name="图片 3201"/>
                      <p:cNvPicPr/>
                      <p:nvPr/>
                    </p:nvPicPr>
                    <p:blipFill>
                      <a:blip r:embed="rId11"/>
                      <a:stretch>
                        <a:fillRect/>
                      </a:stretch>
                    </p:blipFill>
                    <p:spPr>
                      <a:xfrm>
                        <a:off x="2484438" y="1773238"/>
                        <a:ext cx="1766887" cy="496887"/>
                      </a:xfrm>
                      <a:prstGeom prst="rect">
                        <a:avLst/>
                      </a:prstGeom>
                      <a:noFill/>
                      <a:ln w="38100">
                        <a:noFill/>
                        <a:miter/>
                      </a:ln>
                    </p:spPr>
                  </p:pic>
                </p:oleObj>
              </mc:Fallback>
            </mc:AlternateContent>
          </a:graphicData>
        </a:graphic>
      </p:graphicFrame>
      <p:sp>
        <p:nvSpPr>
          <p:cNvPr id="428042" name="文本框 428041"/>
          <p:cNvSpPr txBox="1"/>
          <p:nvPr/>
        </p:nvSpPr>
        <p:spPr>
          <a:xfrm>
            <a:off x="3276600" y="5157788"/>
            <a:ext cx="3382963" cy="927100"/>
          </a:xfrm>
          <a:prstGeom prst="rect">
            <a:avLst/>
          </a:prstGeom>
          <a:noFill/>
          <a:ln w="9525">
            <a:noFill/>
          </a:ln>
        </p:spPr>
        <p:txBody>
          <a:bodyPr>
            <a:spAutoFit/>
          </a:bodyPr>
          <a:p>
            <a:pPr lvl="0" algn="just" eaLnBrk="1" hangingPunct="1">
              <a:lnSpc>
                <a:spcPct val="105000"/>
              </a:lnSpc>
              <a:spcBef>
                <a:spcPct val="25000"/>
              </a:spcBef>
              <a:buClr>
                <a:srgbClr val="000000"/>
              </a:buClr>
            </a:pPr>
            <a:r>
              <a:rPr lang="zh-CN" altLang="zh-CN" sz="2600" i="0" dirty="0">
                <a:latin typeface="Times New Roman" panose="02020603050405020304" pitchFamily="18" charset="0"/>
                <a:ea typeface="黑体" panose="02010609060101010101" pitchFamily="49" charset="-122"/>
                <a:sym typeface="Symbol" panose="05050102010706020507" pitchFamily="18" charset="2"/>
              </a:rPr>
              <a:t>圆周运动</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中</a:t>
            </a:r>
            <a:r>
              <a:rPr lang="en-US" altLang="zh-CN" sz="2600" i="0">
                <a:latin typeface="Times New Roman" panose="02020603050405020304" pitchFamily="18" charset="0"/>
                <a:ea typeface="黑体" panose="02010609060101010101" pitchFamily="49" charset="-122"/>
                <a:sym typeface="Symbol" panose="05050102010706020507" pitchFamily="18" charset="2"/>
              </a:rPr>
              <a:t>, </a:t>
            </a:r>
            <a:r>
              <a:rPr lang="zh-CN" altLang="en-US" sz="2600" i="0" dirty="0">
                <a:latin typeface="Times New Roman" panose="02020603050405020304" pitchFamily="18" charset="0"/>
                <a:ea typeface="黑体" panose="02010609060101010101" pitchFamily="49" charset="-122"/>
                <a:sym typeface="Symbol" panose="05050102010706020507" pitchFamily="18" charset="2"/>
              </a:rPr>
              <a:t>法向加速度也叫向心加速度</a:t>
            </a:r>
            <a:r>
              <a:rPr lang="en-US" altLang="zh-CN" sz="2600" i="0">
                <a:latin typeface="Times New Roman" panose="02020603050405020304" pitchFamily="18" charset="0"/>
                <a:ea typeface="黑体" panose="02010609060101010101" pitchFamily="49" charset="-122"/>
                <a:sym typeface="Symbol" panose="05050102010706020507" pitchFamily="18" charset="2"/>
              </a:rPr>
              <a:t>.</a:t>
            </a:r>
            <a:endParaRPr lang="zh-CN" altLang="en-US" sz="2600" i="0" dirty="0">
              <a:latin typeface="Times New Roman" panose="02020603050405020304" pitchFamily="18" charset="0"/>
              <a:ea typeface="黑体" panose="02010609060101010101" pitchFamily="49" charset="-122"/>
              <a:sym typeface="Symbol" panose="05050102010706020507" pitchFamily="18" charset="2"/>
            </a:endParaRPr>
          </a:p>
        </p:txBody>
      </p:sp>
      <p:sp>
        <p:nvSpPr>
          <p:cNvPr id="428043" name="文本框 428042"/>
          <p:cNvSpPr txBox="1"/>
          <p:nvPr/>
        </p:nvSpPr>
        <p:spPr>
          <a:xfrm>
            <a:off x="250825" y="188913"/>
            <a:ext cx="8458200" cy="488950"/>
          </a:xfrm>
          <a:prstGeom prst="rect">
            <a:avLst/>
          </a:prstGeom>
          <a:noFill/>
          <a:ln w="9525">
            <a:noFill/>
          </a:ln>
        </p:spPr>
        <p:txBody>
          <a:bodyPr>
            <a:spAutoFit/>
          </a:bodyPr>
          <a:p>
            <a:pPr lvl="0" algn="just" eaLnBrk="1" hangingPunct="1">
              <a:buClr>
                <a:srgbClr val="CC0000"/>
              </a:buClr>
            </a:pPr>
            <a:r>
              <a:rPr lang="en-US" altLang="zh-CN" sz="2600" i="0">
                <a:solidFill>
                  <a:srgbClr val="0000CC"/>
                </a:solidFill>
                <a:latin typeface="Times New Roman" panose="02020603050405020304" pitchFamily="18" charset="0"/>
                <a:ea typeface="黑体" panose="02010609060101010101" pitchFamily="49" charset="-122"/>
              </a:rPr>
              <a:t>1.6.3  </a:t>
            </a:r>
            <a:r>
              <a:rPr lang="zh-CN" altLang="en-US" sz="2600" i="0" dirty="0">
                <a:solidFill>
                  <a:srgbClr val="0000CC"/>
                </a:solidFill>
                <a:latin typeface="Times New Roman" panose="02020603050405020304" pitchFamily="18" charset="0"/>
                <a:ea typeface="黑体" panose="02010609060101010101" pitchFamily="49" charset="-122"/>
              </a:rPr>
              <a:t>圆周运动中的角量与线量的关系</a:t>
            </a:r>
            <a:endParaRPr lang="en-US" altLang="zh-CN" sz="2600" i="0">
              <a:solidFill>
                <a:srgbClr val="0000CC"/>
              </a:solidFill>
              <a:latin typeface="Times New Roman" panose="02020603050405020304" pitchFamily="18" charset="0"/>
              <a:ea typeface="黑体" panose="02010609060101010101" pitchFamily="49" charset="-122"/>
            </a:endParaRPr>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8035"/>
                                        </p:tgtEl>
                                        <p:attrNameLst>
                                          <p:attrName>style.visibility</p:attrName>
                                        </p:attrNameLst>
                                      </p:cBhvr>
                                      <p:to>
                                        <p:strVal val="visible"/>
                                      </p:to>
                                    </p:set>
                                    <p:animEffect transition="in" filter="wipe(left)">
                                      <p:cBhvr>
                                        <p:cTn id="7" dur="500"/>
                                        <p:tgtEl>
                                          <p:spTgt spid="428035"/>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428036"/>
                                        </p:tgtEl>
                                        <p:attrNameLst>
                                          <p:attrName>style.visibility</p:attrName>
                                        </p:attrNameLst>
                                      </p:cBhvr>
                                      <p:to>
                                        <p:strVal val="visible"/>
                                      </p:to>
                                    </p:set>
                                    <p:animEffect transition="in" filter="blinds(horizontal)">
                                      <p:cBhvr>
                                        <p:cTn id="11" dur="500"/>
                                        <p:tgtEl>
                                          <p:spTgt spid="42803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5" fill="hold" nodeType="clickEffect">
                                  <p:stCondLst>
                                    <p:cond delay="0"/>
                                  </p:stCondLst>
                                  <p:childTnLst>
                                    <p:set>
                                      <p:cBhvr>
                                        <p:cTn id="15" dur="1" fill="hold">
                                          <p:stCondLst>
                                            <p:cond delay="0"/>
                                          </p:stCondLst>
                                        </p:cTn>
                                        <p:tgtEl>
                                          <p:spTgt spid="428037"/>
                                        </p:tgtEl>
                                        <p:attrNameLst>
                                          <p:attrName>style.visibility</p:attrName>
                                        </p:attrNameLst>
                                      </p:cBhvr>
                                      <p:to>
                                        <p:strVal val="visible"/>
                                      </p:to>
                                    </p:set>
                                    <p:animEffect transition="in" filter="blinds(vertical)">
                                      <p:cBhvr>
                                        <p:cTn id="16" dur="500"/>
                                        <p:tgtEl>
                                          <p:spTgt spid="42803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nodeType="clickEffect">
                                  <p:stCondLst>
                                    <p:cond delay="0"/>
                                  </p:stCondLst>
                                  <p:childTnLst>
                                    <p:set>
                                      <p:cBhvr>
                                        <p:cTn id="20" dur="1" fill="hold">
                                          <p:stCondLst>
                                            <p:cond delay="0"/>
                                          </p:stCondLst>
                                        </p:cTn>
                                        <p:tgtEl>
                                          <p:spTgt spid="428041"/>
                                        </p:tgtEl>
                                        <p:attrNameLst>
                                          <p:attrName>style.visibility</p:attrName>
                                        </p:attrNameLst>
                                      </p:cBhvr>
                                      <p:to>
                                        <p:strVal val="visible"/>
                                      </p:to>
                                    </p:set>
                                    <p:animEffect transition="in" filter="blinds(vertical)">
                                      <p:cBhvr>
                                        <p:cTn id="21" dur="500"/>
                                        <p:tgtEl>
                                          <p:spTgt spid="42804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5" fill="hold" nodeType="clickEffect">
                                  <p:stCondLst>
                                    <p:cond delay="0"/>
                                  </p:stCondLst>
                                  <p:childTnLst>
                                    <p:set>
                                      <p:cBhvr>
                                        <p:cTn id="25" dur="1" fill="hold">
                                          <p:stCondLst>
                                            <p:cond delay="0"/>
                                          </p:stCondLst>
                                        </p:cTn>
                                        <p:tgtEl>
                                          <p:spTgt spid="428038"/>
                                        </p:tgtEl>
                                        <p:attrNameLst>
                                          <p:attrName>style.visibility</p:attrName>
                                        </p:attrNameLst>
                                      </p:cBhvr>
                                      <p:to>
                                        <p:strVal val="visible"/>
                                      </p:to>
                                    </p:set>
                                    <p:animEffect transition="in" filter="blinds(vertical)">
                                      <p:cBhvr>
                                        <p:cTn id="26" dur="500"/>
                                        <p:tgtEl>
                                          <p:spTgt spid="42803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5" fill="hold" nodeType="clickEffect">
                                  <p:stCondLst>
                                    <p:cond delay="0"/>
                                  </p:stCondLst>
                                  <p:childTnLst>
                                    <p:set>
                                      <p:cBhvr>
                                        <p:cTn id="30" dur="1" fill="hold">
                                          <p:stCondLst>
                                            <p:cond delay="0"/>
                                          </p:stCondLst>
                                        </p:cTn>
                                        <p:tgtEl>
                                          <p:spTgt spid="428040"/>
                                        </p:tgtEl>
                                        <p:attrNameLst>
                                          <p:attrName>style.visibility</p:attrName>
                                        </p:attrNameLst>
                                      </p:cBhvr>
                                      <p:to>
                                        <p:strVal val="visible"/>
                                      </p:to>
                                    </p:set>
                                    <p:animEffect transition="in" filter="blinds(vertical)">
                                      <p:cBhvr>
                                        <p:cTn id="31" dur="500"/>
                                        <p:tgtEl>
                                          <p:spTgt spid="42804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5" fill="hold" nodeType="clickEffect">
                                  <p:stCondLst>
                                    <p:cond delay="0"/>
                                  </p:stCondLst>
                                  <p:childTnLst>
                                    <p:set>
                                      <p:cBhvr>
                                        <p:cTn id="35" dur="1" fill="hold">
                                          <p:stCondLst>
                                            <p:cond delay="0"/>
                                          </p:stCondLst>
                                        </p:cTn>
                                        <p:tgtEl>
                                          <p:spTgt spid="428039"/>
                                        </p:tgtEl>
                                        <p:attrNameLst>
                                          <p:attrName>style.visibility</p:attrName>
                                        </p:attrNameLst>
                                      </p:cBhvr>
                                      <p:to>
                                        <p:strVal val="visible"/>
                                      </p:to>
                                    </p:set>
                                    <p:animEffect transition="in" filter="blinds(vertical)">
                                      <p:cBhvr>
                                        <p:cTn id="36" dur="500"/>
                                        <p:tgtEl>
                                          <p:spTgt spid="42803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28042"/>
                                        </p:tgtEl>
                                        <p:attrNameLst>
                                          <p:attrName>style.visibility</p:attrName>
                                        </p:attrNameLst>
                                      </p:cBhvr>
                                      <p:to>
                                        <p:strVal val="visible"/>
                                      </p:to>
                                    </p:set>
                                    <p:animEffect transition="in" filter="wipe(left)">
                                      <p:cBhvr>
                                        <p:cTn id="41" dur="500"/>
                                        <p:tgtEl>
                                          <p:spTgt spid="428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5" grpId="0"/>
      <p:bldP spid="42804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4722" name="矩形 414721"/>
          <p:cNvSpPr/>
          <p:nvPr/>
        </p:nvSpPr>
        <p:spPr>
          <a:xfrm>
            <a:off x="369888" y="341313"/>
            <a:ext cx="8305800" cy="927100"/>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0000CC"/>
                </a:solidFill>
                <a:latin typeface="Times New Roman" panose="02020603050405020304" pitchFamily="18" charset="0"/>
                <a:ea typeface="黑体" panose="02010609060101010101" pitchFamily="49" charset="-122"/>
              </a:rPr>
              <a:t>例题</a:t>
            </a:r>
            <a:r>
              <a:rPr lang="en-US" altLang="zh-CN" sz="2600" i="0">
                <a:solidFill>
                  <a:srgbClr val="0000CC"/>
                </a:solidFill>
                <a:latin typeface="Times New Roman" panose="02020603050405020304" pitchFamily="18" charset="0"/>
                <a:ea typeface="黑体" panose="02010609060101010101" pitchFamily="49" charset="-122"/>
              </a:rPr>
              <a:t>2:</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已知质点作匀加速直线运动，加速度为</a:t>
            </a:r>
            <a:r>
              <a:rPr lang="en-US" altLang="zh-CN" sz="2600" i="1">
                <a:latin typeface="Times New Roman" panose="02020603050405020304" pitchFamily="18" charset="0"/>
                <a:ea typeface="黑体" panose="02010609060101010101" pitchFamily="49" charset="-122"/>
              </a:rPr>
              <a:t>a</a:t>
            </a:r>
            <a:r>
              <a:rPr lang="zh-CN" altLang="en-US" sz="2600" i="0">
                <a:latin typeface="Times New Roman" panose="02020603050405020304" pitchFamily="18" charset="0"/>
                <a:ea typeface="黑体" panose="02010609060101010101" pitchFamily="49" charset="-122"/>
              </a:rPr>
              <a:t>，</a:t>
            </a:r>
            <a:r>
              <a:rPr lang="zh-CN" altLang="en-US" sz="2600" i="0" dirty="0">
                <a:latin typeface="Times New Roman" panose="02020603050405020304" pitchFamily="18" charset="0"/>
                <a:ea typeface="黑体" panose="02010609060101010101" pitchFamily="49" charset="-122"/>
              </a:rPr>
              <a:t>求质点的运动学方程</a:t>
            </a:r>
            <a:r>
              <a:rPr lang="en-US" altLang="zh-CN" sz="2600" i="0">
                <a:latin typeface="Times New Roman" panose="02020603050405020304" pitchFamily="18" charset="0"/>
                <a:ea typeface="黑体" panose="02010609060101010101" pitchFamily="49" charset="-122"/>
              </a:rPr>
              <a:t>.</a:t>
            </a:r>
            <a:endParaRPr lang="en-US" altLang="zh-CN" sz="2600" i="0">
              <a:latin typeface="Times New Roman" panose="02020603050405020304" pitchFamily="18" charset="0"/>
              <a:ea typeface="黑体" panose="02010609060101010101" pitchFamily="49" charset="-122"/>
            </a:endParaRPr>
          </a:p>
        </p:txBody>
      </p:sp>
      <p:sp>
        <p:nvSpPr>
          <p:cNvPr id="414723" name="矩形 414722"/>
          <p:cNvSpPr/>
          <p:nvPr/>
        </p:nvSpPr>
        <p:spPr>
          <a:xfrm>
            <a:off x="433388" y="1463675"/>
            <a:ext cx="898525"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0000CC"/>
                </a:solidFill>
                <a:latin typeface="Times New Roman" panose="02020603050405020304" pitchFamily="18" charset="0"/>
                <a:ea typeface="黑体" panose="02010609060101010101" pitchFamily="49" charset="-122"/>
              </a:rPr>
              <a:t>解：</a:t>
            </a:r>
            <a:endParaRPr lang="zh-CN" altLang="en-US" sz="2600" i="0" dirty="0">
              <a:solidFill>
                <a:srgbClr val="0000CC"/>
              </a:solidFill>
              <a:latin typeface="Times New Roman" panose="02020603050405020304" pitchFamily="18" charset="0"/>
              <a:ea typeface="黑体" panose="02010609060101010101" pitchFamily="49" charset="-122"/>
            </a:endParaRPr>
          </a:p>
        </p:txBody>
      </p:sp>
      <p:graphicFrame>
        <p:nvGraphicFramePr>
          <p:cNvPr id="414724" name="对象 414723"/>
          <p:cNvGraphicFramePr/>
          <p:nvPr/>
        </p:nvGraphicFramePr>
        <p:xfrm>
          <a:off x="1458913" y="1390650"/>
          <a:ext cx="1384300" cy="900113"/>
        </p:xfrm>
        <a:graphic>
          <a:graphicData uri="http://schemas.openxmlformats.org/presentationml/2006/ole">
            <mc:AlternateContent xmlns:mc="http://schemas.openxmlformats.org/markup-compatibility/2006">
              <mc:Choice xmlns:v="urn:schemas-microsoft-com:vml" Requires="v">
                <p:oleObj spid="_x0000_s3205" name="" r:id="rId1" imgW="457200" imgH="330200" progId="Equation.3">
                  <p:embed/>
                </p:oleObj>
              </mc:Choice>
              <mc:Fallback>
                <p:oleObj name="" r:id="rId1" imgW="457200" imgH="330200" progId="Equation.3">
                  <p:embed/>
                  <p:pic>
                    <p:nvPicPr>
                      <p:cNvPr id="0" name="图片 3204"/>
                      <p:cNvPicPr/>
                      <p:nvPr/>
                    </p:nvPicPr>
                    <p:blipFill>
                      <a:blip r:embed="rId2">
                        <a:clrChange>
                          <a:clrFrom>
                            <a:srgbClr val="000000"/>
                          </a:clrFrom>
                          <a:clrTo>
                            <a:srgbClr val="000000"/>
                          </a:clrTo>
                        </a:clrChange>
                      </a:blip>
                      <a:stretch>
                        <a:fillRect/>
                      </a:stretch>
                    </p:blipFill>
                    <p:spPr>
                      <a:xfrm>
                        <a:off x="1458913" y="1390650"/>
                        <a:ext cx="1384300" cy="900113"/>
                      </a:xfrm>
                      <a:prstGeom prst="rect">
                        <a:avLst/>
                      </a:prstGeom>
                      <a:noFill/>
                      <a:ln w="38100">
                        <a:noFill/>
                        <a:miter/>
                      </a:ln>
                    </p:spPr>
                  </p:pic>
                </p:oleObj>
              </mc:Fallback>
            </mc:AlternateContent>
          </a:graphicData>
        </a:graphic>
      </p:graphicFrame>
      <p:graphicFrame>
        <p:nvGraphicFramePr>
          <p:cNvPr id="414725" name="对象 414724"/>
          <p:cNvGraphicFramePr/>
          <p:nvPr/>
        </p:nvGraphicFramePr>
        <p:xfrm>
          <a:off x="4140200" y="1557338"/>
          <a:ext cx="1495425" cy="463550"/>
        </p:xfrm>
        <a:graphic>
          <a:graphicData uri="http://schemas.openxmlformats.org/presentationml/2006/ole">
            <mc:AlternateContent xmlns:mc="http://schemas.openxmlformats.org/markup-compatibility/2006">
              <mc:Choice xmlns:v="urn:schemas-microsoft-com:vml" Requires="v">
                <p:oleObj spid="_x0000_s3206" name="" r:id="rId3" imgW="557530" imgH="177800" progId="Equation.3">
                  <p:embed/>
                </p:oleObj>
              </mc:Choice>
              <mc:Fallback>
                <p:oleObj name="" r:id="rId3" imgW="557530" imgH="177800" progId="Equation.3">
                  <p:embed/>
                  <p:pic>
                    <p:nvPicPr>
                      <p:cNvPr id="0" name="图片 3205"/>
                      <p:cNvPicPr/>
                      <p:nvPr/>
                    </p:nvPicPr>
                    <p:blipFill>
                      <a:blip r:embed="rId4">
                        <a:clrChange>
                          <a:clrFrom>
                            <a:srgbClr val="000000"/>
                          </a:clrFrom>
                          <a:clrTo>
                            <a:srgbClr val="000000"/>
                          </a:clrTo>
                        </a:clrChange>
                      </a:blip>
                      <a:stretch>
                        <a:fillRect/>
                      </a:stretch>
                    </p:blipFill>
                    <p:spPr>
                      <a:xfrm>
                        <a:off x="4140200" y="1557338"/>
                        <a:ext cx="1495425" cy="463550"/>
                      </a:xfrm>
                      <a:prstGeom prst="rect">
                        <a:avLst/>
                      </a:prstGeom>
                      <a:noFill/>
                      <a:ln w="38100">
                        <a:noFill/>
                        <a:miter/>
                      </a:ln>
                    </p:spPr>
                  </p:pic>
                </p:oleObj>
              </mc:Fallback>
            </mc:AlternateContent>
          </a:graphicData>
        </a:graphic>
      </p:graphicFrame>
      <p:sp>
        <p:nvSpPr>
          <p:cNvPr id="414726" name="矩形 414725"/>
          <p:cNvSpPr/>
          <p:nvPr/>
        </p:nvSpPr>
        <p:spPr>
          <a:xfrm>
            <a:off x="971550" y="2349500"/>
            <a:ext cx="6892925" cy="509588"/>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对于作直线运动的质点，采用标量形式</a:t>
            </a:r>
            <a:endParaRPr lang="zh-CN" altLang="en-US" sz="2600" i="0" dirty="0">
              <a:latin typeface="Times New Roman" panose="02020603050405020304" pitchFamily="18" charset="0"/>
              <a:ea typeface="黑体" panose="02010609060101010101" pitchFamily="49" charset="-122"/>
            </a:endParaRPr>
          </a:p>
        </p:txBody>
      </p:sp>
      <p:graphicFrame>
        <p:nvGraphicFramePr>
          <p:cNvPr id="414727" name="对象 414726"/>
          <p:cNvGraphicFramePr/>
          <p:nvPr/>
        </p:nvGraphicFramePr>
        <p:xfrm>
          <a:off x="1331913" y="2997200"/>
          <a:ext cx="1655762" cy="493713"/>
        </p:xfrm>
        <a:graphic>
          <a:graphicData uri="http://schemas.openxmlformats.org/presentationml/2006/ole">
            <mc:AlternateContent xmlns:mc="http://schemas.openxmlformats.org/markup-compatibility/2006">
              <mc:Choice xmlns:v="urn:schemas-microsoft-com:vml" Requires="v">
                <p:oleObj spid="_x0000_s3224" name="" r:id="rId5" imgW="621030" imgH="177800" progId="Equation.3">
                  <p:embed/>
                </p:oleObj>
              </mc:Choice>
              <mc:Fallback>
                <p:oleObj name="" r:id="rId5" imgW="621030" imgH="177800" progId="Equation.3">
                  <p:embed/>
                  <p:pic>
                    <p:nvPicPr>
                      <p:cNvPr id="0" name="图片 3223"/>
                      <p:cNvPicPr/>
                      <p:nvPr/>
                    </p:nvPicPr>
                    <p:blipFill>
                      <a:blip r:embed="rId6">
                        <a:clrChange>
                          <a:clrFrom>
                            <a:srgbClr val="000000"/>
                          </a:clrFrom>
                          <a:clrTo>
                            <a:srgbClr val="000000"/>
                          </a:clrTo>
                        </a:clrChange>
                      </a:blip>
                      <a:stretch>
                        <a:fillRect/>
                      </a:stretch>
                    </p:blipFill>
                    <p:spPr>
                      <a:xfrm>
                        <a:off x="1331913" y="2997200"/>
                        <a:ext cx="1655762" cy="493713"/>
                      </a:xfrm>
                      <a:prstGeom prst="rect">
                        <a:avLst/>
                      </a:prstGeom>
                      <a:noFill/>
                      <a:ln w="38100">
                        <a:noFill/>
                        <a:miter/>
                      </a:ln>
                    </p:spPr>
                  </p:pic>
                </p:oleObj>
              </mc:Fallback>
            </mc:AlternateContent>
          </a:graphicData>
        </a:graphic>
      </p:graphicFrame>
      <p:graphicFrame>
        <p:nvGraphicFramePr>
          <p:cNvPr id="414728" name="对象 414727"/>
          <p:cNvGraphicFramePr/>
          <p:nvPr/>
        </p:nvGraphicFramePr>
        <p:xfrm>
          <a:off x="2179638" y="3498850"/>
          <a:ext cx="2198687" cy="998538"/>
        </p:xfrm>
        <a:graphic>
          <a:graphicData uri="http://schemas.openxmlformats.org/presentationml/2006/ole">
            <mc:AlternateContent xmlns:mc="http://schemas.openxmlformats.org/markup-compatibility/2006">
              <mc:Choice xmlns:v="urn:schemas-microsoft-com:vml" Requires="v">
                <p:oleObj spid="_x0000_s3217" name="" r:id="rId7" imgW="888365" imgH="355600" progId="Equation.3">
                  <p:embed/>
                </p:oleObj>
              </mc:Choice>
              <mc:Fallback>
                <p:oleObj name="" r:id="rId7" imgW="888365" imgH="355600" progId="Equation.3">
                  <p:embed/>
                  <p:pic>
                    <p:nvPicPr>
                      <p:cNvPr id="0" name="图片 3216"/>
                      <p:cNvPicPr/>
                      <p:nvPr/>
                    </p:nvPicPr>
                    <p:blipFill>
                      <a:blip r:embed="rId8">
                        <a:clrChange>
                          <a:clrFrom>
                            <a:srgbClr val="000000"/>
                          </a:clrFrom>
                          <a:clrTo>
                            <a:srgbClr val="000000"/>
                          </a:clrTo>
                        </a:clrChange>
                      </a:blip>
                      <a:stretch>
                        <a:fillRect/>
                      </a:stretch>
                    </p:blipFill>
                    <p:spPr>
                      <a:xfrm>
                        <a:off x="2179638" y="3498850"/>
                        <a:ext cx="2198687" cy="998538"/>
                      </a:xfrm>
                      <a:prstGeom prst="rect">
                        <a:avLst/>
                      </a:prstGeom>
                      <a:noFill/>
                      <a:ln w="38100">
                        <a:noFill/>
                        <a:miter/>
                      </a:ln>
                    </p:spPr>
                  </p:pic>
                </p:oleObj>
              </mc:Fallback>
            </mc:AlternateContent>
          </a:graphicData>
        </a:graphic>
      </p:graphicFrame>
      <p:graphicFrame>
        <p:nvGraphicFramePr>
          <p:cNvPr id="414729" name="对象 414728"/>
          <p:cNvGraphicFramePr/>
          <p:nvPr/>
        </p:nvGraphicFramePr>
        <p:xfrm>
          <a:off x="4824413" y="3643313"/>
          <a:ext cx="1941512" cy="685800"/>
        </p:xfrm>
        <a:graphic>
          <a:graphicData uri="http://schemas.openxmlformats.org/presentationml/2006/ole">
            <mc:AlternateContent xmlns:mc="http://schemas.openxmlformats.org/markup-compatibility/2006">
              <mc:Choice xmlns:v="urn:schemas-microsoft-com:vml" Requires="v">
                <p:oleObj spid="_x0000_s3221" name="" r:id="rId9" imgW="698500" imgH="228600" progId="Equation.3">
                  <p:embed/>
                </p:oleObj>
              </mc:Choice>
              <mc:Fallback>
                <p:oleObj name="" r:id="rId9" imgW="698500" imgH="228600" progId="Equation.3">
                  <p:embed/>
                  <p:pic>
                    <p:nvPicPr>
                      <p:cNvPr id="0" name="图片 3220"/>
                      <p:cNvPicPr/>
                      <p:nvPr/>
                    </p:nvPicPr>
                    <p:blipFill>
                      <a:blip r:embed="rId10">
                        <a:clrChange>
                          <a:clrFrom>
                            <a:srgbClr val="000000"/>
                          </a:clrFrom>
                          <a:clrTo>
                            <a:srgbClr val="000000"/>
                          </a:clrTo>
                        </a:clrChange>
                      </a:blip>
                      <a:stretch>
                        <a:fillRect/>
                      </a:stretch>
                    </p:blipFill>
                    <p:spPr>
                      <a:xfrm>
                        <a:off x="4824413" y="3643313"/>
                        <a:ext cx="1941512" cy="685800"/>
                      </a:xfrm>
                      <a:prstGeom prst="rect">
                        <a:avLst/>
                      </a:prstGeom>
                      <a:noFill/>
                      <a:ln w="38100">
                        <a:noFill/>
                        <a:miter/>
                      </a:ln>
                    </p:spPr>
                  </p:pic>
                </p:oleObj>
              </mc:Fallback>
            </mc:AlternateContent>
          </a:graphicData>
        </a:graphic>
      </p:graphicFrame>
      <p:sp>
        <p:nvSpPr>
          <p:cNvPr id="414730" name="右箭头 414729"/>
          <p:cNvSpPr/>
          <p:nvPr/>
        </p:nvSpPr>
        <p:spPr>
          <a:xfrm>
            <a:off x="3276600" y="1751013"/>
            <a:ext cx="647700" cy="142875"/>
          </a:xfrm>
          <a:prstGeom prst="rightArrow">
            <a:avLst>
              <a:gd name="adj1" fmla="val 50000"/>
              <a:gd name="adj2" fmla="val 113333"/>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414731" name="右箭头 414730"/>
          <p:cNvSpPr/>
          <p:nvPr/>
        </p:nvSpPr>
        <p:spPr>
          <a:xfrm>
            <a:off x="1403350" y="3836988"/>
            <a:ext cx="647700" cy="142875"/>
          </a:xfrm>
          <a:prstGeom prst="rightArrow">
            <a:avLst>
              <a:gd name="adj1" fmla="val 50000"/>
              <a:gd name="adj2" fmla="val 113333"/>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414732" name="对象 414731"/>
          <p:cNvGraphicFramePr/>
          <p:nvPr/>
        </p:nvGraphicFramePr>
        <p:xfrm>
          <a:off x="1258888" y="4354513"/>
          <a:ext cx="1152525" cy="1038225"/>
        </p:xfrm>
        <a:graphic>
          <a:graphicData uri="http://schemas.openxmlformats.org/presentationml/2006/ole">
            <mc:AlternateContent xmlns:mc="http://schemas.openxmlformats.org/markup-compatibility/2006">
              <mc:Choice xmlns:v="urn:schemas-microsoft-com:vml" Requires="v">
                <p:oleObj spid="_x0000_s3220" name="" r:id="rId11" imgW="482600" imgH="393700" progId="Equation.3">
                  <p:embed/>
                </p:oleObj>
              </mc:Choice>
              <mc:Fallback>
                <p:oleObj name="" r:id="rId11" imgW="482600" imgH="393700" progId="Equation.3">
                  <p:embed/>
                  <p:pic>
                    <p:nvPicPr>
                      <p:cNvPr id="0" name="图片 3219"/>
                      <p:cNvPicPr/>
                      <p:nvPr/>
                    </p:nvPicPr>
                    <p:blipFill>
                      <a:blip r:embed="rId12">
                        <a:clrChange>
                          <a:clrFrom>
                            <a:srgbClr val="000000"/>
                          </a:clrFrom>
                          <a:clrTo>
                            <a:srgbClr val="000000"/>
                          </a:clrTo>
                        </a:clrChange>
                      </a:blip>
                      <a:stretch>
                        <a:fillRect/>
                      </a:stretch>
                    </p:blipFill>
                    <p:spPr>
                      <a:xfrm>
                        <a:off x="1258888" y="4354513"/>
                        <a:ext cx="1152525" cy="1038225"/>
                      </a:xfrm>
                      <a:prstGeom prst="rect">
                        <a:avLst/>
                      </a:prstGeom>
                      <a:noFill/>
                      <a:ln w="38100">
                        <a:noFill/>
                        <a:miter/>
                      </a:ln>
                    </p:spPr>
                  </p:pic>
                </p:oleObj>
              </mc:Fallback>
            </mc:AlternateContent>
          </a:graphicData>
        </a:graphic>
      </p:graphicFrame>
      <p:graphicFrame>
        <p:nvGraphicFramePr>
          <p:cNvPr id="414733" name="对象 414732"/>
          <p:cNvGraphicFramePr/>
          <p:nvPr/>
        </p:nvGraphicFramePr>
        <p:xfrm>
          <a:off x="2478088" y="4570413"/>
          <a:ext cx="1589087" cy="647700"/>
        </p:xfrm>
        <a:graphic>
          <a:graphicData uri="http://schemas.openxmlformats.org/presentationml/2006/ole">
            <mc:AlternateContent xmlns:mc="http://schemas.openxmlformats.org/markup-compatibility/2006">
              <mc:Choice xmlns:v="urn:schemas-microsoft-com:vml" Requires="v">
                <p:oleObj spid="_x0000_s3222" name="" r:id="rId13" imgW="584200" imgH="228600" progId="Equation.3">
                  <p:embed/>
                </p:oleObj>
              </mc:Choice>
              <mc:Fallback>
                <p:oleObj name="" r:id="rId13" imgW="584200" imgH="228600" progId="Equation.3">
                  <p:embed/>
                  <p:pic>
                    <p:nvPicPr>
                      <p:cNvPr id="0" name="图片 3221"/>
                      <p:cNvPicPr/>
                      <p:nvPr/>
                    </p:nvPicPr>
                    <p:blipFill>
                      <a:blip r:embed="rId14">
                        <a:clrChange>
                          <a:clrFrom>
                            <a:srgbClr val="000000"/>
                          </a:clrFrom>
                          <a:clrTo>
                            <a:srgbClr val="000000"/>
                          </a:clrTo>
                        </a:clrChange>
                      </a:blip>
                      <a:stretch>
                        <a:fillRect/>
                      </a:stretch>
                    </p:blipFill>
                    <p:spPr>
                      <a:xfrm>
                        <a:off x="2478088" y="4570413"/>
                        <a:ext cx="1589087" cy="647700"/>
                      </a:xfrm>
                      <a:prstGeom prst="rect">
                        <a:avLst/>
                      </a:prstGeom>
                      <a:noFill/>
                      <a:ln w="38100">
                        <a:noFill/>
                        <a:miter/>
                      </a:ln>
                    </p:spPr>
                  </p:pic>
                </p:oleObj>
              </mc:Fallback>
            </mc:AlternateContent>
          </a:graphicData>
        </a:graphic>
      </p:graphicFrame>
      <p:graphicFrame>
        <p:nvGraphicFramePr>
          <p:cNvPr id="414734" name="对象 414733"/>
          <p:cNvGraphicFramePr/>
          <p:nvPr/>
        </p:nvGraphicFramePr>
        <p:xfrm>
          <a:off x="5043488" y="4510088"/>
          <a:ext cx="3595687" cy="901700"/>
        </p:xfrm>
        <a:graphic>
          <a:graphicData uri="http://schemas.openxmlformats.org/presentationml/2006/ole">
            <mc:AlternateContent xmlns:mc="http://schemas.openxmlformats.org/markup-compatibility/2006">
              <mc:Choice xmlns:v="urn:schemas-microsoft-com:vml" Requires="v">
                <p:oleObj spid="_x0000_s3213" name="" r:id="rId15" imgW="1332865" imgH="330200" progId="Equation.3">
                  <p:embed/>
                </p:oleObj>
              </mc:Choice>
              <mc:Fallback>
                <p:oleObj name="" r:id="rId15" imgW="1332865" imgH="330200" progId="Equation.3">
                  <p:embed/>
                  <p:pic>
                    <p:nvPicPr>
                      <p:cNvPr id="0" name="图片 3212"/>
                      <p:cNvPicPr/>
                      <p:nvPr/>
                    </p:nvPicPr>
                    <p:blipFill>
                      <a:blip r:embed="rId16">
                        <a:clrChange>
                          <a:clrFrom>
                            <a:srgbClr val="000000"/>
                          </a:clrFrom>
                          <a:clrTo>
                            <a:srgbClr val="000000"/>
                          </a:clrTo>
                        </a:clrChange>
                      </a:blip>
                      <a:stretch>
                        <a:fillRect/>
                      </a:stretch>
                    </p:blipFill>
                    <p:spPr>
                      <a:xfrm>
                        <a:off x="5043488" y="4510088"/>
                        <a:ext cx="3595687" cy="901700"/>
                      </a:xfrm>
                      <a:prstGeom prst="rect">
                        <a:avLst/>
                      </a:prstGeom>
                      <a:noFill/>
                      <a:ln w="38100">
                        <a:noFill/>
                        <a:miter/>
                      </a:ln>
                    </p:spPr>
                  </p:pic>
                </p:oleObj>
              </mc:Fallback>
            </mc:AlternateContent>
          </a:graphicData>
        </a:graphic>
      </p:graphicFrame>
      <p:sp>
        <p:nvSpPr>
          <p:cNvPr id="414735" name="右箭头 414734"/>
          <p:cNvSpPr/>
          <p:nvPr/>
        </p:nvSpPr>
        <p:spPr>
          <a:xfrm>
            <a:off x="4356100" y="4859338"/>
            <a:ext cx="647700" cy="142875"/>
          </a:xfrm>
          <a:prstGeom prst="rightArrow">
            <a:avLst>
              <a:gd name="adj1" fmla="val 50000"/>
              <a:gd name="adj2" fmla="val 113333"/>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414736" name="对象 414735"/>
          <p:cNvGraphicFramePr/>
          <p:nvPr/>
        </p:nvGraphicFramePr>
        <p:xfrm>
          <a:off x="2266950" y="5405438"/>
          <a:ext cx="3455988" cy="1125537"/>
        </p:xfrm>
        <a:graphic>
          <a:graphicData uri="http://schemas.openxmlformats.org/presentationml/2006/ole">
            <mc:AlternateContent xmlns:mc="http://schemas.openxmlformats.org/markup-compatibility/2006">
              <mc:Choice xmlns:v="urn:schemas-microsoft-com:vml" Requires="v">
                <p:oleObj spid="_x0000_s3223" name="" r:id="rId17" imgW="1180465" imgH="393700" progId="Equation.3">
                  <p:embed/>
                </p:oleObj>
              </mc:Choice>
              <mc:Fallback>
                <p:oleObj name="" r:id="rId17" imgW="1180465" imgH="393700" progId="Equation.3">
                  <p:embed/>
                  <p:pic>
                    <p:nvPicPr>
                      <p:cNvPr id="0" name="图片 3222"/>
                      <p:cNvPicPr/>
                      <p:nvPr/>
                    </p:nvPicPr>
                    <p:blipFill>
                      <a:blip r:embed="rId18">
                        <a:clrChange>
                          <a:clrFrom>
                            <a:srgbClr val="000000"/>
                          </a:clrFrom>
                          <a:clrTo>
                            <a:srgbClr val="000000"/>
                          </a:clrTo>
                        </a:clrChange>
                      </a:blip>
                      <a:stretch>
                        <a:fillRect/>
                      </a:stretch>
                    </p:blipFill>
                    <p:spPr>
                      <a:xfrm>
                        <a:off x="2266950" y="5405438"/>
                        <a:ext cx="3455988" cy="1125537"/>
                      </a:xfrm>
                      <a:prstGeom prst="rect">
                        <a:avLst/>
                      </a:prstGeom>
                      <a:noFill/>
                      <a:ln w="38100">
                        <a:noFill/>
                        <a:miter/>
                      </a:ln>
                    </p:spPr>
                  </p:pic>
                </p:oleObj>
              </mc:Fallback>
            </mc:AlternateContent>
          </a:graphicData>
        </a:graphic>
      </p:graphicFrame>
      <p:sp>
        <p:nvSpPr>
          <p:cNvPr id="414737" name="右箭头 414736"/>
          <p:cNvSpPr/>
          <p:nvPr/>
        </p:nvSpPr>
        <p:spPr>
          <a:xfrm>
            <a:off x="1403350" y="5907088"/>
            <a:ext cx="647700" cy="142875"/>
          </a:xfrm>
          <a:prstGeom prst="rightArrow">
            <a:avLst>
              <a:gd name="adj1" fmla="val 50000"/>
              <a:gd name="adj2" fmla="val 113333"/>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4722"/>
                                        </p:tgtEl>
                                        <p:attrNameLst>
                                          <p:attrName>style.visibility</p:attrName>
                                        </p:attrNameLst>
                                      </p:cBhvr>
                                      <p:to>
                                        <p:strVal val="visible"/>
                                      </p:to>
                                    </p:set>
                                    <p:animEffect transition="in" filter="wipe(left)">
                                      <p:cBhvr>
                                        <p:cTn id="7" dur="500"/>
                                        <p:tgtEl>
                                          <p:spTgt spid="4147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4723"/>
                                        </p:tgtEl>
                                        <p:attrNameLst>
                                          <p:attrName>style.visibility</p:attrName>
                                        </p:attrNameLst>
                                      </p:cBhvr>
                                      <p:to>
                                        <p:strVal val="visible"/>
                                      </p:to>
                                    </p:set>
                                    <p:animEffect transition="in" filter="wipe(left)">
                                      <p:cBhvr>
                                        <p:cTn id="12" dur="500"/>
                                        <p:tgtEl>
                                          <p:spTgt spid="4147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14724"/>
                                        </p:tgtEl>
                                        <p:attrNameLst>
                                          <p:attrName>style.visibility</p:attrName>
                                        </p:attrNameLst>
                                      </p:cBhvr>
                                      <p:to>
                                        <p:strVal val="visible"/>
                                      </p:to>
                                    </p:set>
                                    <p:animEffect transition="in" filter="wipe(left)">
                                      <p:cBhvr>
                                        <p:cTn id="17" dur="500"/>
                                        <p:tgtEl>
                                          <p:spTgt spid="4147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14730"/>
                                        </p:tgtEl>
                                        <p:attrNameLst>
                                          <p:attrName>style.visibility</p:attrName>
                                        </p:attrNameLst>
                                      </p:cBhvr>
                                      <p:to>
                                        <p:strVal val="visible"/>
                                      </p:to>
                                    </p:set>
                                    <p:animEffect transition="in" filter="wipe(left)">
                                      <p:cBhvr>
                                        <p:cTn id="22" dur="500"/>
                                        <p:tgtEl>
                                          <p:spTgt spid="4147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14725"/>
                                        </p:tgtEl>
                                        <p:attrNameLst>
                                          <p:attrName>style.visibility</p:attrName>
                                        </p:attrNameLst>
                                      </p:cBhvr>
                                      <p:to>
                                        <p:strVal val="visible"/>
                                      </p:to>
                                    </p:set>
                                    <p:animEffect transition="in" filter="wipe(left)">
                                      <p:cBhvr>
                                        <p:cTn id="27" dur="500"/>
                                        <p:tgtEl>
                                          <p:spTgt spid="4147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14726"/>
                                        </p:tgtEl>
                                        <p:attrNameLst>
                                          <p:attrName>style.visibility</p:attrName>
                                        </p:attrNameLst>
                                      </p:cBhvr>
                                      <p:to>
                                        <p:strVal val="visible"/>
                                      </p:to>
                                    </p:set>
                                    <p:animEffect transition="in" filter="wipe(left)">
                                      <p:cBhvr>
                                        <p:cTn id="32" dur="500"/>
                                        <p:tgtEl>
                                          <p:spTgt spid="4147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14727"/>
                                        </p:tgtEl>
                                        <p:attrNameLst>
                                          <p:attrName>style.visibility</p:attrName>
                                        </p:attrNameLst>
                                      </p:cBhvr>
                                      <p:to>
                                        <p:strVal val="visible"/>
                                      </p:to>
                                    </p:set>
                                    <p:animEffect transition="in" filter="wipe(left)">
                                      <p:cBhvr>
                                        <p:cTn id="37" dur="500"/>
                                        <p:tgtEl>
                                          <p:spTgt spid="4147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14731"/>
                                        </p:tgtEl>
                                        <p:attrNameLst>
                                          <p:attrName>style.visibility</p:attrName>
                                        </p:attrNameLst>
                                      </p:cBhvr>
                                      <p:to>
                                        <p:strVal val="visible"/>
                                      </p:to>
                                    </p:set>
                                    <p:animEffect transition="in" filter="wipe(left)">
                                      <p:cBhvr>
                                        <p:cTn id="42" dur="500"/>
                                        <p:tgtEl>
                                          <p:spTgt spid="41473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14728"/>
                                        </p:tgtEl>
                                        <p:attrNameLst>
                                          <p:attrName>style.visibility</p:attrName>
                                        </p:attrNameLst>
                                      </p:cBhvr>
                                      <p:to>
                                        <p:strVal val="visible"/>
                                      </p:to>
                                    </p:set>
                                    <p:animEffect transition="in" filter="wipe(left)">
                                      <p:cBhvr>
                                        <p:cTn id="47" dur="500"/>
                                        <p:tgtEl>
                                          <p:spTgt spid="41472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14729"/>
                                        </p:tgtEl>
                                        <p:attrNameLst>
                                          <p:attrName>style.visibility</p:attrName>
                                        </p:attrNameLst>
                                      </p:cBhvr>
                                      <p:to>
                                        <p:strVal val="visible"/>
                                      </p:to>
                                    </p:set>
                                    <p:animEffect transition="in" filter="wipe(left)">
                                      <p:cBhvr>
                                        <p:cTn id="52" dur="500"/>
                                        <p:tgtEl>
                                          <p:spTgt spid="41472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14732"/>
                                        </p:tgtEl>
                                        <p:attrNameLst>
                                          <p:attrName>style.visibility</p:attrName>
                                        </p:attrNameLst>
                                      </p:cBhvr>
                                      <p:to>
                                        <p:strVal val="visible"/>
                                      </p:to>
                                    </p:set>
                                    <p:animEffect transition="in" filter="wipe(left)">
                                      <p:cBhvr>
                                        <p:cTn id="57" dur="500"/>
                                        <p:tgtEl>
                                          <p:spTgt spid="41473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14733"/>
                                        </p:tgtEl>
                                        <p:attrNameLst>
                                          <p:attrName>style.visibility</p:attrName>
                                        </p:attrNameLst>
                                      </p:cBhvr>
                                      <p:to>
                                        <p:strVal val="visible"/>
                                      </p:to>
                                    </p:set>
                                    <p:animEffect transition="in" filter="wipe(left)">
                                      <p:cBhvr>
                                        <p:cTn id="62" dur="500"/>
                                        <p:tgtEl>
                                          <p:spTgt spid="41473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414735"/>
                                        </p:tgtEl>
                                        <p:attrNameLst>
                                          <p:attrName>style.visibility</p:attrName>
                                        </p:attrNameLst>
                                      </p:cBhvr>
                                      <p:to>
                                        <p:strVal val="visible"/>
                                      </p:to>
                                    </p:set>
                                    <p:animEffect transition="in" filter="wipe(left)">
                                      <p:cBhvr>
                                        <p:cTn id="67" dur="500"/>
                                        <p:tgtEl>
                                          <p:spTgt spid="41473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414734"/>
                                        </p:tgtEl>
                                        <p:attrNameLst>
                                          <p:attrName>style.visibility</p:attrName>
                                        </p:attrNameLst>
                                      </p:cBhvr>
                                      <p:to>
                                        <p:strVal val="visible"/>
                                      </p:to>
                                    </p:set>
                                    <p:animEffect transition="in" filter="wipe(left)">
                                      <p:cBhvr>
                                        <p:cTn id="72" dur="500"/>
                                        <p:tgtEl>
                                          <p:spTgt spid="414734"/>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1473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414736"/>
                                        </p:tgtEl>
                                        <p:attrNameLst>
                                          <p:attrName>style.visibility</p:attrName>
                                        </p:attrNameLst>
                                      </p:cBhvr>
                                      <p:to>
                                        <p:strVal val="visible"/>
                                      </p:to>
                                    </p:set>
                                    <p:animEffect transition="in" filter="wipe(left)">
                                      <p:cBhvr>
                                        <p:cTn id="81" dur="500"/>
                                        <p:tgtEl>
                                          <p:spTgt spid="414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2" grpId="0"/>
      <p:bldP spid="414723" grpId="0"/>
      <p:bldP spid="41472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15756" name="组合 415755"/>
          <p:cNvGrpSpPr/>
          <p:nvPr/>
        </p:nvGrpSpPr>
        <p:grpSpPr>
          <a:xfrm>
            <a:off x="323850" y="357188"/>
            <a:ext cx="8569325" cy="1463675"/>
            <a:chOff x="204" y="164"/>
            <a:chExt cx="5398" cy="922"/>
          </a:xfrm>
        </p:grpSpPr>
        <p:sp>
          <p:nvSpPr>
            <p:cNvPr id="415746" name="文本框 415745"/>
            <p:cNvSpPr txBox="1"/>
            <p:nvPr/>
          </p:nvSpPr>
          <p:spPr>
            <a:xfrm>
              <a:off x="204" y="164"/>
              <a:ext cx="5398" cy="922"/>
            </a:xfrm>
            <a:prstGeom prst="rect">
              <a:avLst/>
            </a:prstGeom>
            <a:noFill/>
            <a:ln w="9525">
              <a:noFill/>
            </a:ln>
          </p:spPr>
          <p:txBody>
            <a:bodyPr>
              <a:spAutoFit/>
            </a:bodyPr>
            <a:p>
              <a:pPr lvl="0" algn="just" eaLnBrk="1" hangingPunct="1">
                <a:lnSpc>
                  <a:spcPct val="115000"/>
                </a:lnSpc>
                <a:spcBef>
                  <a:spcPct val="25000"/>
                </a:spcBef>
                <a:buClr>
                  <a:srgbClr val="CC0000"/>
                </a:buClr>
              </a:pPr>
              <a:r>
                <a:rPr lang="zh-CN" altLang="en-US" sz="2600" i="0" dirty="0">
                  <a:solidFill>
                    <a:srgbClr val="0000CC"/>
                  </a:solidFill>
                  <a:latin typeface="Times New Roman" panose="02020603050405020304" pitchFamily="18" charset="0"/>
                  <a:ea typeface="黑体" panose="02010609060101010101" pitchFamily="49" charset="-122"/>
                </a:rPr>
                <a:t>例题</a:t>
              </a:r>
              <a:r>
                <a:rPr lang="en-US" altLang="zh-CN" sz="2600" i="0">
                  <a:solidFill>
                    <a:srgbClr val="0000CC"/>
                  </a:solidFill>
                  <a:latin typeface="Times New Roman" panose="02020603050405020304" pitchFamily="18" charset="0"/>
                  <a:ea typeface="黑体" panose="02010609060101010101" pitchFamily="49" charset="-122"/>
                </a:rPr>
                <a:t>3.</a:t>
              </a:r>
              <a:r>
                <a:rPr lang="zh-CN" altLang="en-US" sz="2600" i="0" dirty="0">
                  <a:latin typeface="Times New Roman" panose="02020603050405020304" pitchFamily="18" charset="0"/>
                  <a:ea typeface="黑体" panose="02010609060101010101" pitchFamily="49" charset="-122"/>
                </a:rPr>
                <a:t>  设某一质点以初速度                             作直线运动</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其加速度为                                 </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问</a:t>
              </a:r>
              <a:r>
                <a:rPr lang="en-US" altLang="zh-CN" sz="2600" i="0">
                  <a:latin typeface="Times New Roman" panose="02020603050405020304" pitchFamily="18" charset="0"/>
                  <a:ea typeface="黑体" panose="02010609060101010101" pitchFamily="49" charset="-122"/>
                </a:rPr>
                <a:t>: </a:t>
              </a:r>
              <a:r>
                <a:rPr lang="zh-CN" altLang="en-US" sz="2600" i="0" dirty="0">
                  <a:latin typeface="Times New Roman" panose="02020603050405020304" pitchFamily="18" charset="0"/>
                  <a:ea typeface="黑体" panose="02010609060101010101" pitchFamily="49" charset="-122"/>
                </a:rPr>
                <a:t>质点在停止前运动的路程有多长？</a:t>
              </a:r>
              <a:endParaRPr lang="zh-CN" altLang="en-US" sz="2600" i="0" dirty="0">
                <a:latin typeface="Times New Roman" panose="02020603050405020304" pitchFamily="18" charset="0"/>
                <a:ea typeface="黑体" panose="02010609060101010101" pitchFamily="49" charset="-122"/>
              </a:endParaRPr>
            </a:p>
          </p:txBody>
        </p:sp>
        <p:graphicFrame>
          <p:nvGraphicFramePr>
            <p:cNvPr id="415747" name="对象 415746"/>
            <p:cNvGraphicFramePr/>
            <p:nvPr/>
          </p:nvGraphicFramePr>
          <p:xfrm>
            <a:off x="2835" y="164"/>
            <a:ext cx="1542" cy="361"/>
          </p:xfrm>
          <a:graphic>
            <a:graphicData uri="http://schemas.openxmlformats.org/presentationml/2006/ole">
              <mc:AlternateContent xmlns:mc="http://schemas.openxmlformats.org/markup-compatibility/2006">
                <mc:Choice xmlns:v="urn:schemas-microsoft-com:vml" Requires="v">
                  <p:oleObj spid="_x0000_s3214" name="" r:id="rId1" imgW="1016000" imgH="228600" progId="Equation.3">
                    <p:embed/>
                  </p:oleObj>
                </mc:Choice>
                <mc:Fallback>
                  <p:oleObj name="" r:id="rId1" imgW="1016000" imgH="228600" progId="Equation.3">
                    <p:embed/>
                    <p:pic>
                      <p:nvPicPr>
                        <p:cNvPr id="0" name="图片 3213"/>
                        <p:cNvPicPr/>
                        <p:nvPr/>
                      </p:nvPicPr>
                      <p:blipFill>
                        <a:blip r:embed="rId2"/>
                        <a:stretch>
                          <a:fillRect/>
                        </a:stretch>
                      </p:blipFill>
                      <p:spPr>
                        <a:xfrm>
                          <a:off x="2835" y="164"/>
                          <a:ext cx="1542" cy="361"/>
                        </a:xfrm>
                        <a:prstGeom prst="rect">
                          <a:avLst/>
                        </a:prstGeom>
                        <a:noFill/>
                        <a:ln w="38100">
                          <a:noFill/>
                          <a:miter/>
                        </a:ln>
                      </p:spPr>
                    </p:pic>
                  </p:oleObj>
                </mc:Fallback>
              </mc:AlternateContent>
            </a:graphicData>
          </a:graphic>
        </p:graphicFrame>
        <p:graphicFrame>
          <p:nvGraphicFramePr>
            <p:cNvPr id="415748" name="对象 415747"/>
            <p:cNvGraphicFramePr/>
            <p:nvPr/>
          </p:nvGraphicFramePr>
          <p:xfrm>
            <a:off x="1338" y="465"/>
            <a:ext cx="1763" cy="334"/>
          </p:xfrm>
          <a:graphic>
            <a:graphicData uri="http://schemas.openxmlformats.org/presentationml/2006/ole">
              <mc:AlternateContent xmlns:mc="http://schemas.openxmlformats.org/markup-compatibility/2006">
                <mc:Choice xmlns:v="urn:schemas-microsoft-com:vml" Requires="v">
                  <p:oleObj spid="_x0000_s3215" name="" r:id="rId3" imgW="1206500" imgH="228600" progId="Equation.3">
                    <p:embed/>
                  </p:oleObj>
                </mc:Choice>
                <mc:Fallback>
                  <p:oleObj name="" r:id="rId3" imgW="1206500" imgH="228600" progId="Equation.3">
                    <p:embed/>
                    <p:pic>
                      <p:nvPicPr>
                        <p:cNvPr id="0" name="图片 3214"/>
                        <p:cNvPicPr/>
                        <p:nvPr/>
                      </p:nvPicPr>
                      <p:blipFill>
                        <a:blip r:embed="rId4"/>
                        <a:stretch>
                          <a:fillRect/>
                        </a:stretch>
                      </p:blipFill>
                      <p:spPr>
                        <a:xfrm>
                          <a:off x="1338" y="465"/>
                          <a:ext cx="1763" cy="334"/>
                        </a:xfrm>
                        <a:prstGeom prst="rect">
                          <a:avLst/>
                        </a:prstGeom>
                        <a:noFill/>
                        <a:ln w="38100">
                          <a:noFill/>
                          <a:miter/>
                        </a:ln>
                      </p:spPr>
                    </p:pic>
                  </p:oleObj>
                </mc:Fallback>
              </mc:AlternateContent>
            </a:graphicData>
          </a:graphic>
        </p:graphicFrame>
      </p:grpSp>
      <p:sp>
        <p:nvSpPr>
          <p:cNvPr id="415749" name="文本框 415748"/>
          <p:cNvSpPr txBox="1"/>
          <p:nvPr/>
        </p:nvSpPr>
        <p:spPr>
          <a:xfrm>
            <a:off x="395288" y="2230438"/>
            <a:ext cx="1143000" cy="509587"/>
          </a:xfrm>
          <a:prstGeom prst="rect">
            <a:avLst/>
          </a:prstGeom>
          <a:noFill/>
          <a:ln w="9525">
            <a:noFill/>
          </a:ln>
        </p:spPr>
        <p:txBody>
          <a:bodyPr>
            <a:spAutoFit/>
          </a:bodyPr>
          <a:p>
            <a:pPr lvl="0" algn="just" eaLnBrk="1" hangingPunct="1">
              <a:lnSpc>
                <a:spcPct val="105000"/>
              </a:lnSpc>
              <a:spcBef>
                <a:spcPct val="25000"/>
              </a:spcBef>
              <a:buClr>
                <a:srgbClr val="CC0000"/>
              </a:buClr>
            </a:pPr>
            <a:r>
              <a:rPr lang="zh-CN" altLang="en-US" sz="2600" i="0" dirty="0">
                <a:solidFill>
                  <a:srgbClr val="0000CC"/>
                </a:solidFill>
                <a:latin typeface="Times New Roman" panose="02020603050405020304" pitchFamily="18" charset="0"/>
                <a:ea typeface="黑体" panose="02010609060101010101" pitchFamily="49" charset="-122"/>
              </a:rPr>
              <a:t>解</a:t>
            </a:r>
            <a:r>
              <a:rPr lang="en-US" altLang="zh-CN" sz="2600" i="0">
                <a:solidFill>
                  <a:srgbClr val="0000CC"/>
                </a:solidFill>
                <a:latin typeface="Times New Roman" panose="02020603050405020304" pitchFamily="18" charset="0"/>
                <a:ea typeface="黑体" panose="02010609060101010101" pitchFamily="49" charset="-122"/>
              </a:rPr>
              <a:t>:</a:t>
            </a:r>
            <a:endParaRPr lang="en-US" altLang="zh-CN" sz="2600" i="0">
              <a:solidFill>
                <a:srgbClr val="0000CC"/>
              </a:solidFill>
              <a:latin typeface="Times New Roman" panose="02020603050405020304" pitchFamily="18" charset="0"/>
              <a:ea typeface="黑体" panose="02010609060101010101" pitchFamily="49" charset="-122"/>
            </a:endParaRPr>
          </a:p>
        </p:txBody>
      </p:sp>
      <p:graphicFrame>
        <p:nvGraphicFramePr>
          <p:cNvPr id="415757" name="对象 415756"/>
          <p:cNvGraphicFramePr/>
          <p:nvPr/>
        </p:nvGraphicFramePr>
        <p:xfrm>
          <a:off x="1447800" y="2012950"/>
          <a:ext cx="1181100" cy="1011238"/>
        </p:xfrm>
        <a:graphic>
          <a:graphicData uri="http://schemas.openxmlformats.org/presentationml/2006/ole">
            <mc:AlternateContent xmlns:mc="http://schemas.openxmlformats.org/markup-compatibility/2006">
              <mc:Choice xmlns:v="urn:schemas-microsoft-com:vml" Requires="v">
                <p:oleObj spid="_x0000_s3216" name="" r:id="rId5" imgW="457200" imgH="393700" progId="Equation.3">
                  <p:embed/>
                </p:oleObj>
              </mc:Choice>
              <mc:Fallback>
                <p:oleObj name="" r:id="rId5" imgW="457200" imgH="393700" progId="Equation.3">
                  <p:embed/>
                  <p:pic>
                    <p:nvPicPr>
                      <p:cNvPr id="0" name="图片 3215"/>
                      <p:cNvPicPr/>
                      <p:nvPr/>
                    </p:nvPicPr>
                    <p:blipFill>
                      <a:blip r:embed="rId6"/>
                      <a:stretch>
                        <a:fillRect/>
                      </a:stretch>
                    </p:blipFill>
                    <p:spPr>
                      <a:xfrm>
                        <a:off x="1447800" y="2012950"/>
                        <a:ext cx="1181100" cy="1011238"/>
                      </a:xfrm>
                      <a:prstGeom prst="rect">
                        <a:avLst/>
                      </a:prstGeom>
                      <a:noFill/>
                      <a:ln w="38100">
                        <a:noFill/>
                        <a:miter/>
                      </a:ln>
                    </p:spPr>
                  </p:pic>
                </p:oleObj>
              </mc:Fallback>
            </mc:AlternateContent>
          </a:graphicData>
        </a:graphic>
      </p:graphicFrame>
      <p:graphicFrame>
        <p:nvGraphicFramePr>
          <p:cNvPr id="415758" name="对象 415757"/>
          <p:cNvGraphicFramePr/>
          <p:nvPr/>
        </p:nvGraphicFramePr>
        <p:xfrm>
          <a:off x="2628900" y="2012950"/>
          <a:ext cx="3705225" cy="1011238"/>
        </p:xfrm>
        <a:graphic>
          <a:graphicData uri="http://schemas.openxmlformats.org/presentationml/2006/ole">
            <mc:AlternateContent xmlns:mc="http://schemas.openxmlformats.org/markup-compatibility/2006">
              <mc:Choice xmlns:v="urn:schemas-microsoft-com:vml" Requires="v">
                <p:oleObj spid="_x0000_s3225" name="" r:id="rId7" imgW="1434465" imgH="393700" progId="Equation.3">
                  <p:embed/>
                </p:oleObj>
              </mc:Choice>
              <mc:Fallback>
                <p:oleObj name="" r:id="rId7" imgW="1434465" imgH="393700" progId="Equation.3">
                  <p:embed/>
                  <p:pic>
                    <p:nvPicPr>
                      <p:cNvPr id="0" name="图片 3224"/>
                      <p:cNvPicPr/>
                      <p:nvPr/>
                    </p:nvPicPr>
                    <p:blipFill>
                      <a:blip r:embed="rId8"/>
                      <a:stretch>
                        <a:fillRect/>
                      </a:stretch>
                    </p:blipFill>
                    <p:spPr>
                      <a:xfrm>
                        <a:off x="2628900" y="2012950"/>
                        <a:ext cx="3705225" cy="1011238"/>
                      </a:xfrm>
                      <a:prstGeom prst="rect">
                        <a:avLst/>
                      </a:prstGeom>
                      <a:noFill/>
                      <a:ln w="38100">
                        <a:noFill/>
                        <a:miter/>
                      </a:ln>
                    </p:spPr>
                  </p:pic>
                </p:oleObj>
              </mc:Fallback>
            </mc:AlternateContent>
          </a:graphicData>
        </a:graphic>
      </p:graphicFrame>
      <p:sp>
        <p:nvSpPr>
          <p:cNvPr id="415759" name="文本框 415758"/>
          <p:cNvSpPr txBox="1"/>
          <p:nvPr/>
        </p:nvSpPr>
        <p:spPr>
          <a:xfrm>
            <a:off x="684213" y="3165475"/>
            <a:ext cx="1981200" cy="549275"/>
          </a:xfrm>
          <a:prstGeom prst="rect">
            <a:avLst/>
          </a:prstGeom>
          <a:noFill/>
          <a:ln w="9525">
            <a:noFill/>
          </a:ln>
        </p:spPr>
        <p:txBody>
          <a:bodyPr>
            <a:spAutoFit/>
          </a:bodyPr>
          <a:p>
            <a:pPr lvl="0" algn="just" eaLnBrk="1" hangingPunct="1">
              <a:lnSpc>
                <a:spcPct val="115000"/>
              </a:lnSpc>
              <a:spcBef>
                <a:spcPct val="25000"/>
              </a:spcBef>
              <a:buClr>
                <a:srgbClr val="CC0000"/>
              </a:buClr>
            </a:pPr>
            <a:r>
              <a:rPr lang="zh-CN" altLang="en-US" sz="2600" i="0" dirty="0">
                <a:latin typeface="Times New Roman" panose="02020603050405020304" pitchFamily="18" charset="0"/>
                <a:ea typeface="黑体" panose="02010609060101010101" pitchFamily="49" charset="-122"/>
              </a:rPr>
              <a:t>两边积分：</a:t>
            </a:r>
            <a:endParaRPr lang="zh-CN" altLang="en-US" sz="2600" i="0" dirty="0">
              <a:latin typeface="Times New Roman" panose="02020603050405020304" pitchFamily="18" charset="0"/>
              <a:ea typeface="黑体" panose="02010609060101010101" pitchFamily="49" charset="-122"/>
            </a:endParaRPr>
          </a:p>
        </p:txBody>
      </p:sp>
      <p:graphicFrame>
        <p:nvGraphicFramePr>
          <p:cNvPr id="415760" name="对象 415759"/>
          <p:cNvGraphicFramePr/>
          <p:nvPr/>
        </p:nvGraphicFramePr>
        <p:xfrm>
          <a:off x="1620838" y="3886200"/>
          <a:ext cx="5975350" cy="987425"/>
        </p:xfrm>
        <a:graphic>
          <a:graphicData uri="http://schemas.openxmlformats.org/presentationml/2006/ole">
            <mc:AlternateContent xmlns:mc="http://schemas.openxmlformats.org/markup-compatibility/2006">
              <mc:Choice xmlns:v="urn:schemas-microsoft-com:vml" Requires="v">
                <p:oleObj spid="_x0000_s3218" name="" r:id="rId9" imgW="2144395" imgH="355600" progId="Equation.3">
                  <p:embed/>
                </p:oleObj>
              </mc:Choice>
              <mc:Fallback>
                <p:oleObj name="" r:id="rId9" imgW="2144395" imgH="355600" progId="Equation.3">
                  <p:embed/>
                  <p:pic>
                    <p:nvPicPr>
                      <p:cNvPr id="0" name="图片 3217"/>
                      <p:cNvPicPr/>
                      <p:nvPr/>
                    </p:nvPicPr>
                    <p:blipFill>
                      <a:blip r:embed="rId10"/>
                      <a:stretch>
                        <a:fillRect/>
                      </a:stretch>
                    </p:blipFill>
                    <p:spPr>
                      <a:xfrm>
                        <a:off x="1620838" y="3886200"/>
                        <a:ext cx="5975350" cy="987425"/>
                      </a:xfrm>
                      <a:prstGeom prst="rect">
                        <a:avLst/>
                      </a:prstGeom>
                      <a:noFill/>
                      <a:ln w="38100">
                        <a:noFill/>
                        <a:miter/>
                      </a:ln>
                    </p:spPr>
                  </p:pic>
                </p:oleObj>
              </mc:Fallback>
            </mc:AlternateContent>
          </a:graphicData>
        </a:graphic>
      </p:graphicFrame>
      <p:graphicFrame>
        <p:nvGraphicFramePr>
          <p:cNvPr id="415761" name="对象 415760"/>
          <p:cNvGraphicFramePr/>
          <p:nvPr/>
        </p:nvGraphicFramePr>
        <p:xfrm>
          <a:off x="4932363" y="5157788"/>
          <a:ext cx="1511300" cy="503237"/>
        </p:xfrm>
        <a:graphic>
          <a:graphicData uri="http://schemas.openxmlformats.org/presentationml/2006/ole">
            <mc:AlternateContent xmlns:mc="http://schemas.openxmlformats.org/markup-compatibility/2006">
              <mc:Choice xmlns:v="urn:schemas-microsoft-com:vml" Requires="v">
                <p:oleObj spid="_x0000_s3219" name="" r:id="rId11" imgW="532765" imgH="177800" progId="Equation.3">
                  <p:embed/>
                </p:oleObj>
              </mc:Choice>
              <mc:Fallback>
                <p:oleObj name="" r:id="rId11" imgW="532765" imgH="177800" progId="Equation.3">
                  <p:embed/>
                  <p:pic>
                    <p:nvPicPr>
                      <p:cNvPr id="0" name="图片 3218"/>
                      <p:cNvPicPr/>
                      <p:nvPr/>
                    </p:nvPicPr>
                    <p:blipFill>
                      <a:blip r:embed="rId12"/>
                      <a:stretch>
                        <a:fillRect/>
                      </a:stretch>
                    </p:blipFill>
                    <p:spPr>
                      <a:xfrm>
                        <a:off x="4932363" y="5157788"/>
                        <a:ext cx="1511300" cy="503237"/>
                      </a:xfrm>
                      <a:prstGeom prst="rect">
                        <a:avLst/>
                      </a:prstGeom>
                      <a:noFill/>
                      <a:ln w="38100">
                        <a:noFill/>
                        <a:miter/>
                      </a:ln>
                    </p:spPr>
                  </p:pic>
                </p:oleObj>
              </mc:Fallback>
            </mc:AlternateContent>
          </a:graphicData>
        </a:graphic>
      </p:graphicFrame>
      <p:sp>
        <p:nvSpPr>
          <p:cNvPr id="2" name="灯片编号占位符 1"/>
          <p:cNvSpPr/>
          <p:nvPr>
            <p:ph type="sldNum" sz="quarter" idx="10"/>
          </p:nvPr>
        </p:nvSpPr>
        <p:spPr/>
        <p:txBody>
          <a:bodyPr/>
          <a:p>
            <a:pPr lvl="0" eaLnBrk="1" hangingPunct="1">
              <a:buClr>
                <a:srgbClr val="000000"/>
              </a:buClr>
            </a:pPr>
            <a:r>
              <a:rPr lang="zh-CN" altLang="en-US" dirty="0"/>
              <a:t>第</a:t>
            </a:r>
            <a:fld id="{9A0DB2DC-4C9A-4742-B13C-FB6460FD3503}" type="slidenum">
              <a:rPr lang="zh-CN" altLang="en-US" sz="1400" b="0" i="0" dirty="0">
                <a:solidFill>
                  <a:srgbClr val="808080"/>
                </a:solidFill>
                <a:latin typeface="Arial" panose="020B0604020202020204" pitchFamily="34" charset="0"/>
                <a:ea typeface="黑体" panose="02010609060101010101" pitchFamily="49" charset="-122"/>
              </a:rPr>
            </a:fld>
            <a:r>
              <a:rPr lang="zh-CN" altLang="en-US" sz="1400" b="0" i="0" dirty="0">
                <a:solidFill>
                  <a:srgbClr val="808080"/>
                </a:solidFill>
                <a:latin typeface="Arial" panose="020B0604020202020204" pitchFamily="34" charset="0"/>
                <a:ea typeface="黑体" panose="02010609060101010101" pitchFamily="49" charset="-122"/>
              </a:rPr>
              <a:t>页  共</a:t>
            </a:r>
            <a:r>
              <a:rPr lang="en-US" altLang="zh-CN" sz="1400" b="0" i="0">
                <a:solidFill>
                  <a:srgbClr val="808080"/>
                </a:solidFill>
                <a:latin typeface="Arial" panose="020B0604020202020204" pitchFamily="34" charset="0"/>
                <a:ea typeface="黑体" panose="02010609060101010101" pitchFamily="49" charset="-122"/>
              </a:rPr>
              <a:t>30</a:t>
            </a:r>
            <a:r>
              <a:rPr lang="zh-CN" altLang="en-US" sz="1400" b="0" i="0" dirty="0">
                <a:solidFill>
                  <a:srgbClr val="808080"/>
                </a:solidFill>
                <a:latin typeface="Arial" panose="020B0604020202020204" pitchFamily="34" charset="0"/>
                <a:ea typeface="黑体" panose="02010609060101010101" pitchFamily="49" charset="-122"/>
              </a:rPr>
              <a:t>页</a:t>
            </a:r>
            <a:endParaRPr lang="zh-CN" altLang="en-US" sz="1400" b="0" i="0" dirty="0">
              <a:solidFill>
                <a:srgbClr val="808080"/>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415749"/>
                                        </p:tgtEl>
                                        <p:attrNameLst>
                                          <p:attrName>style.visibility</p:attrName>
                                        </p:attrNameLst>
                                      </p:cBhvr>
                                      <p:to>
                                        <p:strVal val="visible"/>
                                      </p:to>
                                    </p:set>
                                    <p:anim calcmode="lin" valueType="num">
                                      <p:cBhvr additive="base">
                                        <p:cTn id="7" dur="500" fill="hold"/>
                                        <p:tgtEl>
                                          <p:spTgt spid="415749"/>
                                        </p:tgtEl>
                                        <p:attrNameLst>
                                          <p:attrName>ppt_x</p:attrName>
                                        </p:attrNameLst>
                                      </p:cBhvr>
                                      <p:tavLst>
                                        <p:tav tm="0">
                                          <p:val>
                                            <p:strVal val="0-#ppt_w/2"/>
                                          </p:val>
                                        </p:tav>
                                        <p:tav tm="100000">
                                          <p:val>
                                            <p:strVal val="#ppt_x"/>
                                          </p:val>
                                        </p:tav>
                                      </p:tavLst>
                                    </p:anim>
                                    <p:anim calcmode="lin" valueType="num">
                                      <p:cBhvr additive="base">
                                        <p:cTn id="8" dur="500" fill="hold"/>
                                        <p:tgtEl>
                                          <p:spTgt spid="41574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nodeType="clickEffect">
                                  <p:stCondLst>
                                    <p:cond delay="0"/>
                                  </p:stCondLst>
                                  <p:childTnLst>
                                    <p:set>
                                      <p:cBhvr>
                                        <p:cTn id="12" dur="1" fill="hold">
                                          <p:stCondLst>
                                            <p:cond delay="0"/>
                                          </p:stCondLst>
                                        </p:cTn>
                                        <p:tgtEl>
                                          <p:spTgt spid="415757"/>
                                        </p:tgtEl>
                                        <p:attrNameLst>
                                          <p:attrName>style.visibility</p:attrName>
                                        </p:attrNameLst>
                                      </p:cBhvr>
                                      <p:to>
                                        <p:strVal val="visible"/>
                                      </p:to>
                                    </p:set>
                                    <p:animEffect transition="in" filter="strips(upRight)">
                                      <p:cBhvr>
                                        <p:cTn id="13" dur="500"/>
                                        <p:tgtEl>
                                          <p:spTgt spid="415757"/>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3" fill="hold" nodeType="clickEffect">
                                  <p:stCondLst>
                                    <p:cond delay="0"/>
                                  </p:stCondLst>
                                  <p:childTnLst>
                                    <p:set>
                                      <p:cBhvr>
                                        <p:cTn id="17" dur="1" fill="hold">
                                          <p:stCondLst>
                                            <p:cond delay="0"/>
                                          </p:stCondLst>
                                        </p:cTn>
                                        <p:tgtEl>
                                          <p:spTgt spid="415758"/>
                                        </p:tgtEl>
                                        <p:attrNameLst>
                                          <p:attrName>style.visibility</p:attrName>
                                        </p:attrNameLst>
                                      </p:cBhvr>
                                      <p:to>
                                        <p:strVal val="visible"/>
                                      </p:to>
                                    </p:set>
                                    <p:animEffect transition="in" filter="strips(upRight)">
                                      <p:cBhvr>
                                        <p:cTn id="18" dur="500"/>
                                        <p:tgtEl>
                                          <p:spTgt spid="41575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415759"/>
                                        </p:tgtEl>
                                        <p:attrNameLst>
                                          <p:attrName>style.visibility</p:attrName>
                                        </p:attrNameLst>
                                      </p:cBhvr>
                                      <p:to>
                                        <p:strVal val="visible"/>
                                      </p:to>
                                    </p:set>
                                    <p:anim calcmode="lin" valueType="num">
                                      <p:cBhvr additive="base">
                                        <p:cTn id="23" dur="500" fill="hold"/>
                                        <p:tgtEl>
                                          <p:spTgt spid="415759"/>
                                        </p:tgtEl>
                                        <p:attrNameLst>
                                          <p:attrName>ppt_x</p:attrName>
                                        </p:attrNameLst>
                                      </p:cBhvr>
                                      <p:tavLst>
                                        <p:tav tm="0">
                                          <p:val>
                                            <p:strVal val="0-#ppt_w/2"/>
                                          </p:val>
                                        </p:tav>
                                        <p:tav tm="100000">
                                          <p:val>
                                            <p:strVal val="#ppt_x"/>
                                          </p:val>
                                        </p:tav>
                                      </p:tavLst>
                                    </p:anim>
                                    <p:anim calcmode="lin" valueType="num">
                                      <p:cBhvr additive="base">
                                        <p:cTn id="24" dur="500" fill="hold"/>
                                        <p:tgtEl>
                                          <p:spTgt spid="41575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8" presetClass="entr" presetSubtype="3" fill="hold" nodeType="clickEffect">
                                  <p:stCondLst>
                                    <p:cond delay="0"/>
                                  </p:stCondLst>
                                  <p:childTnLst>
                                    <p:set>
                                      <p:cBhvr>
                                        <p:cTn id="28" dur="1" fill="hold">
                                          <p:stCondLst>
                                            <p:cond delay="0"/>
                                          </p:stCondLst>
                                        </p:cTn>
                                        <p:tgtEl>
                                          <p:spTgt spid="415760"/>
                                        </p:tgtEl>
                                        <p:attrNameLst>
                                          <p:attrName>style.visibility</p:attrName>
                                        </p:attrNameLst>
                                      </p:cBhvr>
                                      <p:to>
                                        <p:strVal val="visible"/>
                                      </p:to>
                                    </p:set>
                                    <p:animEffect transition="in" filter="strips(upRight)">
                                      <p:cBhvr>
                                        <p:cTn id="29" dur="500"/>
                                        <p:tgtEl>
                                          <p:spTgt spid="415760"/>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3" fill="hold" nodeType="clickEffect">
                                  <p:stCondLst>
                                    <p:cond delay="0"/>
                                  </p:stCondLst>
                                  <p:childTnLst>
                                    <p:set>
                                      <p:cBhvr>
                                        <p:cTn id="33" dur="1" fill="hold">
                                          <p:stCondLst>
                                            <p:cond delay="0"/>
                                          </p:stCondLst>
                                        </p:cTn>
                                        <p:tgtEl>
                                          <p:spTgt spid="415761"/>
                                        </p:tgtEl>
                                        <p:attrNameLst>
                                          <p:attrName>style.visibility</p:attrName>
                                        </p:attrNameLst>
                                      </p:cBhvr>
                                      <p:to>
                                        <p:strVal val="visible"/>
                                      </p:to>
                                    </p:set>
                                    <p:animEffect transition="in" filter="strips(upRight)">
                                      <p:cBhvr>
                                        <p:cTn id="34" dur="500"/>
                                        <p:tgtEl>
                                          <p:spTgt spid="415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9" grpId="0"/>
      <p:bldP spid="415759"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429060" name="图片 429059" descr="end">
            <a:hlinkClick r:id="" action="ppaction://hlinkshowjump?jump=endshow"/>
          </p:cNvPr>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2545</Words>
  <Application>WPS 演示</Application>
  <PresentationFormat>在屏幕上显示</PresentationFormat>
  <Paragraphs>416</Paragraphs>
  <Slides>30</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179</vt:i4>
      </vt:variant>
      <vt:variant>
        <vt:lpstr>幻灯片标题</vt:lpstr>
      </vt:variant>
      <vt:variant>
        <vt:i4>30</vt:i4>
      </vt:variant>
    </vt:vector>
  </HeadingPairs>
  <TitlesOfParts>
    <vt:vector size="222" baseType="lpstr">
      <vt:lpstr>Arial</vt:lpstr>
      <vt:lpstr>宋体</vt:lpstr>
      <vt:lpstr>Wingdings</vt:lpstr>
      <vt:lpstr>Times New Roman</vt:lpstr>
      <vt:lpstr>Calibri</vt:lpstr>
      <vt:lpstr>黑体</vt:lpstr>
      <vt:lpstr>楷体_GB2312</vt:lpstr>
      <vt:lpstr>Symbol</vt:lpstr>
      <vt:lpstr>Book Antiqua</vt:lpstr>
      <vt:lpstr>隶书</vt:lpstr>
      <vt:lpstr>微软雅黑</vt:lpstr>
      <vt:lpstr>新宋体</vt:lpstr>
      <vt:lpstr>默认设计模板</vt:lpstr>
      <vt:lpstr>Photoshop.Image.8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MS_ClipArt_Gallery.2</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Photoshop.Image.8</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好像有7</cp:lastModifiedBy>
  <cp:revision>186</cp:revision>
  <dcterms:created xsi:type="dcterms:W3CDTF">2016-09-29T07:01:51Z</dcterms:created>
  <dcterms:modified xsi:type="dcterms:W3CDTF">2016-09-29T07:02:06Z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2052-10.1.0.5975</vt:lpwstr>
  </property>
</Properties>
</file>