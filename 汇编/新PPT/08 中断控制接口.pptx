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85" r:id="rId22"/>
    <p:sldId id="286" r:id="rId23"/>
    <p:sldId id="287" r:id="rId24"/>
    <p:sldId id="288" r:id="rId25"/>
    <p:sldId id="378" r:id="rId26"/>
    <p:sldId id="379" r:id="rId27"/>
    <p:sldId id="291" r:id="rId28"/>
    <p:sldId id="292" r:id="rId29"/>
    <p:sldId id="294" r:id="rId30"/>
    <p:sldId id="293" r:id="rId31"/>
    <p:sldId id="295" r:id="rId32"/>
    <p:sldId id="296" r:id="rId33"/>
    <p:sldId id="383" r:id="rId34"/>
    <p:sldId id="297" r:id="rId35"/>
    <p:sldId id="298" r:id="rId36"/>
    <p:sldId id="380" r:id="rId37"/>
    <p:sldId id="299" r:id="rId38"/>
    <p:sldId id="300" r:id="rId39"/>
    <p:sldId id="382" r:id="rId40"/>
    <p:sldId id="381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6" r:id="rId84"/>
    <p:sldId id="347" r:id="rId85"/>
    <p:sldId id="348" r:id="rId86"/>
    <p:sldId id="349" r:id="rId87"/>
    <p:sldId id="350" r:id="rId88"/>
    <p:sldId id="351" r:id="rId89"/>
    <p:sldId id="352" r:id="rId90"/>
    <p:sldId id="353" r:id="rId91"/>
    <p:sldId id="363" r:id="rId92"/>
  </p:sldIdLst>
  <p:sldSz cx="9144000" cy="6858000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907" userDrawn="1">
          <p15:clr>
            <a:srgbClr val="A4A3A4"/>
          </p15:clr>
        </p15:guide>
        <p15:guide id="2" pos="21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907"/>
        <p:guide pos="219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bleStyles" Target="tableStyles.xml"/><Relationship Id="rId94" Type="http://schemas.openxmlformats.org/officeDocument/2006/relationships/viewProps" Target="viewProps.xml"/><Relationship Id="rId93" Type="http://schemas.openxmlformats.org/officeDocument/2006/relationships/presProps" Target="presProps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46036" y="1043622"/>
            <a:ext cx="7762240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0099"/>
                </a:solidFill>
                <a:latin typeface="Noto Sans Mono CJK HK"/>
                <a:cs typeface="Noto Sans Mono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99"/>
                </a:solidFill>
                <a:latin typeface="Noto Sans Mono CJK HK"/>
                <a:cs typeface="Noto Sans Mono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99"/>
                </a:solidFill>
                <a:latin typeface="Noto Sans Mono CJK HK"/>
                <a:cs typeface="Noto Sans Mono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0099"/>
                </a:solidFill>
                <a:latin typeface="Noto Sans Mono CJK HK"/>
                <a:cs typeface="Noto Sans Mono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152" y="729995"/>
            <a:ext cx="6731508" cy="1783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39339" y="6199632"/>
            <a:ext cx="6731508" cy="1859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4802" y="89572"/>
            <a:ext cx="8540432" cy="5749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0099"/>
                </a:solidFill>
                <a:latin typeface="Noto Sans Mono CJK HK"/>
                <a:cs typeface="Noto Sans Mono CJK HK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59168" y="2379598"/>
            <a:ext cx="8126095" cy="35839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15744" y="6400970"/>
            <a:ext cx="597534" cy="366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99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7.xml"/><Relationship Id="rId1" Type="http://schemas.openxmlformats.org/officeDocument/2006/relationships/slide" Target="slid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2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22.xml"/><Relationship Id="rId1" Type="http://schemas.openxmlformats.org/officeDocument/2006/relationships/image" Target="../media/image2.jpe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1.xml"/><Relationship Id="rId1" Type="http://schemas.openxmlformats.org/officeDocument/2006/relationships/image" Target="../media/image2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6.jpeg"/><Relationship Id="rId1" Type="http://schemas.openxmlformats.org/officeDocument/2006/relationships/image" Target="../media/image5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jpe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56.xml"/><Relationship Id="rId1" Type="http://schemas.openxmlformats.org/officeDocument/2006/relationships/image" Target="../media/image2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68.xml"/><Relationship Id="rId3" Type="http://schemas.openxmlformats.org/officeDocument/2006/relationships/slide" Target="slide66.xml"/><Relationship Id="rId2" Type="http://schemas.openxmlformats.org/officeDocument/2006/relationships/slide" Target="slide1.xml"/><Relationship Id="rId1" Type="http://schemas.openxmlformats.org/officeDocument/2006/relationships/image" Target="../media/image5.jpeg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2.jpe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1" Type="http://schemas.openxmlformats.org/officeDocument/2006/relationships/image" Target="../media/image43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jpeg"/><Relationship Id="rId2" Type="http://schemas.openxmlformats.org/officeDocument/2006/relationships/image" Target="../media/image45.png"/><Relationship Id="rId1" Type="http://schemas.openxmlformats.org/officeDocument/2006/relationships/image" Target="../media/image44.jpe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68.xml"/><Relationship Id="rId3" Type="http://schemas.openxmlformats.org/officeDocument/2006/relationships/slide" Target="slide67.xml"/><Relationship Id="rId2" Type="http://schemas.openxmlformats.org/officeDocument/2006/relationships/slide" Target="slide66.xml"/><Relationship Id="rId1" Type="http://schemas.openxmlformats.org/officeDocument/2006/relationships/slide" Target="slide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6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7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5567" y="2247900"/>
            <a:ext cx="6731508" cy="17830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15567" y="3723132"/>
            <a:ext cx="6731508" cy="18592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25295" y="2688590"/>
            <a:ext cx="6022340" cy="751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0230" algn="l"/>
              </a:tabLst>
            </a:pPr>
            <a:r>
              <a:rPr sz="4800" dirty="0">
                <a:solidFill>
                  <a:srgbClr val="0000FF"/>
                </a:solidFill>
                <a:latin typeface="Droid Sans Fallback"/>
                <a:cs typeface="Droid Sans Fallback"/>
              </a:rPr>
              <a:t>第</a:t>
            </a:r>
            <a:r>
              <a:rPr lang="en-US" sz="4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Droid Sans Fallback"/>
              </a:rPr>
              <a:t>8</a:t>
            </a:r>
            <a:r>
              <a:rPr sz="4800" spc="-50" dirty="0">
                <a:solidFill>
                  <a:srgbClr val="0000FF"/>
                </a:solidFill>
                <a:latin typeface="Droid Sans Fallback"/>
                <a:cs typeface="Droid Sans Fallback"/>
              </a:rPr>
              <a:t>章</a:t>
            </a:r>
            <a:r>
              <a:rPr sz="4800" dirty="0">
                <a:solidFill>
                  <a:srgbClr val="0000FF"/>
                </a:solidFill>
                <a:latin typeface="Droid Sans Fallback"/>
                <a:cs typeface="Droid Sans Fallback"/>
              </a:rPr>
              <a:t>	中断</a:t>
            </a:r>
            <a:r>
              <a:rPr lang="zh-CN" sz="4800" dirty="0">
                <a:solidFill>
                  <a:srgbClr val="0000FF"/>
                </a:solidFill>
                <a:latin typeface="Droid Sans Fallback"/>
                <a:cs typeface="Droid Sans Fallback"/>
              </a:rPr>
              <a:t>和</a:t>
            </a:r>
            <a:r>
              <a:rPr lang="en-US" altLang="zh-CN" sz="4800" dirty="0">
                <a:solidFill>
                  <a:srgbClr val="0000FF"/>
                </a:solidFill>
                <a:latin typeface="黑体" panose="02010609060101010101" charset="-122"/>
                <a:ea typeface="黑体" panose="02010609060101010101" charset="-122"/>
                <a:cs typeface="Droid Sans Fallback"/>
              </a:rPr>
              <a:t>DMA</a:t>
            </a:r>
            <a:r>
              <a:rPr lang="zh-CN" altLang="en-US" sz="4800" dirty="0">
                <a:solidFill>
                  <a:srgbClr val="0000FF"/>
                </a:solidFill>
                <a:latin typeface="Droid Sans Fallback"/>
                <a:cs typeface="Droid Sans Fallback"/>
              </a:rPr>
              <a:t>技术</a:t>
            </a:r>
            <a:endParaRPr lang="zh-CN" altLang="en-US" sz="4800" dirty="0">
              <a:solidFill>
                <a:srgbClr val="0000FF"/>
              </a:solidFill>
              <a:latin typeface="Droid Sans Fallback"/>
              <a:cs typeface="Droid Sans Fallb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1661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003399"/>
                </a:solidFill>
                <a:latin typeface="Noto Serif CJK JP"/>
                <a:cs typeface="Noto Serif CJK JP"/>
              </a:rPr>
              <a:t>第</a:t>
            </a:r>
            <a:r>
              <a:rPr lang="en-US" spc="-30" dirty="0">
                <a:solidFill>
                  <a:srgbClr val="003399"/>
                </a:solidFill>
                <a:latin typeface="黑体" panose="02010609060101010101" charset="-122"/>
                <a:ea typeface="黑体" panose="02010609060101010101" charset="-122"/>
                <a:cs typeface="Noto Serif CJK JP"/>
              </a:rPr>
              <a:t>8</a:t>
            </a:r>
            <a:r>
              <a:rPr spc="-25" dirty="0">
                <a:solidFill>
                  <a:srgbClr val="003399"/>
                </a:solidFill>
                <a:latin typeface="Noto Serif CJK JP"/>
                <a:cs typeface="Noto Serif CJK JP"/>
              </a:rPr>
              <a:t>章 中断控制接口</a:t>
            </a:r>
            <a:endParaRPr spc="-2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2294" y="1719579"/>
            <a:ext cx="208914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2294" y="2158364"/>
            <a:ext cx="208914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82294" y="2597150"/>
            <a:ext cx="208914" cy="209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69594" y="1017270"/>
            <a:ext cx="3383279" cy="1867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学习重点</a:t>
            </a:r>
            <a:endParaRPr sz="2400">
              <a:latin typeface="Noto Sans Mono CJK HK"/>
              <a:cs typeface="Noto Sans Mono CJK HK"/>
            </a:endParaRPr>
          </a:p>
          <a:p>
            <a:pPr marL="354965" marR="5080">
              <a:lnSpc>
                <a:spcPct val="120000"/>
              </a:lnSpc>
              <a:spcBef>
                <a:spcPts val="1235"/>
              </a:spcBef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80</a:t>
            </a:r>
            <a:r>
              <a:rPr lang="en-US" altLang=""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86/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88</a:t>
            </a:r>
            <a:r>
              <a:rPr sz="2400" spc="-8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7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的中断系统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中断控制器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354965">
              <a:lnSpc>
                <a:spcPct val="100000"/>
              </a:lnSpc>
              <a:spcBef>
                <a:spcPts val="560"/>
              </a:spcBef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中断服务程序的编写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82" y="165493"/>
            <a:ext cx="283019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altLang="" sz="28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8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.1</a:t>
            </a:r>
            <a:r>
              <a:rPr sz="2800" spc="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800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800" spc="-35" dirty="0">
                <a:solidFill>
                  <a:srgbClr val="003399"/>
                </a:solidFill>
                <a:latin typeface="Noto Serif CJK JP"/>
                <a:cs typeface="Noto Serif CJK JP"/>
              </a:rPr>
              <a:t>中断系统</a:t>
            </a:r>
            <a:endParaRPr sz="280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0069" y="1077594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0269" y="971550"/>
            <a:ext cx="7418705" cy="1133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能够处理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256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个中断，用中断类型号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~</a:t>
            </a:r>
            <a:r>
              <a:rPr sz="240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255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标识。</a:t>
            </a:r>
            <a:r>
              <a:rPr lang="zh-CN" altLang="" sz="2400" spc="-20" dirty="0">
                <a:solidFill>
                  <a:srgbClr val="0000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（中断</a:t>
            </a:r>
            <a:r>
              <a:rPr lang="zh-CN" altLang="" sz="2400" spc="-20" dirty="0">
                <a:solidFill>
                  <a:srgbClr val="0000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类型号）</a:t>
            </a:r>
            <a:endParaRPr lang="zh-CN" altLang="" sz="2400" spc="-20" dirty="0">
              <a:solidFill>
                <a:srgbClr val="000099"/>
              </a:solidFill>
              <a:latin typeface="Noto Sans Mono CJK HK"/>
              <a:ea typeface="宋体" panose="02010600030101010101" pitchFamily="2" charset="-122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sz="2400" spc="-20" dirty="0">
                <a:solidFill>
                  <a:srgbClr val="000099"/>
                </a:solidFill>
                <a:latin typeface="黑体" panose="02010609060101010101" charset="-122"/>
                <a:ea typeface="黑体" panose="02010609060101010101" charset="-122"/>
                <a:cs typeface="Noto Sans Mono CJK HK"/>
              </a:rPr>
              <a:t>8086</a:t>
            </a:r>
            <a:r>
              <a:rPr lang="zh-CN" altLang="en-US" sz="2400" spc="-20" dirty="0">
                <a:solidFill>
                  <a:srgbClr val="0000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的终端系统采用向量</a:t>
            </a:r>
            <a:r>
              <a:rPr lang="zh-CN" altLang="en-US" sz="2400" spc="-20" dirty="0">
                <a:solidFill>
                  <a:srgbClr val="0000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中断机制</a:t>
            </a:r>
            <a:endParaRPr lang="zh-CN" altLang="en-US" sz="2400" spc="-20" dirty="0">
              <a:solidFill>
                <a:srgbClr val="000099"/>
              </a:solidFill>
              <a:latin typeface="Noto Sans Mono CJK HK"/>
              <a:ea typeface="宋体" panose="02010600030101010101" pitchFamily="2" charset="-122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0400" y="2667254"/>
            <a:ext cx="1913854" cy="3297223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4823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.1.1</a:t>
            </a:r>
            <a:r>
              <a:rPr spc="1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的中断类型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769" y="1078090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1529201"/>
            <a:ext cx="184897" cy="184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1967986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2406771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2845556"/>
            <a:ext cx="184897" cy="1848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769" y="3272015"/>
            <a:ext cx="208915" cy="2095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3723126"/>
            <a:ext cx="184897" cy="1848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295" y="4161911"/>
            <a:ext cx="184897" cy="18489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94715" y="897255"/>
            <a:ext cx="5432425" cy="36607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内部中断</a:t>
            </a:r>
            <a:r>
              <a:rPr lang="zh-CN" altLang="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（</a:t>
            </a:r>
            <a:r>
              <a:rPr lang="en-US" altLang="zh-CN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CPU</a:t>
            </a:r>
            <a:r>
              <a:rPr lang="zh-CN" altLang="en-US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自身原因</a:t>
            </a:r>
            <a:r>
              <a:rPr lang="en-US" altLang="zh-CN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/</a:t>
            </a:r>
            <a:r>
              <a:rPr lang="zh-CN" altLang="en-US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软件中断</a:t>
            </a:r>
            <a:r>
              <a:rPr lang="zh-CN" altLang="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  <a:p>
            <a:pPr marL="412750" marR="918845">
              <a:lnSpc>
                <a:spcPts val="3450"/>
              </a:lnSpc>
              <a:spcBef>
                <a:spcPts val="215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除法错中断</a:t>
            </a:r>
            <a:endParaRPr sz="2400" spc="-10" dirty="0">
              <a:solidFill>
                <a:srgbClr val="0000FF"/>
              </a:solidFill>
              <a:latin typeface="Noto Sans Mono CJK HK"/>
              <a:cs typeface="Noto Sans Mono CJK HK"/>
            </a:endParaRPr>
          </a:p>
          <a:p>
            <a:pPr marL="412750" marR="918845">
              <a:lnSpc>
                <a:spcPts val="3450"/>
              </a:lnSpc>
              <a:spcBef>
                <a:spcPts val="215"/>
              </a:spcBef>
            </a:pPr>
            <a:r>
              <a:rPr sz="2400" spc="-15" dirty="0">
                <a:solidFill>
                  <a:srgbClr val="0000FF"/>
                </a:solidFill>
                <a:latin typeface="Noto Sans Mono CJK HK"/>
                <a:cs typeface="Noto Sans Mono CJK HK"/>
              </a:rPr>
              <a:t>指令中断</a:t>
            </a:r>
            <a:r>
              <a:rPr sz="24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 </a:t>
            </a:r>
            <a:r>
              <a:rPr lang="zh-CN" altLang="" sz="2400" spc="-50" dirty="0">
                <a:solidFill>
                  <a:srgbClr val="0000FF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（</a:t>
            </a:r>
            <a:r>
              <a:rPr lang="en-US" altLang="zh-CN" sz="2400" spc="-50" dirty="0">
                <a:solidFill>
                  <a:srgbClr val="0000FF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21</a:t>
            </a:r>
            <a:r>
              <a:rPr lang="zh-CN" altLang="" sz="2400" spc="-50" dirty="0">
                <a:solidFill>
                  <a:srgbClr val="0000FF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）</a:t>
            </a:r>
            <a:endParaRPr sz="2400" spc="-50" dirty="0">
              <a:solidFill>
                <a:srgbClr val="0000FF"/>
              </a:solidFill>
              <a:latin typeface="Noto Sans Mono CJK HK"/>
              <a:cs typeface="Noto Sans Mono CJK HK"/>
            </a:endParaRPr>
          </a:p>
          <a:p>
            <a:pPr marL="412750" marR="918845">
              <a:lnSpc>
                <a:spcPts val="3450"/>
              </a:lnSpc>
              <a:spcBef>
                <a:spcPts val="215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溢出中断</a:t>
            </a:r>
            <a:endParaRPr sz="2400" spc="-10" dirty="0">
              <a:solidFill>
                <a:srgbClr val="0000FF"/>
              </a:solidFill>
              <a:latin typeface="Noto Sans Mono CJK HK"/>
              <a:cs typeface="Noto Sans Mono CJK HK"/>
            </a:endParaRPr>
          </a:p>
          <a:p>
            <a:pPr marL="412750" marR="918845">
              <a:lnSpc>
                <a:spcPts val="3450"/>
              </a:lnSpc>
              <a:spcBef>
                <a:spcPts val="215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单</a:t>
            </a:r>
            <a:r>
              <a:rPr sz="24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步中断</a:t>
            </a:r>
            <a:r>
              <a:rPr lang="zh-CN" altLang="" sz="2400" spc="-20" dirty="0">
                <a:solidFill>
                  <a:srgbClr val="0000FF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（</a:t>
            </a:r>
            <a:r>
              <a:rPr lang="zh-CN" altLang="" sz="2400" spc="-20" dirty="0">
                <a:solidFill>
                  <a:srgbClr val="0000FF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程序调试）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外部中断</a:t>
            </a:r>
            <a:r>
              <a:rPr lang="zh-CN" altLang="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（硬件</a:t>
            </a:r>
            <a:r>
              <a:rPr lang="zh-CN" altLang="" sz="2400" spc="-15" dirty="0">
                <a:solidFill>
                  <a:srgbClr val="333399"/>
                </a:solidFill>
                <a:latin typeface="Noto Sans Mono CJK HK"/>
                <a:ea typeface="宋体" panose="02010600030101010101" pitchFamily="2" charset="-122"/>
                <a:cs typeface="Noto Sans Mono CJK HK"/>
              </a:rPr>
              <a:t>中断）</a:t>
            </a:r>
            <a:endParaRPr sz="2400">
              <a:latin typeface="Noto Sans Mono CJK HK"/>
              <a:cs typeface="Noto Sans Mono CJK HK"/>
            </a:endParaRPr>
          </a:p>
          <a:p>
            <a:pPr marL="412750" marR="5080">
              <a:lnSpc>
                <a:spcPts val="3460"/>
              </a:lnSpc>
              <a:spcBef>
                <a:spcPts val="80"/>
              </a:spcBef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非屏蔽中断</a:t>
            </a:r>
            <a:r>
              <a:rPr sz="2400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(NMI)</a:t>
            </a:r>
            <a:endParaRPr sz="2400" spc="-2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412750" marR="5080">
              <a:lnSpc>
                <a:spcPts val="3460"/>
              </a:lnSpc>
              <a:spcBef>
                <a:spcPts val="80"/>
              </a:spcBef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可屏蔽中断</a:t>
            </a:r>
            <a:r>
              <a:rPr sz="24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(INTR)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8430"/>
            <a:ext cx="34823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.1.1</a:t>
            </a:r>
            <a:r>
              <a:rPr spc="1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8088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的中断类型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98967" y="125126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非屏蔽中断源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2137" y="2890837"/>
            <a:ext cx="4310380" cy="2506980"/>
          </a:xfrm>
          <a:custGeom>
            <a:avLst/>
            <a:gdLst/>
            <a:ahLst/>
            <a:cxnLst/>
            <a:rect l="l" t="t" r="r" b="b"/>
            <a:pathLst>
              <a:path w="4310380" h="2506979">
                <a:moveTo>
                  <a:pt x="979487" y="1444625"/>
                </a:moveTo>
                <a:lnTo>
                  <a:pt x="950912" y="1444625"/>
                </a:lnTo>
                <a:lnTo>
                  <a:pt x="950912" y="1473200"/>
                </a:lnTo>
                <a:lnTo>
                  <a:pt x="950912" y="2478087"/>
                </a:lnTo>
                <a:lnTo>
                  <a:pt x="28575" y="2478087"/>
                </a:lnTo>
                <a:lnTo>
                  <a:pt x="28575" y="1473200"/>
                </a:lnTo>
                <a:lnTo>
                  <a:pt x="950912" y="1473200"/>
                </a:lnTo>
                <a:lnTo>
                  <a:pt x="950912" y="1444625"/>
                </a:lnTo>
                <a:lnTo>
                  <a:pt x="0" y="1444625"/>
                </a:lnTo>
                <a:lnTo>
                  <a:pt x="0" y="2506662"/>
                </a:lnTo>
                <a:lnTo>
                  <a:pt x="979487" y="2506662"/>
                </a:lnTo>
                <a:lnTo>
                  <a:pt x="979487" y="2492375"/>
                </a:lnTo>
                <a:lnTo>
                  <a:pt x="979487" y="2478087"/>
                </a:lnTo>
                <a:lnTo>
                  <a:pt x="979487" y="1473200"/>
                </a:lnTo>
                <a:lnTo>
                  <a:pt x="979487" y="1458912"/>
                </a:lnTo>
                <a:lnTo>
                  <a:pt x="979487" y="1444625"/>
                </a:lnTo>
                <a:close/>
              </a:path>
              <a:path w="4310380" h="2506979">
                <a:moveTo>
                  <a:pt x="2068512" y="1444625"/>
                </a:moveTo>
                <a:lnTo>
                  <a:pt x="2039937" y="1444625"/>
                </a:lnTo>
                <a:lnTo>
                  <a:pt x="2039937" y="1473200"/>
                </a:lnTo>
                <a:lnTo>
                  <a:pt x="2039937" y="2478087"/>
                </a:lnTo>
                <a:lnTo>
                  <a:pt x="1214437" y="2478087"/>
                </a:lnTo>
                <a:lnTo>
                  <a:pt x="1214437" y="1473200"/>
                </a:lnTo>
                <a:lnTo>
                  <a:pt x="2039937" y="1473200"/>
                </a:lnTo>
                <a:lnTo>
                  <a:pt x="2039937" y="1444625"/>
                </a:lnTo>
                <a:lnTo>
                  <a:pt x="1185862" y="1444625"/>
                </a:lnTo>
                <a:lnTo>
                  <a:pt x="1185862" y="2506662"/>
                </a:lnTo>
                <a:lnTo>
                  <a:pt x="2068512" y="2506662"/>
                </a:lnTo>
                <a:lnTo>
                  <a:pt x="2068512" y="2492375"/>
                </a:lnTo>
                <a:lnTo>
                  <a:pt x="2068512" y="2478087"/>
                </a:lnTo>
                <a:lnTo>
                  <a:pt x="2068512" y="1473200"/>
                </a:lnTo>
                <a:lnTo>
                  <a:pt x="2068512" y="1458912"/>
                </a:lnTo>
                <a:lnTo>
                  <a:pt x="2068512" y="1444625"/>
                </a:lnTo>
                <a:close/>
              </a:path>
              <a:path w="4310380" h="2506979">
                <a:moveTo>
                  <a:pt x="3138487" y="1444625"/>
                </a:moveTo>
                <a:lnTo>
                  <a:pt x="3109912" y="1444625"/>
                </a:lnTo>
                <a:lnTo>
                  <a:pt x="3109912" y="1473200"/>
                </a:lnTo>
                <a:lnTo>
                  <a:pt x="3109912" y="2478087"/>
                </a:lnTo>
                <a:lnTo>
                  <a:pt x="2284412" y="2478087"/>
                </a:lnTo>
                <a:lnTo>
                  <a:pt x="2284412" y="1473200"/>
                </a:lnTo>
                <a:lnTo>
                  <a:pt x="3109912" y="1473200"/>
                </a:lnTo>
                <a:lnTo>
                  <a:pt x="3109912" y="1444625"/>
                </a:lnTo>
                <a:lnTo>
                  <a:pt x="2255837" y="1444625"/>
                </a:lnTo>
                <a:lnTo>
                  <a:pt x="2255837" y="2506662"/>
                </a:lnTo>
                <a:lnTo>
                  <a:pt x="3138487" y="2506662"/>
                </a:lnTo>
                <a:lnTo>
                  <a:pt x="3138487" y="2492375"/>
                </a:lnTo>
                <a:lnTo>
                  <a:pt x="3138487" y="2478087"/>
                </a:lnTo>
                <a:lnTo>
                  <a:pt x="3138487" y="1473200"/>
                </a:lnTo>
                <a:lnTo>
                  <a:pt x="3138487" y="1458912"/>
                </a:lnTo>
                <a:lnTo>
                  <a:pt x="3138487" y="1444625"/>
                </a:lnTo>
                <a:close/>
              </a:path>
              <a:path w="4310380" h="2506979">
                <a:moveTo>
                  <a:pt x="3522662" y="0"/>
                </a:moveTo>
                <a:lnTo>
                  <a:pt x="3494087" y="0"/>
                </a:lnTo>
                <a:lnTo>
                  <a:pt x="3494087" y="28575"/>
                </a:lnTo>
                <a:lnTo>
                  <a:pt x="3494087" y="622300"/>
                </a:lnTo>
                <a:lnTo>
                  <a:pt x="850900" y="622300"/>
                </a:lnTo>
                <a:lnTo>
                  <a:pt x="850900" y="28575"/>
                </a:lnTo>
                <a:lnTo>
                  <a:pt x="3494087" y="28575"/>
                </a:lnTo>
                <a:lnTo>
                  <a:pt x="3494087" y="0"/>
                </a:lnTo>
                <a:lnTo>
                  <a:pt x="822325" y="0"/>
                </a:lnTo>
                <a:lnTo>
                  <a:pt x="822325" y="650875"/>
                </a:lnTo>
                <a:lnTo>
                  <a:pt x="3522662" y="650875"/>
                </a:lnTo>
                <a:lnTo>
                  <a:pt x="3522662" y="636587"/>
                </a:lnTo>
                <a:lnTo>
                  <a:pt x="3522662" y="622300"/>
                </a:lnTo>
                <a:lnTo>
                  <a:pt x="3522662" y="28575"/>
                </a:lnTo>
                <a:lnTo>
                  <a:pt x="3522662" y="14287"/>
                </a:lnTo>
                <a:lnTo>
                  <a:pt x="3522662" y="0"/>
                </a:lnTo>
                <a:close/>
              </a:path>
              <a:path w="4310380" h="2506979">
                <a:moveTo>
                  <a:pt x="4310062" y="1444625"/>
                </a:moveTo>
                <a:lnTo>
                  <a:pt x="4281487" y="1444625"/>
                </a:lnTo>
                <a:lnTo>
                  <a:pt x="4281487" y="1473200"/>
                </a:lnTo>
                <a:lnTo>
                  <a:pt x="4281487" y="2478087"/>
                </a:lnTo>
                <a:lnTo>
                  <a:pt x="3454400" y="2478087"/>
                </a:lnTo>
                <a:lnTo>
                  <a:pt x="3454400" y="1473200"/>
                </a:lnTo>
                <a:lnTo>
                  <a:pt x="4281487" y="1473200"/>
                </a:lnTo>
                <a:lnTo>
                  <a:pt x="4281487" y="1444625"/>
                </a:lnTo>
                <a:lnTo>
                  <a:pt x="3425825" y="1444625"/>
                </a:lnTo>
                <a:lnTo>
                  <a:pt x="3425825" y="2506662"/>
                </a:lnTo>
                <a:lnTo>
                  <a:pt x="4310062" y="2506662"/>
                </a:lnTo>
                <a:lnTo>
                  <a:pt x="4310062" y="2492375"/>
                </a:lnTo>
                <a:lnTo>
                  <a:pt x="4310062" y="2478087"/>
                </a:lnTo>
                <a:lnTo>
                  <a:pt x="4310062" y="1473200"/>
                </a:lnTo>
                <a:lnTo>
                  <a:pt x="4310062" y="1458912"/>
                </a:lnTo>
                <a:lnTo>
                  <a:pt x="4310062" y="1444625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69290" y="4464050"/>
            <a:ext cx="4107815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6680" marR="5080" indent="-94615">
              <a:lnSpc>
                <a:spcPct val="103000"/>
              </a:lnSpc>
              <a:tabLst>
                <a:tab pos="1188085" algn="l"/>
                <a:tab pos="1244600" algn="l"/>
                <a:tab pos="2314575" algn="l"/>
                <a:tab pos="3484245" algn="l"/>
              </a:tabLst>
            </a:pPr>
            <a:r>
              <a:rPr sz="24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INT</a:t>
            </a:r>
            <a:r>
              <a:rPr sz="2400" spc="-8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spc="-5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24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spc="-2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INTO</a:t>
            </a:r>
            <a:r>
              <a:rPr sz="24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除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法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	单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步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指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令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		指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令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	错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误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	中</a:t>
            </a: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断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27025" y="1673212"/>
            <a:ext cx="5802630" cy="3862704"/>
            <a:chOff x="327025" y="1673212"/>
            <a:chExt cx="5802630" cy="3862704"/>
          </a:xfrm>
        </p:grpSpPr>
        <p:sp>
          <p:nvSpPr>
            <p:cNvPr id="7" name="object 7"/>
            <p:cNvSpPr/>
            <p:nvPr/>
          </p:nvSpPr>
          <p:spPr>
            <a:xfrm>
              <a:off x="1073150" y="1673211"/>
              <a:ext cx="5056505" cy="2681605"/>
            </a:xfrm>
            <a:custGeom>
              <a:avLst/>
              <a:gdLst/>
              <a:ahLst/>
              <a:cxnLst/>
              <a:rect l="l" t="t" r="r" b="b"/>
              <a:pathLst>
                <a:path w="5056505" h="2681604">
                  <a:moveTo>
                    <a:pt x="711200" y="1852625"/>
                  </a:moveTo>
                  <a:lnTo>
                    <a:pt x="682625" y="1852625"/>
                  </a:lnTo>
                  <a:lnTo>
                    <a:pt x="682625" y="2238362"/>
                  </a:lnTo>
                  <a:lnTo>
                    <a:pt x="14325" y="2236800"/>
                  </a:lnTo>
                  <a:lnTo>
                    <a:pt x="14287" y="2249500"/>
                  </a:lnTo>
                  <a:lnTo>
                    <a:pt x="1587" y="2249449"/>
                  </a:lnTo>
                  <a:lnTo>
                    <a:pt x="0" y="2665374"/>
                  </a:lnTo>
                  <a:lnTo>
                    <a:pt x="28575" y="2665476"/>
                  </a:lnTo>
                  <a:lnTo>
                    <a:pt x="30099" y="2265413"/>
                  </a:lnTo>
                  <a:lnTo>
                    <a:pt x="698461" y="2266962"/>
                  </a:lnTo>
                  <a:lnTo>
                    <a:pt x="698500" y="2251087"/>
                  </a:lnTo>
                  <a:lnTo>
                    <a:pt x="711200" y="2251087"/>
                  </a:lnTo>
                  <a:lnTo>
                    <a:pt x="711200" y="1852625"/>
                  </a:lnTo>
                  <a:close/>
                </a:path>
                <a:path w="5056505" h="2681604">
                  <a:moveTo>
                    <a:pt x="1173162" y="1852650"/>
                  </a:moveTo>
                  <a:lnTo>
                    <a:pt x="1144587" y="1852599"/>
                  </a:lnTo>
                  <a:lnTo>
                    <a:pt x="1143000" y="2681274"/>
                  </a:lnTo>
                  <a:lnTo>
                    <a:pt x="1171575" y="2681325"/>
                  </a:lnTo>
                  <a:lnTo>
                    <a:pt x="1173162" y="1852650"/>
                  </a:lnTo>
                  <a:close/>
                </a:path>
                <a:path w="5056505" h="2681604">
                  <a:moveTo>
                    <a:pt x="1673225" y="1241425"/>
                  </a:moveTo>
                  <a:lnTo>
                    <a:pt x="1671637" y="0"/>
                  </a:lnTo>
                  <a:lnTo>
                    <a:pt x="1643062" y="38"/>
                  </a:lnTo>
                  <a:lnTo>
                    <a:pt x="1644650" y="1241463"/>
                  </a:lnTo>
                  <a:lnTo>
                    <a:pt x="1673225" y="1241425"/>
                  </a:lnTo>
                  <a:close/>
                </a:path>
                <a:path w="5056505" h="2681604">
                  <a:moveTo>
                    <a:pt x="2241550" y="1852625"/>
                  </a:moveTo>
                  <a:lnTo>
                    <a:pt x="2212975" y="1852625"/>
                  </a:lnTo>
                  <a:lnTo>
                    <a:pt x="2212975" y="2681300"/>
                  </a:lnTo>
                  <a:lnTo>
                    <a:pt x="2241550" y="2681300"/>
                  </a:lnTo>
                  <a:lnTo>
                    <a:pt x="2241550" y="1852625"/>
                  </a:lnTo>
                  <a:close/>
                </a:path>
                <a:path w="5056505" h="2681604">
                  <a:moveTo>
                    <a:pt x="3403600" y="2265426"/>
                  </a:moveTo>
                  <a:lnTo>
                    <a:pt x="3389299" y="2265375"/>
                  </a:lnTo>
                  <a:lnTo>
                    <a:pt x="3389274" y="2252675"/>
                  </a:lnTo>
                  <a:lnTo>
                    <a:pt x="2719425" y="2254237"/>
                  </a:lnTo>
                  <a:lnTo>
                    <a:pt x="2720975" y="1852676"/>
                  </a:lnTo>
                  <a:lnTo>
                    <a:pt x="2692400" y="1852574"/>
                  </a:lnTo>
                  <a:lnTo>
                    <a:pt x="2690812" y="2266912"/>
                  </a:lnTo>
                  <a:lnTo>
                    <a:pt x="2705087" y="2266962"/>
                  </a:lnTo>
                  <a:lnTo>
                    <a:pt x="2705138" y="2282837"/>
                  </a:lnTo>
                  <a:lnTo>
                    <a:pt x="3374961" y="2281288"/>
                  </a:lnTo>
                  <a:lnTo>
                    <a:pt x="3373437" y="2681249"/>
                  </a:lnTo>
                  <a:lnTo>
                    <a:pt x="3402012" y="2681351"/>
                  </a:lnTo>
                  <a:lnTo>
                    <a:pt x="3403600" y="2265426"/>
                  </a:lnTo>
                  <a:close/>
                </a:path>
                <a:path w="5056505" h="2681604">
                  <a:moveTo>
                    <a:pt x="5056187" y="1508137"/>
                  </a:moveTo>
                  <a:lnTo>
                    <a:pt x="3027362" y="1508137"/>
                  </a:lnTo>
                  <a:lnTo>
                    <a:pt x="3027362" y="1536712"/>
                  </a:lnTo>
                  <a:lnTo>
                    <a:pt x="5056187" y="1536712"/>
                  </a:lnTo>
                  <a:lnTo>
                    <a:pt x="5056187" y="150813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27025" y="2270124"/>
              <a:ext cx="4980305" cy="3265804"/>
            </a:xfrm>
            <a:custGeom>
              <a:avLst/>
              <a:gdLst/>
              <a:ahLst/>
              <a:cxnLst/>
              <a:rect l="l" t="t" r="r" b="b"/>
              <a:pathLst>
                <a:path w="4980305" h="3265804">
                  <a:moveTo>
                    <a:pt x="17462" y="3251200"/>
                  </a:moveTo>
                  <a:lnTo>
                    <a:pt x="0" y="3251200"/>
                  </a:lnTo>
                  <a:lnTo>
                    <a:pt x="0" y="3222625"/>
                  </a:lnTo>
                  <a:lnTo>
                    <a:pt x="28575" y="3222625"/>
                  </a:lnTo>
                  <a:lnTo>
                    <a:pt x="28575" y="3236912"/>
                  </a:lnTo>
                  <a:lnTo>
                    <a:pt x="17462" y="3236912"/>
                  </a:lnTo>
                  <a:lnTo>
                    <a:pt x="17462" y="3251200"/>
                  </a:lnTo>
                  <a:close/>
                </a:path>
                <a:path w="4980305" h="3265804">
                  <a:moveTo>
                    <a:pt x="46037" y="3265487"/>
                  </a:moveTo>
                  <a:lnTo>
                    <a:pt x="17462" y="3265487"/>
                  </a:lnTo>
                  <a:lnTo>
                    <a:pt x="17462" y="3236912"/>
                  </a:lnTo>
                  <a:lnTo>
                    <a:pt x="28575" y="3236912"/>
                  </a:lnTo>
                  <a:lnTo>
                    <a:pt x="28575" y="3251200"/>
                  </a:lnTo>
                  <a:lnTo>
                    <a:pt x="46037" y="3251200"/>
                  </a:lnTo>
                  <a:lnTo>
                    <a:pt x="46037" y="3265487"/>
                  </a:lnTo>
                  <a:close/>
                </a:path>
                <a:path w="4980305" h="3265804">
                  <a:moveTo>
                    <a:pt x="46037" y="3251200"/>
                  </a:moveTo>
                  <a:lnTo>
                    <a:pt x="28575" y="3251200"/>
                  </a:lnTo>
                  <a:lnTo>
                    <a:pt x="28575" y="3236912"/>
                  </a:lnTo>
                  <a:lnTo>
                    <a:pt x="46037" y="3236912"/>
                  </a:lnTo>
                  <a:lnTo>
                    <a:pt x="46037" y="3251200"/>
                  </a:lnTo>
                  <a:close/>
                </a:path>
                <a:path w="4980305" h="3265804">
                  <a:moveTo>
                    <a:pt x="28575" y="3194050"/>
                  </a:moveTo>
                  <a:lnTo>
                    <a:pt x="0" y="3194050"/>
                  </a:lnTo>
                  <a:lnTo>
                    <a:pt x="0" y="3165475"/>
                  </a:lnTo>
                  <a:lnTo>
                    <a:pt x="28575" y="3165475"/>
                  </a:lnTo>
                  <a:lnTo>
                    <a:pt x="28575" y="3194050"/>
                  </a:lnTo>
                  <a:close/>
                </a:path>
                <a:path w="4980305" h="3265804">
                  <a:moveTo>
                    <a:pt x="28575" y="3136900"/>
                  </a:moveTo>
                  <a:lnTo>
                    <a:pt x="0" y="3136900"/>
                  </a:lnTo>
                  <a:lnTo>
                    <a:pt x="0" y="3108325"/>
                  </a:lnTo>
                  <a:lnTo>
                    <a:pt x="28575" y="3108325"/>
                  </a:lnTo>
                  <a:lnTo>
                    <a:pt x="28575" y="3136900"/>
                  </a:lnTo>
                  <a:close/>
                </a:path>
                <a:path w="4980305" h="3265804">
                  <a:moveTo>
                    <a:pt x="28575" y="3079750"/>
                  </a:moveTo>
                  <a:lnTo>
                    <a:pt x="0" y="3079750"/>
                  </a:lnTo>
                  <a:lnTo>
                    <a:pt x="0" y="3051175"/>
                  </a:lnTo>
                  <a:lnTo>
                    <a:pt x="28575" y="3051175"/>
                  </a:lnTo>
                  <a:lnTo>
                    <a:pt x="28575" y="3079750"/>
                  </a:lnTo>
                  <a:close/>
                </a:path>
                <a:path w="4980305" h="3265804">
                  <a:moveTo>
                    <a:pt x="28575" y="3022600"/>
                  </a:moveTo>
                  <a:lnTo>
                    <a:pt x="0" y="3022600"/>
                  </a:lnTo>
                  <a:lnTo>
                    <a:pt x="0" y="2994025"/>
                  </a:lnTo>
                  <a:lnTo>
                    <a:pt x="28575" y="2994025"/>
                  </a:lnTo>
                  <a:lnTo>
                    <a:pt x="28575" y="3022600"/>
                  </a:lnTo>
                  <a:close/>
                </a:path>
                <a:path w="4980305" h="3265804">
                  <a:moveTo>
                    <a:pt x="28575" y="2965450"/>
                  </a:moveTo>
                  <a:lnTo>
                    <a:pt x="0" y="2965450"/>
                  </a:lnTo>
                  <a:lnTo>
                    <a:pt x="0" y="2936875"/>
                  </a:lnTo>
                  <a:lnTo>
                    <a:pt x="28575" y="2936875"/>
                  </a:lnTo>
                  <a:lnTo>
                    <a:pt x="28575" y="2965450"/>
                  </a:lnTo>
                  <a:close/>
                </a:path>
                <a:path w="4980305" h="3265804">
                  <a:moveTo>
                    <a:pt x="28575" y="2908300"/>
                  </a:moveTo>
                  <a:lnTo>
                    <a:pt x="0" y="2908300"/>
                  </a:lnTo>
                  <a:lnTo>
                    <a:pt x="0" y="2879725"/>
                  </a:lnTo>
                  <a:lnTo>
                    <a:pt x="28575" y="2879725"/>
                  </a:lnTo>
                  <a:lnTo>
                    <a:pt x="28575" y="2908300"/>
                  </a:lnTo>
                  <a:close/>
                </a:path>
                <a:path w="4980305" h="3265804">
                  <a:moveTo>
                    <a:pt x="28575" y="2851150"/>
                  </a:moveTo>
                  <a:lnTo>
                    <a:pt x="0" y="2851150"/>
                  </a:lnTo>
                  <a:lnTo>
                    <a:pt x="0" y="2822575"/>
                  </a:lnTo>
                  <a:lnTo>
                    <a:pt x="28575" y="2822575"/>
                  </a:lnTo>
                  <a:lnTo>
                    <a:pt x="28575" y="2851150"/>
                  </a:lnTo>
                  <a:close/>
                </a:path>
                <a:path w="4980305" h="3265804">
                  <a:moveTo>
                    <a:pt x="28575" y="2794000"/>
                  </a:moveTo>
                  <a:lnTo>
                    <a:pt x="0" y="2794000"/>
                  </a:lnTo>
                  <a:lnTo>
                    <a:pt x="0" y="2765425"/>
                  </a:lnTo>
                  <a:lnTo>
                    <a:pt x="28575" y="2765425"/>
                  </a:lnTo>
                  <a:lnTo>
                    <a:pt x="28575" y="2794000"/>
                  </a:lnTo>
                  <a:close/>
                </a:path>
                <a:path w="4980305" h="3265804">
                  <a:moveTo>
                    <a:pt x="28575" y="2736850"/>
                  </a:moveTo>
                  <a:lnTo>
                    <a:pt x="0" y="2736850"/>
                  </a:lnTo>
                  <a:lnTo>
                    <a:pt x="0" y="2708275"/>
                  </a:lnTo>
                  <a:lnTo>
                    <a:pt x="28575" y="2708275"/>
                  </a:lnTo>
                  <a:lnTo>
                    <a:pt x="28575" y="2736850"/>
                  </a:lnTo>
                  <a:close/>
                </a:path>
                <a:path w="4980305" h="3265804">
                  <a:moveTo>
                    <a:pt x="28575" y="2679700"/>
                  </a:moveTo>
                  <a:lnTo>
                    <a:pt x="0" y="2679700"/>
                  </a:lnTo>
                  <a:lnTo>
                    <a:pt x="0" y="2651125"/>
                  </a:lnTo>
                  <a:lnTo>
                    <a:pt x="28575" y="2651125"/>
                  </a:lnTo>
                  <a:lnTo>
                    <a:pt x="28575" y="2679700"/>
                  </a:lnTo>
                  <a:close/>
                </a:path>
                <a:path w="4980305" h="3265804">
                  <a:moveTo>
                    <a:pt x="28575" y="2622550"/>
                  </a:moveTo>
                  <a:lnTo>
                    <a:pt x="0" y="2622550"/>
                  </a:lnTo>
                  <a:lnTo>
                    <a:pt x="0" y="2593975"/>
                  </a:lnTo>
                  <a:lnTo>
                    <a:pt x="28575" y="2593975"/>
                  </a:lnTo>
                  <a:lnTo>
                    <a:pt x="28575" y="2622550"/>
                  </a:lnTo>
                  <a:close/>
                </a:path>
                <a:path w="4980305" h="3265804">
                  <a:moveTo>
                    <a:pt x="28575" y="2565400"/>
                  </a:moveTo>
                  <a:lnTo>
                    <a:pt x="0" y="2565400"/>
                  </a:lnTo>
                  <a:lnTo>
                    <a:pt x="0" y="2536825"/>
                  </a:lnTo>
                  <a:lnTo>
                    <a:pt x="28575" y="2536825"/>
                  </a:lnTo>
                  <a:lnTo>
                    <a:pt x="28575" y="2565400"/>
                  </a:lnTo>
                  <a:close/>
                </a:path>
                <a:path w="4980305" h="3265804">
                  <a:moveTo>
                    <a:pt x="28575" y="2508250"/>
                  </a:moveTo>
                  <a:lnTo>
                    <a:pt x="0" y="2508250"/>
                  </a:lnTo>
                  <a:lnTo>
                    <a:pt x="0" y="2479675"/>
                  </a:lnTo>
                  <a:lnTo>
                    <a:pt x="28575" y="2479675"/>
                  </a:lnTo>
                  <a:lnTo>
                    <a:pt x="28575" y="2508250"/>
                  </a:lnTo>
                  <a:close/>
                </a:path>
                <a:path w="4980305" h="3265804">
                  <a:moveTo>
                    <a:pt x="28575" y="2451100"/>
                  </a:moveTo>
                  <a:lnTo>
                    <a:pt x="0" y="2451100"/>
                  </a:lnTo>
                  <a:lnTo>
                    <a:pt x="0" y="2422525"/>
                  </a:lnTo>
                  <a:lnTo>
                    <a:pt x="28575" y="2422525"/>
                  </a:lnTo>
                  <a:lnTo>
                    <a:pt x="28575" y="2451100"/>
                  </a:lnTo>
                  <a:close/>
                </a:path>
                <a:path w="4980305" h="3265804">
                  <a:moveTo>
                    <a:pt x="28575" y="2393950"/>
                  </a:moveTo>
                  <a:lnTo>
                    <a:pt x="0" y="2393950"/>
                  </a:lnTo>
                  <a:lnTo>
                    <a:pt x="0" y="2365375"/>
                  </a:lnTo>
                  <a:lnTo>
                    <a:pt x="28575" y="2365375"/>
                  </a:lnTo>
                  <a:lnTo>
                    <a:pt x="28575" y="2393950"/>
                  </a:lnTo>
                  <a:close/>
                </a:path>
                <a:path w="4980305" h="3265804">
                  <a:moveTo>
                    <a:pt x="28575" y="2336800"/>
                  </a:moveTo>
                  <a:lnTo>
                    <a:pt x="0" y="2336800"/>
                  </a:lnTo>
                  <a:lnTo>
                    <a:pt x="0" y="2308225"/>
                  </a:lnTo>
                  <a:lnTo>
                    <a:pt x="28575" y="2308225"/>
                  </a:lnTo>
                  <a:lnTo>
                    <a:pt x="28575" y="2336800"/>
                  </a:lnTo>
                  <a:close/>
                </a:path>
                <a:path w="4980305" h="3265804">
                  <a:moveTo>
                    <a:pt x="28575" y="2279650"/>
                  </a:moveTo>
                  <a:lnTo>
                    <a:pt x="0" y="2279650"/>
                  </a:lnTo>
                  <a:lnTo>
                    <a:pt x="0" y="2251075"/>
                  </a:lnTo>
                  <a:lnTo>
                    <a:pt x="28575" y="2251075"/>
                  </a:lnTo>
                  <a:lnTo>
                    <a:pt x="28575" y="2279650"/>
                  </a:lnTo>
                  <a:close/>
                </a:path>
                <a:path w="4980305" h="3265804">
                  <a:moveTo>
                    <a:pt x="28575" y="2222500"/>
                  </a:moveTo>
                  <a:lnTo>
                    <a:pt x="0" y="2222500"/>
                  </a:lnTo>
                  <a:lnTo>
                    <a:pt x="0" y="2193925"/>
                  </a:lnTo>
                  <a:lnTo>
                    <a:pt x="28575" y="2193925"/>
                  </a:lnTo>
                  <a:lnTo>
                    <a:pt x="28575" y="2222500"/>
                  </a:lnTo>
                  <a:close/>
                </a:path>
                <a:path w="4980305" h="3265804">
                  <a:moveTo>
                    <a:pt x="28575" y="2165350"/>
                  </a:moveTo>
                  <a:lnTo>
                    <a:pt x="0" y="2165350"/>
                  </a:lnTo>
                  <a:lnTo>
                    <a:pt x="0" y="2136775"/>
                  </a:lnTo>
                  <a:lnTo>
                    <a:pt x="28575" y="2136775"/>
                  </a:lnTo>
                  <a:lnTo>
                    <a:pt x="28575" y="2165350"/>
                  </a:lnTo>
                  <a:close/>
                </a:path>
                <a:path w="4980305" h="3265804">
                  <a:moveTo>
                    <a:pt x="28575" y="2108200"/>
                  </a:moveTo>
                  <a:lnTo>
                    <a:pt x="0" y="2108200"/>
                  </a:lnTo>
                  <a:lnTo>
                    <a:pt x="0" y="2079625"/>
                  </a:lnTo>
                  <a:lnTo>
                    <a:pt x="28575" y="2079625"/>
                  </a:lnTo>
                  <a:lnTo>
                    <a:pt x="28575" y="2108200"/>
                  </a:lnTo>
                  <a:close/>
                </a:path>
                <a:path w="4980305" h="3265804">
                  <a:moveTo>
                    <a:pt x="28575" y="2051050"/>
                  </a:moveTo>
                  <a:lnTo>
                    <a:pt x="0" y="2051050"/>
                  </a:lnTo>
                  <a:lnTo>
                    <a:pt x="0" y="2022475"/>
                  </a:lnTo>
                  <a:lnTo>
                    <a:pt x="28575" y="2022475"/>
                  </a:lnTo>
                  <a:lnTo>
                    <a:pt x="28575" y="2051050"/>
                  </a:lnTo>
                  <a:close/>
                </a:path>
                <a:path w="4980305" h="3265804">
                  <a:moveTo>
                    <a:pt x="28575" y="1993900"/>
                  </a:moveTo>
                  <a:lnTo>
                    <a:pt x="0" y="1993900"/>
                  </a:lnTo>
                  <a:lnTo>
                    <a:pt x="0" y="1965325"/>
                  </a:lnTo>
                  <a:lnTo>
                    <a:pt x="28575" y="1965325"/>
                  </a:lnTo>
                  <a:lnTo>
                    <a:pt x="28575" y="1993900"/>
                  </a:lnTo>
                  <a:close/>
                </a:path>
                <a:path w="4980305" h="3265804">
                  <a:moveTo>
                    <a:pt x="28575" y="1936750"/>
                  </a:moveTo>
                  <a:lnTo>
                    <a:pt x="0" y="1936750"/>
                  </a:lnTo>
                  <a:lnTo>
                    <a:pt x="0" y="1908175"/>
                  </a:lnTo>
                  <a:lnTo>
                    <a:pt x="28575" y="1908175"/>
                  </a:lnTo>
                  <a:lnTo>
                    <a:pt x="28575" y="1936750"/>
                  </a:lnTo>
                  <a:close/>
                </a:path>
                <a:path w="4980305" h="3265804">
                  <a:moveTo>
                    <a:pt x="28575" y="1879600"/>
                  </a:moveTo>
                  <a:lnTo>
                    <a:pt x="0" y="1879600"/>
                  </a:lnTo>
                  <a:lnTo>
                    <a:pt x="0" y="1851025"/>
                  </a:lnTo>
                  <a:lnTo>
                    <a:pt x="28575" y="1851025"/>
                  </a:lnTo>
                  <a:lnTo>
                    <a:pt x="28575" y="1879600"/>
                  </a:lnTo>
                  <a:close/>
                </a:path>
                <a:path w="4980305" h="3265804">
                  <a:moveTo>
                    <a:pt x="28575" y="1822450"/>
                  </a:moveTo>
                  <a:lnTo>
                    <a:pt x="0" y="1822450"/>
                  </a:lnTo>
                  <a:lnTo>
                    <a:pt x="0" y="1793875"/>
                  </a:lnTo>
                  <a:lnTo>
                    <a:pt x="28575" y="1793875"/>
                  </a:lnTo>
                  <a:lnTo>
                    <a:pt x="28575" y="1822450"/>
                  </a:lnTo>
                  <a:close/>
                </a:path>
                <a:path w="4980305" h="3265804">
                  <a:moveTo>
                    <a:pt x="28575" y="1765300"/>
                  </a:moveTo>
                  <a:lnTo>
                    <a:pt x="0" y="1765300"/>
                  </a:lnTo>
                  <a:lnTo>
                    <a:pt x="0" y="1736725"/>
                  </a:lnTo>
                  <a:lnTo>
                    <a:pt x="28575" y="1736725"/>
                  </a:lnTo>
                  <a:lnTo>
                    <a:pt x="28575" y="1765300"/>
                  </a:lnTo>
                  <a:close/>
                </a:path>
                <a:path w="4980305" h="3265804">
                  <a:moveTo>
                    <a:pt x="28575" y="1708150"/>
                  </a:moveTo>
                  <a:lnTo>
                    <a:pt x="0" y="1708150"/>
                  </a:lnTo>
                  <a:lnTo>
                    <a:pt x="0" y="1679575"/>
                  </a:lnTo>
                  <a:lnTo>
                    <a:pt x="28575" y="1679575"/>
                  </a:lnTo>
                  <a:lnTo>
                    <a:pt x="28575" y="1708150"/>
                  </a:lnTo>
                  <a:close/>
                </a:path>
                <a:path w="4980305" h="3265804">
                  <a:moveTo>
                    <a:pt x="28575" y="1651000"/>
                  </a:moveTo>
                  <a:lnTo>
                    <a:pt x="0" y="1651000"/>
                  </a:lnTo>
                  <a:lnTo>
                    <a:pt x="0" y="1622425"/>
                  </a:lnTo>
                  <a:lnTo>
                    <a:pt x="28575" y="1622425"/>
                  </a:lnTo>
                  <a:lnTo>
                    <a:pt x="28575" y="1651000"/>
                  </a:lnTo>
                  <a:close/>
                </a:path>
                <a:path w="4980305" h="3265804">
                  <a:moveTo>
                    <a:pt x="28575" y="1593850"/>
                  </a:moveTo>
                  <a:lnTo>
                    <a:pt x="0" y="1593850"/>
                  </a:lnTo>
                  <a:lnTo>
                    <a:pt x="0" y="1565275"/>
                  </a:lnTo>
                  <a:lnTo>
                    <a:pt x="28575" y="1565275"/>
                  </a:lnTo>
                  <a:lnTo>
                    <a:pt x="28575" y="1593850"/>
                  </a:lnTo>
                  <a:close/>
                </a:path>
                <a:path w="4980305" h="3265804">
                  <a:moveTo>
                    <a:pt x="28575" y="1536700"/>
                  </a:moveTo>
                  <a:lnTo>
                    <a:pt x="0" y="1536700"/>
                  </a:lnTo>
                  <a:lnTo>
                    <a:pt x="0" y="1508125"/>
                  </a:lnTo>
                  <a:lnTo>
                    <a:pt x="28575" y="1508125"/>
                  </a:lnTo>
                  <a:lnTo>
                    <a:pt x="28575" y="1536700"/>
                  </a:lnTo>
                  <a:close/>
                </a:path>
                <a:path w="4980305" h="3265804">
                  <a:moveTo>
                    <a:pt x="28575" y="1479550"/>
                  </a:moveTo>
                  <a:lnTo>
                    <a:pt x="0" y="1479550"/>
                  </a:lnTo>
                  <a:lnTo>
                    <a:pt x="0" y="1450975"/>
                  </a:lnTo>
                  <a:lnTo>
                    <a:pt x="28575" y="1450975"/>
                  </a:lnTo>
                  <a:lnTo>
                    <a:pt x="28575" y="1479550"/>
                  </a:lnTo>
                  <a:close/>
                </a:path>
                <a:path w="4980305" h="3265804">
                  <a:moveTo>
                    <a:pt x="28575" y="1422400"/>
                  </a:moveTo>
                  <a:lnTo>
                    <a:pt x="0" y="1422400"/>
                  </a:lnTo>
                  <a:lnTo>
                    <a:pt x="0" y="1393825"/>
                  </a:lnTo>
                  <a:lnTo>
                    <a:pt x="28575" y="1393825"/>
                  </a:lnTo>
                  <a:lnTo>
                    <a:pt x="28575" y="1422400"/>
                  </a:lnTo>
                  <a:close/>
                </a:path>
                <a:path w="4980305" h="3265804">
                  <a:moveTo>
                    <a:pt x="28575" y="1365250"/>
                  </a:moveTo>
                  <a:lnTo>
                    <a:pt x="0" y="1365250"/>
                  </a:lnTo>
                  <a:lnTo>
                    <a:pt x="0" y="1336675"/>
                  </a:lnTo>
                  <a:lnTo>
                    <a:pt x="28575" y="1336675"/>
                  </a:lnTo>
                  <a:lnTo>
                    <a:pt x="28575" y="1365250"/>
                  </a:lnTo>
                  <a:close/>
                </a:path>
                <a:path w="4980305" h="3265804">
                  <a:moveTo>
                    <a:pt x="28575" y="1308100"/>
                  </a:moveTo>
                  <a:lnTo>
                    <a:pt x="0" y="1308100"/>
                  </a:lnTo>
                  <a:lnTo>
                    <a:pt x="0" y="1279525"/>
                  </a:lnTo>
                  <a:lnTo>
                    <a:pt x="28575" y="1279525"/>
                  </a:lnTo>
                  <a:lnTo>
                    <a:pt x="28575" y="1308100"/>
                  </a:lnTo>
                  <a:close/>
                </a:path>
                <a:path w="4980305" h="3265804">
                  <a:moveTo>
                    <a:pt x="28575" y="1250950"/>
                  </a:moveTo>
                  <a:lnTo>
                    <a:pt x="0" y="1250950"/>
                  </a:lnTo>
                  <a:lnTo>
                    <a:pt x="0" y="1222375"/>
                  </a:lnTo>
                  <a:lnTo>
                    <a:pt x="28575" y="1222375"/>
                  </a:lnTo>
                  <a:lnTo>
                    <a:pt x="28575" y="1250950"/>
                  </a:lnTo>
                  <a:close/>
                </a:path>
                <a:path w="4980305" h="3265804">
                  <a:moveTo>
                    <a:pt x="28575" y="1193800"/>
                  </a:moveTo>
                  <a:lnTo>
                    <a:pt x="0" y="1193800"/>
                  </a:lnTo>
                  <a:lnTo>
                    <a:pt x="0" y="1165225"/>
                  </a:lnTo>
                  <a:lnTo>
                    <a:pt x="28575" y="1165225"/>
                  </a:lnTo>
                  <a:lnTo>
                    <a:pt x="28575" y="1193800"/>
                  </a:lnTo>
                  <a:close/>
                </a:path>
                <a:path w="4980305" h="3265804">
                  <a:moveTo>
                    <a:pt x="28575" y="1136650"/>
                  </a:moveTo>
                  <a:lnTo>
                    <a:pt x="0" y="1136650"/>
                  </a:lnTo>
                  <a:lnTo>
                    <a:pt x="0" y="1108075"/>
                  </a:lnTo>
                  <a:lnTo>
                    <a:pt x="28575" y="1108075"/>
                  </a:lnTo>
                  <a:lnTo>
                    <a:pt x="28575" y="1136650"/>
                  </a:lnTo>
                  <a:close/>
                </a:path>
                <a:path w="4980305" h="3265804">
                  <a:moveTo>
                    <a:pt x="28575" y="1079500"/>
                  </a:moveTo>
                  <a:lnTo>
                    <a:pt x="0" y="1079500"/>
                  </a:lnTo>
                  <a:lnTo>
                    <a:pt x="0" y="1050925"/>
                  </a:lnTo>
                  <a:lnTo>
                    <a:pt x="28575" y="1050925"/>
                  </a:lnTo>
                  <a:lnTo>
                    <a:pt x="28575" y="1079500"/>
                  </a:lnTo>
                  <a:close/>
                </a:path>
                <a:path w="4980305" h="3265804">
                  <a:moveTo>
                    <a:pt x="28575" y="1022350"/>
                  </a:moveTo>
                  <a:lnTo>
                    <a:pt x="0" y="1022350"/>
                  </a:lnTo>
                  <a:lnTo>
                    <a:pt x="0" y="993775"/>
                  </a:lnTo>
                  <a:lnTo>
                    <a:pt x="28575" y="993775"/>
                  </a:lnTo>
                  <a:lnTo>
                    <a:pt x="28575" y="1022350"/>
                  </a:lnTo>
                  <a:close/>
                </a:path>
                <a:path w="4980305" h="3265804">
                  <a:moveTo>
                    <a:pt x="28575" y="965200"/>
                  </a:moveTo>
                  <a:lnTo>
                    <a:pt x="0" y="965200"/>
                  </a:lnTo>
                  <a:lnTo>
                    <a:pt x="0" y="936625"/>
                  </a:lnTo>
                  <a:lnTo>
                    <a:pt x="28575" y="936625"/>
                  </a:lnTo>
                  <a:lnTo>
                    <a:pt x="28575" y="965200"/>
                  </a:lnTo>
                  <a:close/>
                </a:path>
                <a:path w="4980305" h="3265804">
                  <a:moveTo>
                    <a:pt x="28575" y="908050"/>
                  </a:moveTo>
                  <a:lnTo>
                    <a:pt x="0" y="908050"/>
                  </a:lnTo>
                  <a:lnTo>
                    <a:pt x="0" y="879475"/>
                  </a:lnTo>
                  <a:lnTo>
                    <a:pt x="28575" y="879475"/>
                  </a:lnTo>
                  <a:lnTo>
                    <a:pt x="28575" y="908050"/>
                  </a:lnTo>
                  <a:close/>
                </a:path>
                <a:path w="4980305" h="3265804">
                  <a:moveTo>
                    <a:pt x="28575" y="850900"/>
                  </a:moveTo>
                  <a:lnTo>
                    <a:pt x="0" y="850900"/>
                  </a:lnTo>
                  <a:lnTo>
                    <a:pt x="0" y="822325"/>
                  </a:lnTo>
                  <a:lnTo>
                    <a:pt x="28575" y="822325"/>
                  </a:lnTo>
                  <a:lnTo>
                    <a:pt x="28575" y="850900"/>
                  </a:lnTo>
                  <a:close/>
                </a:path>
                <a:path w="4980305" h="3265804">
                  <a:moveTo>
                    <a:pt x="28575" y="793750"/>
                  </a:moveTo>
                  <a:lnTo>
                    <a:pt x="0" y="793750"/>
                  </a:lnTo>
                  <a:lnTo>
                    <a:pt x="0" y="765175"/>
                  </a:lnTo>
                  <a:lnTo>
                    <a:pt x="28575" y="765175"/>
                  </a:lnTo>
                  <a:lnTo>
                    <a:pt x="28575" y="793750"/>
                  </a:lnTo>
                  <a:close/>
                </a:path>
                <a:path w="4980305" h="3265804">
                  <a:moveTo>
                    <a:pt x="28575" y="736600"/>
                  </a:moveTo>
                  <a:lnTo>
                    <a:pt x="0" y="736600"/>
                  </a:lnTo>
                  <a:lnTo>
                    <a:pt x="0" y="708025"/>
                  </a:lnTo>
                  <a:lnTo>
                    <a:pt x="28575" y="708025"/>
                  </a:lnTo>
                  <a:lnTo>
                    <a:pt x="28575" y="736600"/>
                  </a:lnTo>
                  <a:close/>
                </a:path>
                <a:path w="4980305" h="3265804">
                  <a:moveTo>
                    <a:pt x="28575" y="679450"/>
                  </a:moveTo>
                  <a:lnTo>
                    <a:pt x="0" y="679450"/>
                  </a:lnTo>
                  <a:lnTo>
                    <a:pt x="0" y="650875"/>
                  </a:lnTo>
                  <a:lnTo>
                    <a:pt x="28575" y="650875"/>
                  </a:lnTo>
                  <a:lnTo>
                    <a:pt x="28575" y="679450"/>
                  </a:lnTo>
                  <a:close/>
                </a:path>
                <a:path w="4980305" h="3265804">
                  <a:moveTo>
                    <a:pt x="28575" y="622300"/>
                  </a:moveTo>
                  <a:lnTo>
                    <a:pt x="0" y="622300"/>
                  </a:lnTo>
                  <a:lnTo>
                    <a:pt x="0" y="593725"/>
                  </a:lnTo>
                  <a:lnTo>
                    <a:pt x="28575" y="593725"/>
                  </a:lnTo>
                  <a:lnTo>
                    <a:pt x="28575" y="622300"/>
                  </a:lnTo>
                  <a:close/>
                </a:path>
                <a:path w="4980305" h="3265804">
                  <a:moveTo>
                    <a:pt x="28575" y="565150"/>
                  </a:moveTo>
                  <a:lnTo>
                    <a:pt x="0" y="565150"/>
                  </a:lnTo>
                  <a:lnTo>
                    <a:pt x="0" y="536575"/>
                  </a:lnTo>
                  <a:lnTo>
                    <a:pt x="28575" y="536575"/>
                  </a:lnTo>
                  <a:lnTo>
                    <a:pt x="28575" y="565150"/>
                  </a:lnTo>
                  <a:close/>
                </a:path>
                <a:path w="4980305" h="3265804">
                  <a:moveTo>
                    <a:pt x="28575" y="508000"/>
                  </a:moveTo>
                  <a:lnTo>
                    <a:pt x="0" y="508000"/>
                  </a:lnTo>
                  <a:lnTo>
                    <a:pt x="0" y="479425"/>
                  </a:lnTo>
                  <a:lnTo>
                    <a:pt x="28575" y="479425"/>
                  </a:lnTo>
                  <a:lnTo>
                    <a:pt x="28575" y="508000"/>
                  </a:lnTo>
                  <a:close/>
                </a:path>
                <a:path w="4980305" h="3265804">
                  <a:moveTo>
                    <a:pt x="28575" y="450850"/>
                  </a:moveTo>
                  <a:lnTo>
                    <a:pt x="0" y="450850"/>
                  </a:lnTo>
                  <a:lnTo>
                    <a:pt x="0" y="422275"/>
                  </a:lnTo>
                  <a:lnTo>
                    <a:pt x="28575" y="422275"/>
                  </a:lnTo>
                  <a:lnTo>
                    <a:pt x="28575" y="450850"/>
                  </a:lnTo>
                  <a:close/>
                </a:path>
                <a:path w="4980305" h="3265804">
                  <a:moveTo>
                    <a:pt x="28575" y="393700"/>
                  </a:moveTo>
                  <a:lnTo>
                    <a:pt x="0" y="393700"/>
                  </a:lnTo>
                  <a:lnTo>
                    <a:pt x="0" y="365125"/>
                  </a:lnTo>
                  <a:lnTo>
                    <a:pt x="28575" y="365125"/>
                  </a:lnTo>
                  <a:lnTo>
                    <a:pt x="28575" y="393700"/>
                  </a:lnTo>
                  <a:close/>
                </a:path>
                <a:path w="4980305" h="3265804">
                  <a:moveTo>
                    <a:pt x="28575" y="336550"/>
                  </a:moveTo>
                  <a:lnTo>
                    <a:pt x="0" y="336550"/>
                  </a:lnTo>
                  <a:lnTo>
                    <a:pt x="0" y="307975"/>
                  </a:lnTo>
                  <a:lnTo>
                    <a:pt x="28575" y="307975"/>
                  </a:lnTo>
                  <a:lnTo>
                    <a:pt x="28575" y="336550"/>
                  </a:lnTo>
                  <a:close/>
                </a:path>
                <a:path w="4980305" h="3265804">
                  <a:moveTo>
                    <a:pt x="28575" y="279400"/>
                  </a:moveTo>
                  <a:lnTo>
                    <a:pt x="0" y="279400"/>
                  </a:lnTo>
                  <a:lnTo>
                    <a:pt x="0" y="250825"/>
                  </a:lnTo>
                  <a:lnTo>
                    <a:pt x="28575" y="250825"/>
                  </a:lnTo>
                  <a:lnTo>
                    <a:pt x="28575" y="279400"/>
                  </a:lnTo>
                  <a:close/>
                </a:path>
                <a:path w="4980305" h="3265804">
                  <a:moveTo>
                    <a:pt x="28575" y="222250"/>
                  </a:moveTo>
                  <a:lnTo>
                    <a:pt x="0" y="222250"/>
                  </a:lnTo>
                  <a:lnTo>
                    <a:pt x="0" y="193675"/>
                  </a:lnTo>
                  <a:lnTo>
                    <a:pt x="28575" y="193675"/>
                  </a:lnTo>
                  <a:lnTo>
                    <a:pt x="28575" y="222250"/>
                  </a:lnTo>
                  <a:close/>
                </a:path>
                <a:path w="4980305" h="3265804">
                  <a:moveTo>
                    <a:pt x="28575" y="165100"/>
                  </a:moveTo>
                  <a:lnTo>
                    <a:pt x="0" y="165100"/>
                  </a:lnTo>
                  <a:lnTo>
                    <a:pt x="0" y="136525"/>
                  </a:lnTo>
                  <a:lnTo>
                    <a:pt x="28575" y="136525"/>
                  </a:lnTo>
                  <a:lnTo>
                    <a:pt x="28575" y="165100"/>
                  </a:lnTo>
                  <a:close/>
                </a:path>
                <a:path w="4980305" h="3265804">
                  <a:moveTo>
                    <a:pt x="28575" y="107950"/>
                  </a:moveTo>
                  <a:lnTo>
                    <a:pt x="0" y="107950"/>
                  </a:lnTo>
                  <a:lnTo>
                    <a:pt x="0" y="79375"/>
                  </a:lnTo>
                  <a:lnTo>
                    <a:pt x="28575" y="79375"/>
                  </a:lnTo>
                  <a:lnTo>
                    <a:pt x="28575" y="107950"/>
                  </a:lnTo>
                  <a:close/>
                </a:path>
                <a:path w="4980305" h="3265804">
                  <a:moveTo>
                    <a:pt x="28575" y="50800"/>
                  </a:moveTo>
                  <a:lnTo>
                    <a:pt x="0" y="50800"/>
                  </a:lnTo>
                  <a:lnTo>
                    <a:pt x="0" y="22225"/>
                  </a:lnTo>
                  <a:lnTo>
                    <a:pt x="28575" y="22225"/>
                  </a:lnTo>
                  <a:lnTo>
                    <a:pt x="28575" y="50800"/>
                  </a:lnTo>
                  <a:close/>
                </a:path>
                <a:path w="4980305" h="3265804">
                  <a:moveTo>
                    <a:pt x="63500" y="28575"/>
                  </a:moveTo>
                  <a:lnTo>
                    <a:pt x="34925" y="28575"/>
                  </a:lnTo>
                  <a:lnTo>
                    <a:pt x="34925" y="0"/>
                  </a:lnTo>
                  <a:lnTo>
                    <a:pt x="63500" y="0"/>
                  </a:lnTo>
                  <a:lnTo>
                    <a:pt x="63500" y="28575"/>
                  </a:lnTo>
                  <a:close/>
                </a:path>
                <a:path w="4980305" h="3265804">
                  <a:moveTo>
                    <a:pt x="120650" y="28575"/>
                  </a:moveTo>
                  <a:lnTo>
                    <a:pt x="92075" y="28575"/>
                  </a:lnTo>
                  <a:lnTo>
                    <a:pt x="92075" y="0"/>
                  </a:lnTo>
                  <a:lnTo>
                    <a:pt x="120650" y="0"/>
                  </a:lnTo>
                  <a:lnTo>
                    <a:pt x="120650" y="28575"/>
                  </a:lnTo>
                  <a:close/>
                </a:path>
                <a:path w="4980305" h="3265804">
                  <a:moveTo>
                    <a:pt x="177800" y="28575"/>
                  </a:moveTo>
                  <a:lnTo>
                    <a:pt x="149225" y="28575"/>
                  </a:lnTo>
                  <a:lnTo>
                    <a:pt x="149225" y="0"/>
                  </a:lnTo>
                  <a:lnTo>
                    <a:pt x="177800" y="0"/>
                  </a:lnTo>
                  <a:lnTo>
                    <a:pt x="177800" y="28575"/>
                  </a:lnTo>
                  <a:close/>
                </a:path>
                <a:path w="4980305" h="3265804">
                  <a:moveTo>
                    <a:pt x="234950" y="28575"/>
                  </a:moveTo>
                  <a:lnTo>
                    <a:pt x="206375" y="28575"/>
                  </a:lnTo>
                  <a:lnTo>
                    <a:pt x="206375" y="0"/>
                  </a:lnTo>
                  <a:lnTo>
                    <a:pt x="234950" y="0"/>
                  </a:lnTo>
                  <a:lnTo>
                    <a:pt x="234950" y="28575"/>
                  </a:lnTo>
                  <a:close/>
                </a:path>
                <a:path w="4980305" h="3265804">
                  <a:moveTo>
                    <a:pt x="292100" y="28575"/>
                  </a:moveTo>
                  <a:lnTo>
                    <a:pt x="263525" y="28575"/>
                  </a:lnTo>
                  <a:lnTo>
                    <a:pt x="263525" y="0"/>
                  </a:lnTo>
                  <a:lnTo>
                    <a:pt x="292100" y="0"/>
                  </a:lnTo>
                  <a:lnTo>
                    <a:pt x="292100" y="28575"/>
                  </a:lnTo>
                  <a:close/>
                </a:path>
                <a:path w="4980305" h="3265804">
                  <a:moveTo>
                    <a:pt x="349250" y="28575"/>
                  </a:moveTo>
                  <a:lnTo>
                    <a:pt x="320675" y="28575"/>
                  </a:lnTo>
                  <a:lnTo>
                    <a:pt x="320675" y="0"/>
                  </a:lnTo>
                  <a:lnTo>
                    <a:pt x="349250" y="0"/>
                  </a:lnTo>
                  <a:lnTo>
                    <a:pt x="349250" y="28575"/>
                  </a:lnTo>
                  <a:close/>
                </a:path>
                <a:path w="4980305" h="3265804">
                  <a:moveTo>
                    <a:pt x="406400" y="28575"/>
                  </a:moveTo>
                  <a:lnTo>
                    <a:pt x="377825" y="28575"/>
                  </a:lnTo>
                  <a:lnTo>
                    <a:pt x="377825" y="0"/>
                  </a:lnTo>
                  <a:lnTo>
                    <a:pt x="406400" y="0"/>
                  </a:lnTo>
                  <a:lnTo>
                    <a:pt x="406400" y="28575"/>
                  </a:lnTo>
                  <a:close/>
                </a:path>
                <a:path w="4980305" h="3265804">
                  <a:moveTo>
                    <a:pt x="463550" y="28575"/>
                  </a:moveTo>
                  <a:lnTo>
                    <a:pt x="434975" y="28575"/>
                  </a:lnTo>
                  <a:lnTo>
                    <a:pt x="434975" y="0"/>
                  </a:lnTo>
                  <a:lnTo>
                    <a:pt x="463550" y="0"/>
                  </a:lnTo>
                  <a:lnTo>
                    <a:pt x="463550" y="28575"/>
                  </a:lnTo>
                  <a:close/>
                </a:path>
                <a:path w="4980305" h="3265804">
                  <a:moveTo>
                    <a:pt x="520700" y="28575"/>
                  </a:moveTo>
                  <a:lnTo>
                    <a:pt x="492125" y="28575"/>
                  </a:lnTo>
                  <a:lnTo>
                    <a:pt x="492125" y="0"/>
                  </a:lnTo>
                  <a:lnTo>
                    <a:pt x="520700" y="0"/>
                  </a:lnTo>
                  <a:lnTo>
                    <a:pt x="520700" y="28575"/>
                  </a:lnTo>
                  <a:close/>
                </a:path>
                <a:path w="4980305" h="3265804">
                  <a:moveTo>
                    <a:pt x="577850" y="28575"/>
                  </a:moveTo>
                  <a:lnTo>
                    <a:pt x="549275" y="28575"/>
                  </a:lnTo>
                  <a:lnTo>
                    <a:pt x="549275" y="0"/>
                  </a:lnTo>
                  <a:lnTo>
                    <a:pt x="577850" y="0"/>
                  </a:lnTo>
                  <a:lnTo>
                    <a:pt x="577850" y="28575"/>
                  </a:lnTo>
                  <a:close/>
                </a:path>
                <a:path w="4980305" h="3265804">
                  <a:moveTo>
                    <a:pt x="635000" y="28575"/>
                  </a:moveTo>
                  <a:lnTo>
                    <a:pt x="606425" y="28575"/>
                  </a:lnTo>
                  <a:lnTo>
                    <a:pt x="606425" y="0"/>
                  </a:lnTo>
                  <a:lnTo>
                    <a:pt x="635000" y="0"/>
                  </a:lnTo>
                  <a:lnTo>
                    <a:pt x="635000" y="28575"/>
                  </a:lnTo>
                  <a:close/>
                </a:path>
                <a:path w="4980305" h="3265804">
                  <a:moveTo>
                    <a:pt x="692150" y="28575"/>
                  </a:moveTo>
                  <a:lnTo>
                    <a:pt x="663575" y="28575"/>
                  </a:lnTo>
                  <a:lnTo>
                    <a:pt x="663575" y="0"/>
                  </a:lnTo>
                  <a:lnTo>
                    <a:pt x="692150" y="0"/>
                  </a:lnTo>
                  <a:lnTo>
                    <a:pt x="692150" y="28575"/>
                  </a:lnTo>
                  <a:close/>
                </a:path>
                <a:path w="4980305" h="3265804">
                  <a:moveTo>
                    <a:pt x="749300" y="28575"/>
                  </a:moveTo>
                  <a:lnTo>
                    <a:pt x="720725" y="28575"/>
                  </a:lnTo>
                  <a:lnTo>
                    <a:pt x="720725" y="0"/>
                  </a:lnTo>
                  <a:lnTo>
                    <a:pt x="749300" y="0"/>
                  </a:lnTo>
                  <a:lnTo>
                    <a:pt x="749300" y="28575"/>
                  </a:lnTo>
                  <a:close/>
                </a:path>
                <a:path w="4980305" h="3265804">
                  <a:moveTo>
                    <a:pt x="806450" y="28575"/>
                  </a:moveTo>
                  <a:lnTo>
                    <a:pt x="777875" y="28575"/>
                  </a:lnTo>
                  <a:lnTo>
                    <a:pt x="777875" y="0"/>
                  </a:lnTo>
                  <a:lnTo>
                    <a:pt x="806450" y="0"/>
                  </a:lnTo>
                  <a:lnTo>
                    <a:pt x="806450" y="28575"/>
                  </a:lnTo>
                  <a:close/>
                </a:path>
                <a:path w="4980305" h="3265804">
                  <a:moveTo>
                    <a:pt x="863600" y="28575"/>
                  </a:moveTo>
                  <a:lnTo>
                    <a:pt x="835025" y="28575"/>
                  </a:lnTo>
                  <a:lnTo>
                    <a:pt x="835025" y="0"/>
                  </a:lnTo>
                  <a:lnTo>
                    <a:pt x="863600" y="0"/>
                  </a:lnTo>
                  <a:lnTo>
                    <a:pt x="863600" y="28575"/>
                  </a:lnTo>
                  <a:close/>
                </a:path>
                <a:path w="4980305" h="3265804">
                  <a:moveTo>
                    <a:pt x="920750" y="28575"/>
                  </a:moveTo>
                  <a:lnTo>
                    <a:pt x="892175" y="28575"/>
                  </a:lnTo>
                  <a:lnTo>
                    <a:pt x="892175" y="0"/>
                  </a:lnTo>
                  <a:lnTo>
                    <a:pt x="920750" y="0"/>
                  </a:lnTo>
                  <a:lnTo>
                    <a:pt x="920750" y="28575"/>
                  </a:lnTo>
                  <a:close/>
                </a:path>
                <a:path w="4980305" h="3265804">
                  <a:moveTo>
                    <a:pt x="977900" y="28575"/>
                  </a:moveTo>
                  <a:lnTo>
                    <a:pt x="949325" y="28575"/>
                  </a:lnTo>
                  <a:lnTo>
                    <a:pt x="949325" y="0"/>
                  </a:lnTo>
                  <a:lnTo>
                    <a:pt x="977900" y="0"/>
                  </a:lnTo>
                  <a:lnTo>
                    <a:pt x="977900" y="28575"/>
                  </a:lnTo>
                  <a:close/>
                </a:path>
                <a:path w="4980305" h="3265804">
                  <a:moveTo>
                    <a:pt x="1035050" y="28575"/>
                  </a:moveTo>
                  <a:lnTo>
                    <a:pt x="1006475" y="28575"/>
                  </a:lnTo>
                  <a:lnTo>
                    <a:pt x="1006475" y="0"/>
                  </a:lnTo>
                  <a:lnTo>
                    <a:pt x="1035050" y="0"/>
                  </a:lnTo>
                  <a:lnTo>
                    <a:pt x="1035050" y="28575"/>
                  </a:lnTo>
                  <a:close/>
                </a:path>
                <a:path w="4980305" h="3265804">
                  <a:moveTo>
                    <a:pt x="1092200" y="28575"/>
                  </a:moveTo>
                  <a:lnTo>
                    <a:pt x="1063625" y="28575"/>
                  </a:lnTo>
                  <a:lnTo>
                    <a:pt x="1063625" y="0"/>
                  </a:lnTo>
                  <a:lnTo>
                    <a:pt x="1092200" y="0"/>
                  </a:lnTo>
                  <a:lnTo>
                    <a:pt x="1092200" y="28575"/>
                  </a:lnTo>
                  <a:close/>
                </a:path>
                <a:path w="4980305" h="3265804">
                  <a:moveTo>
                    <a:pt x="1149350" y="28575"/>
                  </a:moveTo>
                  <a:lnTo>
                    <a:pt x="1120775" y="28575"/>
                  </a:lnTo>
                  <a:lnTo>
                    <a:pt x="1120775" y="0"/>
                  </a:lnTo>
                  <a:lnTo>
                    <a:pt x="1149350" y="0"/>
                  </a:lnTo>
                  <a:lnTo>
                    <a:pt x="1149350" y="28575"/>
                  </a:lnTo>
                  <a:close/>
                </a:path>
                <a:path w="4980305" h="3265804">
                  <a:moveTo>
                    <a:pt x="1206500" y="28575"/>
                  </a:moveTo>
                  <a:lnTo>
                    <a:pt x="1177925" y="28575"/>
                  </a:lnTo>
                  <a:lnTo>
                    <a:pt x="1177925" y="0"/>
                  </a:lnTo>
                  <a:lnTo>
                    <a:pt x="1206500" y="0"/>
                  </a:lnTo>
                  <a:lnTo>
                    <a:pt x="1206500" y="28575"/>
                  </a:lnTo>
                  <a:close/>
                </a:path>
                <a:path w="4980305" h="3265804">
                  <a:moveTo>
                    <a:pt x="1263650" y="28575"/>
                  </a:moveTo>
                  <a:lnTo>
                    <a:pt x="1235075" y="28575"/>
                  </a:lnTo>
                  <a:lnTo>
                    <a:pt x="1235075" y="0"/>
                  </a:lnTo>
                  <a:lnTo>
                    <a:pt x="1263650" y="0"/>
                  </a:lnTo>
                  <a:lnTo>
                    <a:pt x="1263650" y="28575"/>
                  </a:lnTo>
                  <a:close/>
                </a:path>
                <a:path w="4980305" h="3265804">
                  <a:moveTo>
                    <a:pt x="1320800" y="28575"/>
                  </a:moveTo>
                  <a:lnTo>
                    <a:pt x="1292225" y="28575"/>
                  </a:lnTo>
                  <a:lnTo>
                    <a:pt x="1292225" y="0"/>
                  </a:lnTo>
                  <a:lnTo>
                    <a:pt x="1320800" y="0"/>
                  </a:lnTo>
                  <a:lnTo>
                    <a:pt x="1320800" y="28575"/>
                  </a:lnTo>
                  <a:close/>
                </a:path>
                <a:path w="4980305" h="3265804">
                  <a:moveTo>
                    <a:pt x="1377950" y="28575"/>
                  </a:moveTo>
                  <a:lnTo>
                    <a:pt x="1349375" y="28575"/>
                  </a:lnTo>
                  <a:lnTo>
                    <a:pt x="1349375" y="0"/>
                  </a:lnTo>
                  <a:lnTo>
                    <a:pt x="1377950" y="0"/>
                  </a:lnTo>
                  <a:lnTo>
                    <a:pt x="1377950" y="28575"/>
                  </a:lnTo>
                  <a:close/>
                </a:path>
                <a:path w="4980305" h="3265804">
                  <a:moveTo>
                    <a:pt x="1435100" y="28575"/>
                  </a:moveTo>
                  <a:lnTo>
                    <a:pt x="1406525" y="28575"/>
                  </a:lnTo>
                  <a:lnTo>
                    <a:pt x="1406525" y="0"/>
                  </a:lnTo>
                  <a:lnTo>
                    <a:pt x="1435100" y="0"/>
                  </a:lnTo>
                  <a:lnTo>
                    <a:pt x="1435100" y="28575"/>
                  </a:lnTo>
                  <a:close/>
                </a:path>
                <a:path w="4980305" h="3265804">
                  <a:moveTo>
                    <a:pt x="1492250" y="28575"/>
                  </a:moveTo>
                  <a:lnTo>
                    <a:pt x="1463675" y="28575"/>
                  </a:lnTo>
                  <a:lnTo>
                    <a:pt x="1463675" y="0"/>
                  </a:lnTo>
                  <a:lnTo>
                    <a:pt x="1492250" y="0"/>
                  </a:lnTo>
                  <a:lnTo>
                    <a:pt x="1492250" y="28575"/>
                  </a:lnTo>
                  <a:close/>
                </a:path>
                <a:path w="4980305" h="3265804">
                  <a:moveTo>
                    <a:pt x="1549400" y="28575"/>
                  </a:moveTo>
                  <a:lnTo>
                    <a:pt x="1520825" y="28575"/>
                  </a:lnTo>
                  <a:lnTo>
                    <a:pt x="1520825" y="0"/>
                  </a:lnTo>
                  <a:lnTo>
                    <a:pt x="1549400" y="0"/>
                  </a:lnTo>
                  <a:lnTo>
                    <a:pt x="1549400" y="28575"/>
                  </a:lnTo>
                  <a:close/>
                </a:path>
                <a:path w="4980305" h="3265804">
                  <a:moveTo>
                    <a:pt x="1606550" y="28575"/>
                  </a:moveTo>
                  <a:lnTo>
                    <a:pt x="1577975" y="28575"/>
                  </a:lnTo>
                  <a:lnTo>
                    <a:pt x="1577975" y="0"/>
                  </a:lnTo>
                  <a:lnTo>
                    <a:pt x="1606550" y="0"/>
                  </a:lnTo>
                  <a:lnTo>
                    <a:pt x="1606550" y="28575"/>
                  </a:lnTo>
                  <a:close/>
                </a:path>
                <a:path w="4980305" h="3265804">
                  <a:moveTo>
                    <a:pt x="1663700" y="28575"/>
                  </a:moveTo>
                  <a:lnTo>
                    <a:pt x="1635125" y="28575"/>
                  </a:lnTo>
                  <a:lnTo>
                    <a:pt x="1635125" y="0"/>
                  </a:lnTo>
                  <a:lnTo>
                    <a:pt x="1663700" y="0"/>
                  </a:lnTo>
                  <a:lnTo>
                    <a:pt x="1663700" y="28575"/>
                  </a:lnTo>
                  <a:close/>
                </a:path>
                <a:path w="4980305" h="3265804">
                  <a:moveTo>
                    <a:pt x="1720850" y="28575"/>
                  </a:moveTo>
                  <a:lnTo>
                    <a:pt x="1692275" y="28575"/>
                  </a:lnTo>
                  <a:lnTo>
                    <a:pt x="1692275" y="0"/>
                  </a:lnTo>
                  <a:lnTo>
                    <a:pt x="1720850" y="0"/>
                  </a:lnTo>
                  <a:lnTo>
                    <a:pt x="1720850" y="28575"/>
                  </a:lnTo>
                  <a:close/>
                </a:path>
                <a:path w="4980305" h="3265804">
                  <a:moveTo>
                    <a:pt x="1778000" y="28575"/>
                  </a:moveTo>
                  <a:lnTo>
                    <a:pt x="1749425" y="28575"/>
                  </a:lnTo>
                  <a:lnTo>
                    <a:pt x="1749425" y="0"/>
                  </a:lnTo>
                  <a:lnTo>
                    <a:pt x="1778000" y="0"/>
                  </a:lnTo>
                  <a:lnTo>
                    <a:pt x="1778000" y="28575"/>
                  </a:lnTo>
                  <a:close/>
                </a:path>
                <a:path w="4980305" h="3265804">
                  <a:moveTo>
                    <a:pt x="1835150" y="28575"/>
                  </a:moveTo>
                  <a:lnTo>
                    <a:pt x="1806575" y="28575"/>
                  </a:lnTo>
                  <a:lnTo>
                    <a:pt x="1806575" y="0"/>
                  </a:lnTo>
                  <a:lnTo>
                    <a:pt x="1835150" y="0"/>
                  </a:lnTo>
                  <a:lnTo>
                    <a:pt x="1835150" y="28575"/>
                  </a:lnTo>
                  <a:close/>
                </a:path>
                <a:path w="4980305" h="3265804">
                  <a:moveTo>
                    <a:pt x="1892300" y="28575"/>
                  </a:moveTo>
                  <a:lnTo>
                    <a:pt x="1863725" y="28575"/>
                  </a:lnTo>
                  <a:lnTo>
                    <a:pt x="1863725" y="0"/>
                  </a:lnTo>
                  <a:lnTo>
                    <a:pt x="1892300" y="0"/>
                  </a:lnTo>
                  <a:lnTo>
                    <a:pt x="1892300" y="28575"/>
                  </a:lnTo>
                  <a:close/>
                </a:path>
                <a:path w="4980305" h="3265804">
                  <a:moveTo>
                    <a:pt x="1949450" y="28575"/>
                  </a:moveTo>
                  <a:lnTo>
                    <a:pt x="1920875" y="28575"/>
                  </a:lnTo>
                  <a:lnTo>
                    <a:pt x="1920875" y="0"/>
                  </a:lnTo>
                  <a:lnTo>
                    <a:pt x="1949450" y="0"/>
                  </a:lnTo>
                  <a:lnTo>
                    <a:pt x="1949450" y="28575"/>
                  </a:lnTo>
                  <a:close/>
                </a:path>
                <a:path w="4980305" h="3265804">
                  <a:moveTo>
                    <a:pt x="2006600" y="28575"/>
                  </a:moveTo>
                  <a:lnTo>
                    <a:pt x="1978025" y="28575"/>
                  </a:lnTo>
                  <a:lnTo>
                    <a:pt x="1978025" y="0"/>
                  </a:lnTo>
                  <a:lnTo>
                    <a:pt x="2006600" y="0"/>
                  </a:lnTo>
                  <a:lnTo>
                    <a:pt x="2006600" y="28575"/>
                  </a:lnTo>
                  <a:close/>
                </a:path>
                <a:path w="4980305" h="3265804">
                  <a:moveTo>
                    <a:pt x="2063750" y="28575"/>
                  </a:moveTo>
                  <a:lnTo>
                    <a:pt x="2035175" y="28575"/>
                  </a:lnTo>
                  <a:lnTo>
                    <a:pt x="2035175" y="0"/>
                  </a:lnTo>
                  <a:lnTo>
                    <a:pt x="2063750" y="0"/>
                  </a:lnTo>
                  <a:lnTo>
                    <a:pt x="2063750" y="28575"/>
                  </a:lnTo>
                  <a:close/>
                </a:path>
                <a:path w="4980305" h="3265804">
                  <a:moveTo>
                    <a:pt x="2120900" y="28575"/>
                  </a:moveTo>
                  <a:lnTo>
                    <a:pt x="2092325" y="28575"/>
                  </a:lnTo>
                  <a:lnTo>
                    <a:pt x="2092325" y="0"/>
                  </a:lnTo>
                  <a:lnTo>
                    <a:pt x="2120900" y="0"/>
                  </a:lnTo>
                  <a:lnTo>
                    <a:pt x="2120900" y="28575"/>
                  </a:lnTo>
                  <a:close/>
                </a:path>
                <a:path w="4980305" h="3265804">
                  <a:moveTo>
                    <a:pt x="2178050" y="28575"/>
                  </a:moveTo>
                  <a:lnTo>
                    <a:pt x="2149475" y="28575"/>
                  </a:lnTo>
                  <a:lnTo>
                    <a:pt x="2149475" y="0"/>
                  </a:lnTo>
                  <a:lnTo>
                    <a:pt x="2178050" y="0"/>
                  </a:lnTo>
                  <a:lnTo>
                    <a:pt x="2178050" y="28575"/>
                  </a:lnTo>
                  <a:close/>
                </a:path>
                <a:path w="4980305" h="3265804">
                  <a:moveTo>
                    <a:pt x="2235200" y="28575"/>
                  </a:moveTo>
                  <a:lnTo>
                    <a:pt x="2206625" y="28575"/>
                  </a:lnTo>
                  <a:lnTo>
                    <a:pt x="2206625" y="0"/>
                  </a:lnTo>
                  <a:lnTo>
                    <a:pt x="2235200" y="0"/>
                  </a:lnTo>
                  <a:lnTo>
                    <a:pt x="2235200" y="28575"/>
                  </a:lnTo>
                  <a:close/>
                </a:path>
                <a:path w="4980305" h="3265804">
                  <a:moveTo>
                    <a:pt x="2292350" y="28575"/>
                  </a:moveTo>
                  <a:lnTo>
                    <a:pt x="2263775" y="28575"/>
                  </a:lnTo>
                  <a:lnTo>
                    <a:pt x="2263775" y="0"/>
                  </a:lnTo>
                  <a:lnTo>
                    <a:pt x="2292350" y="0"/>
                  </a:lnTo>
                  <a:lnTo>
                    <a:pt x="2292350" y="28575"/>
                  </a:lnTo>
                  <a:close/>
                </a:path>
                <a:path w="4980305" h="3265804">
                  <a:moveTo>
                    <a:pt x="2349500" y="28575"/>
                  </a:moveTo>
                  <a:lnTo>
                    <a:pt x="2320925" y="28575"/>
                  </a:lnTo>
                  <a:lnTo>
                    <a:pt x="2320925" y="0"/>
                  </a:lnTo>
                  <a:lnTo>
                    <a:pt x="2349500" y="0"/>
                  </a:lnTo>
                  <a:lnTo>
                    <a:pt x="2349500" y="28575"/>
                  </a:lnTo>
                  <a:close/>
                </a:path>
                <a:path w="4980305" h="3265804">
                  <a:moveTo>
                    <a:pt x="2406650" y="28575"/>
                  </a:moveTo>
                  <a:lnTo>
                    <a:pt x="2378075" y="28575"/>
                  </a:lnTo>
                  <a:lnTo>
                    <a:pt x="2378075" y="0"/>
                  </a:lnTo>
                  <a:lnTo>
                    <a:pt x="2406650" y="0"/>
                  </a:lnTo>
                  <a:lnTo>
                    <a:pt x="2406650" y="28575"/>
                  </a:lnTo>
                  <a:close/>
                </a:path>
                <a:path w="4980305" h="3265804">
                  <a:moveTo>
                    <a:pt x="2463800" y="28575"/>
                  </a:moveTo>
                  <a:lnTo>
                    <a:pt x="2435225" y="28575"/>
                  </a:lnTo>
                  <a:lnTo>
                    <a:pt x="2435225" y="0"/>
                  </a:lnTo>
                  <a:lnTo>
                    <a:pt x="2463800" y="0"/>
                  </a:lnTo>
                  <a:lnTo>
                    <a:pt x="2463800" y="28575"/>
                  </a:lnTo>
                  <a:close/>
                </a:path>
                <a:path w="4980305" h="3265804">
                  <a:moveTo>
                    <a:pt x="2520950" y="28575"/>
                  </a:moveTo>
                  <a:lnTo>
                    <a:pt x="2492375" y="28575"/>
                  </a:lnTo>
                  <a:lnTo>
                    <a:pt x="2492375" y="0"/>
                  </a:lnTo>
                  <a:lnTo>
                    <a:pt x="2520950" y="0"/>
                  </a:lnTo>
                  <a:lnTo>
                    <a:pt x="2520950" y="28575"/>
                  </a:lnTo>
                  <a:close/>
                </a:path>
                <a:path w="4980305" h="3265804">
                  <a:moveTo>
                    <a:pt x="2578100" y="28575"/>
                  </a:moveTo>
                  <a:lnTo>
                    <a:pt x="2549525" y="28575"/>
                  </a:lnTo>
                  <a:lnTo>
                    <a:pt x="2549525" y="0"/>
                  </a:lnTo>
                  <a:lnTo>
                    <a:pt x="2578100" y="0"/>
                  </a:lnTo>
                  <a:lnTo>
                    <a:pt x="2578100" y="28575"/>
                  </a:lnTo>
                  <a:close/>
                </a:path>
                <a:path w="4980305" h="3265804">
                  <a:moveTo>
                    <a:pt x="2635250" y="28575"/>
                  </a:moveTo>
                  <a:lnTo>
                    <a:pt x="2606675" y="28575"/>
                  </a:lnTo>
                  <a:lnTo>
                    <a:pt x="2606675" y="0"/>
                  </a:lnTo>
                  <a:lnTo>
                    <a:pt x="2635250" y="0"/>
                  </a:lnTo>
                  <a:lnTo>
                    <a:pt x="2635250" y="28575"/>
                  </a:lnTo>
                  <a:close/>
                </a:path>
                <a:path w="4980305" h="3265804">
                  <a:moveTo>
                    <a:pt x="2692400" y="28575"/>
                  </a:moveTo>
                  <a:lnTo>
                    <a:pt x="2663825" y="28575"/>
                  </a:lnTo>
                  <a:lnTo>
                    <a:pt x="2663825" y="0"/>
                  </a:lnTo>
                  <a:lnTo>
                    <a:pt x="2692400" y="0"/>
                  </a:lnTo>
                  <a:lnTo>
                    <a:pt x="2692400" y="28575"/>
                  </a:lnTo>
                  <a:close/>
                </a:path>
                <a:path w="4980305" h="3265804">
                  <a:moveTo>
                    <a:pt x="2749550" y="28575"/>
                  </a:moveTo>
                  <a:lnTo>
                    <a:pt x="2720975" y="28575"/>
                  </a:lnTo>
                  <a:lnTo>
                    <a:pt x="2720975" y="0"/>
                  </a:lnTo>
                  <a:lnTo>
                    <a:pt x="2749550" y="0"/>
                  </a:lnTo>
                  <a:lnTo>
                    <a:pt x="2749550" y="28575"/>
                  </a:lnTo>
                  <a:close/>
                </a:path>
                <a:path w="4980305" h="3265804">
                  <a:moveTo>
                    <a:pt x="2806700" y="28575"/>
                  </a:moveTo>
                  <a:lnTo>
                    <a:pt x="2778125" y="28575"/>
                  </a:lnTo>
                  <a:lnTo>
                    <a:pt x="2778125" y="0"/>
                  </a:lnTo>
                  <a:lnTo>
                    <a:pt x="2806700" y="0"/>
                  </a:lnTo>
                  <a:lnTo>
                    <a:pt x="2806700" y="28575"/>
                  </a:lnTo>
                  <a:close/>
                </a:path>
                <a:path w="4980305" h="3265804">
                  <a:moveTo>
                    <a:pt x="2863850" y="28575"/>
                  </a:moveTo>
                  <a:lnTo>
                    <a:pt x="2835275" y="28575"/>
                  </a:lnTo>
                  <a:lnTo>
                    <a:pt x="2835275" y="0"/>
                  </a:lnTo>
                  <a:lnTo>
                    <a:pt x="2863850" y="0"/>
                  </a:lnTo>
                  <a:lnTo>
                    <a:pt x="2863850" y="28575"/>
                  </a:lnTo>
                  <a:close/>
                </a:path>
                <a:path w="4980305" h="3265804">
                  <a:moveTo>
                    <a:pt x="2921000" y="28575"/>
                  </a:moveTo>
                  <a:lnTo>
                    <a:pt x="2892425" y="28575"/>
                  </a:lnTo>
                  <a:lnTo>
                    <a:pt x="2892425" y="0"/>
                  </a:lnTo>
                  <a:lnTo>
                    <a:pt x="2921000" y="0"/>
                  </a:lnTo>
                  <a:lnTo>
                    <a:pt x="2921000" y="28575"/>
                  </a:lnTo>
                  <a:close/>
                </a:path>
                <a:path w="4980305" h="3265804">
                  <a:moveTo>
                    <a:pt x="2978150" y="28575"/>
                  </a:moveTo>
                  <a:lnTo>
                    <a:pt x="2949575" y="28575"/>
                  </a:lnTo>
                  <a:lnTo>
                    <a:pt x="2949575" y="0"/>
                  </a:lnTo>
                  <a:lnTo>
                    <a:pt x="2978150" y="0"/>
                  </a:lnTo>
                  <a:lnTo>
                    <a:pt x="2978150" y="28575"/>
                  </a:lnTo>
                  <a:close/>
                </a:path>
                <a:path w="4980305" h="3265804">
                  <a:moveTo>
                    <a:pt x="3035300" y="28575"/>
                  </a:moveTo>
                  <a:lnTo>
                    <a:pt x="3006725" y="28575"/>
                  </a:lnTo>
                  <a:lnTo>
                    <a:pt x="3006725" y="0"/>
                  </a:lnTo>
                  <a:lnTo>
                    <a:pt x="3035300" y="0"/>
                  </a:lnTo>
                  <a:lnTo>
                    <a:pt x="3035300" y="28575"/>
                  </a:lnTo>
                  <a:close/>
                </a:path>
                <a:path w="4980305" h="3265804">
                  <a:moveTo>
                    <a:pt x="3092450" y="28575"/>
                  </a:moveTo>
                  <a:lnTo>
                    <a:pt x="3063875" y="28575"/>
                  </a:lnTo>
                  <a:lnTo>
                    <a:pt x="3063875" y="0"/>
                  </a:lnTo>
                  <a:lnTo>
                    <a:pt x="3092450" y="0"/>
                  </a:lnTo>
                  <a:lnTo>
                    <a:pt x="3092450" y="28575"/>
                  </a:lnTo>
                  <a:close/>
                </a:path>
                <a:path w="4980305" h="3265804">
                  <a:moveTo>
                    <a:pt x="3149600" y="28575"/>
                  </a:moveTo>
                  <a:lnTo>
                    <a:pt x="3121025" y="28575"/>
                  </a:lnTo>
                  <a:lnTo>
                    <a:pt x="3121025" y="0"/>
                  </a:lnTo>
                  <a:lnTo>
                    <a:pt x="3149600" y="0"/>
                  </a:lnTo>
                  <a:lnTo>
                    <a:pt x="3149600" y="28575"/>
                  </a:lnTo>
                  <a:close/>
                </a:path>
                <a:path w="4980305" h="3265804">
                  <a:moveTo>
                    <a:pt x="3206750" y="28575"/>
                  </a:moveTo>
                  <a:lnTo>
                    <a:pt x="3178175" y="28575"/>
                  </a:lnTo>
                  <a:lnTo>
                    <a:pt x="3178175" y="0"/>
                  </a:lnTo>
                  <a:lnTo>
                    <a:pt x="3206750" y="0"/>
                  </a:lnTo>
                  <a:lnTo>
                    <a:pt x="3206750" y="28575"/>
                  </a:lnTo>
                  <a:close/>
                </a:path>
                <a:path w="4980305" h="3265804">
                  <a:moveTo>
                    <a:pt x="3263900" y="28575"/>
                  </a:moveTo>
                  <a:lnTo>
                    <a:pt x="3235325" y="28575"/>
                  </a:lnTo>
                  <a:lnTo>
                    <a:pt x="3235325" y="0"/>
                  </a:lnTo>
                  <a:lnTo>
                    <a:pt x="3263900" y="0"/>
                  </a:lnTo>
                  <a:lnTo>
                    <a:pt x="3263900" y="28575"/>
                  </a:lnTo>
                  <a:close/>
                </a:path>
                <a:path w="4980305" h="3265804">
                  <a:moveTo>
                    <a:pt x="3321050" y="28575"/>
                  </a:moveTo>
                  <a:lnTo>
                    <a:pt x="3292475" y="28575"/>
                  </a:lnTo>
                  <a:lnTo>
                    <a:pt x="3292475" y="0"/>
                  </a:lnTo>
                  <a:lnTo>
                    <a:pt x="3321050" y="0"/>
                  </a:lnTo>
                  <a:lnTo>
                    <a:pt x="3321050" y="28575"/>
                  </a:lnTo>
                  <a:close/>
                </a:path>
                <a:path w="4980305" h="3265804">
                  <a:moveTo>
                    <a:pt x="3378200" y="28575"/>
                  </a:moveTo>
                  <a:lnTo>
                    <a:pt x="3349625" y="28575"/>
                  </a:lnTo>
                  <a:lnTo>
                    <a:pt x="3349625" y="0"/>
                  </a:lnTo>
                  <a:lnTo>
                    <a:pt x="3378200" y="0"/>
                  </a:lnTo>
                  <a:lnTo>
                    <a:pt x="3378200" y="28575"/>
                  </a:lnTo>
                  <a:close/>
                </a:path>
                <a:path w="4980305" h="3265804">
                  <a:moveTo>
                    <a:pt x="3435350" y="28575"/>
                  </a:moveTo>
                  <a:lnTo>
                    <a:pt x="3406775" y="28575"/>
                  </a:lnTo>
                  <a:lnTo>
                    <a:pt x="3406775" y="0"/>
                  </a:lnTo>
                  <a:lnTo>
                    <a:pt x="3435350" y="0"/>
                  </a:lnTo>
                  <a:lnTo>
                    <a:pt x="3435350" y="28575"/>
                  </a:lnTo>
                  <a:close/>
                </a:path>
                <a:path w="4980305" h="3265804">
                  <a:moveTo>
                    <a:pt x="3492500" y="28575"/>
                  </a:moveTo>
                  <a:lnTo>
                    <a:pt x="3463925" y="28575"/>
                  </a:lnTo>
                  <a:lnTo>
                    <a:pt x="3463925" y="0"/>
                  </a:lnTo>
                  <a:lnTo>
                    <a:pt x="3492500" y="0"/>
                  </a:lnTo>
                  <a:lnTo>
                    <a:pt x="3492500" y="28575"/>
                  </a:lnTo>
                  <a:close/>
                </a:path>
                <a:path w="4980305" h="3265804">
                  <a:moveTo>
                    <a:pt x="3549650" y="28575"/>
                  </a:moveTo>
                  <a:lnTo>
                    <a:pt x="3521075" y="28575"/>
                  </a:lnTo>
                  <a:lnTo>
                    <a:pt x="3521075" y="0"/>
                  </a:lnTo>
                  <a:lnTo>
                    <a:pt x="3549650" y="0"/>
                  </a:lnTo>
                  <a:lnTo>
                    <a:pt x="3549650" y="28575"/>
                  </a:lnTo>
                  <a:close/>
                </a:path>
                <a:path w="4980305" h="3265804">
                  <a:moveTo>
                    <a:pt x="3606800" y="28575"/>
                  </a:moveTo>
                  <a:lnTo>
                    <a:pt x="3578225" y="28575"/>
                  </a:lnTo>
                  <a:lnTo>
                    <a:pt x="3578225" y="0"/>
                  </a:lnTo>
                  <a:lnTo>
                    <a:pt x="3606800" y="0"/>
                  </a:lnTo>
                  <a:lnTo>
                    <a:pt x="3606800" y="28575"/>
                  </a:lnTo>
                  <a:close/>
                </a:path>
                <a:path w="4980305" h="3265804">
                  <a:moveTo>
                    <a:pt x="3663950" y="28575"/>
                  </a:moveTo>
                  <a:lnTo>
                    <a:pt x="3635375" y="28575"/>
                  </a:lnTo>
                  <a:lnTo>
                    <a:pt x="3635375" y="0"/>
                  </a:lnTo>
                  <a:lnTo>
                    <a:pt x="3663950" y="0"/>
                  </a:lnTo>
                  <a:lnTo>
                    <a:pt x="3663950" y="28575"/>
                  </a:lnTo>
                  <a:close/>
                </a:path>
                <a:path w="4980305" h="3265804">
                  <a:moveTo>
                    <a:pt x="3721100" y="28575"/>
                  </a:moveTo>
                  <a:lnTo>
                    <a:pt x="3692525" y="28575"/>
                  </a:lnTo>
                  <a:lnTo>
                    <a:pt x="3692525" y="0"/>
                  </a:lnTo>
                  <a:lnTo>
                    <a:pt x="3721100" y="0"/>
                  </a:lnTo>
                  <a:lnTo>
                    <a:pt x="3721100" y="28575"/>
                  </a:lnTo>
                  <a:close/>
                </a:path>
                <a:path w="4980305" h="3265804">
                  <a:moveTo>
                    <a:pt x="3778250" y="28575"/>
                  </a:moveTo>
                  <a:lnTo>
                    <a:pt x="3749675" y="28575"/>
                  </a:lnTo>
                  <a:lnTo>
                    <a:pt x="3749675" y="0"/>
                  </a:lnTo>
                  <a:lnTo>
                    <a:pt x="3778250" y="0"/>
                  </a:lnTo>
                  <a:lnTo>
                    <a:pt x="3778250" y="28575"/>
                  </a:lnTo>
                  <a:close/>
                </a:path>
                <a:path w="4980305" h="3265804">
                  <a:moveTo>
                    <a:pt x="3835400" y="28575"/>
                  </a:moveTo>
                  <a:lnTo>
                    <a:pt x="3806825" y="28575"/>
                  </a:lnTo>
                  <a:lnTo>
                    <a:pt x="3806825" y="0"/>
                  </a:lnTo>
                  <a:lnTo>
                    <a:pt x="3835400" y="0"/>
                  </a:lnTo>
                  <a:lnTo>
                    <a:pt x="3835400" y="28575"/>
                  </a:lnTo>
                  <a:close/>
                </a:path>
                <a:path w="4980305" h="3265804">
                  <a:moveTo>
                    <a:pt x="3892550" y="28575"/>
                  </a:moveTo>
                  <a:lnTo>
                    <a:pt x="3863975" y="28575"/>
                  </a:lnTo>
                  <a:lnTo>
                    <a:pt x="3863975" y="0"/>
                  </a:lnTo>
                  <a:lnTo>
                    <a:pt x="3892550" y="0"/>
                  </a:lnTo>
                  <a:lnTo>
                    <a:pt x="3892550" y="28575"/>
                  </a:lnTo>
                  <a:close/>
                </a:path>
                <a:path w="4980305" h="3265804">
                  <a:moveTo>
                    <a:pt x="3949700" y="28575"/>
                  </a:moveTo>
                  <a:lnTo>
                    <a:pt x="3921125" y="28575"/>
                  </a:lnTo>
                  <a:lnTo>
                    <a:pt x="3921125" y="0"/>
                  </a:lnTo>
                  <a:lnTo>
                    <a:pt x="3949700" y="0"/>
                  </a:lnTo>
                  <a:lnTo>
                    <a:pt x="3949700" y="28575"/>
                  </a:lnTo>
                  <a:close/>
                </a:path>
                <a:path w="4980305" h="3265804">
                  <a:moveTo>
                    <a:pt x="4006850" y="28575"/>
                  </a:moveTo>
                  <a:lnTo>
                    <a:pt x="3978275" y="28575"/>
                  </a:lnTo>
                  <a:lnTo>
                    <a:pt x="3978275" y="0"/>
                  </a:lnTo>
                  <a:lnTo>
                    <a:pt x="4006850" y="0"/>
                  </a:lnTo>
                  <a:lnTo>
                    <a:pt x="4006850" y="28575"/>
                  </a:lnTo>
                  <a:close/>
                </a:path>
                <a:path w="4980305" h="3265804">
                  <a:moveTo>
                    <a:pt x="4064000" y="28575"/>
                  </a:moveTo>
                  <a:lnTo>
                    <a:pt x="4035425" y="28575"/>
                  </a:lnTo>
                  <a:lnTo>
                    <a:pt x="4035425" y="0"/>
                  </a:lnTo>
                  <a:lnTo>
                    <a:pt x="4064000" y="0"/>
                  </a:lnTo>
                  <a:lnTo>
                    <a:pt x="4064000" y="28575"/>
                  </a:lnTo>
                  <a:close/>
                </a:path>
                <a:path w="4980305" h="3265804">
                  <a:moveTo>
                    <a:pt x="4121150" y="28575"/>
                  </a:moveTo>
                  <a:lnTo>
                    <a:pt x="4092575" y="28575"/>
                  </a:lnTo>
                  <a:lnTo>
                    <a:pt x="4092575" y="0"/>
                  </a:lnTo>
                  <a:lnTo>
                    <a:pt x="4121150" y="0"/>
                  </a:lnTo>
                  <a:lnTo>
                    <a:pt x="4121150" y="28575"/>
                  </a:lnTo>
                  <a:close/>
                </a:path>
                <a:path w="4980305" h="3265804">
                  <a:moveTo>
                    <a:pt x="4178300" y="28575"/>
                  </a:moveTo>
                  <a:lnTo>
                    <a:pt x="4149725" y="28575"/>
                  </a:lnTo>
                  <a:lnTo>
                    <a:pt x="4149725" y="0"/>
                  </a:lnTo>
                  <a:lnTo>
                    <a:pt x="4178300" y="0"/>
                  </a:lnTo>
                  <a:lnTo>
                    <a:pt x="4178300" y="28575"/>
                  </a:lnTo>
                  <a:close/>
                </a:path>
                <a:path w="4980305" h="3265804">
                  <a:moveTo>
                    <a:pt x="4235450" y="28575"/>
                  </a:moveTo>
                  <a:lnTo>
                    <a:pt x="4206875" y="28575"/>
                  </a:lnTo>
                  <a:lnTo>
                    <a:pt x="4206875" y="0"/>
                  </a:lnTo>
                  <a:lnTo>
                    <a:pt x="4235450" y="0"/>
                  </a:lnTo>
                  <a:lnTo>
                    <a:pt x="4235450" y="28575"/>
                  </a:lnTo>
                  <a:close/>
                </a:path>
                <a:path w="4980305" h="3265804">
                  <a:moveTo>
                    <a:pt x="4292600" y="28575"/>
                  </a:moveTo>
                  <a:lnTo>
                    <a:pt x="4264025" y="28575"/>
                  </a:lnTo>
                  <a:lnTo>
                    <a:pt x="4264025" y="0"/>
                  </a:lnTo>
                  <a:lnTo>
                    <a:pt x="4292600" y="0"/>
                  </a:lnTo>
                  <a:lnTo>
                    <a:pt x="4292600" y="28575"/>
                  </a:lnTo>
                  <a:close/>
                </a:path>
                <a:path w="4980305" h="3265804">
                  <a:moveTo>
                    <a:pt x="4349750" y="28575"/>
                  </a:moveTo>
                  <a:lnTo>
                    <a:pt x="4321175" y="28575"/>
                  </a:lnTo>
                  <a:lnTo>
                    <a:pt x="4321175" y="0"/>
                  </a:lnTo>
                  <a:lnTo>
                    <a:pt x="4349750" y="0"/>
                  </a:lnTo>
                  <a:lnTo>
                    <a:pt x="4349750" y="28575"/>
                  </a:lnTo>
                  <a:close/>
                </a:path>
                <a:path w="4980305" h="3265804">
                  <a:moveTo>
                    <a:pt x="4406900" y="28575"/>
                  </a:moveTo>
                  <a:lnTo>
                    <a:pt x="4378325" y="28575"/>
                  </a:lnTo>
                  <a:lnTo>
                    <a:pt x="4378325" y="0"/>
                  </a:lnTo>
                  <a:lnTo>
                    <a:pt x="4406900" y="0"/>
                  </a:lnTo>
                  <a:lnTo>
                    <a:pt x="4406900" y="28575"/>
                  </a:lnTo>
                  <a:close/>
                </a:path>
                <a:path w="4980305" h="3265804">
                  <a:moveTo>
                    <a:pt x="4464050" y="28575"/>
                  </a:moveTo>
                  <a:lnTo>
                    <a:pt x="4435475" y="28575"/>
                  </a:lnTo>
                  <a:lnTo>
                    <a:pt x="4435475" y="0"/>
                  </a:lnTo>
                  <a:lnTo>
                    <a:pt x="4464050" y="0"/>
                  </a:lnTo>
                  <a:lnTo>
                    <a:pt x="4464050" y="28575"/>
                  </a:lnTo>
                  <a:close/>
                </a:path>
                <a:path w="4980305" h="3265804">
                  <a:moveTo>
                    <a:pt x="4521200" y="28575"/>
                  </a:moveTo>
                  <a:lnTo>
                    <a:pt x="4492625" y="28575"/>
                  </a:lnTo>
                  <a:lnTo>
                    <a:pt x="4492625" y="0"/>
                  </a:lnTo>
                  <a:lnTo>
                    <a:pt x="4521200" y="0"/>
                  </a:lnTo>
                  <a:lnTo>
                    <a:pt x="4521200" y="28575"/>
                  </a:lnTo>
                  <a:close/>
                </a:path>
                <a:path w="4980305" h="3265804">
                  <a:moveTo>
                    <a:pt x="4578350" y="28575"/>
                  </a:moveTo>
                  <a:lnTo>
                    <a:pt x="4549775" y="28575"/>
                  </a:lnTo>
                  <a:lnTo>
                    <a:pt x="4549775" y="0"/>
                  </a:lnTo>
                  <a:lnTo>
                    <a:pt x="4578350" y="0"/>
                  </a:lnTo>
                  <a:lnTo>
                    <a:pt x="4578350" y="28575"/>
                  </a:lnTo>
                  <a:close/>
                </a:path>
                <a:path w="4980305" h="3265804">
                  <a:moveTo>
                    <a:pt x="4635500" y="28575"/>
                  </a:moveTo>
                  <a:lnTo>
                    <a:pt x="4606925" y="28575"/>
                  </a:lnTo>
                  <a:lnTo>
                    <a:pt x="4606925" y="0"/>
                  </a:lnTo>
                  <a:lnTo>
                    <a:pt x="4635500" y="0"/>
                  </a:lnTo>
                  <a:lnTo>
                    <a:pt x="4635500" y="28575"/>
                  </a:lnTo>
                  <a:close/>
                </a:path>
                <a:path w="4980305" h="3265804">
                  <a:moveTo>
                    <a:pt x="4692650" y="28575"/>
                  </a:moveTo>
                  <a:lnTo>
                    <a:pt x="4664075" y="28575"/>
                  </a:lnTo>
                  <a:lnTo>
                    <a:pt x="4664075" y="0"/>
                  </a:lnTo>
                  <a:lnTo>
                    <a:pt x="4692650" y="0"/>
                  </a:lnTo>
                  <a:lnTo>
                    <a:pt x="4692650" y="28575"/>
                  </a:lnTo>
                  <a:close/>
                </a:path>
                <a:path w="4980305" h="3265804">
                  <a:moveTo>
                    <a:pt x="4749800" y="28575"/>
                  </a:moveTo>
                  <a:lnTo>
                    <a:pt x="4721225" y="28575"/>
                  </a:lnTo>
                  <a:lnTo>
                    <a:pt x="4721225" y="0"/>
                  </a:lnTo>
                  <a:lnTo>
                    <a:pt x="4749800" y="0"/>
                  </a:lnTo>
                  <a:lnTo>
                    <a:pt x="4749800" y="28575"/>
                  </a:lnTo>
                  <a:close/>
                </a:path>
                <a:path w="4980305" h="3265804">
                  <a:moveTo>
                    <a:pt x="4806950" y="28575"/>
                  </a:moveTo>
                  <a:lnTo>
                    <a:pt x="4778375" y="28575"/>
                  </a:lnTo>
                  <a:lnTo>
                    <a:pt x="4778375" y="0"/>
                  </a:lnTo>
                  <a:lnTo>
                    <a:pt x="4806950" y="0"/>
                  </a:lnTo>
                  <a:lnTo>
                    <a:pt x="4806950" y="28575"/>
                  </a:lnTo>
                  <a:close/>
                </a:path>
                <a:path w="4980305" h="3265804">
                  <a:moveTo>
                    <a:pt x="4864100" y="28575"/>
                  </a:moveTo>
                  <a:lnTo>
                    <a:pt x="4835525" y="28575"/>
                  </a:lnTo>
                  <a:lnTo>
                    <a:pt x="4835525" y="0"/>
                  </a:lnTo>
                  <a:lnTo>
                    <a:pt x="4864100" y="0"/>
                  </a:lnTo>
                  <a:lnTo>
                    <a:pt x="4864100" y="28575"/>
                  </a:lnTo>
                  <a:close/>
                </a:path>
                <a:path w="4980305" h="3265804">
                  <a:moveTo>
                    <a:pt x="4921250" y="28575"/>
                  </a:moveTo>
                  <a:lnTo>
                    <a:pt x="4892675" y="28575"/>
                  </a:lnTo>
                  <a:lnTo>
                    <a:pt x="4892675" y="0"/>
                  </a:lnTo>
                  <a:lnTo>
                    <a:pt x="4921250" y="0"/>
                  </a:lnTo>
                  <a:lnTo>
                    <a:pt x="4921250" y="28575"/>
                  </a:lnTo>
                  <a:close/>
                </a:path>
                <a:path w="4980305" h="3265804">
                  <a:moveTo>
                    <a:pt x="4951412" y="28575"/>
                  </a:moveTo>
                  <a:lnTo>
                    <a:pt x="4949825" y="28575"/>
                  </a:lnTo>
                  <a:lnTo>
                    <a:pt x="4949825" y="0"/>
                  </a:lnTo>
                  <a:lnTo>
                    <a:pt x="4979987" y="0"/>
                  </a:lnTo>
                  <a:lnTo>
                    <a:pt x="4979987" y="14287"/>
                  </a:lnTo>
                  <a:lnTo>
                    <a:pt x="4951412" y="14287"/>
                  </a:lnTo>
                  <a:lnTo>
                    <a:pt x="4951412" y="28575"/>
                  </a:lnTo>
                  <a:close/>
                </a:path>
                <a:path w="4980305" h="3265804">
                  <a:moveTo>
                    <a:pt x="4965700" y="28575"/>
                  </a:moveTo>
                  <a:lnTo>
                    <a:pt x="4951412" y="28575"/>
                  </a:lnTo>
                  <a:lnTo>
                    <a:pt x="4951412" y="14287"/>
                  </a:lnTo>
                  <a:lnTo>
                    <a:pt x="4965700" y="28575"/>
                  </a:lnTo>
                  <a:close/>
                </a:path>
                <a:path w="4980305" h="3265804">
                  <a:moveTo>
                    <a:pt x="4979987" y="26987"/>
                  </a:moveTo>
                  <a:lnTo>
                    <a:pt x="4964112" y="26987"/>
                  </a:lnTo>
                  <a:lnTo>
                    <a:pt x="4951412" y="14287"/>
                  </a:lnTo>
                  <a:lnTo>
                    <a:pt x="4979987" y="14287"/>
                  </a:lnTo>
                  <a:lnTo>
                    <a:pt x="4979987" y="26987"/>
                  </a:lnTo>
                  <a:close/>
                </a:path>
                <a:path w="4980305" h="3265804">
                  <a:moveTo>
                    <a:pt x="4979987" y="84137"/>
                  </a:moveTo>
                  <a:lnTo>
                    <a:pt x="4951412" y="84137"/>
                  </a:lnTo>
                  <a:lnTo>
                    <a:pt x="4951412" y="55562"/>
                  </a:lnTo>
                  <a:lnTo>
                    <a:pt x="4979987" y="55562"/>
                  </a:lnTo>
                  <a:lnTo>
                    <a:pt x="4979987" y="84137"/>
                  </a:lnTo>
                  <a:close/>
                </a:path>
                <a:path w="4980305" h="3265804">
                  <a:moveTo>
                    <a:pt x="4979987" y="141287"/>
                  </a:moveTo>
                  <a:lnTo>
                    <a:pt x="4951412" y="141287"/>
                  </a:lnTo>
                  <a:lnTo>
                    <a:pt x="4951412" y="112712"/>
                  </a:lnTo>
                  <a:lnTo>
                    <a:pt x="4979987" y="112712"/>
                  </a:lnTo>
                  <a:lnTo>
                    <a:pt x="4979987" y="141287"/>
                  </a:lnTo>
                  <a:close/>
                </a:path>
                <a:path w="4980305" h="3265804">
                  <a:moveTo>
                    <a:pt x="4979987" y="198437"/>
                  </a:moveTo>
                  <a:lnTo>
                    <a:pt x="4951412" y="198437"/>
                  </a:lnTo>
                  <a:lnTo>
                    <a:pt x="4951412" y="169862"/>
                  </a:lnTo>
                  <a:lnTo>
                    <a:pt x="4979987" y="169862"/>
                  </a:lnTo>
                  <a:lnTo>
                    <a:pt x="4979987" y="198437"/>
                  </a:lnTo>
                  <a:close/>
                </a:path>
                <a:path w="4980305" h="3265804">
                  <a:moveTo>
                    <a:pt x="4979987" y="255587"/>
                  </a:moveTo>
                  <a:lnTo>
                    <a:pt x="4951412" y="255587"/>
                  </a:lnTo>
                  <a:lnTo>
                    <a:pt x="4951412" y="227012"/>
                  </a:lnTo>
                  <a:lnTo>
                    <a:pt x="4979987" y="227012"/>
                  </a:lnTo>
                  <a:lnTo>
                    <a:pt x="4979987" y="255587"/>
                  </a:lnTo>
                  <a:close/>
                </a:path>
                <a:path w="4980305" h="3265804">
                  <a:moveTo>
                    <a:pt x="4979987" y="312737"/>
                  </a:moveTo>
                  <a:lnTo>
                    <a:pt x="4951412" y="312737"/>
                  </a:lnTo>
                  <a:lnTo>
                    <a:pt x="4951412" y="284162"/>
                  </a:lnTo>
                  <a:lnTo>
                    <a:pt x="4979987" y="284162"/>
                  </a:lnTo>
                  <a:lnTo>
                    <a:pt x="4979987" y="312737"/>
                  </a:lnTo>
                  <a:close/>
                </a:path>
                <a:path w="4980305" h="3265804">
                  <a:moveTo>
                    <a:pt x="4979987" y="369887"/>
                  </a:moveTo>
                  <a:lnTo>
                    <a:pt x="4951412" y="369887"/>
                  </a:lnTo>
                  <a:lnTo>
                    <a:pt x="4951412" y="341312"/>
                  </a:lnTo>
                  <a:lnTo>
                    <a:pt x="4979987" y="341312"/>
                  </a:lnTo>
                  <a:lnTo>
                    <a:pt x="4979987" y="369887"/>
                  </a:lnTo>
                  <a:close/>
                </a:path>
                <a:path w="4980305" h="3265804">
                  <a:moveTo>
                    <a:pt x="4979987" y="427037"/>
                  </a:moveTo>
                  <a:lnTo>
                    <a:pt x="4951412" y="427037"/>
                  </a:lnTo>
                  <a:lnTo>
                    <a:pt x="4951412" y="398462"/>
                  </a:lnTo>
                  <a:lnTo>
                    <a:pt x="4979987" y="398462"/>
                  </a:lnTo>
                  <a:lnTo>
                    <a:pt x="4979987" y="427037"/>
                  </a:lnTo>
                  <a:close/>
                </a:path>
                <a:path w="4980305" h="3265804">
                  <a:moveTo>
                    <a:pt x="4979987" y="484187"/>
                  </a:moveTo>
                  <a:lnTo>
                    <a:pt x="4951412" y="484187"/>
                  </a:lnTo>
                  <a:lnTo>
                    <a:pt x="4951412" y="455612"/>
                  </a:lnTo>
                  <a:lnTo>
                    <a:pt x="4979987" y="455612"/>
                  </a:lnTo>
                  <a:lnTo>
                    <a:pt x="4979987" y="484187"/>
                  </a:lnTo>
                  <a:close/>
                </a:path>
                <a:path w="4980305" h="3265804">
                  <a:moveTo>
                    <a:pt x="4979987" y="541337"/>
                  </a:moveTo>
                  <a:lnTo>
                    <a:pt x="4951412" y="541337"/>
                  </a:lnTo>
                  <a:lnTo>
                    <a:pt x="4951412" y="512762"/>
                  </a:lnTo>
                  <a:lnTo>
                    <a:pt x="4979987" y="512762"/>
                  </a:lnTo>
                  <a:lnTo>
                    <a:pt x="4979987" y="541337"/>
                  </a:lnTo>
                  <a:close/>
                </a:path>
                <a:path w="4980305" h="3265804">
                  <a:moveTo>
                    <a:pt x="4979987" y="598487"/>
                  </a:moveTo>
                  <a:lnTo>
                    <a:pt x="4951412" y="598487"/>
                  </a:lnTo>
                  <a:lnTo>
                    <a:pt x="4951412" y="569912"/>
                  </a:lnTo>
                  <a:lnTo>
                    <a:pt x="4979987" y="569912"/>
                  </a:lnTo>
                  <a:lnTo>
                    <a:pt x="4979987" y="598487"/>
                  </a:lnTo>
                  <a:close/>
                </a:path>
                <a:path w="4980305" h="3265804">
                  <a:moveTo>
                    <a:pt x="4979987" y="655637"/>
                  </a:moveTo>
                  <a:lnTo>
                    <a:pt x="4951412" y="655637"/>
                  </a:lnTo>
                  <a:lnTo>
                    <a:pt x="4951412" y="627062"/>
                  </a:lnTo>
                  <a:lnTo>
                    <a:pt x="4979987" y="627062"/>
                  </a:lnTo>
                  <a:lnTo>
                    <a:pt x="4979987" y="655637"/>
                  </a:lnTo>
                  <a:close/>
                </a:path>
                <a:path w="4980305" h="3265804">
                  <a:moveTo>
                    <a:pt x="4979987" y="712787"/>
                  </a:moveTo>
                  <a:lnTo>
                    <a:pt x="4951412" y="712787"/>
                  </a:lnTo>
                  <a:lnTo>
                    <a:pt x="4951412" y="684212"/>
                  </a:lnTo>
                  <a:lnTo>
                    <a:pt x="4979987" y="684212"/>
                  </a:lnTo>
                  <a:lnTo>
                    <a:pt x="4979987" y="712787"/>
                  </a:lnTo>
                  <a:close/>
                </a:path>
                <a:path w="4980305" h="3265804">
                  <a:moveTo>
                    <a:pt x="4979987" y="769937"/>
                  </a:moveTo>
                  <a:lnTo>
                    <a:pt x="4951412" y="769937"/>
                  </a:lnTo>
                  <a:lnTo>
                    <a:pt x="4951412" y="741362"/>
                  </a:lnTo>
                  <a:lnTo>
                    <a:pt x="4979987" y="741362"/>
                  </a:lnTo>
                  <a:lnTo>
                    <a:pt x="4979987" y="769937"/>
                  </a:lnTo>
                  <a:close/>
                </a:path>
                <a:path w="4980305" h="3265804">
                  <a:moveTo>
                    <a:pt x="4979987" y="827087"/>
                  </a:moveTo>
                  <a:lnTo>
                    <a:pt x="4951412" y="827087"/>
                  </a:lnTo>
                  <a:lnTo>
                    <a:pt x="4951412" y="798512"/>
                  </a:lnTo>
                  <a:lnTo>
                    <a:pt x="4979987" y="798512"/>
                  </a:lnTo>
                  <a:lnTo>
                    <a:pt x="4979987" y="827087"/>
                  </a:lnTo>
                  <a:close/>
                </a:path>
                <a:path w="4980305" h="3265804">
                  <a:moveTo>
                    <a:pt x="4979987" y="884237"/>
                  </a:moveTo>
                  <a:lnTo>
                    <a:pt x="4951412" y="884237"/>
                  </a:lnTo>
                  <a:lnTo>
                    <a:pt x="4951412" y="855662"/>
                  </a:lnTo>
                  <a:lnTo>
                    <a:pt x="4979987" y="855662"/>
                  </a:lnTo>
                  <a:lnTo>
                    <a:pt x="4979987" y="884237"/>
                  </a:lnTo>
                  <a:close/>
                </a:path>
                <a:path w="4980305" h="3265804">
                  <a:moveTo>
                    <a:pt x="4979987" y="941387"/>
                  </a:moveTo>
                  <a:lnTo>
                    <a:pt x="4951412" y="941387"/>
                  </a:lnTo>
                  <a:lnTo>
                    <a:pt x="4951412" y="912812"/>
                  </a:lnTo>
                  <a:lnTo>
                    <a:pt x="4979987" y="912812"/>
                  </a:lnTo>
                  <a:lnTo>
                    <a:pt x="4979987" y="941387"/>
                  </a:lnTo>
                  <a:close/>
                </a:path>
                <a:path w="4980305" h="3265804">
                  <a:moveTo>
                    <a:pt x="4979987" y="998537"/>
                  </a:moveTo>
                  <a:lnTo>
                    <a:pt x="4951412" y="998537"/>
                  </a:lnTo>
                  <a:lnTo>
                    <a:pt x="4951412" y="969962"/>
                  </a:lnTo>
                  <a:lnTo>
                    <a:pt x="4979987" y="969962"/>
                  </a:lnTo>
                  <a:lnTo>
                    <a:pt x="4979987" y="998537"/>
                  </a:lnTo>
                  <a:close/>
                </a:path>
                <a:path w="4980305" h="3265804">
                  <a:moveTo>
                    <a:pt x="4979987" y="1055687"/>
                  </a:moveTo>
                  <a:lnTo>
                    <a:pt x="4951412" y="1055687"/>
                  </a:lnTo>
                  <a:lnTo>
                    <a:pt x="4951412" y="1027112"/>
                  </a:lnTo>
                  <a:lnTo>
                    <a:pt x="4979987" y="1027112"/>
                  </a:lnTo>
                  <a:lnTo>
                    <a:pt x="4979987" y="1055687"/>
                  </a:lnTo>
                  <a:close/>
                </a:path>
                <a:path w="4980305" h="3265804">
                  <a:moveTo>
                    <a:pt x="4979987" y="1112837"/>
                  </a:moveTo>
                  <a:lnTo>
                    <a:pt x="4951412" y="1112837"/>
                  </a:lnTo>
                  <a:lnTo>
                    <a:pt x="4951412" y="1084262"/>
                  </a:lnTo>
                  <a:lnTo>
                    <a:pt x="4979987" y="1084262"/>
                  </a:lnTo>
                  <a:lnTo>
                    <a:pt x="4979987" y="1112837"/>
                  </a:lnTo>
                  <a:close/>
                </a:path>
                <a:path w="4980305" h="3265804">
                  <a:moveTo>
                    <a:pt x="4979987" y="1169987"/>
                  </a:moveTo>
                  <a:lnTo>
                    <a:pt x="4951412" y="1169987"/>
                  </a:lnTo>
                  <a:lnTo>
                    <a:pt x="4951412" y="1141412"/>
                  </a:lnTo>
                  <a:lnTo>
                    <a:pt x="4979987" y="1141412"/>
                  </a:lnTo>
                  <a:lnTo>
                    <a:pt x="4979987" y="1169987"/>
                  </a:lnTo>
                  <a:close/>
                </a:path>
                <a:path w="4980305" h="3265804">
                  <a:moveTo>
                    <a:pt x="4979987" y="1227137"/>
                  </a:moveTo>
                  <a:lnTo>
                    <a:pt x="4951412" y="1227137"/>
                  </a:lnTo>
                  <a:lnTo>
                    <a:pt x="4951412" y="1198562"/>
                  </a:lnTo>
                  <a:lnTo>
                    <a:pt x="4979987" y="1198562"/>
                  </a:lnTo>
                  <a:lnTo>
                    <a:pt x="4979987" y="1227137"/>
                  </a:lnTo>
                  <a:close/>
                </a:path>
                <a:path w="4980305" h="3265804">
                  <a:moveTo>
                    <a:pt x="4979987" y="1284287"/>
                  </a:moveTo>
                  <a:lnTo>
                    <a:pt x="4951412" y="1284287"/>
                  </a:lnTo>
                  <a:lnTo>
                    <a:pt x="4951412" y="1255712"/>
                  </a:lnTo>
                  <a:lnTo>
                    <a:pt x="4979987" y="1255712"/>
                  </a:lnTo>
                  <a:lnTo>
                    <a:pt x="4979987" y="1284287"/>
                  </a:lnTo>
                  <a:close/>
                </a:path>
                <a:path w="4980305" h="3265804">
                  <a:moveTo>
                    <a:pt x="4979987" y="1341437"/>
                  </a:moveTo>
                  <a:lnTo>
                    <a:pt x="4951412" y="1341437"/>
                  </a:lnTo>
                  <a:lnTo>
                    <a:pt x="4951412" y="1312862"/>
                  </a:lnTo>
                  <a:lnTo>
                    <a:pt x="4979987" y="1312862"/>
                  </a:lnTo>
                  <a:lnTo>
                    <a:pt x="4979987" y="1341437"/>
                  </a:lnTo>
                  <a:close/>
                </a:path>
                <a:path w="4980305" h="3265804">
                  <a:moveTo>
                    <a:pt x="4979987" y="1398587"/>
                  </a:moveTo>
                  <a:lnTo>
                    <a:pt x="4951412" y="1398587"/>
                  </a:lnTo>
                  <a:lnTo>
                    <a:pt x="4951412" y="1370012"/>
                  </a:lnTo>
                  <a:lnTo>
                    <a:pt x="4979987" y="1370012"/>
                  </a:lnTo>
                  <a:lnTo>
                    <a:pt x="4979987" y="1398587"/>
                  </a:lnTo>
                  <a:close/>
                </a:path>
                <a:path w="4980305" h="3265804">
                  <a:moveTo>
                    <a:pt x="4979987" y="1455737"/>
                  </a:moveTo>
                  <a:lnTo>
                    <a:pt x="4951412" y="1455737"/>
                  </a:lnTo>
                  <a:lnTo>
                    <a:pt x="4951412" y="1427162"/>
                  </a:lnTo>
                  <a:lnTo>
                    <a:pt x="4979987" y="1427162"/>
                  </a:lnTo>
                  <a:lnTo>
                    <a:pt x="4979987" y="1455737"/>
                  </a:lnTo>
                  <a:close/>
                </a:path>
                <a:path w="4980305" h="3265804">
                  <a:moveTo>
                    <a:pt x="4979987" y="1512887"/>
                  </a:moveTo>
                  <a:lnTo>
                    <a:pt x="4951412" y="1512887"/>
                  </a:lnTo>
                  <a:lnTo>
                    <a:pt x="4951412" y="1484312"/>
                  </a:lnTo>
                  <a:lnTo>
                    <a:pt x="4979987" y="1484312"/>
                  </a:lnTo>
                  <a:lnTo>
                    <a:pt x="4979987" y="1512887"/>
                  </a:lnTo>
                  <a:close/>
                </a:path>
                <a:path w="4980305" h="3265804">
                  <a:moveTo>
                    <a:pt x="4979987" y="1570037"/>
                  </a:moveTo>
                  <a:lnTo>
                    <a:pt x="4951412" y="1570037"/>
                  </a:lnTo>
                  <a:lnTo>
                    <a:pt x="4951412" y="1541462"/>
                  </a:lnTo>
                  <a:lnTo>
                    <a:pt x="4979987" y="1541462"/>
                  </a:lnTo>
                  <a:lnTo>
                    <a:pt x="4979987" y="1570037"/>
                  </a:lnTo>
                  <a:close/>
                </a:path>
                <a:path w="4980305" h="3265804">
                  <a:moveTo>
                    <a:pt x="4979987" y="1627187"/>
                  </a:moveTo>
                  <a:lnTo>
                    <a:pt x="4951412" y="1627187"/>
                  </a:lnTo>
                  <a:lnTo>
                    <a:pt x="4951412" y="1598612"/>
                  </a:lnTo>
                  <a:lnTo>
                    <a:pt x="4979987" y="1598612"/>
                  </a:lnTo>
                  <a:lnTo>
                    <a:pt x="4979987" y="1627187"/>
                  </a:lnTo>
                  <a:close/>
                </a:path>
                <a:path w="4980305" h="3265804">
                  <a:moveTo>
                    <a:pt x="4979987" y="1684337"/>
                  </a:moveTo>
                  <a:lnTo>
                    <a:pt x="4951412" y="1684337"/>
                  </a:lnTo>
                  <a:lnTo>
                    <a:pt x="4951412" y="1655762"/>
                  </a:lnTo>
                  <a:lnTo>
                    <a:pt x="4979987" y="1655762"/>
                  </a:lnTo>
                  <a:lnTo>
                    <a:pt x="4979987" y="1684337"/>
                  </a:lnTo>
                  <a:close/>
                </a:path>
                <a:path w="4980305" h="3265804">
                  <a:moveTo>
                    <a:pt x="4979987" y="1741487"/>
                  </a:moveTo>
                  <a:lnTo>
                    <a:pt x="4951412" y="1741487"/>
                  </a:lnTo>
                  <a:lnTo>
                    <a:pt x="4951412" y="1712912"/>
                  </a:lnTo>
                  <a:lnTo>
                    <a:pt x="4979987" y="1712912"/>
                  </a:lnTo>
                  <a:lnTo>
                    <a:pt x="4979987" y="1741487"/>
                  </a:lnTo>
                  <a:close/>
                </a:path>
                <a:path w="4980305" h="3265804">
                  <a:moveTo>
                    <a:pt x="4979987" y="1798637"/>
                  </a:moveTo>
                  <a:lnTo>
                    <a:pt x="4951412" y="1798637"/>
                  </a:lnTo>
                  <a:lnTo>
                    <a:pt x="4951412" y="1770062"/>
                  </a:lnTo>
                  <a:lnTo>
                    <a:pt x="4979987" y="1770062"/>
                  </a:lnTo>
                  <a:lnTo>
                    <a:pt x="4979987" y="1798637"/>
                  </a:lnTo>
                  <a:close/>
                </a:path>
                <a:path w="4980305" h="3265804">
                  <a:moveTo>
                    <a:pt x="4979987" y="1855787"/>
                  </a:moveTo>
                  <a:lnTo>
                    <a:pt x="4951412" y="1855787"/>
                  </a:lnTo>
                  <a:lnTo>
                    <a:pt x="4951412" y="1827212"/>
                  </a:lnTo>
                  <a:lnTo>
                    <a:pt x="4979987" y="1827212"/>
                  </a:lnTo>
                  <a:lnTo>
                    <a:pt x="4979987" y="1855787"/>
                  </a:lnTo>
                  <a:close/>
                </a:path>
                <a:path w="4980305" h="3265804">
                  <a:moveTo>
                    <a:pt x="4979987" y="1912937"/>
                  </a:moveTo>
                  <a:lnTo>
                    <a:pt x="4951412" y="1912937"/>
                  </a:lnTo>
                  <a:lnTo>
                    <a:pt x="4951412" y="1884362"/>
                  </a:lnTo>
                  <a:lnTo>
                    <a:pt x="4979987" y="1884362"/>
                  </a:lnTo>
                  <a:lnTo>
                    <a:pt x="4979987" y="1912937"/>
                  </a:lnTo>
                  <a:close/>
                </a:path>
                <a:path w="4980305" h="3265804">
                  <a:moveTo>
                    <a:pt x="4979987" y="1970087"/>
                  </a:moveTo>
                  <a:lnTo>
                    <a:pt x="4951412" y="1970087"/>
                  </a:lnTo>
                  <a:lnTo>
                    <a:pt x="4951412" y="1941512"/>
                  </a:lnTo>
                  <a:lnTo>
                    <a:pt x="4979987" y="1941512"/>
                  </a:lnTo>
                  <a:lnTo>
                    <a:pt x="4979987" y="1970087"/>
                  </a:lnTo>
                  <a:close/>
                </a:path>
                <a:path w="4980305" h="3265804">
                  <a:moveTo>
                    <a:pt x="4979987" y="2027237"/>
                  </a:moveTo>
                  <a:lnTo>
                    <a:pt x="4951412" y="2027237"/>
                  </a:lnTo>
                  <a:lnTo>
                    <a:pt x="4951412" y="1998662"/>
                  </a:lnTo>
                  <a:lnTo>
                    <a:pt x="4979987" y="1998662"/>
                  </a:lnTo>
                  <a:lnTo>
                    <a:pt x="4979987" y="2027237"/>
                  </a:lnTo>
                  <a:close/>
                </a:path>
                <a:path w="4980305" h="3265804">
                  <a:moveTo>
                    <a:pt x="4979987" y="2084387"/>
                  </a:moveTo>
                  <a:lnTo>
                    <a:pt x="4951412" y="2084387"/>
                  </a:lnTo>
                  <a:lnTo>
                    <a:pt x="4951412" y="2055812"/>
                  </a:lnTo>
                  <a:lnTo>
                    <a:pt x="4979987" y="2055812"/>
                  </a:lnTo>
                  <a:lnTo>
                    <a:pt x="4979987" y="2084387"/>
                  </a:lnTo>
                  <a:close/>
                </a:path>
                <a:path w="4980305" h="3265804">
                  <a:moveTo>
                    <a:pt x="4979987" y="2141537"/>
                  </a:moveTo>
                  <a:lnTo>
                    <a:pt x="4951412" y="2141537"/>
                  </a:lnTo>
                  <a:lnTo>
                    <a:pt x="4951412" y="2112962"/>
                  </a:lnTo>
                  <a:lnTo>
                    <a:pt x="4979987" y="2112962"/>
                  </a:lnTo>
                  <a:lnTo>
                    <a:pt x="4979987" y="2141537"/>
                  </a:lnTo>
                  <a:close/>
                </a:path>
                <a:path w="4980305" h="3265804">
                  <a:moveTo>
                    <a:pt x="4979987" y="2198687"/>
                  </a:moveTo>
                  <a:lnTo>
                    <a:pt x="4951412" y="2198687"/>
                  </a:lnTo>
                  <a:lnTo>
                    <a:pt x="4951412" y="2170112"/>
                  </a:lnTo>
                  <a:lnTo>
                    <a:pt x="4979987" y="2170112"/>
                  </a:lnTo>
                  <a:lnTo>
                    <a:pt x="4979987" y="2198687"/>
                  </a:lnTo>
                  <a:close/>
                </a:path>
                <a:path w="4980305" h="3265804">
                  <a:moveTo>
                    <a:pt x="4979987" y="2255837"/>
                  </a:moveTo>
                  <a:lnTo>
                    <a:pt x="4951412" y="2255837"/>
                  </a:lnTo>
                  <a:lnTo>
                    <a:pt x="4951412" y="2227262"/>
                  </a:lnTo>
                  <a:lnTo>
                    <a:pt x="4979987" y="2227262"/>
                  </a:lnTo>
                  <a:lnTo>
                    <a:pt x="4979987" y="2255837"/>
                  </a:lnTo>
                  <a:close/>
                </a:path>
                <a:path w="4980305" h="3265804">
                  <a:moveTo>
                    <a:pt x="4979987" y="2312987"/>
                  </a:moveTo>
                  <a:lnTo>
                    <a:pt x="4951412" y="2312987"/>
                  </a:lnTo>
                  <a:lnTo>
                    <a:pt x="4951412" y="2284412"/>
                  </a:lnTo>
                  <a:lnTo>
                    <a:pt x="4979987" y="2284412"/>
                  </a:lnTo>
                  <a:lnTo>
                    <a:pt x="4979987" y="2312987"/>
                  </a:lnTo>
                  <a:close/>
                </a:path>
                <a:path w="4980305" h="3265804">
                  <a:moveTo>
                    <a:pt x="4979987" y="2370137"/>
                  </a:moveTo>
                  <a:lnTo>
                    <a:pt x="4951412" y="2370137"/>
                  </a:lnTo>
                  <a:lnTo>
                    <a:pt x="4951412" y="2341562"/>
                  </a:lnTo>
                  <a:lnTo>
                    <a:pt x="4979987" y="2341562"/>
                  </a:lnTo>
                  <a:lnTo>
                    <a:pt x="4979987" y="2370137"/>
                  </a:lnTo>
                  <a:close/>
                </a:path>
                <a:path w="4980305" h="3265804">
                  <a:moveTo>
                    <a:pt x="4979987" y="2427287"/>
                  </a:moveTo>
                  <a:lnTo>
                    <a:pt x="4951412" y="2427287"/>
                  </a:lnTo>
                  <a:lnTo>
                    <a:pt x="4951412" y="2398712"/>
                  </a:lnTo>
                  <a:lnTo>
                    <a:pt x="4979987" y="2398712"/>
                  </a:lnTo>
                  <a:lnTo>
                    <a:pt x="4979987" y="2427287"/>
                  </a:lnTo>
                  <a:close/>
                </a:path>
                <a:path w="4980305" h="3265804">
                  <a:moveTo>
                    <a:pt x="4979987" y="2484437"/>
                  </a:moveTo>
                  <a:lnTo>
                    <a:pt x="4951412" y="2484437"/>
                  </a:lnTo>
                  <a:lnTo>
                    <a:pt x="4951412" y="2455862"/>
                  </a:lnTo>
                  <a:lnTo>
                    <a:pt x="4979987" y="2455862"/>
                  </a:lnTo>
                  <a:lnTo>
                    <a:pt x="4979987" y="2484437"/>
                  </a:lnTo>
                  <a:close/>
                </a:path>
                <a:path w="4980305" h="3265804">
                  <a:moveTo>
                    <a:pt x="4979987" y="2541587"/>
                  </a:moveTo>
                  <a:lnTo>
                    <a:pt x="4951412" y="2541587"/>
                  </a:lnTo>
                  <a:lnTo>
                    <a:pt x="4951412" y="2513012"/>
                  </a:lnTo>
                  <a:lnTo>
                    <a:pt x="4979987" y="2513012"/>
                  </a:lnTo>
                  <a:lnTo>
                    <a:pt x="4979987" y="2541587"/>
                  </a:lnTo>
                  <a:close/>
                </a:path>
                <a:path w="4980305" h="3265804">
                  <a:moveTo>
                    <a:pt x="4979987" y="2598737"/>
                  </a:moveTo>
                  <a:lnTo>
                    <a:pt x="4951412" y="2598737"/>
                  </a:lnTo>
                  <a:lnTo>
                    <a:pt x="4951412" y="2570162"/>
                  </a:lnTo>
                  <a:lnTo>
                    <a:pt x="4979987" y="2570162"/>
                  </a:lnTo>
                  <a:lnTo>
                    <a:pt x="4979987" y="2598737"/>
                  </a:lnTo>
                  <a:close/>
                </a:path>
                <a:path w="4980305" h="3265804">
                  <a:moveTo>
                    <a:pt x="4979987" y="2655887"/>
                  </a:moveTo>
                  <a:lnTo>
                    <a:pt x="4951412" y="2655887"/>
                  </a:lnTo>
                  <a:lnTo>
                    <a:pt x="4951412" y="2627312"/>
                  </a:lnTo>
                  <a:lnTo>
                    <a:pt x="4979987" y="2627312"/>
                  </a:lnTo>
                  <a:lnTo>
                    <a:pt x="4979987" y="2655887"/>
                  </a:lnTo>
                  <a:close/>
                </a:path>
                <a:path w="4980305" h="3265804">
                  <a:moveTo>
                    <a:pt x="4979987" y="2713037"/>
                  </a:moveTo>
                  <a:lnTo>
                    <a:pt x="4951412" y="2713037"/>
                  </a:lnTo>
                  <a:lnTo>
                    <a:pt x="4951412" y="2684462"/>
                  </a:lnTo>
                  <a:lnTo>
                    <a:pt x="4979987" y="2684462"/>
                  </a:lnTo>
                  <a:lnTo>
                    <a:pt x="4979987" y="2713037"/>
                  </a:lnTo>
                  <a:close/>
                </a:path>
                <a:path w="4980305" h="3265804">
                  <a:moveTo>
                    <a:pt x="4979987" y="2770187"/>
                  </a:moveTo>
                  <a:lnTo>
                    <a:pt x="4951412" y="2770187"/>
                  </a:lnTo>
                  <a:lnTo>
                    <a:pt x="4951412" y="2741612"/>
                  </a:lnTo>
                  <a:lnTo>
                    <a:pt x="4979987" y="2741612"/>
                  </a:lnTo>
                  <a:lnTo>
                    <a:pt x="4979987" y="2770187"/>
                  </a:lnTo>
                  <a:close/>
                </a:path>
                <a:path w="4980305" h="3265804">
                  <a:moveTo>
                    <a:pt x="4979987" y="2827337"/>
                  </a:moveTo>
                  <a:lnTo>
                    <a:pt x="4951412" y="2827337"/>
                  </a:lnTo>
                  <a:lnTo>
                    <a:pt x="4951412" y="2798762"/>
                  </a:lnTo>
                  <a:lnTo>
                    <a:pt x="4979987" y="2798762"/>
                  </a:lnTo>
                  <a:lnTo>
                    <a:pt x="4979987" y="2827337"/>
                  </a:lnTo>
                  <a:close/>
                </a:path>
                <a:path w="4980305" h="3265804">
                  <a:moveTo>
                    <a:pt x="4979987" y="2884487"/>
                  </a:moveTo>
                  <a:lnTo>
                    <a:pt x="4951412" y="2884487"/>
                  </a:lnTo>
                  <a:lnTo>
                    <a:pt x="4951412" y="2855912"/>
                  </a:lnTo>
                  <a:lnTo>
                    <a:pt x="4979987" y="2855912"/>
                  </a:lnTo>
                  <a:lnTo>
                    <a:pt x="4979987" y="2884487"/>
                  </a:lnTo>
                  <a:close/>
                </a:path>
                <a:path w="4980305" h="3265804">
                  <a:moveTo>
                    <a:pt x="4979987" y="2941637"/>
                  </a:moveTo>
                  <a:lnTo>
                    <a:pt x="4951412" y="2941637"/>
                  </a:lnTo>
                  <a:lnTo>
                    <a:pt x="4951412" y="2913062"/>
                  </a:lnTo>
                  <a:lnTo>
                    <a:pt x="4979987" y="2913062"/>
                  </a:lnTo>
                  <a:lnTo>
                    <a:pt x="4979987" y="2941637"/>
                  </a:lnTo>
                  <a:close/>
                </a:path>
                <a:path w="4980305" h="3265804">
                  <a:moveTo>
                    <a:pt x="4979987" y="2998787"/>
                  </a:moveTo>
                  <a:lnTo>
                    <a:pt x="4951412" y="2998787"/>
                  </a:lnTo>
                  <a:lnTo>
                    <a:pt x="4951412" y="2970212"/>
                  </a:lnTo>
                  <a:lnTo>
                    <a:pt x="4979987" y="2970212"/>
                  </a:lnTo>
                  <a:lnTo>
                    <a:pt x="4979987" y="2998787"/>
                  </a:lnTo>
                  <a:close/>
                </a:path>
                <a:path w="4980305" h="3265804">
                  <a:moveTo>
                    <a:pt x="4979987" y="3055937"/>
                  </a:moveTo>
                  <a:lnTo>
                    <a:pt x="4951412" y="3055937"/>
                  </a:lnTo>
                  <a:lnTo>
                    <a:pt x="4951412" y="3027362"/>
                  </a:lnTo>
                  <a:lnTo>
                    <a:pt x="4979987" y="3027362"/>
                  </a:lnTo>
                  <a:lnTo>
                    <a:pt x="4979987" y="3055937"/>
                  </a:lnTo>
                  <a:close/>
                </a:path>
                <a:path w="4980305" h="3265804">
                  <a:moveTo>
                    <a:pt x="4979987" y="3113087"/>
                  </a:moveTo>
                  <a:lnTo>
                    <a:pt x="4951412" y="3113087"/>
                  </a:lnTo>
                  <a:lnTo>
                    <a:pt x="4951412" y="3084512"/>
                  </a:lnTo>
                  <a:lnTo>
                    <a:pt x="4979987" y="3084512"/>
                  </a:lnTo>
                  <a:lnTo>
                    <a:pt x="4979987" y="3113087"/>
                  </a:lnTo>
                  <a:close/>
                </a:path>
                <a:path w="4980305" h="3265804">
                  <a:moveTo>
                    <a:pt x="4979987" y="3170237"/>
                  </a:moveTo>
                  <a:lnTo>
                    <a:pt x="4951412" y="3170237"/>
                  </a:lnTo>
                  <a:lnTo>
                    <a:pt x="4951412" y="3141662"/>
                  </a:lnTo>
                  <a:lnTo>
                    <a:pt x="4979987" y="3141662"/>
                  </a:lnTo>
                  <a:lnTo>
                    <a:pt x="4979987" y="3170237"/>
                  </a:lnTo>
                  <a:close/>
                </a:path>
                <a:path w="4980305" h="3265804">
                  <a:moveTo>
                    <a:pt x="4979987" y="3227387"/>
                  </a:moveTo>
                  <a:lnTo>
                    <a:pt x="4951412" y="3227387"/>
                  </a:lnTo>
                  <a:lnTo>
                    <a:pt x="4951412" y="3198812"/>
                  </a:lnTo>
                  <a:lnTo>
                    <a:pt x="4979987" y="3198812"/>
                  </a:lnTo>
                  <a:lnTo>
                    <a:pt x="4979987" y="3227387"/>
                  </a:lnTo>
                  <a:close/>
                </a:path>
                <a:path w="4980305" h="3265804">
                  <a:moveTo>
                    <a:pt x="4960937" y="3265487"/>
                  </a:moveTo>
                  <a:lnTo>
                    <a:pt x="4932362" y="3265487"/>
                  </a:lnTo>
                  <a:lnTo>
                    <a:pt x="4932362" y="3236912"/>
                  </a:lnTo>
                  <a:lnTo>
                    <a:pt x="4960937" y="3236912"/>
                  </a:lnTo>
                  <a:lnTo>
                    <a:pt x="4960937" y="3265487"/>
                  </a:lnTo>
                  <a:close/>
                </a:path>
                <a:path w="4980305" h="3265804">
                  <a:moveTo>
                    <a:pt x="4903787" y="3265487"/>
                  </a:moveTo>
                  <a:lnTo>
                    <a:pt x="4875212" y="3265487"/>
                  </a:lnTo>
                  <a:lnTo>
                    <a:pt x="4875212" y="3236912"/>
                  </a:lnTo>
                  <a:lnTo>
                    <a:pt x="4903787" y="3236912"/>
                  </a:lnTo>
                  <a:lnTo>
                    <a:pt x="4903787" y="3265487"/>
                  </a:lnTo>
                  <a:close/>
                </a:path>
                <a:path w="4980305" h="3265804">
                  <a:moveTo>
                    <a:pt x="4846637" y="3265487"/>
                  </a:moveTo>
                  <a:lnTo>
                    <a:pt x="4818062" y="3265487"/>
                  </a:lnTo>
                  <a:lnTo>
                    <a:pt x="4818062" y="3236912"/>
                  </a:lnTo>
                  <a:lnTo>
                    <a:pt x="4846637" y="3236912"/>
                  </a:lnTo>
                  <a:lnTo>
                    <a:pt x="4846637" y="3265487"/>
                  </a:lnTo>
                  <a:close/>
                </a:path>
                <a:path w="4980305" h="3265804">
                  <a:moveTo>
                    <a:pt x="4789487" y="3265487"/>
                  </a:moveTo>
                  <a:lnTo>
                    <a:pt x="4760912" y="3265487"/>
                  </a:lnTo>
                  <a:lnTo>
                    <a:pt x="4760912" y="3236912"/>
                  </a:lnTo>
                  <a:lnTo>
                    <a:pt x="4789487" y="3236912"/>
                  </a:lnTo>
                  <a:lnTo>
                    <a:pt x="4789487" y="3265487"/>
                  </a:lnTo>
                  <a:close/>
                </a:path>
                <a:path w="4980305" h="3265804">
                  <a:moveTo>
                    <a:pt x="4732337" y="3265487"/>
                  </a:moveTo>
                  <a:lnTo>
                    <a:pt x="4703762" y="3265487"/>
                  </a:lnTo>
                  <a:lnTo>
                    <a:pt x="4703762" y="3236912"/>
                  </a:lnTo>
                  <a:lnTo>
                    <a:pt x="4732337" y="3236912"/>
                  </a:lnTo>
                  <a:lnTo>
                    <a:pt x="4732337" y="3265487"/>
                  </a:lnTo>
                  <a:close/>
                </a:path>
                <a:path w="4980305" h="3265804">
                  <a:moveTo>
                    <a:pt x="4675187" y="3265487"/>
                  </a:moveTo>
                  <a:lnTo>
                    <a:pt x="4646612" y="3265487"/>
                  </a:lnTo>
                  <a:lnTo>
                    <a:pt x="4646612" y="3236912"/>
                  </a:lnTo>
                  <a:lnTo>
                    <a:pt x="4675187" y="3236912"/>
                  </a:lnTo>
                  <a:lnTo>
                    <a:pt x="4675187" y="3265487"/>
                  </a:lnTo>
                  <a:close/>
                </a:path>
                <a:path w="4980305" h="3265804">
                  <a:moveTo>
                    <a:pt x="4618037" y="3265487"/>
                  </a:moveTo>
                  <a:lnTo>
                    <a:pt x="4589462" y="3265487"/>
                  </a:lnTo>
                  <a:lnTo>
                    <a:pt x="4589462" y="3236912"/>
                  </a:lnTo>
                  <a:lnTo>
                    <a:pt x="4618037" y="3236912"/>
                  </a:lnTo>
                  <a:lnTo>
                    <a:pt x="4618037" y="3265487"/>
                  </a:lnTo>
                  <a:close/>
                </a:path>
                <a:path w="4980305" h="3265804">
                  <a:moveTo>
                    <a:pt x="4560887" y="3265487"/>
                  </a:moveTo>
                  <a:lnTo>
                    <a:pt x="4532312" y="3265487"/>
                  </a:lnTo>
                  <a:lnTo>
                    <a:pt x="4532312" y="3236912"/>
                  </a:lnTo>
                  <a:lnTo>
                    <a:pt x="4560887" y="3236912"/>
                  </a:lnTo>
                  <a:lnTo>
                    <a:pt x="4560887" y="3265487"/>
                  </a:lnTo>
                  <a:close/>
                </a:path>
                <a:path w="4980305" h="3265804">
                  <a:moveTo>
                    <a:pt x="4503737" y="3265487"/>
                  </a:moveTo>
                  <a:lnTo>
                    <a:pt x="4475162" y="3265487"/>
                  </a:lnTo>
                  <a:lnTo>
                    <a:pt x="4475162" y="3236912"/>
                  </a:lnTo>
                  <a:lnTo>
                    <a:pt x="4503737" y="3236912"/>
                  </a:lnTo>
                  <a:lnTo>
                    <a:pt x="4503737" y="3265487"/>
                  </a:lnTo>
                  <a:close/>
                </a:path>
                <a:path w="4980305" h="3265804">
                  <a:moveTo>
                    <a:pt x="4446587" y="3265487"/>
                  </a:moveTo>
                  <a:lnTo>
                    <a:pt x="4418012" y="3265487"/>
                  </a:lnTo>
                  <a:lnTo>
                    <a:pt x="4418012" y="3236912"/>
                  </a:lnTo>
                  <a:lnTo>
                    <a:pt x="4446587" y="3236912"/>
                  </a:lnTo>
                  <a:lnTo>
                    <a:pt x="4446587" y="3265487"/>
                  </a:lnTo>
                  <a:close/>
                </a:path>
                <a:path w="4980305" h="3265804">
                  <a:moveTo>
                    <a:pt x="4389437" y="3265487"/>
                  </a:moveTo>
                  <a:lnTo>
                    <a:pt x="4360862" y="3265487"/>
                  </a:lnTo>
                  <a:lnTo>
                    <a:pt x="4360862" y="3236912"/>
                  </a:lnTo>
                  <a:lnTo>
                    <a:pt x="4389437" y="3236912"/>
                  </a:lnTo>
                  <a:lnTo>
                    <a:pt x="4389437" y="3265487"/>
                  </a:lnTo>
                  <a:close/>
                </a:path>
                <a:path w="4980305" h="3265804">
                  <a:moveTo>
                    <a:pt x="4332287" y="3265487"/>
                  </a:moveTo>
                  <a:lnTo>
                    <a:pt x="4303712" y="3265487"/>
                  </a:lnTo>
                  <a:lnTo>
                    <a:pt x="4303712" y="3236912"/>
                  </a:lnTo>
                  <a:lnTo>
                    <a:pt x="4332287" y="3236912"/>
                  </a:lnTo>
                  <a:lnTo>
                    <a:pt x="4332287" y="3265487"/>
                  </a:lnTo>
                  <a:close/>
                </a:path>
                <a:path w="4980305" h="3265804">
                  <a:moveTo>
                    <a:pt x="4275137" y="3265487"/>
                  </a:moveTo>
                  <a:lnTo>
                    <a:pt x="4246562" y="3265487"/>
                  </a:lnTo>
                  <a:lnTo>
                    <a:pt x="4246562" y="3236912"/>
                  </a:lnTo>
                  <a:lnTo>
                    <a:pt x="4275137" y="3236912"/>
                  </a:lnTo>
                  <a:lnTo>
                    <a:pt x="4275137" y="3265487"/>
                  </a:lnTo>
                  <a:close/>
                </a:path>
                <a:path w="4980305" h="3265804">
                  <a:moveTo>
                    <a:pt x="4217987" y="3265487"/>
                  </a:moveTo>
                  <a:lnTo>
                    <a:pt x="4189412" y="3265487"/>
                  </a:lnTo>
                  <a:lnTo>
                    <a:pt x="4189412" y="3236912"/>
                  </a:lnTo>
                  <a:lnTo>
                    <a:pt x="4217987" y="3236912"/>
                  </a:lnTo>
                  <a:lnTo>
                    <a:pt x="4217987" y="3265487"/>
                  </a:lnTo>
                  <a:close/>
                </a:path>
                <a:path w="4980305" h="3265804">
                  <a:moveTo>
                    <a:pt x="4160837" y="3265487"/>
                  </a:moveTo>
                  <a:lnTo>
                    <a:pt x="4132262" y="3265487"/>
                  </a:lnTo>
                  <a:lnTo>
                    <a:pt x="4132262" y="3236912"/>
                  </a:lnTo>
                  <a:lnTo>
                    <a:pt x="4160837" y="3236912"/>
                  </a:lnTo>
                  <a:lnTo>
                    <a:pt x="4160837" y="3265487"/>
                  </a:lnTo>
                  <a:close/>
                </a:path>
                <a:path w="4980305" h="3265804">
                  <a:moveTo>
                    <a:pt x="4103687" y="3265487"/>
                  </a:moveTo>
                  <a:lnTo>
                    <a:pt x="4075112" y="3265487"/>
                  </a:lnTo>
                  <a:lnTo>
                    <a:pt x="4075112" y="3236912"/>
                  </a:lnTo>
                  <a:lnTo>
                    <a:pt x="4103687" y="3236912"/>
                  </a:lnTo>
                  <a:lnTo>
                    <a:pt x="4103687" y="3265487"/>
                  </a:lnTo>
                  <a:close/>
                </a:path>
                <a:path w="4980305" h="3265804">
                  <a:moveTo>
                    <a:pt x="4046537" y="3265487"/>
                  </a:moveTo>
                  <a:lnTo>
                    <a:pt x="4017962" y="3265487"/>
                  </a:lnTo>
                  <a:lnTo>
                    <a:pt x="4017962" y="3236912"/>
                  </a:lnTo>
                  <a:lnTo>
                    <a:pt x="4046537" y="3236912"/>
                  </a:lnTo>
                  <a:lnTo>
                    <a:pt x="4046537" y="3265487"/>
                  </a:lnTo>
                  <a:close/>
                </a:path>
                <a:path w="4980305" h="3265804">
                  <a:moveTo>
                    <a:pt x="3989387" y="3265487"/>
                  </a:moveTo>
                  <a:lnTo>
                    <a:pt x="3960812" y="3265487"/>
                  </a:lnTo>
                  <a:lnTo>
                    <a:pt x="3960812" y="3236912"/>
                  </a:lnTo>
                  <a:lnTo>
                    <a:pt x="3989387" y="3236912"/>
                  </a:lnTo>
                  <a:lnTo>
                    <a:pt x="3989387" y="3265487"/>
                  </a:lnTo>
                  <a:close/>
                </a:path>
                <a:path w="4980305" h="3265804">
                  <a:moveTo>
                    <a:pt x="3932237" y="3265487"/>
                  </a:moveTo>
                  <a:lnTo>
                    <a:pt x="3903662" y="3265487"/>
                  </a:lnTo>
                  <a:lnTo>
                    <a:pt x="3903662" y="3236912"/>
                  </a:lnTo>
                  <a:lnTo>
                    <a:pt x="3932237" y="3236912"/>
                  </a:lnTo>
                  <a:lnTo>
                    <a:pt x="3932237" y="3265487"/>
                  </a:lnTo>
                  <a:close/>
                </a:path>
                <a:path w="4980305" h="3265804">
                  <a:moveTo>
                    <a:pt x="3875087" y="3265487"/>
                  </a:moveTo>
                  <a:lnTo>
                    <a:pt x="3846512" y="3265487"/>
                  </a:lnTo>
                  <a:lnTo>
                    <a:pt x="3846512" y="3236912"/>
                  </a:lnTo>
                  <a:lnTo>
                    <a:pt x="3875087" y="3236912"/>
                  </a:lnTo>
                  <a:lnTo>
                    <a:pt x="3875087" y="3265487"/>
                  </a:lnTo>
                  <a:close/>
                </a:path>
                <a:path w="4980305" h="3265804">
                  <a:moveTo>
                    <a:pt x="3817937" y="3265487"/>
                  </a:moveTo>
                  <a:lnTo>
                    <a:pt x="3789362" y="3265487"/>
                  </a:lnTo>
                  <a:lnTo>
                    <a:pt x="3789362" y="3236912"/>
                  </a:lnTo>
                  <a:lnTo>
                    <a:pt x="3817937" y="3236912"/>
                  </a:lnTo>
                  <a:lnTo>
                    <a:pt x="3817937" y="3265487"/>
                  </a:lnTo>
                  <a:close/>
                </a:path>
                <a:path w="4980305" h="3265804">
                  <a:moveTo>
                    <a:pt x="3760787" y="3265487"/>
                  </a:moveTo>
                  <a:lnTo>
                    <a:pt x="3732212" y="3265487"/>
                  </a:lnTo>
                  <a:lnTo>
                    <a:pt x="3732212" y="3236912"/>
                  </a:lnTo>
                  <a:lnTo>
                    <a:pt x="3760787" y="3236912"/>
                  </a:lnTo>
                  <a:lnTo>
                    <a:pt x="3760787" y="3265487"/>
                  </a:lnTo>
                  <a:close/>
                </a:path>
                <a:path w="4980305" h="3265804">
                  <a:moveTo>
                    <a:pt x="3703637" y="3265487"/>
                  </a:moveTo>
                  <a:lnTo>
                    <a:pt x="3675062" y="3265487"/>
                  </a:lnTo>
                  <a:lnTo>
                    <a:pt x="3675062" y="3236912"/>
                  </a:lnTo>
                  <a:lnTo>
                    <a:pt x="3703637" y="3236912"/>
                  </a:lnTo>
                  <a:lnTo>
                    <a:pt x="3703637" y="3265487"/>
                  </a:lnTo>
                  <a:close/>
                </a:path>
                <a:path w="4980305" h="3265804">
                  <a:moveTo>
                    <a:pt x="3646487" y="3265487"/>
                  </a:moveTo>
                  <a:lnTo>
                    <a:pt x="3617912" y="3265487"/>
                  </a:lnTo>
                  <a:lnTo>
                    <a:pt x="3617912" y="3236912"/>
                  </a:lnTo>
                  <a:lnTo>
                    <a:pt x="3646487" y="3236912"/>
                  </a:lnTo>
                  <a:lnTo>
                    <a:pt x="3646487" y="3265487"/>
                  </a:lnTo>
                  <a:close/>
                </a:path>
                <a:path w="4980305" h="3265804">
                  <a:moveTo>
                    <a:pt x="3589337" y="3265487"/>
                  </a:moveTo>
                  <a:lnTo>
                    <a:pt x="3560762" y="3265487"/>
                  </a:lnTo>
                  <a:lnTo>
                    <a:pt x="3560762" y="3236912"/>
                  </a:lnTo>
                  <a:lnTo>
                    <a:pt x="3589337" y="3236912"/>
                  </a:lnTo>
                  <a:lnTo>
                    <a:pt x="3589337" y="3265487"/>
                  </a:lnTo>
                  <a:close/>
                </a:path>
                <a:path w="4980305" h="3265804">
                  <a:moveTo>
                    <a:pt x="3532187" y="3265487"/>
                  </a:moveTo>
                  <a:lnTo>
                    <a:pt x="3503612" y="3265487"/>
                  </a:lnTo>
                  <a:lnTo>
                    <a:pt x="3503612" y="3236912"/>
                  </a:lnTo>
                  <a:lnTo>
                    <a:pt x="3532187" y="3236912"/>
                  </a:lnTo>
                  <a:lnTo>
                    <a:pt x="3532187" y="3265487"/>
                  </a:lnTo>
                  <a:close/>
                </a:path>
                <a:path w="4980305" h="3265804">
                  <a:moveTo>
                    <a:pt x="3475037" y="3265487"/>
                  </a:moveTo>
                  <a:lnTo>
                    <a:pt x="3446462" y="3265487"/>
                  </a:lnTo>
                  <a:lnTo>
                    <a:pt x="3446462" y="3236912"/>
                  </a:lnTo>
                  <a:lnTo>
                    <a:pt x="3475037" y="3236912"/>
                  </a:lnTo>
                  <a:lnTo>
                    <a:pt x="3475037" y="3265487"/>
                  </a:lnTo>
                  <a:close/>
                </a:path>
                <a:path w="4980305" h="3265804">
                  <a:moveTo>
                    <a:pt x="3417887" y="3265487"/>
                  </a:moveTo>
                  <a:lnTo>
                    <a:pt x="3389312" y="3265487"/>
                  </a:lnTo>
                  <a:lnTo>
                    <a:pt x="3389312" y="3236912"/>
                  </a:lnTo>
                  <a:lnTo>
                    <a:pt x="3417887" y="3236912"/>
                  </a:lnTo>
                  <a:lnTo>
                    <a:pt x="3417887" y="3265487"/>
                  </a:lnTo>
                  <a:close/>
                </a:path>
                <a:path w="4980305" h="3265804">
                  <a:moveTo>
                    <a:pt x="3360737" y="3265487"/>
                  </a:moveTo>
                  <a:lnTo>
                    <a:pt x="3332162" y="3265487"/>
                  </a:lnTo>
                  <a:lnTo>
                    <a:pt x="3332162" y="3236912"/>
                  </a:lnTo>
                  <a:lnTo>
                    <a:pt x="3360737" y="3236912"/>
                  </a:lnTo>
                  <a:lnTo>
                    <a:pt x="3360737" y="3265487"/>
                  </a:lnTo>
                  <a:close/>
                </a:path>
                <a:path w="4980305" h="3265804">
                  <a:moveTo>
                    <a:pt x="3303587" y="3265487"/>
                  </a:moveTo>
                  <a:lnTo>
                    <a:pt x="3275012" y="3265487"/>
                  </a:lnTo>
                  <a:lnTo>
                    <a:pt x="3275012" y="3236912"/>
                  </a:lnTo>
                  <a:lnTo>
                    <a:pt x="3303587" y="3236912"/>
                  </a:lnTo>
                  <a:lnTo>
                    <a:pt x="3303587" y="3265487"/>
                  </a:lnTo>
                  <a:close/>
                </a:path>
                <a:path w="4980305" h="3265804">
                  <a:moveTo>
                    <a:pt x="3246437" y="3265487"/>
                  </a:moveTo>
                  <a:lnTo>
                    <a:pt x="3217862" y="3265487"/>
                  </a:lnTo>
                  <a:lnTo>
                    <a:pt x="3217862" y="3236912"/>
                  </a:lnTo>
                  <a:lnTo>
                    <a:pt x="3246437" y="3236912"/>
                  </a:lnTo>
                  <a:lnTo>
                    <a:pt x="3246437" y="3265487"/>
                  </a:lnTo>
                  <a:close/>
                </a:path>
                <a:path w="4980305" h="3265804">
                  <a:moveTo>
                    <a:pt x="3189287" y="3265487"/>
                  </a:moveTo>
                  <a:lnTo>
                    <a:pt x="3160712" y="3265487"/>
                  </a:lnTo>
                  <a:lnTo>
                    <a:pt x="3160712" y="3236912"/>
                  </a:lnTo>
                  <a:lnTo>
                    <a:pt x="3189287" y="3236912"/>
                  </a:lnTo>
                  <a:lnTo>
                    <a:pt x="3189287" y="3265487"/>
                  </a:lnTo>
                  <a:close/>
                </a:path>
                <a:path w="4980305" h="3265804">
                  <a:moveTo>
                    <a:pt x="3132137" y="3265487"/>
                  </a:moveTo>
                  <a:lnTo>
                    <a:pt x="3103562" y="3265487"/>
                  </a:lnTo>
                  <a:lnTo>
                    <a:pt x="3103562" y="3236912"/>
                  </a:lnTo>
                  <a:lnTo>
                    <a:pt x="3132137" y="3236912"/>
                  </a:lnTo>
                  <a:lnTo>
                    <a:pt x="3132137" y="3265487"/>
                  </a:lnTo>
                  <a:close/>
                </a:path>
                <a:path w="4980305" h="3265804">
                  <a:moveTo>
                    <a:pt x="3074987" y="3265487"/>
                  </a:moveTo>
                  <a:lnTo>
                    <a:pt x="3046412" y="3265487"/>
                  </a:lnTo>
                  <a:lnTo>
                    <a:pt x="3046412" y="3236912"/>
                  </a:lnTo>
                  <a:lnTo>
                    <a:pt x="3074987" y="3236912"/>
                  </a:lnTo>
                  <a:lnTo>
                    <a:pt x="3074987" y="3265487"/>
                  </a:lnTo>
                  <a:close/>
                </a:path>
                <a:path w="4980305" h="3265804">
                  <a:moveTo>
                    <a:pt x="3017837" y="3265487"/>
                  </a:moveTo>
                  <a:lnTo>
                    <a:pt x="2989262" y="3265487"/>
                  </a:lnTo>
                  <a:lnTo>
                    <a:pt x="2989262" y="3236912"/>
                  </a:lnTo>
                  <a:lnTo>
                    <a:pt x="3017837" y="3236912"/>
                  </a:lnTo>
                  <a:lnTo>
                    <a:pt x="3017837" y="3265487"/>
                  </a:lnTo>
                  <a:close/>
                </a:path>
                <a:path w="4980305" h="3265804">
                  <a:moveTo>
                    <a:pt x="2960687" y="3265487"/>
                  </a:moveTo>
                  <a:lnTo>
                    <a:pt x="2932112" y="3265487"/>
                  </a:lnTo>
                  <a:lnTo>
                    <a:pt x="2932112" y="3236912"/>
                  </a:lnTo>
                  <a:lnTo>
                    <a:pt x="2960687" y="3236912"/>
                  </a:lnTo>
                  <a:lnTo>
                    <a:pt x="2960687" y="3265487"/>
                  </a:lnTo>
                  <a:close/>
                </a:path>
                <a:path w="4980305" h="3265804">
                  <a:moveTo>
                    <a:pt x="2903537" y="3265487"/>
                  </a:moveTo>
                  <a:lnTo>
                    <a:pt x="2874962" y="3265487"/>
                  </a:lnTo>
                  <a:lnTo>
                    <a:pt x="2874962" y="3236912"/>
                  </a:lnTo>
                  <a:lnTo>
                    <a:pt x="2903537" y="3236912"/>
                  </a:lnTo>
                  <a:lnTo>
                    <a:pt x="2903537" y="3265487"/>
                  </a:lnTo>
                  <a:close/>
                </a:path>
                <a:path w="4980305" h="3265804">
                  <a:moveTo>
                    <a:pt x="2846387" y="3265487"/>
                  </a:moveTo>
                  <a:lnTo>
                    <a:pt x="2817812" y="3265487"/>
                  </a:lnTo>
                  <a:lnTo>
                    <a:pt x="2817812" y="3236912"/>
                  </a:lnTo>
                  <a:lnTo>
                    <a:pt x="2846387" y="3236912"/>
                  </a:lnTo>
                  <a:lnTo>
                    <a:pt x="2846387" y="3265487"/>
                  </a:lnTo>
                  <a:close/>
                </a:path>
                <a:path w="4980305" h="3265804">
                  <a:moveTo>
                    <a:pt x="2789237" y="3265487"/>
                  </a:moveTo>
                  <a:lnTo>
                    <a:pt x="2760662" y="3265487"/>
                  </a:lnTo>
                  <a:lnTo>
                    <a:pt x="2760662" y="3236912"/>
                  </a:lnTo>
                  <a:lnTo>
                    <a:pt x="2789237" y="3236912"/>
                  </a:lnTo>
                  <a:lnTo>
                    <a:pt x="2789237" y="3265487"/>
                  </a:lnTo>
                  <a:close/>
                </a:path>
                <a:path w="4980305" h="3265804">
                  <a:moveTo>
                    <a:pt x="2732087" y="3265487"/>
                  </a:moveTo>
                  <a:lnTo>
                    <a:pt x="2703512" y="3265487"/>
                  </a:lnTo>
                  <a:lnTo>
                    <a:pt x="2703512" y="3236912"/>
                  </a:lnTo>
                  <a:lnTo>
                    <a:pt x="2732087" y="3236912"/>
                  </a:lnTo>
                  <a:lnTo>
                    <a:pt x="2732087" y="3265487"/>
                  </a:lnTo>
                  <a:close/>
                </a:path>
                <a:path w="4980305" h="3265804">
                  <a:moveTo>
                    <a:pt x="2674937" y="3265487"/>
                  </a:moveTo>
                  <a:lnTo>
                    <a:pt x="2646362" y="3265487"/>
                  </a:lnTo>
                  <a:lnTo>
                    <a:pt x="2646362" y="3236912"/>
                  </a:lnTo>
                  <a:lnTo>
                    <a:pt x="2674937" y="3236912"/>
                  </a:lnTo>
                  <a:lnTo>
                    <a:pt x="2674937" y="3265487"/>
                  </a:lnTo>
                  <a:close/>
                </a:path>
                <a:path w="4980305" h="3265804">
                  <a:moveTo>
                    <a:pt x="2617787" y="3265487"/>
                  </a:moveTo>
                  <a:lnTo>
                    <a:pt x="2589212" y="3265487"/>
                  </a:lnTo>
                  <a:lnTo>
                    <a:pt x="2589212" y="3236912"/>
                  </a:lnTo>
                  <a:lnTo>
                    <a:pt x="2617787" y="3236912"/>
                  </a:lnTo>
                  <a:lnTo>
                    <a:pt x="2617787" y="3265487"/>
                  </a:lnTo>
                  <a:close/>
                </a:path>
                <a:path w="4980305" h="3265804">
                  <a:moveTo>
                    <a:pt x="2560637" y="3265487"/>
                  </a:moveTo>
                  <a:lnTo>
                    <a:pt x="2532062" y="3265487"/>
                  </a:lnTo>
                  <a:lnTo>
                    <a:pt x="2532062" y="3236912"/>
                  </a:lnTo>
                  <a:lnTo>
                    <a:pt x="2560637" y="3236912"/>
                  </a:lnTo>
                  <a:lnTo>
                    <a:pt x="2560637" y="3265487"/>
                  </a:lnTo>
                  <a:close/>
                </a:path>
                <a:path w="4980305" h="3265804">
                  <a:moveTo>
                    <a:pt x="2503487" y="3265487"/>
                  </a:moveTo>
                  <a:lnTo>
                    <a:pt x="2474912" y="3265487"/>
                  </a:lnTo>
                  <a:lnTo>
                    <a:pt x="2474912" y="3236912"/>
                  </a:lnTo>
                  <a:lnTo>
                    <a:pt x="2503487" y="3236912"/>
                  </a:lnTo>
                  <a:lnTo>
                    <a:pt x="2503487" y="3265487"/>
                  </a:lnTo>
                  <a:close/>
                </a:path>
                <a:path w="4980305" h="3265804">
                  <a:moveTo>
                    <a:pt x="2446337" y="3265487"/>
                  </a:moveTo>
                  <a:lnTo>
                    <a:pt x="2417762" y="3265487"/>
                  </a:lnTo>
                  <a:lnTo>
                    <a:pt x="2417762" y="3236912"/>
                  </a:lnTo>
                  <a:lnTo>
                    <a:pt x="2446337" y="3236912"/>
                  </a:lnTo>
                  <a:lnTo>
                    <a:pt x="2446337" y="3265487"/>
                  </a:lnTo>
                  <a:close/>
                </a:path>
                <a:path w="4980305" h="3265804">
                  <a:moveTo>
                    <a:pt x="2389187" y="3265487"/>
                  </a:moveTo>
                  <a:lnTo>
                    <a:pt x="2360612" y="3265487"/>
                  </a:lnTo>
                  <a:lnTo>
                    <a:pt x="2360612" y="3236912"/>
                  </a:lnTo>
                  <a:lnTo>
                    <a:pt x="2389187" y="3236912"/>
                  </a:lnTo>
                  <a:lnTo>
                    <a:pt x="2389187" y="3265487"/>
                  </a:lnTo>
                  <a:close/>
                </a:path>
                <a:path w="4980305" h="3265804">
                  <a:moveTo>
                    <a:pt x="2332037" y="3265487"/>
                  </a:moveTo>
                  <a:lnTo>
                    <a:pt x="2303462" y="3265487"/>
                  </a:lnTo>
                  <a:lnTo>
                    <a:pt x="2303462" y="3236912"/>
                  </a:lnTo>
                  <a:lnTo>
                    <a:pt x="2332037" y="3236912"/>
                  </a:lnTo>
                  <a:lnTo>
                    <a:pt x="2332037" y="3265487"/>
                  </a:lnTo>
                  <a:close/>
                </a:path>
                <a:path w="4980305" h="3265804">
                  <a:moveTo>
                    <a:pt x="2274887" y="3265487"/>
                  </a:moveTo>
                  <a:lnTo>
                    <a:pt x="2246312" y="3265487"/>
                  </a:lnTo>
                  <a:lnTo>
                    <a:pt x="2246312" y="3236912"/>
                  </a:lnTo>
                  <a:lnTo>
                    <a:pt x="2274887" y="3236912"/>
                  </a:lnTo>
                  <a:lnTo>
                    <a:pt x="2274887" y="3265487"/>
                  </a:lnTo>
                  <a:close/>
                </a:path>
                <a:path w="4980305" h="3265804">
                  <a:moveTo>
                    <a:pt x="2217737" y="3265487"/>
                  </a:moveTo>
                  <a:lnTo>
                    <a:pt x="2189162" y="3265487"/>
                  </a:lnTo>
                  <a:lnTo>
                    <a:pt x="2189162" y="3236912"/>
                  </a:lnTo>
                  <a:lnTo>
                    <a:pt x="2217737" y="3236912"/>
                  </a:lnTo>
                  <a:lnTo>
                    <a:pt x="2217737" y="3265487"/>
                  </a:lnTo>
                  <a:close/>
                </a:path>
                <a:path w="4980305" h="3265804">
                  <a:moveTo>
                    <a:pt x="2160587" y="3265487"/>
                  </a:moveTo>
                  <a:lnTo>
                    <a:pt x="2132012" y="3265487"/>
                  </a:lnTo>
                  <a:lnTo>
                    <a:pt x="2132012" y="3236912"/>
                  </a:lnTo>
                  <a:lnTo>
                    <a:pt x="2160587" y="3236912"/>
                  </a:lnTo>
                  <a:lnTo>
                    <a:pt x="2160587" y="3265487"/>
                  </a:lnTo>
                  <a:close/>
                </a:path>
                <a:path w="4980305" h="3265804">
                  <a:moveTo>
                    <a:pt x="2103437" y="3265487"/>
                  </a:moveTo>
                  <a:lnTo>
                    <a:pt x="2074862" y="3265487"/>
                  </a:lnTo>
                  <a:lnTo>
                    <a:pt x="2074862" y="3236912"/>
                  </a:lnTo>
                  <a:lnTo>
                    <a:pt x="2103437" y="3236912"/>
                  </a:lnTo>
                  <a:lnTo>
                    <a:pt x="2103437" y="3265487"/>
                  </a:lnTo>
                  <a:close/>
                </a:path>
                <a:path w="4980305" h="3265804">
                  <a:moveTo>
                    <a:pt x="2046287" y="3265487"/>
                  </a:moveTo>
                  <a:lnTo>
                    <a:pt x="2017712" y="3265487"/>
                  </a:lnTo>
                  <a:lnTo>
                    <a:pt x="2017712" y="3236912"/>
                  </a:lnTo>
                  <a:lnTo>
                    <a:pt x="2046287" y="3236912"/>
                  </a:lnTo>
                  <a:lnTo>
                    <a:pt x="2046287" y="3265487"/>
                  </a:lnTo>
                  <a:close/>
                </a:path>
                <a:path w="4980305" h="3265804">
                  <a:moveTo>
                    <a:pt x="1989137" y="3265487"/>
                  </a:moveTo>
                  <a:lnTo>
                    <a:pt x="1960562" y="3265487"/>
                  </a:lnTo>
                  <a:lnTo>
                    <a:pt x="1960562" y="3236912"/>
                  </a:lnTo>
                  <a:lnTo>
                    <a:pt x="1989137" y="3236912"/>
                  </a:lnTo>
                  <a:lnTo>
                    <a:pt x="1989137" y="3265487"/>
                  </a:lnTo>
                  <a:close/>
                </a:path>
                <a:path w="4980305" h="3265804">
                  <a:moveTo>
                    <a:pt x="1931987" y="3265487"/>
                  </a:moveTo>
                  <a:lnTo>
                    <a:pt x="1903412" y="3265487"/>
                  </a:lnTo>
                  <a:lnTo>
                    <a:pt x="1903412" y="3236912"/>
                  </a:lnTo>
                  <a:lnTo>
                    <a:pt x="1931987" y="3236912"/>
                  </a:lnTo>
                  <a:lnTo>
                    <a:pt x="1931987" y="3265487"/>
                  </a:lnTo>
                  <a:close/>
                </a:path>
                <a:path w="4980305" h="3265804">
                  <a:moveTo>
                    <a:pt x="1874837" y="3265487"/>
                  </a:moveTo>
                  <a:lnTo>
                    <a:pt x="1846262" y="3265487"/>
                  </a:lnTo>
                  <a:lnTo>
                    <a:pt x="1846262" y="3236912"/>
                  </a:lnTo>
                  <a:lnTo>
                    <a:pt x="1874837" y="3236912"/>
                  </a:lnTo>
                  <a:lnTo>
                    <a:pt x="1874837" y="3265487"/>
                  </a:lnTo>
                  <a:close/>
                </a:path>
                <a:path w="4980305" h="3265804">
                  <a:moveTo>
                    <a:pt x="1817687" y="3265487"/>
                  </a:moveTo>
                  <a:lnTo>
                    <a:pt x="1789112" y="3265487"/>
                  </a:lnTo>
                  <a:lnTo>
                    <a:pt x="1789112" y="3236912"/>
                  </a:lnTo>
                  <a:lnTo>
                    <a:pt x="1817687" y="3236912"/>
                  </a:lnTo>
                  <a:lnTo>
                    <a:pt x="1817687" y="3265487"/>
                  </a:lnTo>
                  <a:close/>
                </a:path>
                <a:path w="4980305" h="3265804">
                  <a:moveTo>
                    <a:pt x="1760537" y="3265487"/>
                  </a:moveTo>
                  <a:lnTo>
                    <a:pt x="1731962" y="3265487"/>
                  </a:lnTo>
                  <a:lnTo>
                    <a:pt x="1731962" y="3236912"/>
                  </a:lnTo>
                  <a:lnTo>
                    <a:pt x="1760537" y="3236912"/>
                  </a:lnTo>
                  <a:lnTo>
                    <a:pt x="1760537" y="3265487"/>
                  </a:lnTo>
                  <a:close/>
                </a:path>
                <a:path w="4980305" h="3265804">
                  <a:moveTo>
                    <a:pt x="1703387" y="3265487"/>
                  </a:moveTo>
                  <a:lnTo>
                    <a:pt x="1674812" y="3265487"/>
                  </a:lnTo>
                  <a:lnTo>
                    <a:pt x="1674812" y="3236912"/>
                  </a:lnTo>
                  <a:lnTo>
                    <a:pt x="1703387" y="3236912"/>
                  </a:lnTo>
                  <a:lnTo>
                    <a:pt x="1703387" y="3265487"/>
                  </a:lnTo>
                  <a:close/>
                </a:path>
                <a:path w="4980305" h="3265804">
                  <a:moveTo>
                    <a:pt x="1646237" y="3265487"/>
                  </a:moveTo>
                  <a:lnTo>
                    <a:pt x="1617662" y="3265487"/>
                  </a:lnTo>
                  <a:lnTo>
                    <a:pt x="1617662" y="3236912"/>
                  </a:lnTo>
                  <a:lnTo>
                    <a:pt x="1646237" y="3236912"/>
                  </a:lnTo>
                  <a:lnTo>
                    <a:pt x="1646237" y="3265487"/>
                  </a:lnTo>
                  <a:close/>
                </a:path>
                <a:path w="4980305" h="3265804">
                  <a:moveTo>
                    <a:pt x="1589087" y="3265487"/>
                  </a:moveTo>
                  <a:lnTo>
                    <a:pt x="1560512" y="3265487"/>
                  </a:lnTo>
                  <a:lnTo>
                    <a:pt x="1560512" y="3236912"/>
                  </a:lnTo>
                  <a:lnTo>
                    <a:pt x="1589087" y="3236912"/>
                  </a:lnTo>
                  <a:lnTo>
                    <a:pt x="1589087" y="3265487"/>
                  </a:lnTo>
                  <a:close/>
                </a:path>
                <a:path w="4980305" h="3265804">
                  <a:moveTo>
                    <a:pt x="1531937" y="3265487"/>
                  </a:moveTo>
                  <a:lnTo>
                    <a:pt x="1503362" y="3265487"/>
                  </a:lnTo>
                  <a:lnTo>
                    <a:pt x="1503362" y="3236912"/>
                  </a:lnTo>
                  <a:lnTo>
                    <a:pt x="1531937" y="3236912"/>
                  </a:lnTo>
                  <a:lnTo>
                    <a:pt x="1531937" y="3265487"/>
                  </a:lnTo>
                  <a:close/>
                </a:path>
                <a:path w="4980305" h="3265804">
                  <a:moveTo>
                    <a:pt x="1474787" y="3265487"/>
                  </a:moveTo>
                  <a:lnTo>
                    <a:pt x="1446212" y="3265487"/>
                  </a:lnTo>
                  <a:lnTo>
                    <a:pt x="1446212" y="3236912"/>
                  </a:lnTo>
                  <a:lnTo>
                    <a:pt x="1474787" y="3236912"/>
                  </a:lnTo>
                  <a:lnTo>
                    <a:pt x="1474787" y="3265487"/>
                  </a:lnTo>
                  <a:close/>
                </a:path>
                <a:path w="4980305" h="3265804">
                  <a:moveTo>
                    <a:pt x="1417637" y="3265487"/>
                  </a:moveTo>
                  <a:lnTo>
                    <a:pt x="1389062" y="3265487"/>
                  </a:lnTo>
                  <a:lnTo>
                    <a:pt x="1389062" y="3236912"/>
                  </a:lnTo>
                  <a:lnTo>
                    <a:pt x="1417637" y="3236912"/>
                  </a:lnTo>
                  <a:lnTo>
                    <a:pt x="1417637" y="3265487"/>
                  </a:lnTo>
                  <a:close/>
                </a:path>
                <a:path w="4980305" h="3265804">
                  <a:moveTo>
                    <a:pt x="1360487" y="3265487"/>
                  </a:moveTo>
                  <a:lnTo>
                    <a:pt x="1331912" y="3265487"/>
                  </a:lnTo>
                  <a:lnTo>
                    <a:pt x="1331912" y="3236912"/>
                  </a:lnTo>
                  <a:lnTo>
                    <a:pt x="1360487" y="3236912"/>
                  </a:lnTo>
                  <a:lnTo>
                    <a:pt x="1360487" y="3265487"/>
                  </a:lnTo>
                  <a:close/>
                </a:path>
                <a:path w="4980305" h="3265804">
                  <a:moveTo>
                    <a:pt x="1303337" y="3265487"/>
                  </a:moveTo>
                  <a:lnTo>
                    <a:pt x="1274762" y="3265487"/>
                  </a:lnTo>
                  <a:lnTo>
                    <a:pt x="1274762" y="3236912"/>
                  </a:lnTo>
                  <a:lnTo>
                    <a:pt x="1303337" y="3236912"/>
                  </a:lnTo>
                  <a:lnTo>
                    <a:pt x="1303337" y="3265487"/>
                  </a:lnTo>
                  <a:close/>
                </a:path>
                <a:path w="4980305" h="3265804">
                  <a:moveTo>
                    <a:pt x="1246187" y="3265487"/>
                  </a:moveTo>
                  <a:lnTo>
                    <a:pt x="1217612" y="3265487"/>
                  </a:lnTo>
                  <a:lnTo>
                    <a:pt x="1217612" y="3236912"/>
                  </a:lnTo>
                  <a:lnTo>
                    <a:pt x="1246187" y="3236912"/>
                  </a:lnTo>
                  <a:lnTo>
                    <a:pt x="1246187" y="3265487"/>
                  </a:lnTo>
                  <a:close/>
                </a:path>
                <a:path w="4980305" h="3265804">
                  <a:moveTo>
                    <a:pt x="1189037" y="3265487"/>
                  </a:moveTo>
                  <a:lnTo>
                    <a:pt x="1160462" y="3265487"/>
                  </a:lnTo>
                  <a:lnTo>
                    <a:pt x="1160462" y="3236912"/>
                  </a:lnTo>
                  <a:lnTo>
                    <a:pt x="1189037" y="3236912"/>
                  </a:lnTo>
                  <a:lnTo>
                    <a:pt x="1189037" y="3265487"/>
                  </a:lnTo>
                  <a:close/>
                </a:path>
                <a:path w="4980305" h="3265804">
                  <a:moveTo>
                    <a:pt x="1131887" y="3265487"/>
                  </a:moveTo>
                  <a:lnTo>
                    <a:pt x="1103312" y="3265487"/>
                  </a:lnTo>
                  <a:lnTo>
                    <a:pt x="1103312" y="3236912"/>
                  </a:lnTo>
                  <a:lnTo>
                    <a:pt x="1131887" y="3236912"/>
                  </a:lnTo>
                  <a:lnTo>
                    <a:pt x="1131887" y="3265487"/>
                  </a:lnTo>
                  <a:close/>
                </a:path>
                <a:path w="4980305" h="3265804">
                  <a:moveTo>
                    <a:pt x="1074737" y="3265487"/>
                  </a:moveTo>
                  <a:lnTo>
                    <a:pt x="1046162" y="3265487"/>
                  </a:lnTo>
                  <a:lnTo>
                    <a:pt x="1046162" y="3236912"/>
                  </a:lnTo>
                  <a:lnTo>
                    <a:pt x="1074737" y="3236912"/>
                  </a:lnTo>
                  <a:lnTo>
                    <a:pt x="1074737" y="3265487"/>
                  </a:lnTo>
                  <a:close/>
                </a:path>
                <a:path w="4980305" h="3265804">
                  <a:moveTo>
                    <a:pt x="1017587" y="3265487"/>
                  </a:moveTo>
                  <a:lnTo>
                    <a:pt x="989012" y="3265487"/>
                  </a:lnTo>
                  <a:lnTo>
                    <a:pt x="989012" y="3236912"/>
                  </a:lnTo>
                  <a:lnTo>
                    <a:pt x="1017587" y="3236912"/>
                  </a:lnTo>
                  <a:lnTo>
                    <a:pt x="1017587" y="3265487"/>
                  </a:lnTo>
                  <a:close/>
                </a:path>
                <a:path w="4980305" h="3265804">
                  <a:moveTo>
                    <a:pt x="960437" y="3265487"/>
                  </a:moveTo>
                  <a:lnTo>
                    <a:pt x="931862" y="3265487"/>
                  </a:lnTo>
                  <a:lnTo>
                    <a:pt x="931862" y="3236912"/>
                  </a:lnTo>
                  <a:lnTo>
                    <a:pt x="960437" y="3236912"/>
                  </a:lnTo>
                  <a:lnTo>
                    <a:pt x="960437" y="3265487"/>
                  </a:lnTo>
                  <a:close/>
                </a:path>
                <a:path w="4980305" h="3265804">
                  <a:moveTo>
                    <a:pt x="903287" y="3265487"/>
                  </a:moveTo>
                  <a:lnTo>
                    <a:pt x="874712" y="3265487"/>
                  </a:lnTo>
                  <a:lnTo>
                    <a:pt x="874712" y="3236912"/>
                  </a:lnTo>
                  <a:lnTo>
                    <a:pt x="903287" y="3236912"/>
                  </a:lnTo>
                  <a:lnTo>
                    <a:pt x="903287" y="3265487"/>
                  </a:lnTo>
                  <a:close/>
                </a:path>
                <a:path w="4980305" h="3265804">
                  <a:moveTo>
                    <a:pt x="846137" y="3265487"/>
                  </a:moveTo>
                  <a:lnTo>
                    <a:pt x="817562" y="3265487"/>
                  </a:lnTo>
                  <a:lnTo>
                    <a:pt x="817562" y="3236912"/>
                  </a:lnTo>
                  <a:lnTo>
                    <a:pt x="846137" y="3236912"/>
                  </a:lnTo>
                  <a:lnTo>
                    <a:pt x="846137" y="3265487"/>
                  </a:lnTo>
                  <a:close/>
                </a:path>
                <a:path w="4980305" h="3265804">
                  <a:moveTo>
                    <a:pt x="788987" y="3265487"/>
                  </a:moveTo>
                  <a:lnTo>
                    <a:pt x="760412" y="3265487"/>
                  </a:lnTo>
                  <a:lnTo>
                    <a:pt x="760412" y="3236912"/>
                  </a:lnTo>
                  <a:lnTo>
                    <a:pt x="788987" y="3236912"/>
                  </a:lnTo>
                  <a:lnTo>
                    <a:pt x="788987" y="3265487"/>
                  </a:lnTo>
                  <a:close/>
                </a:path>
                <a:path w="4980305" h="3265804">
                  <a:moveTo>
                    <a:pt x="731837" y="3265487"/>
                  </a:moveTo>
                  <a:lnTo>
                    <a:pt x="703262" y="3265487"/>
                  </a:lnTo>
                  <a:lnTo>
                    <a:pt x="703262" y="3236912"/>
                  </a:lnTo>
                  <a:lnTo>
                    <a:pt x="731837" y="3236912"/>
                  </a:lnTo>
                  <a:lnTo>
                    <a:pt x="731837" y="3265487"/>
                  </a:lnTo>
                  <a:close/>
                </a:path>
                <a:path w="4980305" h="3265804">
                  <a:moveTo>
                    <a:pt x="674687" y="3265487"/>
                  </a:moveTo>
                  <a:lnTo>
                    <a:pt x="646112" y="3265487"/>
                  </a:lnTo>
                  <a:lnTo>
                    <a:pt x="646112" y="3236912"/>
                  </a:lnTo>
                  <a:lnTo>
                    <a:pt x="674687" y="3236912"/>
                  </a:lnTo>
                  <a:lnTo>
                    <a:pt x="674687" y="3265487"/>
                  </a:lnTo>
                  <a:close/>
                </a:path>
                <a:path w="4980305" h="3265804">
                  <a:moveTo>
                    <a:pt x="617537" y="3265487"/>
                  </a:moveTo>
                  <a:lnTo>
                    <a:pt x="588962" y="3265487"/>
                  </a:lnTo>
                  <a:lnTo>
                    <a:pt x="588962" y="3236912"/>
                  </a:lnTo>
                  <a:lnTo>
                    <a:pt x="617537" y="3236912"/>
                  </a:lnTo>
                  <a:lnTo>
                    <a:pt x="617537" y="3265487"/>
                  </a:lnTo>
                  <a:close/>
                </a:path>
                <a:path w="4980305" h="3265804">
                  <a:moveTo>
                    <a:pt x="560387" y="3265487"/>
                  </a:moveTo>
                  <a:lnTo>
                    <a:pt x="531812" y="3265487"/>
                  </a:lnTo>
                  <a:lnTo>
                    <a:pt x="531812" y="3236912"/>
                  </a:lnTo>
                  <a:lnTo>
                    <a:pt x="560387" y="3236912"/>
                  </a:lnTo>
                  <a:lnTo>
                    <a:pt x="560387" y="3265487"/>
                  </a:lnTo>
                  <a:close/>
                </a:path>
                <a:path w="4980305" h="3265804">
                  <a:moveTo>
                    <a:pt x="503237" y="3265487"/>
                  </a:moveTo>
                  <a:lnTo>
                    <a:pt x="474662" y="3265487"/>
                  </a:lnTo>
                  <a:lnTo>
                    <a:pt x="474662" y="3236912"/>
                  </a:lnTo>
                  <a:lnTo>
                    <a:pt x="503237" y="3236912"/>
                  </a:lnTo>
                  <a:lnTo>
                    <a:pt x="503237" y="3265487"/>
                  </a:lnTo>
                  <a:close/>
                </a:path>
                <a:path w="4980305" h="3265804">
                  <a:moveTo>
                    <a:pt x="446087" y="3265487"/>
                  </a:moveTo>
                  <a:lnTo>
                    <a:pt x="417512" y="3265487"/>
                  </a:lnTo>
                  <a:lnTo>
                    <a:pt x="417512" y="3236912"/>
                  </a:lnTo>
                  <a:lnTo>
                    <a:pt x="446087" y="3236912"/>
                  </a:lnTo>
                  <a:lnTo>
                    <a:pt x="446087" y="3265487"/>
                  </a:lnTo>
                  <a:close/>
                </a:path>
                <a:path w="4980305" h="3265804">
                  <a:moveTo>
                    <a:pt x="388937" y="3265487"/>
                  </a:moveTo>
                  <a:lnTo>
                    <a:pt x="360362" y="3265487"/>
                  </a:lnTo>
                  <a:lnTo>
                    <a:pt x="360362" y="3236912"/>
                  </a:lnTo>
                  <a:lnTo>
                    <a:pt x="388937" y="3236912"/>
                  </a:lnTo>
                  <a:lnTo>
                    <a:pt x="388937" y="3265487"/>
                  </a:lnTo>
                  <a:close/>
                </a:path>
                <a:path w="4980305" h="3265804">
                  <a:moveTo>
                    <a:pt x="331787" y="3265487"/>
                  </a:moveTo>
                  <a:lnTo>
                    <a:pt x="303212" y="3265487"/>
                  </a:lnTo>
                  <a:lnTo>
                    <a:pt x="303212" y="3236912"/>
                  </a:lnTo>
                  <a:lnTo>
                    <a:pt x="331787" y="3236912"/>
                  </a:lnTo>
                  <a:lnTo>
                    <a:pt x="331787" y="3265487"/>
                  </a:lnTo>
                  <a:close/>
                </a:path>
                <a:path w="4980305" h="3265804">
                  <a:moveTo>
                    <a:pt x="274637" y="3265487"/>
                  </a:moveTo>
                  <a:lnTo>
                    <a:pt x="246062" y="3265487"/>
                  </a:lnTo>
                  <a:lnTo>
                    <a:pt x="246062" y="3236912"/>
                  </a:lnTo>
                  <a:lnTo>
                    <a:pt x="274637" y="3236912"/>
                  </a:lnTo>
                  <a:lnTo>
                    <a:pt x="274637" y="3265487"/>
                  </a:lnTo>
                  <a:close/>
                </a:path>
                <a:path w="4980305" h="3265804">
                  <a:moveTo>
                    <a:pt x="217487" y="3265487"/>
                  </a:moveTo>
                  <a:lnTo>
                    <a:pt x="188912" y="3265487"/>
                  </a:lnTo>
                  <a:lnTo>
                    <a:pt x="188912" y="3236912"/>
                  </a:lnTo>
                  <a:lnTo>
                    <a:pt x="217487" y="3236912"/>
                  </a:lnTo>
                  <a:lnTo>
                    <a:pt x="217487" y="3265487"/>
                  </a:lnTo>
                  <a:close/>
                </a:path>
                <a:path w="4980305" h="3265804">
                  <a:moveTo>
                    <a:pt x="160337" y="3265487"/>
                  </a:moveTo>
                  <a:lnTo>
                    <a:pt x="131762" y="3265487"/>
                  </a:lnTo>
                  <a:lnTo>
                    <a:pt x="131762" y="3236912"/>
                  </a:lnTo>
                  <a:lnTo>
                    <a:pt x="160337" y="3236912"/>
                  </a:lnTo>
                  <a:lnTo>
                    <a:pt x="160337" y="3265487"/>
                  </a:lnTo>
                  <a:close/>
                </a:path>
                <a:path w="4980305" h="3265804">
                  <a:moveTo>
                    <a:pt x="103187" y="3265487"/>
                  </a:moveTo>
                  <a:lnTo>
                    <a:pt x="74612" y="3265487"/>
                  </a:lnTo>
                  <a:lnTo>
                    <a:pt x="74612" y="3236912"/>
                  </a:lnTo>
                  <a:lnTo>
                    <a:pt x="103187" y="3236912"/>
                  </a:lnTo>
                  <a:lnTo>
                    <a:pt x="103187" y="3265487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30237" y="2472372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09247" y="2678112"/>
            <a:ext cx="618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INTR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5277" y="1738312"/>
            <a:ext cx="5200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NMI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69179" y="1251267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Noto Serif CJK JP"/>
                <a:cs typeface="Noto Serif CJK JP"/>
              </a:rPr>
              <a:t>可屏蔽中断源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107112" y="2373312"/>
            <a:ext cx="1054100" cy="2959100"/>
          </a:xfrm>
          <a:custGeom>
            <a:avLst/>
            <a:gdLst/>
            <a:ahLst/>
            <a:cxnLst/>
            <a:rect l="l" t="t" r="r" b="b"/>
            <a:pathLst>
              <a:path w="1054100" h="2959100">
                <a:moveTo>
                  <a:pt x="1054100" y="2959100"/>
                </a:moveTo>
                <a:lnTo>
                  <a:pt x="0" y="2959100"/>
                </a:lnTo>
                <a:lnTo>
                  <a:pt x="0" y="0"/>
                </a:lnTo>
                <a:lnTo>
                  <a:pt x="1054100" y="0"/>
                </a:lnTo>
                <a:lnTo>
                  <a:pt x="105410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930525"/>
                </a:lnTo>
                <a:lnTo>
                  <a:pt x="14287" y="2930525"/>
                </a:lnTo>
                <a:lnTo>
                  <a:pt x="28575" y="2944812"/>
                </a:lnTo>
                <a:lnTo>
                  <a:pt x="1054100" y="2944812"/>
                </a:lnTo>
                <a:lnTo>
                  <a:pt x="1054100" y="2959100"/>
                </a:lnTo>
                <a:close/>
              </a:path>
              <a:path w="1054100" h="29591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054100" h="2959100">
                <a:moveTo>
                  <a:pt x="102552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025525" y="14287"/>
                </a:lnTo>
                <a:lnTo>
                  <a:pt x="1025525" y="28575"/>
                </a:lnTo>
                <a:close/>
              </a:path>
              <a:path w="1054100" h="2959100">
                <a:moveTo>
                  <a:pt x="1025525" y="2944812"/>
                </a:moveTo>
                <a:lnTo>
                  <a:pt x="1025525" y="14287"/>
                </a:lnTo>
                <a:lnTo>
                  <a:pt x="1039812" y="28575"/>
                </a:lnTo>
                <a:lnTo>
                  <a:pt x="1054100" y="28575"/>
                </a:lnTo>
                <a:lnTo>
                  <a:pt x="1054100" y="2930525"/>
                </a:lnTo>
                <a:lnTo>
                  <a:pt x="1039812" y="2930525"/>
                </a:lnTo>
                <a:lnTo>
                  <a:pt x="1025525" y="2944812"/>
                </a:lnTo>
                <a:close/>
              </a:path>
              <a:path w="1054100" h="2959100">
                <a:moveTo>
                  <a:pt x="1054100" y="28575"/>
                </a:moveTo>
                <a:lnTo>
                  <a:pt x="1039812" y="28575"/>
                </a:lnTo>
                <a:lnTo>
                  <a:pt x="1025525" y="14287"/>
                </a:lnTo>
                <a:lnTo>
                  <a:pt x="1054100" y="14287"/>
                </a:lnTo>
                <a:lnTo>
                  <a:pt x="1054100" y="28575"/>
                </a:lnTo>
                <a:close/>
              </a:path>
              <a:path w="1054100" h="2959100">
                <a:moveTo>
                  <a:pt x="28575" y="2944812"/>
                </a:moveTo>
                <a:lnTo>
                  <a:pt x="14287" y="2930525"/>
                </a:lnTo>
                <a:lnTo>
                  <a:pt x="28575" y="2930525"/>
                </a:lnTo>
                <a:lnTo>
                  <a:pt x="28575" y="2944812"/>
                </a:lnTo>
                <a:close/>
              </a:path>
              <a:path w="1054100" h="2959100">
                <a:moveTo>
                  <a:pt x="1025525" y="2944812"/>
                </a:moveTo>
                <a:lnTo>
                  <a:pt x="28575" y="2944812"/>
                </a:lnTo>
                <a:lnTo>
                  <a:pt x="28575" y="2930525"/>
                </a:lnTo>
                <a:lnTo>
                  <a:pt x="1025525" y="2930525"/>
                </a:lnTo>
                <a:lnTo>
                  <a:pt x="1025525" y="2944812"/>
                </a:lnTo>
                <a:close/>
              </a:path>
              <a:path w="1054100" h="2959100">
                <a:moveTo>
                  <a:pt x="1054100" y="2944812"/>
                </a:moveTo>
                <a:lnTo>
                  <a:pt x="1025525" y="2944812"/>
                </a:lnTo>
                <a:lnTo>
                  <a:pt x="1039812" y="2930525"/>
                </a:lnTo>
                <a:lnTo>
                  <a:pt x="1054100" y="2930525"/>
                </a:lnTo>
                <a:lnTo>
                  <a:pt x="1054100" y="2944812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405437" y="3260090"/>
            <a:ext cx="16567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04215" algn="l"/>
              </a:tabLst>
            </a:pPr>
            <a:r>
              <a:rPr sz="2400" u="heavy" dirty="0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u="none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 8259A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63945" y="3639820"/>
            <a:ext cx="939800" cy="769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52400">
              <a:lnSpc>
                <a:spcPct val="103000"/>
              </a:lnSpc>
            </a:pPr>
            <a:r>
              <a:rPr sz="2400" spc="-25" dirty="0">
                <a:solidFill>
                  <a:srgbClr val="000099"/>
                </a:solidFill>
                <a:latin typeface="Noto Serif CJK JP"/>
                <a:cs typeface="Noto Serif CJK JP"/>
              </a:rPr>
              <a:t>中断</a:t>
            </a:r>
            <a:r>
              <a:rPr sz="2400" spc="-20" dirty="0">
                <a:solidFill>
                  <a:srgbClr val="000099"/>
                </a:solidFill>
                <a:latin typeface="Noto Serif CJK JP"/>
                <a:cs typeface="Noto Serif CJK JP"/>
              </a:rPr>
              <a:t>控制器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823200" y="2424747"/>
            <a:ext cx="480059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algn="just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0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1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2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3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4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5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6 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325" spc="-37" baseline="-18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7</a:t>
            </a:r>
            <a:endParaRPr sz="2325" baseline="-18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08034" y="2737167"/>
            <a:ext cx="33020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99"/>
                </a:solidFill>
                <a:latin typeface="Noto Serif CJK JP"/>
                <a:cs typeface="Noto Serif CJK JP"/>
              </a:rPr>
              <a:t>外设中断源</a:t>
            </a:r>
            <a:endParaRPr sz="2400">
              <a:latin typeface="Noto Serif CJK JP"/>
              <a:cs typeface="Noto Serif CJK JP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95900" y="1753882"/>
            <a:ext cx="2437130" cy="3411854"/>
            <a:chOff x="5295900" y="1753882"/>
            <a:chExt cx="2437130" cy="3411854"/>
          </a:xfrm>
        </p:grpSpPr>
        <p:sp>
          <p:nvSpPr>
            <p:cNvPr id="19" name="object 19"/>
            <p:cNvSpPr/>
            <p:nvPr/>
          </p:nvSpPr>
          <p:spPr>
            <a:xfrm>
              <a:off x="5295900" y="4159250"/>
              <a:ext cx="833755" cy="28575"/>
            </a:xfrm>
            <a:custGeom>
              <a:avLst/>
              <a:gdLst/>
              <a:ahLst/>
              <a:cxnLst/>
              <a:rect l="l" t="t" r="r" b="b"/>
              <a:pathLst>
                <a:path w="833754" h="28575">
                  <a:moveTo>
                    <a:pt x="833437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833437" y="0"/>
                  </a:lnTo>
                  <a:lnTo>
                    <a:pt x="833437" y="28575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635739" y="1753882"/>
              <a:ext cx="128905" cy="894080"/>
            </a:xfrm>
            <a:custGeom>
              <a:avLst/>
              <a:gdLst/>
              <a:ahLst/>
              <a:cxnLst/>
              <a:rect l="l" t="t" r="r" b="b"/>
              <a:pathLst>
                <a:path w="128904" h="894080">
                  <a:moveTo>
                    <a:pt x="63004" y="837369"/>
                  </a:moveTo>
                  <a:lnTo>
                    <a:pt x="49246" y="812581"/>
                  </a:lnTo>
                  <a:lnTo>
                    <a:pt x="66560" y="0"/>
                  </a:lnTo>
                  <a:lnTo>
                    <a:pt x="95135" y="609"/>
                  </a:lnTo>
                  <a:lnTo>
                    <a:pt x="77809" y="813195"/>
                  </a:lnTo>
                  <a:lnTo>
                    <a:pt x="63004" y="837369"/>
                  </a:lnTo>
                  <a:close/>
                </a:path>
                <a:path w="128904" h="894080">
                  <a:moveTo>
                    <a:pt x="61798" y="894067"/>
                  </a:moveTo>
                  <a:lnTo>
                    <a:pt x="1718" y="785837"/>
                  </a:lnTo>
                  <a:lnTo>
                    <a:pt x="571" y="783132"/>
                  </a:lnTo>
                  <a:lnTo>
                    <a:pt x="0" y="780199"/>
                  </a:lnTo>
                  <a:lnTo>
                    <a:pt x="97" y="777011"/>
                  </a:lnTo>
                  <a:lnTo>
                    <a:pt x="14477" y="764667"/>
                  </a:lnTo>
                  <a:lnTo>
                    <a:pt x="17437" y="765022"/>
                  </a:lnTo>
                  <a:lnTo>
                    <a:pt x="49246" y="812581"/>
                  </a:lnTo>
                  <a:lnTo>
                    <a:pt x="48120" y="865416"/>
                  </a:lnTo>
                  <a:lnTo>
                    <a:pt x="76682" y="866025"/>
                  </a:lnTo>
                  <a:lnTo>
                    <a:pt x="78969" y="866025"/>
                  </a:lnTo>
                  <a:lnTo>
                    <a:pt x="61798" y="894067"/>
                  </a:lnTo>
                  <a:close/>
                </a:path>
                <a:path w="128904" h="894080">
                  <a:moveTo>
                    <a:pt x="78969" y="866025"/>
                  </a:moveTo>
                  <a:lnTo>
                    <a:pt x="76682" y="866025"/>
                  </a:lnTo>
                  <a:lnTo>
                    <a:pt x="77809" y="813195"/>
                  </a:lnTo>
                  <a:lnTo>
                    <a:pt x="102044" y="773620"/>
                  </a:lnTo>
                  <a:lnTo>
                    <a:pt x="114592" y="766800"/>
                  </a:lnTo>
                  <a:lnTo>
                    <a:pt x="117551" y="767181"/>
                  </a:lnTo>
                  <a:lnTo>
                    <a:pt x="128473" y="779957"/>
                  </a:lnTo>
                  <a:lnTo>
                    <a:pt x="128351" y="783132"/>
                  </a:lnTo>
                  <a:lnTo>
                    <a:pt x="127674" y="785888"/>
                  </a:lnTo>
                  <a:lnTo>
                    <a:pt x="126415" y="788543"/>
                  </a:lnTo>
                  <a:lnTo>
                    <a:pt x="78969" y="866025"/>
                  </a:lnTo>
                  <a:close/>
                </a:path>
                <a:path w="128904" h="894080">
                  <a:moveTo>
                    <a:pt x="76682" y="866025"/>
                  </a:moveTo>
                  <a:lnTo>
                    <a:pt x="48120" y="865416"/>
                  </a:lnTo>
                  <a:lnTo>
                    <a:pt x="49246" y="812581"/>
                  </a:lnTo>
                  <a:lnTo>
                    <a:pt x="63004" y="837369"/>
                  </a:lnTo>
                  <a:lnTo>
                    <a:pt x="50215" y="858253"/>
                  </a:lnTo>
                  <a:lnTo>
                    <a:pt x="74891" y="858786"/>
                  </a:lnTo>
                  <a:lnTo>
                    <a:pt x="76836" y="858786"/>
                  </a:lnTo>
                  <a:lnTo>
                    <a:pt x="76682" y="866025"/>
                  </a:lnTo>
                  <a:close/>
                </a:path>
                <a:path w="128904" h="894080">
                  <a:moveTo>
                    <a:pt x="76836" y="858786"/>
                  </a:moveTo>
                  <a:lnTo>
                    <a:pt x="74891" y="858786"/>
                  </a:lnTo>
                  <a:lnTo>
                    <a:pt x="63004" y="837369"/>
                  </a:lnTo>
                  <a:lnTo>
                    <a:pt x="77809" y="813195"/>
                  </a:lnTo>
                  <a:lnTo>
                    <a:pt x="76836" y="858786"/>
                  </a:lnTo>
                  <a:close/>
                </a:path>
                <a:path w="128904" h="894080">
                  <a:moveTo>
                    <a:pt x="74891" y="858786"/>
                  </a:moveTo>
                  <a:lnTo>
                    <a:pt x="50215" y="858253"/>
                  </a:lnTo>
                  <a:lnTo>
                    <a:pt x="63004" y="837369"/>
                  </a:lnTo>
                  <a:lnTo>
                    <a:pt x="74891" y="858786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40524" y="2678112"/>
              <a:ext cx="592455" cy="2487930"/>
            </a:xfrm>
            <a:custGeom>
              <a:avLst/>
              <a:gdLst/>
              <a:ahLst/>
              <a:cxnLst/>
              <a:rect l="l" t="t" r="r" b="b"/>
              <a:pathLst>
                <a:path w="592454" h="2487929">
                  <a:moveTo>
                    <a:pt x="592239" y="2485631"/>
                  </a:moveTo>
                  <a:lnTo>
                    <a:pt x="592137" y="2457056"/>
                  </a:lnTo>
                  <a:lnTo>
                    <a:pt x="0" y="2459037"/>
                  </a:lnTo>
                  <a:lnTo>
                    <a:pt x="101" y="2487612"/>
                  </a:lnTo>
                  <a:lnTo>
                    <a:pt x="592239" y="2485631"/>
                  </a:lnTo>
                  <a:close/>
                </a:path>
                <a:path w="592454" h="2487929">
                  <a:moveTo>
                    <a:pt x="592239" y="2127808"/>
                  </a:moveTo>
                  <a:lnTo>
                    <a:pt x="592137" y="2099233"/>
                  </a:lnTo>
                  <a:lnTo>
                    <a:pt x="0" y="2101215"/>
                  </a:lnTo>
                  <a:lnTo>
                    <a:pt x="101" y="2129790"/>
                  </a:lnTo>
                  <a:lnTo>
                    <a:pt x="592239" y="2127808"/>
                  </a:lnTo>
                  <a:close/>
                </a:path>
                <a:path w="592454" h="2487929">
                  <a:moveTo>
                    <a:pt x="592239" y="1793836"/>
                  </a:moveTo>
                  <a:lnTo>
                    <a:pt x="592137" y="1765261"/>
                  </a:lnTo>
                  <a:lnTo>
                    <a:pt x="0" y="1767243"/>
                  </a:lnTo>
                  <a:lnTo>
                    <a:pt x="101" y="1795818"/>
                  </a:lnTo>
                  <a:lnTo>
                    <a:pt x="592239" y="1793836"/>
                  </a:lnTo>
                  <a:close/>
                </a:path>
                <a:path w="592454" h="2487929">
                  <a:moveTo>
                    <a:pt x="592239" y="1436014"/>
                  </a:moveTo>
                  <a:lnTo>
                    <a:pt x="592137" y="1407439"/>
                  </a:lnTo>
                  <a:lnTo>
                    <a:pt x="0" y="1409420"/>
                  </a:lnTo>
                  <a:lnTo>
                    <a:pt x="101" y="1437995"/>
                  </a:lnTo>
                  <a:lnTo>
                    <a:pt x="592239" y="1436014"/>
                  </a:lnTo>
                  <a:close/>
                </a:path>
                <a:path w="592454" h="2487929">
                  <a:moveTo>
                    <a:pt x="592239" y="1078191"/>
                  </a:moveTo>
                  <a:lnTo>
                    <a:pt x="592137" y="1049616"/>
                  </a:lnTo>
                  <a:lnTo>
                    <a:pt x="0" y="1051598"/>
                  </a:lnTo>
                  <a:lnTo>
                    <a:pt x="101" y="1080173"/>
                  </a:lnTo>
                  <a:lnTo>
                    <a:pt x="592239" y="1078191"/>
                  </a:lnTo>
                  <a:close/>
                </a:path>
                <a:path w="592454" h="2487929">
                  <a:moveTo>
                    <a:pt x="592239" y="720369"/>
                  </a:moveTo>
                  <a:lnTo>
                    <a:pt x="592137" y="691794"/>
                  </a:lnTo>
                  <a:lnTo>
                    <a:pt x="0" y="693775"/>
                  </a:lnTo>
                  <a:lnTo>
                    <a:pt x="101" y="722350"/>
                  </a:lnTo>
                  <a:lnTo>
                    <a:pt x="592239" y="720369"/>
                  </a:lnTo>
                  <a:close/>
                </a:path>
                <a:path w="592454" h="2487929">
                  <a:moveTo>
                    <a:pt x="592239" y="386397"/>
                  </a:moveTo>
                  <a:lnTo>
                    <a:pt x="592137" y="357822"/>
                  </a:lnTo>
                  <a:lnTo>
                    <a:pt x="0" y="359816"/>
                  </a:lnTo>
                  <a:lnTo>
                    <a:pt x="101" y="388391"/>
                  </a:lnTo>
                  <a:lnTo>
                    <a:pt x="592239" y="386397"/>
                  </a:lnTo>
                  <a:close/>
                </a:path>
                <a:path w="592454" h="2487929">
                  <a:moveTo>
                    <a:pt x="592239" y="28575"/>
                  </a:moveTo>
                  <a:lnTo>
                    <a:pt x="592137" y="0"/>
                  </a:lnTo>
                  <a:lnTo>
                    <a:pt x="0" y="1993"/>
                  </a:lnTo>
                  <a:lnTo>
                    <a:pt x="101" y="30568"/>
                  </a:lnTo>
                  <a:lnTo>
                    <a:pt x="592239" y="28575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5471159" y="3654425"/>
            <a:ext cx="6115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4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INTA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69020" y="2978391"/>
            <a:ext cx="124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solidFill>
                  <a:srgbClr val="000099"/>
                </a:solidFill>
                <a:latin typeface="Noto Serif CJK JP"/>
                <a:cs typeface="Noto Serif CJK JP"/>
              </a:rPr>
              <a:t>中断逻辑</a:t>
            </a:r>
            <a:endParaRPr sz="2400">
              <a:latin typeface="Noto Serif CJK JP"/>
              <a:cs typeface="Noto Serif CJK JP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299704" y="5634228"/>
            <a:ext cx="409955" cy="409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184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pc="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 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内部中断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122997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89952" y="945832"/>
            <a:ext cx="7729220" cy="126365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内部中断是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因执行程序出现异常而产生的中断。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00000"/>
              </a:lnSpc>
              <a:spcBef>
                <a:spcPts val="56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利用内部中断，微处理器为用户提供了发现、调试并解决程序执行时发生的异常情况的有效途径。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561782"/>
            <a:ext cx="208915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23355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(1</a:t>
            </a:r>
            <a:r>
              <a:rPr spc="-10" dirty="0">
                <a:latin typeface="Arial" panose="020B0604020202020204"/>
                <a:cs typeface="Arial" panose="020B0604020202020204"/>
              </a:rPr>
              <a:t>) </a:t>
            </a:r>
            <a:r>
              <a:rPr spc="-35" dirty="0">
                <a:latin typeface="Noto Serif CJK JP"/>
                <a:cs typeface="Noto Serif CJK JP"/>
              </a:rPr>
              <a:t>除法错中断</a:t>
            </a:r>
            <a:endParaRPr spc="-35" dirty="0"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769" y="1076325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21829" y="2703512"/>
            <a:ext cx="7066280" cy="965200"/>
          </a:xfrm>
          <a:custGeom>
            <a:avLst/>
            <a:gdLst/>
            <a:ahLst/>
            <a:cxnLst/>
            <a:rect l="l" t="t" r="r" b="b"/>
            <a:pathLst>
              <a:path w="7066280" h="965200">
                <a:moveTo>
                  <a:pt x="4762" y="960437"/>
                </a:moveTo>
                <a:lnTo>
                  <a:pt x="0" y="960437"/>
                </a:lnTo>
                <a:lnTo>
                  <a:pt x="0" y="884237"/>
                </a:lnTo>
                <a:lnTo>
                  <a:pt x="9525" y="884237"/>
                </a:lnTo>
                <a:lnTo>
                  <a:pt x="9525" y="955675"/>
                </a:lnTo>
                <a:lnTo>
                  <a:pt x="4762" y="955675"/>
                </a:lnTo>
                <a:lnTo>
                  <a:pt x="4762" y="960437"/>
                </a:lnTo>
                <a:close/>
              </a:path>
              <a:path w="7066280" h="965200">
                <a:moveTo>
                  <a:pt x="26987" y="965200"/>
                </a:moveTo>
                <a:lnTo>
                  <a:pt x="4762" y="965200"/>
                </a:lnTo>
                <a:lnTo>
                  <a:pt x="4762" y="955675"/>
                </a:lnTo>
                <a:lnTo>
                  <a:pt x="9525" y="955675"/>
                </a:lnTo>
                <a:lnTo>
                  <a:pt x="9525" y="960437"/>
                </a:lnTo>
                <a:lnTo>
                  <a:pt x="26987" y="960437"/>
                </a:lnTo>
                <a:lnTo>
                  <a:pt x="26987" y="965200"/>
                </a:lnTo>
                <a:close/>
              </a:path>
              <a:path w="7066280" h="965200">
                <a:moveTo>
                  <a:pt x="26987" y="960437"/>
                </a:moveTo>
                <a:lnTo>
                  <a:pt x="9525" y="960437"/>
                </a:lnTo>
                <a:lnTo>
                  <a:pt x="9525" y="955675"/>
                </a:lnTo>
                <a:lnTo>
                  <a:pt x="26987" y="955675"/>
                </a:lnTo>
                <a:lnTo>
                  <a:pt x="26987" y="960437"/>
                </a:lnTo>
                <a:close/>
              </a:path>
              <a:path w="7066280" h="965200">
                <a:moveTo>
                  <a:pt x="9525" y="855662"/>
                </a:moveTo>
                <a:lnTo>
                  <a:pt x="0" y="855662"/>
                </a:lnTo>
                <a:lnTo>
                  <a:pt x="0" y="846137"/>
                </a:lnTo>
                <a:lnTo>
                  <a:pt x="9525" y="846137"/>
                </a:lnTo>
                <a:lnTo>
                  <a:pt x="9525" y="855662"/>
                </a:lnTo>
                <a:close/>
              </a:path>
              <a:path w="7066280" h="965200">
                <a:moveTo>
                  <a:pt x="9525" y="817562"/>
                </a:moveTo>
                <a:lnTo>
                  <a:pt x="0" y="817562"/>
                </a:lnTo>
                <a:lnTo>
                  <a:pt x="0" y="741362"/>
                </a:lnTo>
                <a:lnTo>
                  <a:pt x="9525" y="741362"/>
                </a:lnTo>
                <a:lnTo>
                  <a:pt x="9525" y="817562"/>
                </a:lnTo>
                <a:close/>
              </a:path>
              <a:path w="7066280" h="965200">
                <a:moveTo>
                  <a:pt x="9525" y="712787"/>
                </a:moveTo>
                <a:lnTo>
                  <a:pt x="0" y="712787"/>
                </a:lnTo>
                <a:lnTo>
                  <a:pt x="0" y="703262"/>
                </a:lnTo>
                <a:lnTo>
                  <a:pt x="9525" y="703262"/>
                </a:lnTo>
                <a:lnTo>
                  <a:pt x="9525" y="712787"/>
                </a:lnTo>
                <a:close/>
              </a:path>
              <a:path w="7066280" h="965200">
                <a:moveTo>
                  <a:pt x="9525" y="674687"/>
                </a:moveTo>
                <a:lnTo>
                  <a:pt x="0" y="674687"/>
                </a:lnTo>
                <a:lnTo>
                  <a:pt x="0" y="598487"/>
                </a:lnTo>
                <a:lnTo>
                  <a:pt x="9525" y="598487"/>
                </a:lnTo>
                <a:lnTo>
                  <a:pt x="9525" y="674687"/>
                </a:lnTo>
                <a:close/>
              </a:path>
              <a:path w="7066280" h="965200">
                <a:moveTo>
                  <a:pt x="9525" y="569912"/>
                </a:moveTo>
                <a:lnTo>
                  <a:pt x="0" y="569912"/>
                </a:lnTo>
                <a:lnTo>
                  <a:pt x="0" y="560387"/>
                </a:lnTo>
                <a:lnTo>
                  <a:pt x="9525" y="560387"/>
                </a:lnTo>
                <a:lnTo>
                  <a:pt x="9525" y="569912"/>
                </a:lnTo>
                <a:close/>
              </a:path>
              <a:path w="7066280" h="965200">
                <a:moveTo>
                  <a:pt x="9525" y="531812"/>
                </a:moveTo>
                <a:lnTo>
                  <a:pt x="0" y="531812"/>
                </a:lnTo>
                <a:lnTo>
                  <a:pt x="0" y="455612"/>
                </a:lnTo>
                <a:lnTo>
                  <a:pt x="9525" y="455612"/>
                </a:lnTo>
                <a:lnTo>
                  <a:pt x="9525" y="531812"/>
                </a:lnTo>
                <a:close/>
              </a:path>
              <a:path w="7066280" h="965200">
                <a:moveTo>
                  <a:pt x="9525" y="427037"/>
                </a:moveTo>
                <a:lnTo>
                  <a:pt x="0" y="427037"/>
                </a:lnTo>
                <a:lnTo>
                  <a:pt x="0" y="417512"/>
                </a:lnTo>
                <a:lnTo>
                  <a:pt x="9525" y="417512"/>
                </a:lnTo>
                <a:lnTo>
                  <a:pt x="9525" y="427037"/>
                </a:lnTo>
                <a:close/>
              </a:path>
              <a:path w="7066280" h="965200">
                <a:moveTo>
                  <a:pt x="9525" y="388937"/>
                </a:moveTo>
                <a:lnTo>
                  <a:pt x="0" y="388937"/>
                </a:lnTo>
                <a:lnTo>
                  <a:pt x="0" y="312737"/>
                </a:lnTo>
                <a:lnTo>
                  <a:pt x="9525" y="312737"/>
                </a:lnTo>
                <a:lnTo>
                  <a:pt x="9525" y="388937"/>
                </a:lnTo>
                <a:close/>
              </a:path>
              <a:path w="7066280" h="965200">
                <a:moveTo>
                  <a:pt x="9525" y="284162"/>
                </a:moveTo>
                <a:lnTo>
                  <a:pt x="0" y="284162"/>
                </a:lnTo>
                <a:lnTo>
                  <a:pt x="0" y="274637"/>
                </a:lnTo>
                <a:lnTo>
                  <a:pt x="9525" y="274637"/>
                </a:lnTo>
                <a:lnTo>
                  <a:pt x="9525" y="284162"/>
                </a:lnTo>
                <a:close/>
              </a:path>
              <a:path w="7066280" h="965200">
                <a:moveTo>
                  <a:pt x="9525" y="246062"/>
                </a:moveTo>
                <a:lnTo>
                  <a:pt x="0" y="246062"/>
                </a:lnTo>
                <a:lnTo>
                  <a:pt x="0" y="169862"/>
                </a:lnTo>
                <a:lnTo>
                  <a:pt x="9525" y="169862"/>
                </a:lnTo>
                <a:lnTo>
                  <a:pt x="9525" y="246062"/>
                </a:lnTo>
                <a:close/>
              </a:path>
              <a:path w="7066280" h="965200">
                <a:moveTo>
                  <a:pt x="9525" y="141287"/>
                </a:moveTo>
                <a:lnTo>
                  <a:pt x="0" y="141287"/>
                </a:lnTo>
                <a:lnTo>
                  <a:pt x="0" y="131762"/>
                </a:lnTo>
                <a:lnTo>
                  <a:pt x="9525" y="131762"/>
                </a:lnTo>
                <a:lnTo>
                  <a:pt x="9525" y="141287"/>
                </a:lnTo>
                <a:close/>
              </a:path>
              <a:path w="7066280" h="965200">
                <a:moveTo>
                  <a:pt x="9525" y="103187"/>
                </a:moveTo>
                <a:lnTo>
                  <a:pt x="0" y="103187"/>
                </a:lnTo>
                <a:lnTo>
                  <a:pt x="0" y="26987"/>
                </a:lnTo>
                <a:lnTo>
                  <a:pt x="9525" y="26987"/>
                </a:lnTo>
                <a:lnTo>
                  <a:pt x="9525" y="103187"/>
                </a:lnTo>
                <a:close/>
              </a:path>
              <a:path w="7066280" h="965200">
                <a:moveTo>
                  <a:pt x="20637" y="9525"/>
                </a:moveTo>
                <a:lnTo>
                  <a:pt x="11112" y="9525"/>
                </a:lnTo>
                <a:lnTo>
                  <a:pt x="11112" y="0"/>
                </a:lnTo>
                <a:lnTo>
                  <a:pt x="20637" y="0"/>
                </a:lnTo>
                <a:lnTo>
                  <a:pt x="20637" y="9525"/>
                </a:lnTo>
                <a:close/>
              </a:path>
              <a:path w="7066280" h="965200">
                <a:moveTo>
                  <a:pt x="125412" y="9525"/>
                </a:moveTo>
                <a:lnTo>
                  <a:pt x="49212" y="9525"/>
                </a:lnTo>
                <a:lnTo>
                  <a:pt x="49212" y="0"/>
                </a:lnTo>
                <a:lnTo>
                  <a:pt x="125412" y="0"/>
                </a:lnTo>
                <a:lnTo>
                  <a:pt x="125412" y="9525"/>
                </a:lnTo>
                <a:close/>
              </a:path>
              <a:path w="7066280" h="965200">
                <a:moveTo>
                  <a:pt x="163512" y="9525"/>
                </a:moveTo>
                <a:lnTo>
                  <a:pt x="153987" y="9525"/>
                </a:lnTo>
                <a:lnTo>
                  <a:pt x="153987" y="0"/>
                </a:lnTo>
                <a:lnTo>
                  <a:pt x="163512" y="0"/>
                </a:lnTo>
                <a:lnTo>
                  <a:pt x="163512" y="9525"/>
                </a:lnTo>
                <a:close/>
              </a:path>
              <a:path w="7066280" h="965200">
                <a:moveTo>
                  <a:pt x="268287" y="9525"/>
                </a:moveTo>
                <a:lnTo>
                  <a:pt x="192087" y="9525"/>
                </a:lnTo>
                <a:lnTo>
                  <a:pt x="192087" y="0"/>
                </a:lnTo>
                <a:lnTo>
                  <a:pt x="268287" y="0"/>
                </a:lnTo>
                <a:lnTo>
                  <a:pt x="268287" y="9525"/>
                </a:lnTo>
                <a:close/>
              </a:path>
              <a:path w="7066280" h="965200">
                <a:moveTo>
                  <a:pt x="306387" y="9525"/>
                </a:moveTo>
                <a:lnTo>
                  <a:pt x="296862" y="9525"/>
                </a:lnTo>
                <a:lnTo>
                  <a:pt x="296862" y="0"/>
                </a:lnTo>
                <a:lnTo>
                  <a:pt x="306387" y="0"/>
                </a:lnTo>
                <a:lnTo>
                  <a:pt x="306387" y="9525"/>
                </a:lnTo>
                <a:close/>
              </a:path>
              <a:path w="7066280" h="965200">
                <a:moveTo>
                  <a:pt x="411162" y="9525"/>
                </a:moveTo>
                <a:lnTo>
                  <a:pt x="334962" y="9525"/>
                </a:lnTo>
                <a:lnTo>
                  <a:pt x="334962" y="0"/>
                </a:lnTo>
                <a:lnTo>
                  <a:pt x="411162" y="0"/>
                </a:lnTo>
                <a:lnTo>
                  <a:pt x="411162" y="9525"/>
                </a:lnTo>
                <a:close/>
              </a:path>
              <a:path w="7066280" h="965200">
                <a:moveTo>
                  <a:pt x="449262" y="9525"/>
                </a:moveTo>
                <a:lnTo>
                  <a:pt x="439737" y="9525"/>
                </a:lnTo>
                <a:lnTo>
                  <a:pt x="439737" y="0"/>
                </a:lnTo>
                <a:lnTo>
                  <a:pt x="449262" y="0"/>
                </a:lnTo>
                <a:lnTo>
                  <a:pt x="449262" y="9525"/>
                </a:lnTo>
                <a:close/>
              </a:path>
              <a:path w="7066280" h="965200">
                <a:moveTo>
                  <a:pt x="554037" y="9525"/>
                </a:moveTo>
                <a:lnTo>
                  <a:pt x="477837" y="9525"/>
                </a:lnTo>
                <a:lnTo>
                  <a:pt x="477837" y="0"/>
                </a:lnTo>
                <a:lnTo>
                  <a:pt x="554037" y="0"/>
                </a:lnTo>
                <a:lnTo>
                  <a:pt x="554037" y="9525"/>
                </a:lnTo>
                <a:close/>
              </a:path>
              <a:path w="7066280" h="965200">
                <a:moveTo>
                  <a:pt x="592137" y="9525"/>
                </a:moveTo>
                <a:lnTo>
                  <a:pt x="582612" y="9525"/>
                </a:lnTo>
                <a:lnTo>
                  <a:pt x="582612" y="0"/>
                </a:lnTo>
                <a:lnTo>
                  <a:pt x="592137" y="0"/>
                </a:lnTo>
                <a:lnTo>
                  <a:pt x="592137" y="9525"/>
                </a:lnTo>
                <a:close/>
              </a:path>
              <a:path w="7066280" h="965200">
                <a:moveTo>
                  <a:pt x="696912" y="9525"/>
                </a:moveTo>
                <a:lnTo>
                  <a:pt x="620712" y="9525"/>
                </a:lnTo>
                <a:lnTo>
                  <a:pt x="620712" y="0"/>
                </a:lnTo>
                <a:lnTo>
                  <a:pt x="696912" y="0"/>
                </a:lnTo>
                <a:lnTo>
                  <a:pt x="696912" y="9525"/>
                </a:lnTo>
                <a:close/>
              </a:path>
              <a:path w="7066280" h="965200">
                <a:moveTo>
                  <a:pt x="735012" y="9525"/>
                </a:moveTo>
                <a:lnTo>
                  <a:pt x="725487" y="9525"/>
                </a:lnTo>
                <a:lnTo>
                  <a:pt x="725487" y="0"/>
                </a:lnTo>
                <a:lnTo>
                  <a:pt x="735012" y="0"/>
                </a:lnTo>
                <a:lnTo>
                  <a:pt x="735012" y="9525"/>
                </a:lnTo>
                <a:close/>
              </a:path>
              <a:path w="7066280" h="965200">
                <a:moveTo>
                  <a:pt x="839787" y="9525"/>
                </a:moveTo>
                <a:lnTo>
                  <a:pt x="763587" y="9525"/>
                </a:lnTo>
                <a:lnTo>
                  <a:pt x="763587" y="0"/>
                </a:lnTo>
                <a:lnTo>
                  <a:pt x="839787" y="0"/>
                </a:lnTo>
                <a:lnTo>
                  <a:pt x="839787" y="9525"/>
                </a:lnTo>
                <a:close/>
              </a:path>
              <a:path w="7066280" h="965200">
                <a:moveTo>
                  <a:pt x="877887" y="9525"/>
                </a:moveTo>
                <a:lnTo>
                  <a:pt x="868362" y="9525"/>
                </a:lnTo>
                <a:lnTo>
                  <a:pt x="868362" y="0"/>
                </a:lnTo>
                <a:lnTo>
                  <a:pt x="877887" y="0"/>
                </a:lnTo>
                <a:lnTo>
                  <a:pt x="877887" y="9525"/>
                </a:lnTo>
                <a:close/>
              </a:path>
              <a:path w="7066280" h="965200">
                <a:moveTo>
                  <a:pt x="982662" y="9525"/>
                </a:moveTo>
                <a:lnTo>
                  <a:pt x="906462" y="9525"/>
                </a:lnTo>
                <a:lnTo>
                  <a:pt x="906462" y="0"/>
                </a:lnTo>
                <a:lnTo>
                  <a:pt x="982662" y="0"/>
                </a:lnTo>
                <a:lnTo>
                  <a:pt x="982662" y="9525"/>
                </a:lnTo>
                <a:close/>
              </a:path>
              <a:path w="7066280" h="965200">
                <a:moveTo>
                  <a:pt x="1020762" y="9525"/>
                </a:moveTo>
                <a:lnTo>
                  <a:pt x="1011237" y="9525"/>
                </a:lnTo>
                <a:lnTo>
                  <a:pt x="1011237" y="0"/>
                </a:lnTo>
                <a:lnTo>
                  <a:pt x="1020762" y="0"/>
                </a:lnTo>
                <a:lnTo>
                  <a:pt x="1020762" y="9525"/>
                </a:lnTo>
                <a:close/>
              </a:path>
              <a:path w="7066280" h="965200">
                <a:moveTo>
                  <a:pt x="1125537" y="9525"/>
                </a:moveTo>
                <a:lnTo>
                  <a:pt x="1049337" y="9525"/>
                </a:lnTo>
                <a:lnTo>
                  <a:pt x="1049337" y="0"/>
                </a:lnTo>
                <a:lnTo>
                  <a:pt x="1125537" y="0"/>
                </a:lnTo>
                <a:lnTo>
                  <a:pt x="1125537" y="9525"/>
                </a:lnTo>
                <a:close/>
              </a:path>
              <a:path w="7066280" h="965200">
                <a:moveTo>
                  <a:pt x="1163637" y="9525"/>
                </a:moveTo>
                <a:lnTo>
                  <a:pt x="1154112" y="9525"/>
                </a:lnTo>
                <a:lnTo>
                  <a:pt x="1154112" y="0"/>
                </a:lnTo>
                <a:lnTo>
                  <a:pt x="1163637" y="0"/>
                </a:lnTo>
                <a:lnTo>
                  <a:pt x="1163637" y="9525"/>
                </a:lnTo>
                <a:close/>
              </a:path>
              <a:path w="7066280" h="965200">
                <a:moveTo>
                  <a:pt x="1268412" y="9525"/>
                </a:moveTo>
                <a:lnTo>
                  <a:pt x="1192212" y="9525"/>
                </a:lnTo>
                <a:lnTo>
                  <a:pt x="1192212" y="0"/>
                </a:lnTo>
                <a:lnTo>
                  <a:pt x="1268412" y="0"/>
                </a:lnTo>
                <a:lnTo>
                  <a:pt x="1268412" y="9525"/>
                </a:lnTo>
                <a:close/>
              </a:path>
              <a:path w="7066280" h="965200">
                <a:moveTo>
                  <a:pt x="1306512" y="9525"/>
                </a:moveTo>
                <a:lnTo>
                  <a:pt x="1296987" y="9525"/>
                </a:lnTo>
                <a:lnTo>
                  <a:pt x="1296987" y="0"/>
                </a:lnTo>
                <a:lnTo>
                  <a:pt x="1306512" y="0"/>
                </a:lnTo>
                <a:lnTo>
                  <a:pt x="1306512" y="9525"/>
                </a:lnTo>
                <a:close/>
              </a:path>
              <a:path w="7066280" h="965200">
                <a:moveTo>
                  <a:pt x="1411287" y="9525"/>
                </a:moveTo>
                <a:lnTo>
                  <a:pt x="1335087" y="9525"/>
                </a:lnTo>
                <a:lnTo>
                  <a:pt x="1335087" y="0"/>
                </a:lnTo>
                <a:lnTo>
                  <a:pt x="1411287" y="0"/>
                </a:lnTo>
                <a:lnTo>
                  <a:pt x="1411287" y="9525"/>
                </a:lnTo>
                <a:close/>
              </a:path>
              <a:path w="7066280" h="965200">
                <a:moveTo>
                  <a:pt x="1449387" y="9525"/>
                </a:moveTo>
                <a:lnTo>
                  <a:pt x="1439862" y="9525"/>
                </a:lnTo>
                <a:lnTo>
                  <a:pt x="1439862" y="0"/>
                </a:lnTo>
                <a:lnTo>
                  <a:pt x="1449387" y="0"/>
                </a:lnTo>
                <a:lnTo>
                  <a:pt x="1449387" y="9525"/>
                </a:lnTo>
                <a:close/>
              </a:path>
              <a:path w="7066280" h="965200">
                <a:moveTo>
                  <a:pt x="1554162" y="9525"/>
                </a:moveTo>
                <a:lnTo>
                  <a:pt x="1477962" y="9525"/>
                </a:lnTo>
                <a:lnTo>
                  <a:pt x="1477962" y="0"/>
                </a:lnTo>
                <a:lnTo>
                  <a:pt x="1554162" y="0"/>
                </a:lnTo>
                <a:lnTo>
                  <a:pt x="1554162" y="9525"/>
                </a:lnTo>
                <a:close/>
              </a:path>
              <a:path w="7066280" h="965200">
                <a:moveTo>
                  <a:pt x="1592262" y="9525"/>
                </a:moveTo>
                <a:lnTo>
                  <a:pt x="1582737" y="9525"/>
                </a:lnTo>
                <a:lnTo>
                  <a:pt x="1582737" y="0"/>
                </a:lnTo>
                <a:lnTo>
                  <a:pt x="1592262" y="0"/>
                </a:lnTo>
                <a:lnTo>
                  <a:pt x="1592262" y="9525"/>
                </a:lnTo>
                <a:close/>
              </a:path>
              <a:path w="7066280" h="965200">
                <a:moveTo>
                  <a:pt x="1697037" y="9525"/>
                </a:moveTo>
                <a:lnTo>
                  <a:pt x="1620837" y="9525"/>
                </a:lnTo>
                <a:lnTo>
                  <a:pt x="1620837" y="0"/>
                </a:lnTo>
                <a:lnTo>
                  <a:pt x="1697037" y="0"/>
                </a:lnTo>
                <a:lnTo>
                  <a:pt x="1697037" y="9525"/>
                </a:lnTo>
                <a:close/>
              </a:path>
              <a:path w="7066280" h="965200">
                <a:moveTo>
                  <a:pt x="1735137" y="9525"/>
                </a:moveTo>
                <a:lnTo>
                  <a:pt x="1725612" y="9525"/>
                </a:lnTo>
                <a:lnTo>
                  <a:pt x="1725612" y="0"/>
                </a:lnTo>
                <a:lnTo>
                  <a:pt x="1735137" y="0"/>
                </a:lnTo>
                <a:lnTo>
                  <a:pt x="1735137" y="9525"/>
                </a:lnTo>
                <a:close/>
              </a:path>
              <a:path w="7066280" h="965200">
                <a:moveTo>
                  <a:pt x="1839912" y="9525"/>
                </a:moveTo>
                <a:lnTo>
                  <a:pt x="1763712" y="9525"/>
                </a:lnTo>
                <a:lnTo>
                  <a:pt x="1763712" y="0"/>
                </a:lnTo>
                <a:lnTo>
                  <a:pt x="1839912" y="0"/>
                </a:lnTo>
                <a:lnTo>
                  <a:pt x="1839912" y="9525"/>
                </a:lnTo>
                <a:close/>
              </a:path>
              <a:path w="7066280" h="965200">
                <a:moveTo>
                  <a:pt x="1878012" y="9525"/>
                </a:moveTo>
                <a:lnTo>
                  <a:pt x="1868487" y="9525"/>
                </a:lnTo>
                <a:lnTo>
                  <a:pt x="1868487" y="0"/>
                </a:lnTo>
                <a:lnTo>
                  <a:pt x="1878012" y="0"/>
                </a:lnTo>
                <a:lnTo>
                  <a:pt x="1878012" y="9525"/>
                </a:lnTo>
                <a:close/>
              </a:path>
              <a:path w="7066280" h="965200">
                <a:moveTo>
                  <a:pt x="1982787" y="9525"/>
                </a:moveTo>
                <a:lnTo>
                  <a:pt x="1906587" y="9525"/>
                </a:lnTo>
                <a:lnTo>
                  <a:pt x="1906587" y="0"/>
                </a:lnTo>
                <a:lnTo>
                  <a:pt x="1982787" y="0"/>
                </a:lnTo>
                <a:lnTo>
                  <a:pt x="1982787" y="9525"/>
                </a:lnTo>
                <a:close/>
              </a:path>
              <a:path w="7066280" h="965200">
                <a:moveTo>
                  <a:pt x="2020887" y="9525"/>
                </a:moveTo>
                <a:lnTo>
                  <a:pt x="2011362" y="9525"/>
                </a:lnTo>
                <a:lnTo>
                  <a:pt x="2011362" y="0"/>
                </a:lnTo>
                <a:lnTo>
                  <a:pt x="2020887" y="0"/>
                </a:lnTo>
                <a:lnTo>
                  <a:pt x="2020887" y="9525"/>
                </a:lnTo>
                <a:close/>
              </a:path>
              <a:path w="7066280" h="965200">
                <a:moveTo>
                  <a:pt x="2125662" y="9525"/>
                </a:moveTo>
                <a:lnTo>
                  <a:pt x="2049462" y="9525"/>
                </a:lnTo>
                <a:lnTo>
                  <a:pt x="2049462" y="0"/>
                </a:lnTo>
                <a:lnTo>
                  <a:pt x="2125662" y="0"/>
                </a:lnTo>
                <a:lnTo>
                  <a:pt x="2125662" y="9525"/>
                </a:lnTo>
                <a:close/>
              </a:path>
              <a:path w="7066280" h="965200">
                <a:moveTo>
                  <a:pt x="2163762" y="9525"/>
                </a:moveTo>
                <a:lnTo>
                  <a:pt x="2154237" y="9525"/>
                </a:lnTo>
                <a:lnTo>
                  <a:pt x="2154237" y="0"/>
                </a:lnTo>
                <a:lnTo>
                  <a:pt x="2163762" y="0"/>
                </a:lnTo>
                <a:lnTo>
                  <a:pt x="2163762" y="9525"/>
                </a:lnTo>
                <a:close/>
              </a:path>
              <a:path w="7066280" h="965200">
                <a:moveTo>
                  <a:pt x="2268537" y="9525"/>
                </a:moveTo>
                <a:lnTo>
                  <a:pt x="2192337" y="9525"/>
                </a:lnTo>
                <a:lnTo>
                  <a:pt x="2192337" y="0"/>
                </a:lnTo>
                <a:lnTo>
                  <a:pt x="2268537" y="0"/>
                </a:lnTo>
                <a:lnTo>
                  <a:pt x="2268537" y="9525"/>
                </a:lnTo>
                <a:close/>
              </a:path>
              <a:path w="7066280" h="965200">
                <a:moveTo>
                  <a:pt x="2306637" y="9525"/>
                </a:moveTo>
                <a:lnTo>
                  <a:pt x="2297112" y="9525"/>
                </a:lnTo>
                <a:lnTo>
                  <a:pt x="2297112" y="0"/>
                </a:lnTo>
                <a:lnTo>
                  <a:pt x="2306637" y="0"/>
                </a:lnTo>
                <a:lnTo>
                  <a:pt x="2306637" y="9525"/>
                </a:lnTo>
                <a:close/>
              </a:path>
              <a:path w="7066280" h="965200">
                <a:moveTo>
                  <a:pt x="2411412" y="9525"/>
                </a:moveTo>
                <a:lnTo>
                  <a:pt x="2335212" y="9525"/>
                </a:lnTo>
                <a:lnTo>
                  <a:pt x="2335212" y="0"/>
                </a:lnTo>
                <a:lnTo>
                  <a:pt x="2411412" y="0"/>
                </a:lnTo>
                <a:lnTo>
                  <a:pt x="2411412" y="9525"/>
                </a:lnTo>
                <a:close/>
              </a:path>
              <a:path w="7066280" h="965200">
                <a:moveTo>
                  <a:pt x="2449512" y="9525"/>
                </a:moveTo>
                <a:lnTo>
                  <a:pt x="2439987" y="9525"/>
                </a:lnTo>
                <a:lnTo>
                  <a:pt x="2439987" y="0"/>
                </a:lnTo>
                <a:lnTo>
                  <a:pt x="2449512" y="0"/>
                </a:lnTo>
                <a:lnTo>
                  <a:pt x="2449512" y="9525"/>
                </a:lnTo>
                <a:close/>
              </a:path>
              <a:path w="7066280" h="965200">
                <a:moveTo>
                  <a:pt x="2554287" y="9525"/>
                </a:moveTo>
                <a:lnTo>
                  <a:pt x="2478087" y="9525"/>
                </a:lnTo>
                <a:lnTo>
                  <a:pt x="2478087" y="0"/>
                </a:lnTo>
                <a:lnTo>
                  <a:pt x="2554287" y="0"/>
                </a:lnTo>
                <a:lnTo>
                  <a:pt x="2554287" y="9525"/>
                </a:lnTo>
                <a:close/>
              </a:path>
              <a:path w="7066280" h="965200">
                <a:moveTo>
                  <a:pt x="2592387" y="9525"/>
                </a:moveTo>
                <a:lnTo>
                  <a:pt x="2582862" y="9525"/>
                </a:lnTo>
                <a:lnTo>
                  <a:pt x="2582862" y="0"/>
                </a:lnTo>
                <a:lnTo>
                  <a:pt x="2592387" y="0"/>
                </a:lnTo>
                <a:lnTo>
                  <a:pt x="2592387" y="9525"/>
                </a:lnTo>
                <a:close/>
              </a:path>
              <a:path w="7066280" h="965200">
                <a:moveTo>
                  <a:pt x="2697162" y="9525"/>
                </a:moveTo>
                <a:lnTo>
                  <a:pt x="2620962" y="9525"/>
                </a:lnTo>
                <a:lnTo>
                  <a:pt x="2620962" y="0"/>
                </a:lnTo>
                <a:lnTo>
                  <a:pt x="2697162" y="0"/>
                </a:lnTo>
                <a:lnTo>
                  <a:pt x="2697162" y="9525"/>
                </a:lnTo>
                <a:close/>
              </a:path>
              <a:path w="7066280" h="965200">
                <a:moveTo>
                  <a:pt x="2735262" y="9525"/>
                </a:moveTo>
                <a:lnTo>
                  <a:pt x="2725737" y="9525"/>
                </a:lnTo>
                <a:lnTo>
                  <a:pt x="2725737" y="0"/>
                </a:lnTo>
                <a:lnTo>
                  <a:pt x="2735262" y="0"/>
                </a:lnTo>
                <a:lnTo>
                  <a:pt x="2735262" y="9525"/>
                </a:lnTo>
                <a:close/>
              </a:path>
              <a:path w="7066280" h="965200">
                <a:moveTo>
                  <a:pt x="2840037" y="9525"/>
                </a:moveTo>
                <a:lnTo>
                  <a:pt x="2763837" y="9525"/>
                </a:lnTo>
                <a:lnTo>
                  <a:pt x="2763837" y="0"/>
                </a:lnTo>
                <a:lnTo>
                  <a:pt x="2840037" y="0"/>
                </a:lnTo>
                <a:lnTo>
                  <a:pt x="2840037" y="9525"/>
                </a:lnTo>
                <a:close/>
              </a:path>
              <a:path w="7066280" h="965200">
                <a:moveTo>
                  <a:pt x="2878137" y="9525"/>
                </a:moveTo>
                <a:lnTo>
                  <a:pt x="2868612" y="9525"/>
                </a:lnTo>
                <a:lnTo>
                  <a:pt x="2868612" y="0"/>
                </a:lnTo>
                <a:lnTo>
                  <a:pt x="2878137" y="0"/>
                </a:lnTo>
                <a:lnTo>
                  <a:pt x="2878137" y="9525"/>
                </a:lnTo>
                <a:close/>
              </a:path>
              <a:path w="7066280" h="965200">
                <a:moveTo>
                  <a:pt x="2982912" y="9525"/>
                </a:moveTo>
                <a:lnTo>
                  <a:pt x="2906712" y="9525"/>
                </a:lnTo>
                <a:lnTo>
                  <a:pt x="2906712" y="0"/>
                </a:lnTo>
                <a:lnTo>
                  <a:pt x="2982912" y="0"/>
                </a:lnTo>
                <a:lnTo>
                  <a:pt x="2982912" y="9525"/>
                </a:lnTo>
                <a:close/>
              </a:path>
              <a:path w="7066280" h="965200">
                <a:moveTo>
                  <a:pt x="3021012" y="9525"/>
                </a:moveTo>
                <a:lnTo>
                  <a:pt x="3011487" y="9525"/>
                </a:lnTo>
                <a:lnTo>
                  <a:pt x="3011487" y="0"/>
                </a:lnTo>
                <a:lnTo>
                  <a:pt x="3021012" y="0"/>
                </a:lnTo>
                <a:lnTo>
                  <a:pt x="3021012" y="9525"/>
                </a:lnTo>
                <a:close/>
              </a:path>
              <a:path w="7066280" h="965200">
                <a:moveTo>
                  <a:pt x="3125787" y="9525"/>
                </a:moveTo>
                <a:lnTo>
                  <a:pt x="3049587" y="9525"/>
                </a:lnTo>
                <a:lnTo>
                  <a:pt x="3049587" y="0"/>
                </a:lnTo>
                <a:lnTo>
                  <a:pt x="3125787" y="0"/>
                </a:lnTo>
                <a:lnTo>
                  <a:pt x="3125787" y="9525"/>
                </a:lnTo>
                <a:close/>
              </a:path>
              <a:path w="7066280" h="965200">
                <a:moveTo>
                  <a:pt x="3163887" y="9525"/>
                </a:moveTo>
                <a:lnTo>
                  <a:pt x="3154362" y="9525"/>
                </a:lnTo>
                <a:lnTo>
                  <a:pt x="3154362" y="0"/>
                </a:lnTo>
                <a:lnTo>
                  <a:pt x="3163887" y="0"/>
                </a:lnTo>
                <a:lnTo>
                  <a:pt x="3163887" y="9525"/>
                </a:lnTo>
                <a:close/>
              </a:path>
              <a:path w="7066280" h="965200">
                <a:moveTo>
                  <a:pt x="3268662" y="9525"/>
                </a:moveTo>
                <a:lnTo>
                  <a:pt x="3192462" y="9525"/>
                </a:lnTo>
                <a:lnTo>
                  <a:pt x="3192462" y="0"/>
                </a:lnTo>
                <a:lnTo>
                  <a:pt x="3268662" y="0"/>
                </a:lnTo>
                <a:lnTo>
                  <a:pt x="3268662" y="9525"/>
                </a:lnTo>
                <a:close/>
              </a:path>
              <a:path w="7066280" h="965200">
                <a:moveTo>
                  <a:pt x="3306762" y="9525"/>
                </a:moveTo>
                <a:lnTo>
                  <a:pt x="3297237" y="9525"/>
                </a:lnTo>
                <a:lnTo>
                  <a:pt x="3297237" y="0"/>
                </a:lnTo>
                <a:lnTo>
                  <a:pt x="3306762" y="0"/>
                </a:lnTo>
                <a:lnTo>
                  <a:pt x="3306762" y="9525"/>
                </a:lnTo>
                <a:close/>
              </a:path>
              <a:path w="7066280" h="965200">
                <a:moveTo>
                  <a:pt x="3411537" y="9525"/>
                </a:moveTo>
                <a:lnTo>
                  <a:pt x="3335337" y="9525"/>
                </a:lnTo>
                <a:lnTo>
                  <a:pt x="3335337" y="0"/>
                </a:lnTo>
                <a:lnTo>
                  <a:pt x="3411537" y="0"/>
                </a:lnTo>
                <a:lnTo>
                  <a:pt x="3411537" y="9525"/>
                </a:lnTo>
                <a:close/>
              </a:path>
              <a:path w="7066280" h="965200">
                <a:moveTo>
                  <a:pt x="3449637" y="9525"/>
                </a:moveTo>
                <a:lnTo>
                  <a:pt x="3440112" y="9525"/>
                </a:lnTo>
                <a:lnTo>
                  <a:pt x="3440112" y="0"/>
                </a:lnTo>
                <a:lnTo>
                  <a:pt x="3449637" y="0"/>
                </a:lnTo>
                <a:lnTo>
                  <a:pt x="3449637" y="9525"/>
                </a:lnTo>
                <a:close/>
              </a:path>
              <a:path w="7066280" h="965200">
                <a:moveTo>
                  <a:pt x="3554412" y="9525"/>
                </a:moveTo>
                <a:lnTo>
                  <a:pt x="3478212" y="9525"/>
                </a:lnTo>
                <a:lnTo>
                  <a:pt x="3478212" y="0"/>
                </a:lnTo>
                <a:lnTo>
                  <a:pt x="3554412" y="0"/>
                </a:lnTo>
                <a:lnTo>
                  <a:pt x="3554412" y="9525"/>
                </a:lnTo>
                <a:close/>
              </a:path>
              <a:path w="7066280" h="965200">
                <a:moveTo>
                  <a:pt x="3592512" y="9525"/>
                </a:moveTo>
                <a:lnTo>
                  <a:pt x="3582987" y="9525"/>
                </a:lnTo>
                <a:lnTo>
                  <a:pt x="3582987" y="0"/>
                </a:lnTo>
                <a:lnTo>
                  <a:pt x="3592512" y="0"/>
                </a:lnTo>
                <a:lnTo>
                  <a:pt x="3592512" y="9525"/>
                </a:lnTo>
                <a:close/>
              </a:path>
              <a:path w="7066280" h="965200">
                <a:moveTo>
                  <a:pt x="3697287" y="9525"/>
                </a:moveTo>
                <a:lnTo>
                  <a:pt x="3621087" y="9525"/>
                </a:lnTo>
                <a:lnTo>
                  <a:pt x="3621087" y="0"/>
                </a:lnTo>
                <a:lnTo>
                  <a:pt x="3697287" y="0"/>
                </a:lnTo>
                <a:lnTo>
                  <a:pt x="3697287" y="9525"/>
                </a:lnTo>
                <a:close/>
              </a:path>
              <a:path w="7066280" h="965200">
                <a:moveTo>
                  <a:pt x="3735387" y="9525"/>
                </a:moveTo>
                <a:lnTo>
                  <a:pt x="3725862" y="9525"/>
                </a:lnTo>
                <a:lnTo>
                  <a:pt x="3725862" y="0"/>
                </a:lnTo>
                <a:lnTo>
                  <a:pt x="3735387" y="0"/>
                </a:lnTo>
                <a:lnTo>
                  <a:pt x="3735387" y="9525"/>
                </a:lnTo>
                <a:close/>
              </a:path>
              <a:path w="7066280" h="965200">
                <a:moveTo>
                  <a:pt x="3840162" y="9525"/>
                </a:moveTo>
                <a:lnTo>
                  <a:pt x="3763962" y="9525"/>
                </a:lnTo>
                <a:lnTo>
                  <a:pt x="3763962" y="0"/>
                </a:lnTo>
                <a:lnTo>
                  <a:pt x="3840162" y="0"/>
                </a:lnTo>
                <a:lnTo>
                  <a:pt x="3840162" y="9525"/>
                </a:lnTo>
                <a:close/>
              </a:path>
              <a:path w="7066280" h="965200">
                <a:moveTo>
                  <a:pt x="3878262" y="9525"/>
                </a:moveTo>
                <a:lnTo>
                  <a:pt x="3868737" y="9525"/>
                </a:lnTo>
                <a:lnTo>
                  <a:pt x="3868737" y="0"/>
                </a:lnTo>
                <a:lnTo>
                  <a:pt x="3878262" y="0"/>
                </a:lnTo>
                <a:lnTo>
                  <a:pt x="3878262" y="9525"/>
                </a:lnTo>
                <a:close/>
              </a:path>
              <a:path w="7066280" h="965200">
                <a:moveTo>
                  <a:pt x="3983037" y="9525"/>
                </a:moveTo>
                <a:lnTo>
                  <a:pt x="3906837" y="9525"/>
                </a:lnTo>
                <a:lnTo>
                  <a:pt x="3906837" y="0"/>
                </a:lnTo>
                <a:lnTo>
                  <a:pt x="3983037" y="0"/>
                </a:lnTo>
                <a:lnTo>
                  <a:pt x="3983037" y="9525"/>
                </a:lnTo>
                <a:close/>
              </a:path>
              <a:path w="7066280" h="965200">
                <a:moveTo>
                  <a:pt x="4021137" y="9525"/>
                </a:moveTo>
                <a:lnTo>
                  <a:pt x="4011612" y="9525"/>
                </a:lnTo>
                <a:lnTo>
                  <a:pt x="4011612" y="0"/>
                </a:lnTo>
                <a:lnTo>
                  <a:pt x="4021137" y="0"/>
                </a:lnTo>
                <a:lnTo>
                  <a:pt x="4021137" y="9525"/>
                </a:lnTo>
                <a:close/>
              </a:path>
              <a:path w="7066280" h="965200">
                <a:moveTo>
                  <a:pt x="4125912" y="9525"/>
                </a:moveTo>
                <a:lnTo>
                  <a:pt x="4049712" y="9525"/>
                </a:lnTo>
                <a:lnTo>
                  <a:pt x="4049712" y="0"/>
                </a:lnTo>
                <a:lnTo>
                  <a:pt x="4125912" y="0"/>
                </a:lnTo>
                <a:lnTo>
                  <a:pt x="4125912" y="9525"/>
                </a:lnTo>
                <a:close/>
              </a:path>
              <a:path w="7066280" h="965200">
                <a:moveTo>
                  <a:pt x="4164012" y="9525"/>
                </a:moveTo>
                <a:lnTo>
                  <a:pt x="4154487" y="9525"/>
                </a:lnTo>
                <a:lnTo>
                  <a:pt x="4154487" y="0"/>
                </a:lnTo>
                <a:lnTo>
                  <a:pt x="4164012" y="0"/>
                </a:lnTo>
                <a:lnTo>
                  <a:pt x="4164012" y="9525"/>
                </a:lnTo>
                <a:close/>
              </a:path>
              <a:path w="7066280" h="965200">
                <a:moveTo>
                  <a:pt x="4268787" y="9525"/>
                </a:moveTo>
                <a:lnTo>
                  <a:pt x="4192587" y="9525"/>
                </a:lnTo>
                <a:lnTo>
                  <a:pt x="4192587" y="0"/>
                </a:lnTo>
                <a:lnTo>
                  <a:pt x="4268787" y="0"/>
                </a:lnTo>
                <a:lnTo>
                  <a:pt x="4268787" y="9525"/>
                </a:lnTo>
                <a:close/>
              </a:path>
              <a:path w="7066280" h="965200">
                <a:moveTo>
                  <a:pt x="4306887" y="9525"/>
                </a:moveTo>
                <a:lnTo>
                  <a:pt x="4297362" y="9525"/>
                </a:lnTo>
                <a:lnTo>
                  <a:pt x="4297362" y="0"/>
                </a:lnTo>
                <a:lnTo>
                  <a:pt x="4306887" y="0"/>
                </a:lnTo>
                <a:lnTo>
                  <a:pt x="4306887" y="9525"/>
                </a:lnTo>
                <a:close/>
              </a:path>
              <a:path w="7066280" h="965200">
                <a:moveTo>
                  <a:pt x="4411662" y="9525"/>
                </a:moveTo>
                <a:lnTo>
                  <a:pt x="4335462" y="9525"/>
                </a:lnTo>
                <a:lnTo>
                  <a:pt x="4335462" y="0"/>
                </a:lnTo>
                <a:lnTo>
                  <a:pt x="4411662" y="0"/>
                </a:lnTo>
                <a:lnTo>
                  <a:pt x="4411662" y="9525"/>
                </a:lnTo>
                <a:close/>
              </a:path>
              <a:path w="7066280" h="965200">
                <a:moveTo>
                  <a:pt x="4449762" y="9525"/>
                </a:moveTo>
                <a:lnTo>
                  <a:pt x="4440237" y="9525"/>
                </a:lnTo>
                <a:lnTo>
                  <a:pt x="4440237" y="0"/>
                </a:lnTo>
                <a:lnTo>
                  <a:pt x="4449762" y="0"/>
                </a:lnTo>
                <a:lnTo>
                  <a:pt x="4449762" y="9525"/>
                </a:lnTo>
                <a:close/>
              </a:path>
              <a:path w="7066280" h="965200">
                <a:moveTo>
                  <a:pt x="4554537" y="9525"/>
                </a:moveTo>
                <a:lnTo>
                  <a:pt x="4478337" y="9525"/>
                </a:lnTo>
                <a:lnTo>
                  <a:pt x="4478337" y="0"/>
                </a:lnTo>
                <a:lnTo>
                  <a:pt x="4554537" y="0"/>
                </a:lnTo>
                <a:lnTo>
                  <a:pt x="4554537" y="9525"/>
                </a:lnTo>
                <a:close/>
              </a:path>
              <a:path w="7066280" h="965200">
                <a:moveTo>
                  <a:pt x="4592637" y="9525"/>
                </a:moveTo>
                <a:lnTo>
                  <a:pt x="4583112" y="9525"/>
                </a:lnTo>
                <a:lnTo>
                  <a:pt x="4583112" y="0"/>
                </a:lnTo>
                <a:lnTo>
                  <a:pt x="4592637" y="0"/>
                </a:lnTo>
                <a:lnTo>
                  <a:pt x="4592637" y="9525"/>
                </a:lnTo>
                <a:close/>
              </a:path>
              <a:path w="7066280" h="965200">
                <a:moveTo>
                  <a:pt x="4697412" y="9525"/>
                </a:moveTo>
                <a:lnTo>
                  <a:pt x="4621212" y="9525"/>
                </a:lnTo>
                <a:lnTo>
                  <a:pt x="4621212" y="0"/>
                </a:lnTo>
                <a:lnTo>
                  <a:pt x="4697412" y="0"/>
                </a:lnTo>
                <a:lnTo>
                  <a:pt x="4697412" y="9525"/>
                </a:lnTo>
                <a:close/>
              </a:path>
              <a:path w="7066280" h="965200">
                <a:moveTo>
                  <a:pt x="4735512" y="9525"/>
                </a:moveTo>
                <a:lnTo>
                  <a:pt x="4725987" y="9525"/>
                </a:lnTo>
                <a:lnTo>
                  <a:pt x="4725987" y="0"/>
                </a:lnTo>
                <a:lnTo>
                  <a:pt x="4735512" y="0"/>
                </a:lnTo>
                <a:lnTo>
                  <a:pt x="4735512" y="9525"/>
                </a:lnTo>
                <a:close/>
              </a:path>
              <a:path w="7066280" h="965200">
                <a:moveTo>
                  <a:pt x="4840287" y="9525"/>
                </a:moveTo>
                <a:lnTo>
                  <a:pt x="4764087" y="9525"/>
                </a:lnTo>
                <a:lnTo>
                  <a:pt x="4764087" y="0"/>
                </a:lnTo>
                <a:lnTo>
                  <a:pt x="4840287" y="0"/>
                </a:lnTo>
                <a:lnTo>
                  <a:pt x="4840287" y="9525"/>
                </a:lnTo>
                <a:close/>
              </a:path>
              <a:path w="7066280" h="965200">
                <a:moveTo>
                  <a:pt x="4878387" y="9525"/>
                </a:moveTo>
                <a:lnTo>
                  <a:pt x="4868862" y="9525"/>
                </a:lnTo>
                <a:lnTo>
                  <a:pt x="4868862" y="0"/>
                </a:lnTo>
                <a:lnTo>
                  <a:pt x="4878387" y="0"/>
                </a:lnTo>
                <a:lnTo>
                  <a:pt x="4878387" y="9525"/>
                </a:lnTo>
                <a:close/>
              </a:path>
              <a:path w="7066280" h="965200">
                <a:moveTo>
                  <a:pt x="4983162" y="9525"/>
                </a:moveTo>
                <a:lnTo>
                  <a:pt x="4906962" y="9525"/>
                </a:lnTo>
                <a:lnTo>
                  <a:pt x="4906962" y="0"/>
                </a:lnTo>
                <a:lnTo>
                  <a:pt x="4983162" y="0"/>
                </a:lnTo>
                <a:lnTo>
                  <a:pt x="4983162" y="9525"/>
                </a:lnTo>
                <a:close/>
              </a:path>
              <a:path w="7066280" h="965200">
                <a:moveTo>
                  <a:pt x="5021262" y="9525"/>
                </a:moveTo>
                <a:lnTo>
                  <a:pt x="5011737" y="9525"/>
                </a:lnTo>
                <a:lnTo>
                  <a:pt x="5011737" y="0"/>
                </a:lnTo>
                <a:lnTo>
                  <a:pt x="5021262" y="0"/>
                </a:lnTo>
                <a:lnTo>
                  <a:pt x="5021262" y="9525"/>
                </a:lnTo>
                <a:close/>
              </a:path>
              <a:path w="7066280" h="965200">
                <a:moveTo>
                  <a:pt x="5126037" y="9525"/>
                </a:moveTo>
                <a:lnTo>
                  <a:pt x="5049837" y="9525"/>
                </a:lnTo>
                <a:lnTo>
                  <a:pt x="5049837" y="0"/>
                </a:lnTo>
                <a:lnTo>
                  <a:pt x="5126037" y="0"/>
                </a:lnTo>
                <a:lnTo>
                  <a:pt x="5126037" y="9525"/>
                </a:lnTo>
                <a:close/>
              </a:path>
              <a:path w="7066280" h="965200">
                <a:moveTo>
                  <a:pt x="5164137" y="9525"/>
                </a:moveTo>
                <a:lnTo>
                  <a:pt x="5154612" y="9525"/>
                </a:lnTo>
                <a:lnTo>
                  <a:pt x="5154612" y="0"/>
                </a:lnTo>
                <a:lnTo>
                  <a:pt x="5164137" y="0"/>
                </a:lnTo>
                <a:lnTo>
                  <a:pt x="5164137" y="9525"/>
                </a:lnTo>
                <a:close/>
              </a:path>
              <a:path w="7066280" h="965200">
                <a:moveTo>
                  <a:pt x="5268912" y="9525"/>
                </a:moveTo>
                <a:lnTo>
                  <a:pt x="5192712" y="9525"/>
                </a:lnTo>
                <a:lnTo>
                  <a:pt x="5192712" y="0"/>
                </a:lnTo>
                <a:lnTo>
                  <a:pt x="5268912" y="0"/>
                </a:lnTo>
                <a:lnTo>
                  <a:pt x="5268912" y="9525"/>
                </a:lnTo>
                <a:close/>
              </a:path>
              <a:path w="7066280" h="965200">
                <a:moveTo>
                  <a:pt x="5307012" y="9525"/>
                </a:moveTo>
                <a:lnTo>
                  <a:pt x="5297487" y="9525"/>
                </a:lnTo>
                <a:lnTo>
                  <a:pt x="5297487" y="0"/>
                </a:lnTo>
                <a:lnTo>
                  <a:pt x="5307012" y="0"/>
                </a:lnTo>
                <a:lnTo>
                  <a:pt x="5307012" y="9525"/>
                </a:lnTo>
                <a:close/>
              </a:path>
              <a:path w="7066280" h="965200">
                <a:moveTo>
                  <a:pt x="5411787" y="9525"/>
                </a:moveTo>
                <a:lnTo>
                  <a:pt x="5335587" y="9525"/>
                </a:lnTo>
                <a:lnTo>
                  <a:pt x="5335587" y="0"/>
                </a:lnTo>
                <a:lnTo>
                  <a:pt x="5411787" y="0"/>
                </a:lnTo>
                <a:lnTo>
                  <a:pt x="5411787" y="9525"/>
                </a:lnTo>
                <a:close/>
              </a:path>
              <a:path w="7066280" h="965200">
                <a:moveTo>
                  <a:pt x="5449887" y="9525"/>
                </a:moveTo>
                <a:lnTo>
                  <a:pt x="5440362" y="9525"/>
                </a:lnTo>
                <a:lnTo>
                  <a:pt x="5440362" y="0"/>
                </a:lnTo>
                <a:lnTo>
                  <a:pt x="5449887" y="0"/>
                </a:lnTo>
                <a:lnTo>
                  <a:pt x="5449887" y="9525"/>
                </a:lnTo>
                <a:close/>
              </a:path>
              <a:path w="7066280" h="965200">
                <a:moveTo>
                  <a:pt x="5554662" y="9525"/>
                </a:moveTo>
                <a:lnTo>
                  <a:pt x="5478462" y="9525"/>
                </a:lnTo>
                <a:lnTo>
                  <a:pt x="5478462" y="0"/>
                </a:lnTo>
                <a:lnTo>
                  <a:pt x="5554662" y="0"/>
                </a:lnTo>
                <a:lnTo>
                  <a:pt x="5554662" y="9525"/>
                </a:lnTo>
                <a:close/>
              </a:path>
              <a:path w="7066280" h="965200">
                <a:moveTo>
                  <a:pt x="5592762" y="9525"/>
                </a:moveTo>
                <a:lnTo>
                  <a:pt x="5583237" y="9525"/>
                </a:lnTo>
                <a:lnTo>
                  <a:pt x="5583237" y="0"/>
                </a:lnTo>
                <a:lnTo>
                  <a:pt x="5592762" y="0"/>
                </a:lnTo>
                <a:lnTo>
                  <a:pt x="5592762" y="9525"/>
                </a:lnTo>
                <a:close/>
              </a:path>
              <a:path w="7066280" h="965200">
                <a:moveTo>
                  <a:pt x="5697537" y="9525"/>
                </a:moveTo>
                <a:lnTo>
                  <a:pt x="5621337" y="9525"/>
                </a:lnTo>
                <a:lnTo>
                  <a:pt x="5621337" y="0"/>
                </a:lnTo>
                <a:lnTo>
                  <a:pt x="5697537" y="0"/>
                </a:lnTo>
                <a:lnTo>
                  <a:pt x="5697537" y="9525"/>
                </a:lnTo>
                <a:close/>
              </a:path>
              <a:path w="7066280" h="965200">
                <a:moveTo>
                  <a:pt x="5735637" y="9525"/>
                </a:moveTo>
                <a:lnTo>
                  <a:pt x="5726112" y="9525"/>
                </a:lnTo>
                <a:lnTo>
                  <a:pt x="5726112" y="0"/>
                </a:lnTo>
                <a:lnTo>
                  <a:pt x="5735637" y="0"/>
                </a:lnTo>
                <a:lnTo>
                  <a:pt x="5735637" y="9525"/>
                </a:lnTo>
                <a:close/>
              </a:path>
              <a:path w="7066280" h="965200">
                <a:moveTo>
                  <a:pt x="5840412" y="9525"/>
                </a:moveTo>
                <a:lnTo>
                  <a:pt x="5764212" y="9525"/>
                </a:lnTo>
                <a:lnTo>
                  <a:pt x="5764212" y="0"/>
                </a:lnTo>
                <a:lnTo>
                  <a:pt x="5840412" y="0"/>
                </a:lnTo>
                <a:lnTo>
                  <a:pt x="5840412" y="9525"/>
                </a:lnTo>
                <a:close/>
              </a:path>
              <a:path w="7066280" h="965200">
                <a:moveTo>
                  <a:pt x="5878512" y="9525"/>
                </a:moveTo>
                <a:lnTo>
                  <a:pt x="5868987" y="9525"/>
                </a:lnTo>
                <a:lnTo>
                  <a:pt x="5868987" y="0"/>
                </a:lnTo>
                <a:lnTo>
                  <a:pt x="5878512" y="0"/>
                </a:lnTo>
                <a:lnTo>
                  <a:pt x="5878512" y="9525"/>
                </a:lnTo>
                <a:close/>
              </a:path>
              <a:path w="7066280" h="965200">
                <a:moveTo>
                  <a:pt x="5983287" y="9525"/>
                </a:moveTo>
                <a:lnTo>
                  <a:pt x="5907087" y="9525"/>
                </a:lnTo>
                <a:lnTo>
                  <a:pt x="5907087" y="0"/>
                </a:lnTo>
                <a:lnTo>
                  <a:pt x="5983287" y="0"/>
                </a:lnTo>
                <a:lnTo>
                  <a:pt x="5983287" y="9525"/>
                </a:lnTo>
                <a:close/>
              </a:path>
              <a:path w="7066280" h="965200">
                <a:moveTo>
                  <a:pt x="6021387" y="9525"/>
                </a:moveTo>
                <a:lnTo>
                  <a:pt x="6011862" y="9525"/>
                </a:lnTo>
                <a:lnTo>
                  <a:pt x="6011862" y="0"/>
                </a:lnTo>
                <a:lnTo>
                  <a:pt x="6021387" y="0"/>
                </a:lnTo>
                <a:lnTo>
                  <a:pt x="6021387" y="9525"/>
                </a:lnTo>
                <a:close/>
              </a:path>
              <a:path w="7066280" h="965200">
                <a:moveTo>
                  <a:pt x="6126162" y="9525"/>
                </a:moveTo>
                <a:lnTo>
                  <a:pt x="6049962" y="9525"/>
                </a:lnTo>
                <a:lnTo>
                  <a:pt x="6049962" y="0"/>
                </a:lnTo>
                <a:lnTo>
                  <a:pt x="6126162" y="0"/>
                </a:lnTo>
                <a:lnTo>
                  <a:pt x="6126162" y="9525"/>
                </a:lnTo>
                <a:close/>
              </a:path>
              <a:path w="7066280" h="965200">
                <a:moveTo>
                  <a:pt x="6164262" y="9525"/>
                </a:moveTo>
                <a:lnTo>
                  <a:pt x="6154737" y="9525"/>
                </a:lnTo>
                <a:lnTo>
                  <a:pt x="6154737" y="0"/>
                </a:lnTo>
                <a:lnTo>
                  <a:pt x="6164262" y="0"/>
                </a:lnTo>
                <a:lnTo>
                  <a:pt x="6164262" y="9525"/>
                </a:lnTo>
                <a:close/>
              </a:path>
              <a:path w="7066280" h="965200">
                <a:moveTo>
                  <a:pt x="6269037" y="9525"/>
                </a:moveTo>
                <a:lnTo>
                  <a:pt x="6192837" y="9525"/>
                </a:lnTo>
                <a:lnTo>
                  <a:pt x="6192837" y="0"/>
                </a:lnTo>
                <a:lnTo>
                  <a:pt x="6269037" y="0"/>
                </a:lnTo>
                <a:lnTo>
                  <a:pt x="6269037" y="9525"/>
                </a:lnTo>
                <a:close/>
              </a:path>
              <a:path w="7066280" h="965200">
                <a:moveTo>
                  <a:pt x="6307137" y="9525"/>
                </a:moveTo>
                <a:lnTo>
                  <a:pt x="6297612" y="9525"/>
                </a:lnTo>
                <a:lnTo>
                  <a:pt x="6297612" y="0"/>
                </a:lnTo>
                <a:lnTo>
                  <a:pt x="6307137" y="0"/>
                </a:lnTo>
                <a:lnTo>
                  <a:pt x="6307137" y="9525"/>
                </a:lnTo>
                <a:close/>
              </a:path>
              <a:path w="7066280" h="965200">
                <a:moveTo>
                  <a:pt x="6411912" y="9525"/>
                </a:moveTo>
                <a:lnTo>
                  <a:pt x="6335712" y="9525"/>
                </a:lnTo>
                <a:lnTo>
                  <a:pt x="6335712" y="0"/>
                </a:lnTo>
                <a:lnTo>
                  <a:pt x="6411912" y="0"/>
                </a:lnTo>
                <a:lnTo>
                  <a:pt x="6411912" y="9525"/>
                </a:lnTo>
                <a:close/>
              </a:path>
              <a:path w="7066280" h="965200">
                <a:moveTo>
                  <a:pt x="6450012" y="9525"/>
                </a:moveTo>
                <a:lnTo>
                  <a:pt x="6440487" y="9525"/>
                </a:lnTo>
                <a:lnTo>
                  <a:pt x="6440487" y="0"/>
                </a:lnTo>
                <a:lnTo>
                  <a:pt x="6450012" y="0"/>
                </a:lnTo>
                <a:lnTo>
                  <a:pt x="6450012" y="9525"/>
                </a:lnTo>
                <a:close/>
              </a:path>
              <a:path w="7066280" h="965200">
                <a:moveTo>
                  <a:pt x="6554787" y="9525"/>
                </a:moveTo>
                <a:lnTo>
                  <a:pt x="6478587" y="9525"/>
                </a:lnTo>
                <a:lnTo>
                  <a:pt x="6478587" y="0"/>
                </a:lnTo>
                <a:lnTo>
                  <a:pt x="6554787" y="0"/>
                </a:lnTo>
                <a:lnTo>
                  <a:pt x="6554787" y="9525"/>
                </a:lnTo>
                <a:close/>
              </a:path>
              <a:path w="7066280" h="965200">
                <a:moveTo>
                  <a:pt x="6592887" y="9525"/>
                </a:moveTo>
                <a:lnTo>
                  <a:pt x="6583362" y="9525"/>
                </a:lnTo>
                <a:lnTo>
                  <a:pt x="6583362" y="0"/>
                </a:lnTo>
                <a:lnTo>
                  <a:pt x="6592887" y="0"/>
                </a:lnTo>
                <a:lnTo>
                  <a:pt x="6592887" y="9525"/>
                </a:lnTo>
                <a:close/>
              </a:path>
              <a:path w="7066280" h="965200">
                <a:moveTo>
                  <a:pt x="6697662" y="9525"/>
                </a:moveTo>
                <a:lnTo>
                  <a:pt x="6621462" y="9525"/>
                </a:lnTo>
                <a:lnTo>
                  <a:pt x="6621462" y="0"/>
                </a:lnTo>
                <a:lnTo>
                  <a:pt x="6697662" y="0"/>
                </a:lnTo>
                <a:lnTo>
                  <a:pt x="6697662" y="9525"/>
                </a:lnTo>
                <a:close/>
              </a:path>
              <a:path w="7066280" h="965200">
                <a:moveTo>
                  <a:pt x="6735762" y="9525"/>
                </a:moveTo>
                <a:lnTo>
                  <a:pt x="6726237" y="9525"/>
                </a:lnTo>
                <a:lnTo>
                  <a:pt x="6726237" y="0"/>
                </a:lnTo>
                <a:lnTo>
                  <a:pt x="6735762" y="0"/>
                </a:lnTo>
                <a:lnTo>
                  <a:pt x="6735762" y="9525"/>
                </a:lnTo>
                <a:close/>
              </a:path>
              <a:path w="7066280" h="965200">
                <a:moveTo>
                  <a:pt x="6840537" y="9525"/>
                </a:moveTo>
                <a:lnTo>
                  <a:pt x="6764337" y="9525"/>
                </a:lnTo>
                <a:lnTo>
                  <a:pt x="6764337" y="0"/>
                </a:lnTo>
                <a:lnTo>
                  <a:pt x="6840537" y="0"/>
                </a:lnTo>
                <a:lnTo>
                  <a:pt x="6840537" y="9525"/>
                </a:lnTo>
                <a:close/>
              </a:path>
              <a:path w="7066280" h="965200">
                <a:moveTo>
                  <a:pt x="6878637" y="9525"/>
                </a:moveTo>
                <a:lnTo>
                  <a:pt x="6869112" y="9525"/>
                </a:lnTo>
                <a:lnTo>
                  <a:pt x="6869112" y="0"/>
                </a:lnTo>
                <a:lnTo>
                  <a:pt x="6878637" y="0"/>
                </a:lnTo>
                <a:lnTo>
                  <a:pt x="6878637" y="9525"/>
                </a:lnTo>
                <a:close/>
              </a:path>
              <a:path w="7066280" h="965200">
                <a:moveTo>
                  <a:pt x="6983412" y="9525"/>
                </a:moveTo>
                <a:lnTo>
                  <a:pt x="6907212" y="9525"/>
                </a:lnTo>
                <a:lnTo>
                  <a:pt x="6907212" y="0"/>
                </a:lnTo>
                <a:lnTo>
                  <a:pt x="6983412" y="0"/>
                </a:lnTo>
                <a:lnTo>
                  <a:pt x="6983412" y="9525"/>
                </a:lnTo>
                <a:close/>
              </a:path>
              <a:path w="7066280" h="965200">
                <a:moveTo>
                  <a:pt x="7021512" y="9525"/>
                </a:moveTo>
                <a:lnTo>
                  <a:pt x="7011987" y="9525"/>
                </a:lnTo>
                <a:lnTo>
                  <a:pt x="7011987" y="0"/>
                </a:lnTo>
                <a:lnTo>
                  <a:pt x="7021512" y="0"/>
                </a:lnTo>
                <a:lnTo>
                  <a:pt x="7021512" y="9525"/>
                </a:lnTo>
                <a:close/>
              </a:path>
              <a:path w="7066280" h="965200">
                <a:moveTo>
                  <a:pt x="7056437" y="9525"/>
                </a:moveTo>
                <a:lnTo>
                  <a:pt x="7050087" y="9525"/>
                </a:lnTo>
                <a:lnTo>
                  <a:pt x="7050087" y="0"/>
                </a:lnTo>
                <a:lnTo>
                  <a:pt x="7065962" y="0"/>
                </a:lnTo>
                <a:lnTo>
                  <a:pt x="7065962" y="4762"/>
                </a:lnTo>
                <a:lnTo>
                  <a:pt x="7056437" y="4762"/>
                </a:lnTo>
                <a:lnTo>
                  <a:pt x="7056437" y="9525"/>
                </a:lnTo>
                <a:close/>
              </a:path>
              <a:path w="7066280" h="965200">
                <a:moveTo>
                  <a:pt x="7065962" y="69850"/>
                </a:moveTo>
                <a:lnTo>
                  <a:pt x="7056437" y="69850"/>
                </a:lnTo>
                <a:lnTo>
                  <a:pt x="7056437" y="4762"/>
                </a:lnTo>
                <a:lnTo>
                  <a:pt x="7061200" y="9525"/>
                </a:lnTo>
                <a:lnTo>
                  <a:pt x="7065962" y="9525"/>
                </a:lnTo>
                <a:lnTo>
                  <a:pt x="7065962" y="69850"/>
                </a:lnTo>
                <a:close/>
              </a:path>
              <a:path w="7066280" h="965200">
                <a:moveTo>
                  <a:pt x="7065962" y="9525"/>
                </a:moveTo>
                <a:lnTo>
                  <a:pt x="7061200" y="9525"/>
                </a:lnTo>
                <a:lnTo>
                  <a:pt x="7056437" y="4762"/>
                </a:lnTo>
                <a:lnTo>
                  <a:pt x="7065962" y="4762"/>
                </a:lnTo>
                <a:lnTo>
                  <a:pt x="7065962" y="9525"/>
                </a:lnTo>
                <a:close/>
              </a:path>
              <a:path w="7066280" h="965200">
                <a:moveTo>
                  <a:pt x="7065962" y="107950"/>
                </a:moveTo>
                <a:lnTo>
                  <a:pt x="7056437" y="107950"/>
                </a:lnTo>
                <a:lnTo>
                  <a:pt x="7056437" y="98425"/>
                </a:lnTo>
                <a:lnTo>
                  <a:pt x="7065962" y="98425"/>
                </a:lnTo>
                <a:lnTo>
                  <a:pt x="7065962" y="107950"/>
                </a:lnTo>
                <a:close/>
              </a:path>
              <a:path w="7066280" h="965200">
                <a:moveTo>
                  <a:pt x="7065962" y="212725"/>
                </a:moveTo>
                <a:lnTo>
                  <a:pt x="7056437" y="212725"/>
                </a:lnTo>
                <a:lnTo>
                  <a:pt x="7056437" y="136525"/>
                </a:lnTo>
                <a:lnTo>
                  <a:pt x="7065962" y="136525"/>
                </a:lnTo>
                <a:lnTo>
                  <a:pt x="7065962" y="212725"/>
                </a:lnTo>
                <a:close/>
              </a:path>
              <a:path w="7066280" h="965200">
                <a:moveTo>
                  <a:pt x="7065962" y="250825"/>
                </a:moveTo>
                <a:lnTo>
                  <a:pt x="7056437" y="250825"/>
                </a:lnTo>
                <a:lnTo>
                  <a:pt x="7056437" y="241300"/>
                </a:lnTo>
                <a:lnTo>
                  <a:pt x="7065962" y="241300"/>
                </a:lnTo>
                <a:lnTo>
                  <a:pt x="7065962" y="250825"/>
                </a:lnTo>
                <a:close/>
              </a:path>
              <a:path w="7066280" h="965200">
                <a:moveTo>
                  <a:pt x="7065962" y="355600"/>
                </a:moveTo>
                <a:lnTo>
                  <a:pt x="7056437" y="355600"/>
                </a:lnTo>
                <a:lnTo>
                  <a:pt x="7056437" y="279400"/>
                </a:lnTo>
                <a:lnTo>
                  <a:pt x="7065962" y="279400"/>
                </a:lnTo>
                <a:lnTo>
                  <a:pt x="7065962" y="355600"/>
                </a:lnTo>
                <a:close/>
              </a:path>
              <a:path w="7066280" h="965200">
                <a:moveTo>
                  <a:pt x="7065962" y="393700"/>
                </a:moveTo>
                <a:lnTo>
                  <a:pt x="7056437" y="393700"/>
                </a:lnTo>
                <a:lnTo>
                  <a:pt x="7056437" y="384175"/>
                </a:lnTo>
                <a:lnTo>
                  <a:pt x="7065962" y="384175"/>
                </a:lnTo>
                <a:lnTo>
                  <a:pt x="7065962" y="393700"/>
                </a:lnTo>
                <a:close/>
              </a:path>
              <a:path w="7066280" h="965200">
                <a:moveTo>
                  <a:pt x="7065962" y="498475"/>
                </a:moveTo>
                <a:lnTo>
                  <a:pt x="7056437" y="498475"/>
                </a:lnTo>
                <a:lnTo>
                  <a:pt x="7056437" y="422275"/>
                </a:lnTo>
                <a:lnTo>
                  <a:pt x="7065962" y="422275"/>
                </a:lnTo>
                <a:lnTo>
                  <a:pt x="7065962" y="498475"/>
                </a:lnTo>
                <a:close/>
              </a:path>
              <a:path w="7066280" h="965200">
                <a:moveTo>
                  <a:pt x="7065962" y="536575"/>
                </a:moveTo>
                <a:lnTo>
                  <a:pt x="7056437" y="536575"/>
                </a:lnTo>
                <a:lnTo>
                  <a:pt x="7056437" y="527050"/>
                </a:lnTo>
                <a:lnTo>
                  <a:pt x="7065962" y="527050"/>
                </a:lnTo>
                <a:lnTo>
                  <a:pt x="7065962" y="536575"/>
                </a:lnTo>
                <a:close/>
              </a:path>
              <a:path w="7066280" h="965200">
                <a:moveTo>
                  <a:pt x="7065962" y="641350"/>
                </a:moveTo>
                <a:lnTo>
                  <a:pt x="7056437" y="641350"/>
                </a:lnTo>
                <a:lnTo>
                  <a:pt x="7056437" y="565150"/>
                </a:lnTo>
                <a:lnTo>
                  <a:pt x="7065962" y="565150"/>
                </a:lnTo>
                <a:lnTo>
                  <a:pt x="7065962" y="641350"/>
                </a:lnTo>
                <a:close/>
              </a:path>
              <a:path w="7066280" h="965200">
                <a:moveTo>
                  <a:pt x="7065962" y="679450"/>
                </a:moveTo>
                <a:lnTo>
                  <a:pt x="7056437" y="679450"/>
                </a:lnTo>
                <a:lnTo>
                  <a:pt x="7056437" y="669925"/>
                </a:lnTo>
                <a:lnTo>
                  <a:pt x="7065962" y="669925"/>
                </a:lnTo>
                <a:lnTo>
                  <a:pt x="7065962" y="679450"/>
                </a:lnTo>
                <a:close/>
              </a:path>
              <a:path w="7066280" h="965200">
                <a:moveTo>
                  <a:pt x="7065962" y="784225"/>
                </a:moveTo>
                <a:lnTo>
                  <a:pt x="7056437" y="784225"/>
                </a:lnTo>
                <a:lnTo>
                  <a:pt x="7056437" y="708025"/>
                </a:lnTo>
                <a:lnTo>
                  <a:pt x="7065962" y="708025"/>
                </a:lnTo>
                <a:lnTo>
                  <a:pt x="7065962" y="784225"/>
                </a:lnTo>
                <a:close/>
              </a:path>
              <a:path w="7066280" h="965200">
                <a:moveTo>
                  <a:pt x="7065962" y="822325"/>
                </a:moveTo>
                <a:lnTo>
                  <a:pt x="7056437" y="822325"/>
                </a:lnTo>
                <a:lnTo>
                  <a:pt x="7056437" y="812800"/>
                </a:lnTo>
                <a:lnTo>
                  <a:pt x="7065962" y="812800"/>
                </a:lnTo>
                <a:lnTo>
                  <a:pt x="7065962" y="822325"/>
                </a:lnTo>
                <a:close/>
              </a:path>
              <a:path w="7066280" h="965200">
                <a:moveTo>
                  <a:pt x="7065962" y="927100"/>
                </a:moveTo>
                <a:lnTo>
                  <a:pt x="7056437" y="927100"/>
                </a:lnTo>
                <a:lnTo>
                  <a:pt x="7056437" y="850900"/>
                </a:lnTo>
                <a:lnTo>
                  <a:pt x="7065962" y="850900"/>
                </a:lnTo>
                <a:lnTo>
                  <a:pt x="7065962" y="927100"/>
                </a:lnTo>
                <a:close/>
              </a:path>
              <a:path w="7066280" h="965200">
                <a:moveTo>
                  <a:pt x="7056437" y="960437"/>
                </a:moveTo>
                <a:lnTo>
                  <a:pt x="7056437" y="955675"/>
                </a:lnTo>
                <a:lnTo>
                  <a:pt x="7061200" y="955675"/>
                </a:lnTo>
                <a:lnTo>
                  <a:pt x="7056437" y="960437"/>
                </a:lnTo>
                <a:close/>
              </a:path>
              <a:path w="7066280" h="965200">
                <a:moveTo>
                  <a:pt x="7065962" y="965200"/>
                </a:moveTo>
                <a:lnTo>
                  <a:pt x="7056437" y="965200"/>
                </a:lnTo>
                <a:lnTo>
                  <a:pt x="7056437" y="960437"/>
                </a:lnTo>
                <a:lnTo>
                  <a:pt x="7061200" y="955675"/>
                </a:lnTo>
                <a:lnTo>
                  <a:pt x="7065962" y="955675"/>
                </a:lnTo>
                <a:lnTo>
                  <a:pt x="7065962" y="965200"/>
                </a:lnTo>
                <a:close/>
              </a:path>
              <a:path w="7066280" h="965200">
                <a:moveTo>
                  <a:pt x="7027862" y="965200"/>
                </a:moveTo>
                <a:lnTo>
                  <a:pt x="6951662" y="965200"/>
                </a:lnTo>
                <a:lnTo>
                  <a:pt x="6951662" y="955675"/>
                </a:lnTo>
                <a:lnTo>
                  <a:pt x="7027862" y="955675"/>
                </a:lnTo>
                <a:lnTo>
                  <a:pt x="7027862" y="965200"/>
                </a:lnTo>
                <a:close/>
              </a:path>
              <a:path w="7066280" h="965200">
                <a:moveTo>
                  <a:pt x="6923087" y="965200"/>
                </a:moveTo>
                <a:lnTo>
                  <a:pt x="6913562" y="965200"/>
                </a:lnTo>
                <a:lnTo>
                  <a:pt x="6913562" y="955675"/>
                </a:lnTo>
                <a:lnTo>
                  <a:pt x="6923087" y="955675"/>
                </a:lnTo>
                <a:lnTo>
                  <a:pt x="6923087" y="965200"/>
                </a:lnTo>
                <a:close/>
              </a:path>
              <a:path w="7066280" h="965200">
                <a:moveTo>
                  <a:pt x="6884987" y="965200"/>
                </a:moveTo>
                <a:lnTo>
                  <a:pt x="6808787" y="965200"/>
                </a:lnTo>
                <a:lnTo>
                  <a:pt x="6808787" y="955675"/>
                </a:lnTo>
                <a:lnTo>
                  <a:pt x="6884987" y="955675"/>
                </a:lnTo>
                <a:lnTo>
                  <a:pt x="6884987" y="965200"/>
                </a:lnTo>
                <a:close/>
              </a:path>
              <a:path w="7066280" h="965200">
                <a:moveTo>
                  <a:pt x="6780212" y="965200"/>
                </a:moveTo>
                <a:lnTo>
                  <a:pt x="6770687" y="965200"/>
                </a:lnTo>
                <a:lnTo>
                  <a:pt x="6770687" y="955675"/>
                </a:lnTo>
                <a:lnTo>
                  <a:pt x="6780212" y="955675"/>
                </a:lnTo>
                <a:lnTo>
                  <a:pt x="6780212" y="965200"/>
                </a:lnTo>
                <a:close/>
              </a:path>
              <a:path w="7066280" h="965200">
                <a:moveTo>
                  <a:pt x="6742112" y="965200"/>
                </a:moveTo>
                <a:lnTo>
                  <a:pt x="6665912" y="965200"/>
                </a:lnTo>
                <a:lnTo>
                  <a:pt x="6665912" y="955675"/>
                </a:lnTo>
                <a:lnTo>
                  <a:pt x="6742112" y="955675"/>
                </a:lnTo>
                <a:lnTo>
                  <a:pt x="6742112" y="965200"/>
                </a:lnTo>
                <a:close/>
              </a:path>
              <a:path w="7066280" h="965200">
                <a:moveTo>
                  <a:pt x="6637337" y="965200"/>
                </a:moveTo>
                <a:lnTo>
                  <a:pt x="6627812" y="965200"/>
                </a:lnTo>
                <a:lnTo>
                  <a:pt x="6627812" y="955675"/>
                </a:lnTo>
                <a:lnTo>
                  <a:pt x="6637337" y="955675"/>
                </a:lnTo>
                <a:lnTo>
                  <a:pt x="6637337" y="965200"/>
                </a:lnTo>
                <a:close/>
              </a:path>
              <a:path w="7066280" h="965200">
                <a:moveTo>
                  <a:pt x="6599237" y="965200"/>
                </a:moveTo>
                <a:lnTo>
                  <a:pt x="6523037" y="965200"/>
                </a:lnTo>
                <a:lnTo>
                  <a:pt x="6523037" y="955675"/>
                </a:lnTo>
                <a:lnTo>
                  <a:pt x="6599237" y="955675"/>
                </a:lnTo>
                <a:lnTo>
                  <a:pt x="6599237" y="965200"/>
                </a:lnTo>
                <a:close/>
              </a:path>
              <a:path w="7066280" h="965200">
                <a:moveTo>
                  <a:pt x="6494462" y="965200"/>
                </a:moveTo>
                <a:lnTo>
                  <a:pt x="6484937" y="965200"/>
                </a:lnTo>
                <a:lnTo>
                  <a:pt x="6484937" y="955675"/>
                </a:lnTo>
                <a:lnTo>
                  <a:pt x="6494462" y="955675"/>
                </a:lnTo>
                <a:lnTo>
                  <a:pt x="6494462" y="965200"/>
                </a:lnTo>
                <a:close/>
              </a:path>
              <a:path w="7066280" h="965200">
                <a:moveTo>
                  <a:pt x="6456362" y="965200"/>
                </a:moveTo>
                <a:lnTo>
                  <a:pt x="6380162" y="965200"/>
                </a:lnTo>
                <a:lnTo>
                  <a:pt x="6380162" y="955675"/>
                </a:lnTo>
                <a:lnTo>
                  <a:pt x="6456362" y="955675"/>
                </a:lnTo>
                <a:lnTo>
                  <a:pt x="6456362" y="965200"/>
                </a:lnTo>
                <a:close/>
              </a:path>
              <a:path w="7066280" h="965200">
                <a:moveTo>
                  <a:pt x="6351587" y="965200"/>
                </a:moveTo>
                <a:lnTo>
                  <a:pt x="6342062" y="965200"/>
                </a:lnTo>
                <a:lnTo>
                  <a:pt x="6342062" y="955675"/>
                </a:lnTo>
                <a:lnTo>
                  <a:pt x="6351587" y="955675"/>
                </a:lnTo>
                <a:lnTo>
                  <a:pt x="6351587" y="965200"/>
                </a:lnTo>
                <a:close/>
              </a:path>
              <a:path w="7066280" h="965200">
                <a:moveTo>
                  <a:pt x="6313487" y="965200"/>
                </a:moveTo>
                <a:lnTo>
                  <a:pt x="6237287" y="965200"/>
                </a:lnTo>
                <a:lnTo>
                  <a:pt x="6237287" y="955675"/>
                </a:lnTo>
                <a:lnTo>
                  <a:pt x="6313487" y="955675"/>
                </a:lnTo>
                <a:lnTo>
                  <a:pt x="6313487" y="965200"/>
                </a:lnTo>
                <a:close/>
              </a:path>
              <a:path w="7066280" h="965200">
                <a:moveTo>
                  <a:pt x="6208712" y="965200"/>
                </a:moveTo>
                <a:lnTo>
                  <a:pt x="6199187" y="965200"/>
                </a:lnTo>
                <a:lnTo>
                  <a:pt x="6199187" y="955675"/>
                </a:lnTo>
                <a:lnTo>
                  <a:pt x="6208712" y="955675"/>
                </a:lnTo>
                <a:lnTo>
                  <a:pt x="6208712" y="965200"/>
                </a:lnTo>
                <a:close/>
              </a:path>
              <a:path w="7066280" h="965200">
                <a:moveTo>
                  <a:pt x="6170612" y="965200"/>
                </a:moveTo>
                <a:lnTo>
                  <a:pt x="6094412" y="965200"/>
                </a:lnTo>
                <a:lnTo>
                  <a:pt x="6094412" y="955675"/>
                </a:lnTo>
                <a:lnTo>
                  <a:pt x="6170612" y="955675"/>
                </a:lnTo>
                <a:lnTo>
                  <a:pt x="6170612" y="965200"/>
                </a:lnTo>
                <a:close/>
              </a:path>
              <a:path w="7066280" h="965200">
                <a:moveTo>
                  <a:pt x="6065837" y="965200"/>
                </a:moveTo>
                <a:lnTo>
                  <a:pt x="6056312" y="965200"/>
                </a:lnTo>
                <a:lnTo>
                  <a:pt x="6056312" y="955675"/>
                </a:lnTo>
                <a:lnTo>
                  <a:pt x="6065837" y="955675"/>
                </a:lnTo>
                <a:lnTo>
                  <a:pt x="6065837" y="965200"/>
                </a:lnTo>
                <a:close/>
              </a:path>
              <a:path w="7066280" h="965200">
                <a:moveTo>
                  <a:pt x="6027737" y="965200"/>
                </a:moveTo>
                <a:lnTo>
                  <a:pt x="5951537" y="965200"/>
                </a:lnTo>
                <a:lnTo>
                  <a:pt x="5951537" y="955675"/>
                </a:lnTo>
                <a:lnTo>
                  <a:pt x="6027737" y="955675"/>
                </a:lnTo>
                <a:lnTo>
                  <a:pt x="6027737" y="965200"/>
                </a:lnTo>
                <a:close/>
              </a:path>
              <a:path w="7066280" h="965200">
                <a:moveTo>
                  <a:pt x="5922962" y="965200"/>
                </a:moveTo>
                <a:lnTo>
                  <a:pt x="5913437" y="965200"/>
                </a:lnTo>
                <a:lnTo>
                  <a:pt x="5913437" y="955675"/>
                </a:lnTo>
                <a:lnTo>
                  <a:pt x="5922962" y="955675"/>
                </a:lnTo>
                <a:lnTo>
                  <a:pt x="5922962" y="965200"/>
                </a:lnTo>
                <a:close/>
              </a:path>
              <a:path w="7066280" h="965200">
                <a:moveTo>
                  <a:pt x="5884862" y="965200"/>
                </a:moveTo>
                <a:lnTo>
                  <a:pt x="5808662" y="965200"/>
                </a:lnTo>
                <a:lnTo>
                  <a:pt x="5808662" y="955675"/>
                </a:lnTo>
                <a:lnTo>
                  <a:pt x="5884862" y="955675"/>
                </a:lnTo>
                <a:lnTo>
                  <a:pt x="5884862" y="965200"/>
                </a:lnTo>
                <a:close/>
              </a:path>
              <a:path w="7066280" h="965200">
                <a:moveTo>
                  <a:pt x="5780087" y="965200"/>
                </a:moveTo>
                <a:lnTo>
                  <a:pt x="5770562" y="965200"/>
                </a:lnTo>
                <a:lnTo>
                  <a:pt x="5770562" y="955675"/>
                </a:lnTo>
                <a:lnTo>
                  <a:pt x="5780087" y="955675"/>
                </a:lnTo>
                <a:lnTo>
                  <a:pt x="5780087" y="965200"/>
                </a:lnTo>
                <a:close/>
              </a:path>
              <a:path w="7066280" h="965200">
                <a:moveTo>
                  <a:pt x="5741987" y="965200"/>
                </a:moveTo>
                <a:lnTo>
                  <a:pt x="5665787" y="965200"/>
                </a:lnTo>
                <a:lnTo>
                  <a:pt x="5665787" y="955675"/>
                </a:lnTo>
                <a:lnTo>
                  <a:pt x="5741987" y="955675"/>
                </a:lnTo>
                <a:lnTo>
                  <a:pt x="5741987" y="965200"/>
                </a:lnTo>
                <a:close/>
              </a:path>
              <a:path w="7066280" h="965200">
                <a:moveTo>
                  <a:pt x="5637212" y="965200"/>
                </a:moveTo>
                <a:lnTo>
                  <a:pt x="5627687" y="965200"/>
                </a:lnTo>
                <a:lnTo>
                  <a:pt x="5627687" y="955675"/>
                </a:lnTo>
                <a:lnTo>
                  <a:pt x="5637212" y="955675"/>
                </a:lnTo>
                <a:lnTo>
                  <a:pt x="5637212" y="965200"/>
                </a:lnTo>
                <a:close/>
              </a:path>
              <a:path w="7066280" h="965200">
                <a:moveTo>
                  <a:pt x="5599112" y="965200"/>
                </a:moveTo>
                <a:lnTo>
                  <a:pt x="5522912" y="965200"/>
                </a:lnTo>
                <a:lnTo>
                  <a:pt x="5522912" y="955675"/>
                </a:lnTo>
                <a:lnTo>
                  <a:pt x="5599112" y="955675"/>
                </a:lnTo>
                <a:lnTo>
                  <a:pt x="5599112" y="965200"/>
                </a:lnTo>
                <a:close/>
              </a:path>
              <a:path w="7066280" h="965200">
                <a:moveTo>
                  <a:pt x="5494337" y="965200"/>
                </a:moveTo>
                <a:lnTo>
                  <a:pt x="5484812" y="965200"/>
                </a:lnTo>
                <a:lnTo>
                  <a:pt x="5484812" y="955675"/>
                </a:lnTo>
                <a:lnTo>
                  <a:pt x="5494337" y="955675"/>
                </a:lnTo>
                <a:lnTo>
                  <a:pt x="5494337" y="965200"/>
                </a:lnTo>
                <a:close/>
              </a:path>
              <a:path w="7066280" h="965200">
                <a:moveTo>
                  <a:pt x="5456237" y="965200"/>
                </a:moveTo>
                <a:lnTo>
                  <a:pt x="5380037" y="965200"/>
                </a:lnTo>
                <a:lnTo>
                  <a:pt x="5380037" y="955675"/>
                </a:lnTo>
                <a:lnTo>
                  <a:pt x="5456237" y="955675"/>
                </a:lnTo>
                <a:lnTo>
                  <a:pt x="5456237" y="965200"/>
                </a:lnTo>
                <a:close/>
              </a:path>
              <a:path w="7066280" h="965200">
                <a:moveTo>
                  <a:pt x="5351462" y="965200"/>
                </a:moveTo>
                <a:lnTo>
                  <a:pt x="5341937" y="965200"/>
                </a:lnTo>
                <a:lnTo>
                  <a:pt x="5341937" y="955675"/>
                </a:lnTo>
                <a:lnTo>
                  <a:pt x="5351462" y="955675"/>
                </a:lnTo>
                <a:lnTo>
                  <a:pt x="5351462" y="965200"/>
                </a:lnTo>
                <a:close/>
              </a:path>
              <a:path w="7066280" h="965200">
                <a:moveTo>
                  <a:pt x="5313362" y="965200"/>
                </a:moveTo>
                <a:lnTo>
                  <a:pt x="5237162" y="965200"/>
                </a:lnTo>
                <a:lnTo>
                  <a:pt x="5237162" y="955675"/>
                </a:lnTo>
                <a:lnTo>
                  <a:pt x="5313362" y="955675"/>
                </a:lnTo>
                <a:lnTo>
                  <a:pt x="5313362" y="965200"/>
                </a:lnTo>
                <a:close/>
              </a:path>
              <a:path w="7066280" h="965200">
                <a:moveTo>
                  <a:pt x="5208587" y="965200"/>
                </a:moveTo>
                <a:lnTo>
                  <a:pt x="5199062" y="965200"/>
                </a:lnTo>
                <a:lnTo>
                  <a:pt x="5199062" y="955675"/>
                </a:lnTo>
                <a:lnTo>
                  <a:pt x="5208587" y="955675"/>
                </a:lnTo>
                <a:lnTo>
                  <a:pt x="5208587" y="965200"/>
                </a:lnTo>
                <a:close/>
              </a:path>
              <a:path w="7066280" h="965200">
                <a:moveTo>
                  <a:pt x="5170487" y="965200"/>
                </a:moveTo>
                <a:lnTo>
                  <a:pt x="5094287" y="965200"/>
                </a:lnTo>
                <a:lnTo>
                  <a:pt x="5094287" y="955675"/>
                </a:lnTo>
                <a:lnTo>
                  <a:pt x="5170487" y="955675"/>
                </a:lnTo>
                <a:lnTo>
                  <a:pt x="5170487" y="965200"/>
                </a:lnTo>
                <a:close/>
              </a:path>
              <a:path w="7066280" h="965200">
                <a:moveTo>
                  <a:pt x="5065712" y="965200"/>
                </a:moveTo>
                <a:lnTo>
                  <a:pt x="5056187" y="965200"/>
                </a:lnTo>
                <a:lnTo>
                  <a:pt x="5056187" y="955675"/>
                </a:lnTo>
                <a:lnTo>
                  <a:pt x="5065712" y="955675"/>
                </a:lnTo>
                <a:lnTo>
                  <a:pt x="5065712" y="965200"/>
                </a:lnTo>
                <a:close/>
              </a:path>
              <a:path w="7066280" h="965200">
                <a:moveTo>
                  <a:pt x="5027612" y="965200"/>
                </a:moveTo>
                <a:lnTo>
                  <a:pt x="4951412" y="965200"/>
                </a:lnTo>
                <a:lnTo>
                  <a:pt x="4951412" y="955675"/>
                </a:lnTo>
                <a:lnTo>
                  <a:pt x="5027612" y="955675"/>
                </a:lnTo>
                <a:lnTo>
                  <a:pt x="5027612" y="965200"/>
                </a:lnTo>
                <a:close/>
              </a:path>
              <a:path w="7066280" h="965200">
                <a:moveTo>
                  <a:pt x="4922837" y="965200"/>
                </a:moveTo>
                <a:lnTo>
                  <a:pt x="4913312" y="965200"/>
                </a:lnTo>
                <a:lnTo>
                  <a:pt x="4913312" y="955675"/>
                </a:lnTo>
                <a:lnTo>
                  <a:pt x="4922837" y="955675"/>
                </a:lnTo>
                <a:lnTo>
                  <a:pt x="4922837" y="965200"/>
                </a:lnTo>
                <a:close/>
              </a:path>
              <a:path w="7066280" h="965200">
                <a:moveTo>
                  <a:pt x="4884737" y="965200"/>
                </a:moveTo>
                <a:lnTo>
                  <a:pt x="4808537" y="965200"/>
                </a:lnTo>
                <a:lnTo>
                  <a:pt x="4808537" y="955675"/>
                </a:lnTo>
                <a:lnTo>
                  <a:pt x="4884737" y="955675"/>
                </a:lnTo>
                <a:lnTo>
                  <a:pt x="4884737" y="965200"/>
                </a:lnTo>
                <a:close/>
              </a:path>
              <a:path w="7066280" h="965200">
                <a:moveTo>
                  <a:pt x="4779962" y="965200"/>
                </a:moveTo>
                <a:lnTo>
                  <a:pt x="4770437" y="965200"/>
                </a:lnTo>
                <a:lnTo>
                  <a:pt x="4770437" y="955675"/>
                </a:lnTo>
                <a:lnTo>
                  <a:pt x="4779962" y="955675"/>
                </a:lnTo>
                <a:lnTo>
                  <a:pt x="4779962" y="965200"/>
                </a:lnTo>
                <a:close/>
              </a:path>
              <a:path w="7066280" h="965200">
                <a:moveTo>
                  <a:pt x="4741862" y="965200"/>
                </a:moveTo>
                <a:lnTo>
                  <a:pt x="4665662" y="965200"/>
                </a:lnTo>
                <a:lnTo>
                  <a:pt x="4665662" y="955675"/>
                </a:lnTo>
                <a:lnTo>
                  <a:pt x="4741862" y="955675"/>
                </a:lnTo>
                <a:lnTo>
                  <a:pt x="4741862" y="965200"/>
                </a:lnTo>
                <a:close/>
              </a:path>
              <a:path w="7066280" h="965200">
                <a:moveTo>
                  <a:pt x="4637087" y="965200"/>
                </a:moveTo>
                <a:lnTo>
                  <a:pt x="4627562" y="965200"/>
                </a:lnTo>
                <a:lnTo>
                  <a:pt x="4627562" y="955675"/>
                </a:lnTo>
                <a:lnTo>
                  <a:pt x="4637087" y="955675"/>
                </a:lnTo>
                <a:lnTo>
                  <a:pt x="4637087" y="965200"/>
                </a:lnTo>
                <a:close/>
              </a:path>
              <a:path w="7066280" h="965200">
                <a:moveTo>
                  <a:pt x="4598987" y="965200"/>
                </a:moveTo>
                <a:lnTo>
                  <a:pt x="4522787" y="965200"/>
                </a:lnTo>
                <a:lnTo>
                  <a:pt x="4522787" y="955675"/>
                </a:lnTo>
                <a:lnTo>
                  <a:pt x="4598987" y="955675"/>
                </a:lnTo>
                <a:lnTo>
                  <a:pt x="4598987" y="965200"/>
                </a:lnTo>
                <a:close/>
              </a:path>
              <a:path w="7066280" h="965200">
                <a:moveTo>
                  <a:pt x="4494212" y="965200"/>
                </a:moveTo>
                <a:lnTo>
                  <a:pt x="4484687" y="965200"/>
                </a:lnTo>
                <a:lnTo>
                  <a:pt x="4484687" y="955675"/>
                </a:lnTo>
                <a:lnTo>
                  <a:pt x="4494212" y="955675"/>
                </a:lnTo>
                <a:lnTo>
                  <a:pt x="4494212" y="965200"/>
                </a:lnTo>
                <a:close/>
              </a:path>
              <a:path w="7066280" h="965200">
                <a:moveTo>
                  <a:pt x="4456112" y="965200"/>
                </a:moveTo>
                <a:lnTo>
                  <a:pt x="4379912" y="965200"/>
                </a:lnTo>
                <a:lnTo>
                  <a:pt x="4379912" y="955675"/>
                </a:lnTo>
                <a:lnTo>
                  <a:pt x="4456112" y="955675"/>
                </a:lnTo>
                <a:lnTo>
                  <a:pt x="4456112" y="965200"/>
                </a:lnTo>
                <a:close/>
              </a:path>
              <a:path w="7066280" h="965200">
                <a:moveTo>
                  <a:pt x="4351337" y="965200"/>
                </a:moveTo>
                <a:lnTo>
                  <a:pt x="4341812" y="965200"/>
                </a:lnTo>
                <a:lnTo>
                  <a:pt x="4341812" y="955675"/>
                </a:lnTo>
                <a:lnTo>
                  <a:pt x="4351337" y="955675"/>
                </a:lnTo>
                <a:lnTo>
                  <a:pt x="4351337" y="965200"/>
                </a:lnTo>
                <a:close/>
              </a:path>
              <a:path w="7066280" h="965200">
                <a:moveTo>
                  <a:pt x="4313237" y="965200"/>
                </a:moveTo>
                <a:lnTo>
                  <a:pt x="4237037" y="965200"/>
                </a:lnTo>
                <a:lnTo>
                  <a:pt x="4237037" y="955675"/>
                </a:lnTo>
                <a:lnTo>
                  <a:pt x="4313237" y="955675"/>
                </a:lnTo>
                <a:lnTo>
                  <a:pt x="4313237" y="965200"/>
                </a:lnTo>
                <a:close/>
              </a:path>
              <a:path w="7066280" h="965200">
                <a:moveTo>
                  <a:pt x="4208462" y="965200"/>
                </a:moveTo>
                <a:lnTo>
                  <a:pt x="4198937" y="965200"/>
                </a:lnTo>
                <a:lnTo>
                  <a:pt x="4198937" y="955675"/>
                </a:lnTo>
                <a:lnTo>
                  <a:pt x="4208462" y="955675"/>
                </a:lnTo>
                <a:lnTo>
                  <a:pt x="4208462" y="965200"/>
                </a:lnTo>
                <a:close/>
              </a:path>
              <a:path w="7066280" h="965200">
                <a:moveTo>
                  <a:pt x="4170362" y="965200"/>
                </a:moveTo>
                <a:lnTo>
                  <a:pt x="4094162" y="965200"/>
                </a:lnTo>
                <a:lnTo>
                  <a:pt x="4094162" y="955675"/>
                </a:lnTo>
                <a:lnTo>
                  <a:pt x="4170362" y="955675"/>
                </a:lnTo>
                <a:lnTo>
                  <a:pt x="4170362" y="965200"/>
                </a:lnTo>
                <a:close/>
              </a:path>
              <a:path w="7066280" h="965200">
                <a:moveTo>
                  <a:pt x="4065587" y="965200"/>
                </a:moveTo>
                <a:lnTo>
                  <a:pt x="4056062" y="965200"/>
                </a:lnTo>
                <a:lnTo>
                  <a:pt x="4056062" y="955675"/>
                </a:lnTo>
                <a:lnTo>
                  <a:pt x="4065587" y="955675"/>
                </a:lnTo>
                <a:lnTo>
                  <a:pt x="4065587" y="965200"/>
                </a:lnTo>
                <a:close/>
              </a:path>
              <a:path w="7066280" h="965200">
                <a:moveTo>
                  <a:pt x="4027487" y="965200"/>
                </a:moveTo>
                <a:lnTo>
                  <a:pt x="3951287" y="965200"/>
                </a:lnTo>
                <a:lnTo>
                  <a:pt x="3951287" y="955675"/>
                </a:lnTo>
                <a:lnTo>
                  <a:pt x="4027487" y="955675"/>
                </a:lnTo>
                <a:lnTo>
                  <a:pt x="4027487" y="965200"/>
                </a:lnTo>
                <a:close/>
              </a:path>
              <a:path w="7066280" h="965200">
                <a:moveTo>
                  <a:pt x="3922712" y="965200"/>
                </a:moveTo>
                <a:lnTo>
                  <a:pt x="3913187" y="965200"/>
                </a:lnTo>
                <a:lnTo>
                  <a:pt x="3913187" y="955675"/>
                </a:lnTo>
                <a:lnTo>
                  <a:pt x="3922712" y="955675"/>
                </a:lnTo>
                <a:lnTo>
                  <a:pt x="3922712" y="965200"/>
                </a:lnTo>
                <a:close/>
              </a:path>
              <a:path w="7066280" h="965200">
                <a:moveTo>
                  <a:pt x="3884612" y="965200"/>
                </a:moveTo>
                <a:lnTo>
                  <a:pt x="3808412" y="965200"/>
                </a:lnTo>
                <a:lnTo>
                  <a:pt x="3808412" y="955675"/>
                </a:lnTo>
                <a:lnTo>
                  <a:pt x="3884612" y="955675"/>
                </a:lnTo>
                <a:lnTo>
                  <a:pt x="3884612" y="965200"/>
                </a:lnTo>
                <a:close/>
              </a:path>
              <a:path w="7066280" h="965200">
                <a:moveTo>
                  <a:pt x="3779837" y="965200"/>
                </a:moveTo>
                <a:lnTo>
                  <a:pt x="3770312" y="965200"/>
                </a:lnTo>
                <a:lnTo>
                  <a:pt x="3770312" y="955675"/>
                </a:lnTo>
                <a:lnTo>
                  <a:pt x="3779837" y="955675"/>
                </a:lnTo>
                <a:lnTo>
                  <a:pt x="3779837" y="965200"/>
                </a:lnTo>
                <a:close/>
              </a:path>
              <a:path w="7066280" h="965200">
                <a:moveTo>
                  <a:pt x="3741737" y="965200"/>
                </a:moveTo>
                <a:lnTo>
                  <a:pt x="3665537" y="965200"/>
                </a:lnTo>
                <a:lnTo>
                  <a:pt x="3665537" y="955675"/>
                </a:lnTo>
                <a:lnTo>
                  <a:pt x="3741737" y="955675"/>
                </a:lnTo>
                <a:lnTo>
                  <a:pt x="3741737" y="965200"/>
                </a:lnTo>
                <a:close/>
              </a:path>
              <a:path w="7066280" h="965200">
                <a:moveTo>
                  <a:pt x="3636962" y="965200"/>
                </a:moveTo>
                <a:lnTo>
                  <a:pt x="3627437" y="965200"/>
                </a:lnTo>
                <a:lnTo>
                  <a:pt x="3627437" y="955675"/>
                </a:lnTo>
                <a:lnTo>
                  <a:pt x="3636962" y="955675"/>
                </a:lnTo>
                <a:lnTo>
                  <a:pt x="3636962" y="965200"/>
                </a:lnTo>
                <a:close/>
              </a:path>
              <a:path w="7066280" h="965200">
                <a:moveTo>
                  <a:pt x="3598862" y="965200"/>
                </a:moveTo>
                <a:lnTo>
                  <a:pt x="3522662" y="965200"/>
                </a:lnTo>
                <a:lnTo>
                  <a:pt x="3522662" y="955675"/>
                </a:lnTo>
                <a:lnTo>
                  <a:pt x="3598862" y="955675"/>
                </a:lnTo>
                <a:lnTo>
                  <a:pt x="3598862" y="965200"/>
                </a:lnTo>
                <a:close/>
              </a:path>
              <a:path w="7066280" h="965200">
                <a:moveTo>
                  <a:pt x="3494087" y="965200"/>
                </a:moveTo>
                <a:lnTo>
                  <a:pt x="3484562" y="965200"/>
                </a:lnTo>
                <a:lnTo>
                  <a:pt x="3484562" y="955675"/>
                </a:lnTo>
                <a:lnTo>
                  <a:pt x="3494087" y="955675"/>
                </a:lnTo>
                <a:lnTo>
                  <a:pt x="3494087" y="965200"/>
                </a:lnTo>
                <a:close/>
              </a:path>
              <a:path w="7066280" h="965200">
                <a:moveTo>
                  <a:pt x="3455987" y="965200"/>
                </a:moveTo>
                <a:lnTo>
                  <a:pt x="3379787" y="965200"/>
                </a:lnTo>
                <a:lnTo>
                  <a:pt x="3379787" y="955675"/>
                </a:lnTo>
                <a:lnTo>
                  <a:pt x="3455987" y="955675"/>
                </a:lnTo>
                <a:lnTo>
                  <a:pt x="3455987" y="965200"/>
                </a:lnTo>
                <a:close/>
              </a:path>
              <a:path w="7066280" h="965200">
                <a:moveTo>
                  <a:pt x="3351212" y="965200"/>
                </a:moveTo>
                <a:lnTo>
                  <a:pt x="3341687" y="965200"/>
                </a:lnTo>
                <a:lnTo>
                  <a:pt x="3341687" y="955675"/>
                </a:lnTo>
                <a:lnTo>
                  <a:pt x="3351212" y="955675"/>
                </a:lnTo>
                <a:lnTo>
                  <a:pt x="3351212" y="965200"/>
                </a:lnTo>
                <a:close/>
              </a:path>
              <a:path w="7066280" h="965200">
                <a:moveTo>
                  <a:pt x="3313112" y="965200"/>
                </a:moveTo>
                <a:lnTo>
                  <a:pt x="3236912" y="965200"/>
                </a:lnTo>
                <a:lnTo>
                  <a:pt x="3236912" y="955675"/>
                </a:lnTo>
                <a:lnTo>
                  <a:pt x="3313112" y="955675"/>
                </a:lnTo>
                <a:lnTo>
                  <a:pt x="3313112" y="965200"/>
                </a:lnTo>
                <a:close/>
              </a:path>
              <a:path w="7066280" h="965200">
                <a:moveTo>
                  <a:pt x="3208337" y="965200"/>
                </a:moveTo>
                <a:lnTo>
                  <a:pt x="3198812" y="965200"/>
                </a:lnTo>
                <a:lnTo>
                  <a:pt x="3198812" y="955675"/>
                </a:lnTo>
                <a:lnTo>
                  <a:pt x="3208337" y="955675"/>
                </a:lnTo>
                <a:lnTo>
                  <a:pt x="3208337" y="965200"/>
                </a:lnTo>
                <a:close/>
              </a:path>
              <a:path w="7066280" h="965200">
                <a:moveTo>
                  <a:pt x="3170237" y="965200"/>
                </a:moveTo>
                <a:lnTo>
                  <a:pt x="3094037" y="965200"/>
                </a:lnTo>
                <a:lnTo>
                  <a:pt x="3094037" y="955675"/>
                </a:lnTo>
                <a:lnTo>
                  <a:pt x="3170237" y="955675"/>
                </a:lnTo>
                <a:lnTo>
                  <a:pt x="3170237" y="965200"/>
                </a:lnTo>
                <a:close/>
              </a:path>
              <a:path w="7066280" h="965200">
                <a:moveTo>
                  <a:pt x="3065462" y="965200"/>
                </a:moveTo>
                <a:lnTo>
                  <a:pt x="3055937" y="965200"/>
                </a:lnTo>
                <a:lnTo>
                  <a:pt x="3055937" y="955675"/>
                </a:lnTo>
                <a:lnTo>
                  <a:pt x="3065462" y="955675"/>
                </a:lnTo>
                <a:lnTo>
                  <a:pt x="3065462" y="965200"/>
                </a:lnTo>
                <a:close/>
              </a:path>
              <a:path w="7066280" h="965200">
                <a:moveTo>
                  <a:pt x="3027362" y="965200"/>
                </a:moveTo>
                <a:lnTo>
                  <a:pt x="2951162" y="965200"/>
                </a:lnTo>
                <a:lnTo>
                  <a:pt x="2951162" y="955675"/>
                </a:lnTo>
                <a:lnTo>
                  <a:pt x="3027362" y="955675"/>
                </a:lnTo>
                <a:lnTo>
                  <a:pt x="3027362" y="965200"/>
                </a:lnTo>
                <a:close/>
              </a:path>
              <a:path w="7066280" h="965200">
                <a:moveTo>
                  <a:pt x="2922587" y="965200"/>
                </a:moveTo>
                <a:lnTo>
                  <a:pt x="2913062" y="965200"/>
                </a:lnTo>
                <a:lnTo>
                  <a:pt x="2913062" y="955675"/>
                </a:lnTo>
                <a:lnTo>
                  <a:pt x="2922587" y="955675"/>
                </a:lnTo>
                <a:lnTo>
                  <a:pt x="2922587" y="965200"/>
                </a:lnTo>
                <a:close/>
              </a:path>
              <a:path w="7066280" h="965200">
                <a:moveTo>
                  <a:pt x="2884487" y="965200"/>
                </a:moveTo>
                <a:lnTo>
                  <a:pt x="2808287" y="965200"/>
                </a:lnTo>
                <a:lnTo>
                  <a:pt x="2808287" y="955675"/>
                </a:lnTo>
                <a:lnTo>
                  <a:pt x="2884487" y="955675"/>
                </a:lnTo>
                <a:lnTo>
                  <a:pt x="2884487" y="965200"/>
                </a:lnTo>
                <a:close/>
              </a:path>
              <a:path w="7066280" h="965200">
                <a:moveTo>
                  <a:pt x="2779712" y="965200"/>
                </a:moveTo>
                <a:lnTo>
                  <a:pt x="2770187" y="965200"/>
                </a:lnTo>
                <a:lnTo>
                  <a:pt x="2770187" y="955675"/>
                </a:lnTo>
                <a:lnTo>
                  <a:pt x="2779712" y="955675"/>
                </a:lnTo>
                <a:lnTo>
                  <a:pt x="2779712" y="965200"/>
                </a:lnTo>
                <a:close/>
              </a:path>
              <a:path w="7066280" h="965200">
                <a:moveTo>
                  <a:pt x="2741612" y="965200"/>
                </a:moveTo>
                <a:lnTo>
                  <a:pt x="2665412" y="965200"/>
                </a:lnTo>
                <a:lnTo>
                  <a:pt x="2665412" y="955675"/>
                </a:lnTo>
                <a:lnTo>
                  <a:pt x="2741612" y="955675"/>
                </a:lnTo>
                <a:lnTo>
                  <a:pt x="2741612" y="965200"/>
                </a:lnTo>
                <a:close/>
              </a:path>
              <a:path w="7066280" h="965200">
                <a:moveTo>
                  <a:pt x="2636837" y="965200"/>
                </a:moveTo>
                <a:lnTo>
                  <a:pt x="2627312" y="965200"/>
                </a:lnTo>
                <a:lnTo>
                  <a:pt x="2627312" y="955675"/>
                </a:lnTo>
                <a:lnTo>
                  <a:pt x="2636837" y="955675"/>
                </a:lnTo>
                <a:lnTo>
                  <a:pt x="2636837" y="965200"/>
                </a:lnTo>
                <a:close/>
              </a:path>
              <a:path w="7066280" h="965200">
                <a:moveTo>
                  <a:pt x="2598737" y="965200"/>
                </a:moveTo>
                <a:lnTo>
                  <a:pt x="2522537" y="965200"/>
                </a:lnTo>
                <a:lnTo>
                  <a:pt x="2522537" y="955675"/>
                </a:lnTo>
                <a:lnTo>
                  <a:pt x="2598737" y="955675"/>
                </a:lnTo>
                <a:lnTo>
                  <a:pt x="2598737" y="965200"/>
                </a:lnTo>
                <a:close/>
              </a:path>
              <a:path w="7066280" h="965200">
                <a:moveTo>
                  <a:pt x="2493962" y="965200"/>
                </a:moveTo>
                <a:lnTo>
                  <a:pt x="2484437" y="965200"/>
                </a:lnTo>
                <a:lnTo>
                  <a:pt x="2484437" y="955675"/>
                </a:lnTo>
                <a:lnTo>
                  <a:pt x="2493962" y="955675"/>
                </a:lnTo>
                <a:lnTo>
                  <a:pt x="2493962" y="965200"/>
                </a:lnTo>
                <a:close/>
              </a:path>
              <a:path w="7066280" h="965200">
                <a:moveTo>
                  <a:pt x="2455862" y="965200"/>
                </a:moveTo>
                <a:lnTo>
                  <a:pt x="2379662" y="965200"/>
                </a:lnTo>
                <a:lnTo>
                  <a:pt x="2379662" y="955675"/>
                </a:lnTo>
                <a:lnTo>
                  <a:pt x="2455862" y="955675"/>
                </a:lnTo>
                <a:lnTo>
                  <a:pt x="2455862" y="965200"/>
                </a:lnTo>
                <a:close/>
              </a:path>
              <a:path w="7066280" h="965200">
                <a:moveTo>
                  <a:pt x="2351087" y="965200"/>
                </a:moveTo>
                <a:lnTo>
                  <a:pt x="2341562" y="965200"/>
                </a:lnTo>
                <a:lnTo>
                  <a:pt x="2341562" y="955675"/>
                </a:lnTo>
                <a:lnTo>
                  <a:pt x="2351087" y="955675"/>
                </a:lnTo>
                <a:lnTo>
                  <a:pt x="2351087" y="965200"/>
                </a:lnTo>
                <a:close/>
              </a:path>
              <a:path w="7066280" h="965200">
                <a:moveTo>
                  <a:pt x="2312987" y="965200"/>
                </a:moveTo>
                <a:lnTo>
                  <a:pt x="2236787" y="965200"/>
                </a:lnTo>
                <a:lnTo>
                  <a:pt x="2236787" y="955675"/>
                </a:lnTo>
                <a:lnTo>
                  <a:pt x="2312987" y="955675"/>
                </a:lnTo>
                <a:lnTo>
                  <a:pt x="2312987" y="965200"/>
                </a:lnTo>
                <a:close/>
              </a:path>
              <a:path w="7066280" h="965200">
                <a:moveTo>
                  <a:pt x="2208212" y="965200"/>
                </a:moveTo>
                <a:lnTo>
                  <a:pt x="2198687" y="965200"/>
                </a:lnTo>
                <a:lnTo>
                  <a:pt x="2198687" y="955675"/>
                </a:lnTo>
                <a:lnTo>
                  <a:pt x="2208212" y="955675"/>
                </a:lnTo>
                <a:lnTo>
                  <a:pt x="2208212" y="965200"/>
                </a:lnTo>
                <a:close/>
              </a:path>
              <a:path w="7066280" h="965200">
                <a:moveTo>
                  <a:pt x="2170112" y="965200"/>
                </a:moveTo>
                <a:lnTo>
                  <a:pt x="2093912" y="965200"/>
                </a:lnTo>
                <a:lnTo>
                  <a:pt x="2093912" y="955675"/>
                </a:lnTo>
                <a:lnTo>
                  <a:pt x="2170112" y="955675"/>
                </a:lnTo>
                <a:lnTo>
                  <a:pt x="2170112" y="965200"/>
                </a:lnTo>
                <a:close/>
              </a:path>
              <a:path w="7066280" h="965200">
                <a:moveTo>
                  <a:pt x="2065337" y="965200"/>
                </a:moveTo>
                <a:lnTo>
                  <a:pt x="2055812" y="965200"/>
                </a:lnTo>
                <a:lnTo>
                  <a:pt x="2055812" y="955675"/>
                </a:lnTo>
                <a:lnTo>
                  <a:pt x="2065337" y="955675"/>
                </a:lnTo>
                <a:lnTo>
                  <a:pt x="2065337" y="965200"/>
                </a:lnTo>
                <a:close/>
              </a:path>
              <a:path w="7066280" h="965200">
                <a:moveTo>
                  <a:pt x="2027237" y="965200"/>
                </a:moveTo>
                <a:lnTo>
                  <a:pt x="1951037" y="965200"/>
                </a:lnTo>
                <a:lnTo>
                  <a:pt x="1951037" y="955675"/>
                </a:lnTo>
                <a:lnTo>
                  <a:pt x="2027237" y="955675"/>
                </a:lnTo>
                <a:lnTo>
                  <a:pt x="2027237" y="965200"/>
                </a:lnTo>
                <a:close/>
              </a:path>
              <a:path w="7066280" h="965200">
                <a:moveTo>
                  <a:pt x="1922462" y="965200"/>
                </a:moveTo>
                <a:lnTo>
                  <a:pt x="1912937" y="965200"/>
                </a:lnTo>
                <a:lnTo>
                  <a:pt x="1912937" y="955675"/>
                </a:lnTo>
                <a:lnTo>
                  <a:pt x="1922462" y="955675"/>
                </a:lnTo>
                <a:lnTo>
                  <a:pt x="1922462" y="965200"/>
                </a:lnTo>
                <a:close/>
              </a:path>
              <a:path w="7066280" h="965200">
                <a:moveTo>
                  <a:pt x="1884362" y="965200"/>
                </a:moveTo>
                <a:lnTo>
                  <a:pt x="1808162" y="965200"/>
                </a:lnTo>
                <a:lnTo>
                  <a:pt x="1808162" y="955675"/>
                </a:lnTo>
                <a:lnTo>
                  <a:pt x="1884362" y="955675"/>
                </a:lnTo>
                <a:lnTo>
                  <a:pt x="1884362" y="965200"/>
                </a:lnTo>
                <a:close/>
              </a:path>
              <a:path w="7066280" h="965200">
                <a:moveTo>
                  <a:pt x="1779587" y="965200"/>
                </a:moveTo>
                <a:lnTo>
                  <a:pt x="1770062" y="965200"/>
                </a:lnTo>
                <a:lnTo>
                  <a:pt x="1770062" y="955675"/>
                </a:lnTo>
                <a:lnTo>
                  <a:pt x="1779587" y="955675"/>
                </a:lnTo>
                <a:lnTo>
                  <a:pt x="1779587" y="965200"/>
                </a:lnTo>
                <a:close/>
              </a:path>
              <a:path w="7066280" h="965200">
                <a:moveTo>
                  <a:pt x="1741487" y="965200"/>
                </a:moveTo>
                <a:lnTo>
                  <a:pt x="1665287" y="965200"/>
                </a:lnTo>
                <a:lnTo>
                  <a:pt x="1665287" y="955675"/>
                </a:lnTo>
                <a:lnTo>
                  <a:pt x="1741487" y="955675"/>
                </a:lnTo>
                <a:lnTo>
                  <a:pt x="1741487" y="965200"/>
                </a:lnTo>
                <a:close/>
              </a:path>
              <a:path w="7066280" h="965200">
                <a:moveTo>
                  <a:pt x="1636712" y="965200"/>
                </a:moveTo>
                <a:lnTo>
                  <a:pt x="1627187" y="965200"/>
                </a:lnTo>
                <a:lnTo>
                  <a:pt x="1627187" y="955675"/>
                </a:lnTo>
                <a:lnTo>
                  <a:pt x="1636712" y="955675"/>
                </a:lnTo>
                <a:lnTo>
                  <a:pt x="1636712" y="965200"/>
                </a:lnTo>
                <a:close/>
              </a:path>
              <a:path w="7066280" h="965200">
                <a:moveTo>
                  <a:pt x="1598612" y="965200"/>
                </a:moveTo>
                <a:lnTo>
                  <a:pt x="1522412" y="965200"/>
                </a:lnTo>
                <a:lnTo>
                  <a:pt x="1522412" y="955675"/>
                </a:lnTo>
                <a:lnTo>
                  <a:pt x="1598612" y="955675"/>
                </a:lnTo>
                <a:lnTo>
                  <a:pt x="1598612" y="965200"/>
                </a:lnTo>
                <a:close/>
              </a:path>
              <a:path w="7066280" h="965200">
                <a:moveTo>
                  <a:pt x="1493837" y="965200"/>
                </a:moveTo>
                <a:lnTo>
                  <a:pt x="1484312" y="965200"/>
                </a:lnTo>
                <a:lnTo>
                  <a:pt x="1484312" y="955675"/>
                </a:lnTo>
                <a:lnTo>
                  <a:pt x="1493837" y="955675"/>
                </a:lnTo>
                <a:lnTo>
                  <a:pt x="1493837" y="965200"/>
                </a:lnTo>
                <a:close/>
              </a:path>
              <a:path w="7066280" h="965200">
                <a:moveTo>
                  <a:pt x="1455737" y="965200"/>
                </a:moveTo>
                <a:lnTo>
                  <a:pt x="1379537" y="965200"/>
                </a:lnTo>
                <a:lnTo>
                  <a:pt x="1379537" y="955675"/>
                </a:lnTo>
                <a:lnTo>
                  <a:pt x="1455737" y="955675"/>
                </a:lnTo>
                <a:lnTo>
                  <a:pt x="1455737" y="965200"/>
                </a:lnTo>
                <a:close/>
              </a:path>
              <a:path w="7066280" h="965200">
                <a:moveTo>
                  <a:pt x="1350962" y="965200"/>
                </a:moveTo>
                <a:lnTo>
                  <a:pt x="1341437" y="965200"/>
                </a:lnTo>
                <a:lnTo>
                  <a:pt x="1341437" y="955675"/>
                </a:lnTo>
                <a:lnTo>
                  <a:pt x="1350962" y="955675"/>
                </a:lnTo>
                <a:lnTo>
                  <a:pt x="1350962" y="965200"/>
                </a:lnTo>
                <a:close/>
              </a:path>
              <a:path w="7066280" h="965200">
                <a:moveTo>
                  <a:pt x="1312862" y="965200"/>
                </a:moveTo>
                <a:lnTo>
                  <a:pt x="1236662" y="965200"/>
                </a:lnTo>
                <a:lnTo>
                  <a:pt x="1236662" y="955675"/>
                </a:lnTo>
                <a:lnTo>
                  <a:pt x="1312862" y="955675"/>
                </a:lnTo>
                <a:lnTo>
                  <a:pt x="1312862" y="965200"/>
                </a:lnTo>
                <a:close/>
              </a:path>
              <a:path w="7066280" h="965200">
                <a:moveTo>
                  <a:pt x="1208087" y="965200"/>
                </a:moveTo>
                <a:lnTo>
                  <a:pt x="1198562" y="965200"/>
                </a:lnTo>
                <a:lnTo>
                  <a:pt x="1198562" y="955675"/>
                </a:lnTo>
                <a:lnTo>
                  <a:pt x="1208087" y="955675"/>
                </a:lnTo>
                <a:lnTo>
                  <a:pt x="1208087" y="965200"/>
                </a:lnTo>
                <a:close/>
              </a:path>
              <a:path w="7066280" h="965200">
                <a:moveTo>
                  <a:pt x="1169987" y="965200"/>
                </a:moveTo>
                <a:lnTo>
                  <a:pt x="1093787" y="965200"/>
                </a:lnTo>
                <a:lnTo>
                  <a:pt x="1093787" y="955675"/>
                </a:lnTo>
                <a:lnTo>
                  <a:pt x="1169987" y="955675"/>
                </a:lnTo>
                <a:lnTo>
                  <a:pt x="1169987" y="965200"/>
                </a:lnTo>
                <a:close/>
              </a:path>
              <a:path w="7066280" h="965200">
                <a:moveTo>
                  <a:pt x="1065212" y="965200"/>
                </a:moveTo>
                <a:lnTo>
                  <a:pt x="1055687" y="965200"/>
                </a:lnTo>
                <a:lnTo>
                  <a:pt x="1055687" y="955675"/>
                </a:lnTo>
                <a:lnTo>
                  <a:pt x="1065212" y="955675"/>
                </a:lnTo>
                <a:lnTo>
                  <a:pt x="1065212" y="965200"/>
                </a:lnTo>
                <a:close/>
              </a:path>
              <a:path w="7066280" h="965200">
                <a:moveTo>
                  <a:pt x="1027112" y="965200"/>
                </a:moveTo>
                <a:lnTo>
                  <a:pt x="950912" y="965200"/>
                </a:lnTo>
                <a:lnTo>
                  <a:pt x="950912" y="955675"/>
                </a:lnTo>
                <a:lnTo>
                  <a:pt x="1027112" y="955675"/>
                </a:lnTo>
                <a:lnTo>
                  <a:pt x="1027112" y="965200"/>
                </a:lnTo>
                <a:close/>
              </a:path>
              <a:path w="7066280" h="965200">
                <a:moveTo>
                  <a:pt x="922337" y="965200"/>
                </a:moveTo>
                <a:lnTo>
                  <a:pt x="912812" y="965200"/>
                </a:lnTo>
                <a:lnTo>
                  <a:pt x="912812" y="955675"/>
                </a:lnTo>
                <a:lnTo>
                  <a:pt x="922337" y="955675"/>
                </a:lnTo>
                <a:lnTo>
                  <a:pt x="922337" y="965200"/>
                </a:lnTo>
                <a:close/>
              </a:path>
              <a:path w="7066280" h="965200">
                <a:moveTo>
                  <a:pt x="884237" y="965200"/>
                </a:moveTo>
                <a:lnTo>
                  <a:pt x="808037" y="965200"/>
                </a:lnTo>
                <a:lnTo>
                  <a:pt x="808037" y="955675"/>
                </a:lnTo>
                <a:lnTo>
                  <a:pt x="884237" y="955675"/>
                </a:lnTo>
                <a:lnTo>
                  <a:pt x="884237" y="965200"/>
                </a:lnTo>
                <a:close/>
              </a:path>
              <a:path w="7066280" h="965200">
                <a:moveTo>
                  <a:pt x="779462" y="965200"/>
                </a:moveTo>
                <a:lnTo>
                  <a:pt x="769937" y="965200"/>
                </a:lnTo>
                <a:lnTo>
                  <a:pt x="769937" y="955675"/>
                </a:lnTo>
                <a:lnTo>
                  <a:pt x="779462" y="955675"/>
                </a:lnTo>
                <a:lnTo>
                  <a:pt x="779462" y="965200"/>
                </a:lnTo>
                <a:close/>
              </a:path>
              <a:path w="7066280" h="965200">
                <a:moveTo>
                  <a:pt x="741362" y="965200"/>
                </a:moveTo>
                <a:lnTo>
                  <a:pt x="665162" y="965200"/>
                </a:lnTo>
                <a:lnTo>
                  <a:pt x="665162" y="955675"/>
                </a:lnTo>
                <a:lnTo>
                  <a:pt x="741362" y="955675"/>
                </a:lnTo>
                <a:lnTo>
                  <a:pt x="741362" y="965200"/>
                </a:lnTo>
                <a:close/>
              </a:path>
              <a:path w="7066280" h="965200">
                <a:moveTo>
                  <a:pt x="636587" y="965200"/>
                </a:moveTo>
                <a:lnTo>
                  <a:pt x="627062" y="965200"/>
                </a:lnTo>
                <a:lnTo>
                  <a:pt x="627062" y="955675"/>
                </a:lnTo>
                <a:lnTo>
                  <a:pt x="636587" y="955675"/>
                </a:lnTo>
                <a:lnTo>
                  <a:pt x="636587" y="965200"/>
                </a:lnTo>
                <a:close/>
              </a:path>
              <a:path w="7066280" h="965200">
                <a:moveTo>
                  <a:pt x="598487" y="965200"/>
                </a:moveTo>
                <a:lnTo>
                  <a:pt x="522287" y="965200"/>
                </a:lnTo>
                <a:lnTo>
                  <a:pt x="522287" y="955675"/>
                </a:lnTo>
                <a:lnTo>
                  <a:pt x="598487" y="955675"/>
                </a:lnTo>
                <a:lnTo>
                  <a:pt x="598487" y="965200"/>
                </a:lnTo>
                <a:close/>
              </a:path>
              <a:path w="7066280" h="965200">
                <a:moveTo>
                  <a:pt x="493712" y="965200"/>
                </a:moveTo>
                <a:lnTo>
                  <a:pt x="484187" y="965200"/>
                </a:lnTo>
                <a:lnTo>
                  <a:pt x="484187" y="955675"/>
                </a:lnTo>
                <a:lnTo>
                  <a:pt x="493712" y="955675"/>
                </a:lnTo>
                <a:lnTo>
                  <a:pt x="493712" y="965200"/>
                </a:lnTo>
                <a:close/>
              </a:path>
              <a:path w="7066280" h="965200">
                <a:moveTo>
                  <a:pt x="455612" y="965200"/>
                </a:moveTo>
                <a:lnTo>
                  <a:pt x="379412" y="965200"/>
                </a:lnTo>
                <a:lnTo>
                  <a:pt x="379412" y="955675"/>
                </a:lnTo>
                <a:lnTo>
                  <a:pt x="455612" y="955675"/>
                </a:lnTo>
                <a:lnTo>
                  <a:pt x="455612" y="965200"/>
                </a:lnTo>
                <a:close/>
              </a:path>
              <a:path w="7066280" h="965200">
                <a:moveTo>
                  <a:pt x="350837" y="965200"/>
                </a:moveTo>
                <a:lnTo>
                  <a:pt x="341312" y="965200"/>
                </a:lnTo>
                <a:lnTo>
                  <a:pt x="341312" y="955675"/>
                </a:lnTo>
                <a:lnTo>
                  <a:pt x="350837" y="955675"/>
                </a:lnTo>
                <a:lnTo>
                  <a:pt x="350837" y="965200"/>
                </a:lnTo>
                <a:close/>
              </a:path>
              <a:path w="7066280" h="965200">
                <a:moveTo>
                  <a:pt x="312737" y="965200"/>
                </a:moveTo>
                <a:lnTo>
                  <a:pt x="236537" y="965200"/>
                </a:lnTo>
                <a:lnTo>
                  <a:pt x="236537" y="955675"/>
                </a:lnTo>
                <a:lnTo>
                  <a:pt x="312737" y="955675"/>
                </a:lnTo>
                <a:lnTo>
                  <a:pt x="312737" y="965200"/>
                </a:lnTo>
                <a:close/>
              </a:path>
              <a:path w="7066280" h="965200">
                <a:moveTo>
                  <a:pt x="207962" y="965200"/>
                </a:moveTo>
                <a:lnTo>
                  <a:pt x="198437" y="965200"/>
                </a:lnTo>
                <a:lnTo>
                  <a:pt x="198437" y="955675"/>
                </a:lnTo>
                <a:lnTo>
                  <a:pt x="207962" y="955675"/>
                </a:lnTo>
                <a:lnTo>
                  <a:pt x="207962" y="965200"/>
                </a:lnTo>
                <a:close/>
              </a:path>
              <a:path w="7066280" h="965200">
                <a:moveTo>
                  <a:pt x="169862" y="965200"/>
                </a:moveTo>
                <a:lnTo>
                  <a:pt x="93662" y="965200"/>
                </a:lnTo>
                <a:lnTo>
                  <a:pt x="93662" y="955675"/>
                </a:lnTo>
                <a:lnTo>
                  <a:pt x="169862" y="955675"/>
                </a:lnTo>
                <a:lnTo>
                  <a:pt x="169862" y="965200"/>
                </a:lnTo>
                <a:close/>
              </a:path>
              <a:path w="7066280" h="965200">
                <a:moveTo>
                  <a:pt x="65087" y="965200"/>
                </a:moveTo>
                <a:lnTo>
                  <a:pt x="55562" y="965200"/>
                </a:lnTo>
                <a:lnTo>
                  <a:pt x="55562" y="955675"/>
                </a:lnTo>
                <a:lnTo>
                  <a:pt x="65087" y="955675"/>
                </a:lnTo>
                <a:lnTo>
                  <a:pt x="65087" y="965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21829" y="4054309"/>
            <a:ext cx="7066280" cy="1819275"/>
          </a:xfrm>
          <a:custGeom>
            <a:avLst/>
            <a:gdLst/>
            <a:ahLst/>
            <a:cxnLst/>
            <a:rect l="l" t="t" r="r" b="b"/>
            <a:pathLst>
              <a:path w="7066280" h="1819275">
                <a:moveTo>
                  <a:pt x="4762" y="1814512"/>
                </a:moveTo>
                <a:lnTo>
                  <a:pt x="0" y="1814512"/>
                </a:lnTo>
                <a:lnTo>
                  <a:pt x="0" y="1776412"/>
                </a:lnTo>
                <a:lnTo>
                  <a:pt x="9525" y="1776412"/>
                </a:lnTo>
                <a:lnTo>
                  <a:pt x="9525" y="1809750"/>
                </a:lnTo>
                <a:lnTo>
                  <a:pt x="4762" y="1809750"/>
                </a:lnTo>
                <a:lnTo>
                  <a:pt x="4762" y="1814512"/>
                </a:lnTo>
                <a:close/>
              </a:path>
              <a:path w="7066280" h="1819275">
                <a:moveTo>
                  <a:pt x="30162" y="1819275"/>
                </a:moveTo>
                <a:lnTo>
                  <a:pt x="4762" y="1819275"/>
                </a:lnTo>
                <a:lnTo>
                  <a:pt x="4762" y="1809750"/>
                </a:lnTo>
                <a:lnTo>
                  <a:pt x="9525" y="1809750"/>
                </a:lnTo>
                <a:lnTo>
                  <a:pt x="9525" y="1814512"/>
                </a:lnTo>
                <a:lnTo>
                  <a:pt x="30162" y="1814512"/>
                </a:lnTo>
                <a:lnTo>
                  <a:pt x="30162" y="1819275"/>
                </a:lnTo>
                <a:close/>
              </a:path>
              <a:path w="7066280" h="1819275">
                <a:moveTo>
                  <a:pt x="30162" y="1814512"/>
                </a:moveTo>
                <a:lnTo>
                  <a:pt x="9525" y="1814512"/>
                </a:lnTo>
                <a:lnTo>
                  <a:pt x="9525" y="1809750"/>
                </a:lnTo>
                <a:lnTo>
                  <a:pt x="30162" y="1809750"/>
                </a:lnTo>
                <a:lnTo>
                  <a:pt x="30162" y="1814512"/>
                </a:lnTo>
                <a:close/>
              </a:path>
              <a:path w="7066280" h="1819275">
                <a:moveTo>
                  <a:pt x="9525" y="1747837"/>
                </a:moveTo>
                <a:lnTo>
                  <a:pt x="0" y="1747837"/>
                </a:lnTo>
                <a:lnTo>
                  <a:pt x="0" y="1738312"/>
                </a:lnTo>
                <a:lnTo>
                  <a:pt x="9525" y="1738312"/>
                </a:lnTo>
                <a:lnTo>
                  <a:pt x="9525" y="1747837"/>
                </a:lnTo>
                <a:close/>
              </a:path>
              <a:path w="7066280" h="1819275">
                <a:moveTo>
                  <a:pt x="9525" y="1709737"/>
                </a:moveTo>
                <a:lnTo>
                  <a:pt x="0" y="1709737"/>
                </a:lnTo>
                <a:lnTo>
                  <a:pt x="0" y="1671637"/>
                </a:lnTo>
                <a:lnTo>
                  <a:pt x="9525" y="1671637"/>
                </a:lnTo>
                <a:lnTo>
                  <a:pt x="9525" y="1709737"/>
                </a:lnTo>
                <a:close/>
              </a:path>
              <a:path w="7066280" h="1819275">
                <a:moveTo>
                  <a:pt x="9525" y="1643062"/>
                </a:moveTo>
                <a:lnTo>
                  <a:pt x="0" y="1643062"/>
                </a:lnTo>
                <a:lnTo>
                  <a:pt x="0" y="1633537"/>
                </a:lnTo>
                <a:lnTo>
                  <a:pt x="9525" y="1633537"/>
                </a:lnTo>
                <a:lnTo>
                  <a:pt x="9525" y="1643062"/>
                </a:lnTo>
                <a:close/>
              </a:path>
              <a:path w="7066280" h="1819275">
                <a:moveTo>
                  <a:pt x="9525" y="1604962"/>
                </a:moveTo>
                <a:lnTo>
                  <a:pt x="0" y="1604962"/>
                </a:lnTo>
                <a:lnTo>
                  <a:pt x="0" y="1566862"/>
                </a:lnTo>
                <a:lnTo>
                  <a:pt x="9525" y="1566862"/>
                </a:lnTo>
                <a:lnTo>
                  <a:pt x="9525" y="1604962"/>
                </a:lnTo>
                <a:close/>
              </a:path>
              <a:path w="7066280" h="1819275">
                <a:moveTo>
                  <a:pt x="9525" y="1538287"/>
                </a:moveTo>
                <a:lnTo>
                  <a:pt x="0" y="1538287"/>
                </a:lnTo>
                <a:lnTo>
                  <a:pt x="0" y="1528762"/>
                </a:lnTo>
                <a:lnTo>
                  <a:pt x="9525" y="1528762"/>
                </a:lnTo>
                <a:lnTo>
                  <a:pt x="9525" y="1538287"/>
                </a:lnTo>
                <a:close/>
              </a:path>
              <a:path w="7066280" h="1819275">
                <a:moveTo>
                  <a:pt x="9525" y="1500187"/>
                </a:moveTo>
                <a:lnTo>
                  <a:pt x="0" y="1500187"/>
                </a:lnTo>
                <a:lnTo>
                  <a:pt x="0" y="1462087"/>
                </a:lnTo>
                <a:lnTo>
                  <a:pt x="9525" y="1462087"/>
                </a:lnTo>
                <a:lnTo>
                  <a:pt x="9525" y="1500187"/>
                </a:lnTo>
                <a:close/>
              </a:path>
              <a:path w="7066280" h="1819275">
                <a:moveTo>
                  <a:pt x="9525" y="1433512"/>
                </a:moveTo>
                <a:lnTo>
                  <a:pt x="0" y="1433512"/>
                </a:lnTo>
                <a:lnTo>
                  <a:pt x="0" y="1423987"/>
                </a:lnTo>
                <a:lnTo>
                  <a:pt x="9525" y="1423987"/>
                </a:lnTo>
                <a:lnTo>
                  <a:pt x="9525" y="1433512"/>
                </a:lnTo>
                <a:close/>
              </a:path>
              <a:path w="7066280" h="1819275">
                <a:moveTo>
                  <a:pt x="9525" y="1395412"/>
                </a:moveTo>
                <a:lnTo>
                  <a:pt x="0" y="1395412"/>
                </a:lnTo>
                <a:lnTo>
                  <a:pt x="0" y="1357312"/>
                </a:lnTo>
                <a:lnTo>
                  <a:pt x="9525" y="1357312"/>
                </a:lnTo>
                <a:lnTo>
                  <a:pt x="9525" y="1395412"/>
                </a:lnTo>
                <a:close/>
              </a:path>
              <a:path w="7066280" h="1819275">
                <a:moveTo>
                  <a:pt x="9525" y="1328737"/>
                </a:moveTo>
                <a:lnTo>
                  <a:pt x="0" y="1328737"/>
                </a:lnTo>
                <a:lnTo>
                  <a:pt x="0" y="1319212"/>
                </a:lnTo>
                <a:lnTo>
                  <a:pt x="9525" y="1319212"/>
                </a:lnTo>
                <a:lnTo>
                  <a:pt x="9525" y="1328737"/>
                </a:lnTo>
                <a:close/>
              </a:path>
              <a:path w="7066280" h="1819275">
                <a:moveTo>
                  <a:pt x="9525" y="1290637"/>
                </a:moveTo>
                <a:lnTo>
                  <a:pt x="0" y="1290637"/>
                </a:lnTo>
                <a:lnTo>
                  <a:pt x="0" y="1252537"/>
                </a:lnTo>
                <a:lnTo>
                  <a:pt x="9525" y="1252537"/>
                </a:lnTo>
                <a:lnTo>
                  <a:pt x="9525" y="1290637"/>
                </a:lnTo>
                <a:close/>
              </a:path>
              <a:path w="7066280" h="1819275">
                <a:moveTo>
                  <a:pt x="9525" y="1223962"/>
                </a:moveTo>
                <a:lnTo>
                  <a:pt x="0" y="1223962"/>
                </a:lnTo>
                <a:lnTo>
                  <a:pt x="0" y="1214437"/>
                </a:lnTo>
                <a:lnTo>
                  <a:pt x="9525" y="1214437"/>
                </a:lnTo>
                <a:lnTo>
                  <a:pt x="9525" y="1223962"/>
                </a:lnTo>
                <a:close/>
              </a:path>
              <a:path w="7066280" h="1819275">
                <a:moveTo>
                  <a:pt x="9525" y="1185862"/>
                </a:moveTo>
                <a:lnTo>
                  <a:pt x="0" y="1185862"/>
                </a:lnTo>
                <a:lnTo>
                  <a:pt x="0" y="1147762"/>
                </a:lnTo>
                <a:lnTo>
                  <a:pt x="9525" y="1147762"/>
                </a:lnTo>
                <a:lnTo>
                  <a:pt x="9525" y="1185862"/>
                </a:lnTo>
                <a:close/>
              </a:path>
              <a:path w="7066280" h="1819275">
                <a:moveTo>
                  <a:pt x="9525" y="1119187"/>
                </a:moveTo>
                <a:lnTo>
                  <a:pt x="0" y="1119187"/>
                </a:lnTo>
                <a:lnTo>
                  <a:pt x="0" y="1109662"/>
                </a:lnTo>
                <a:lnTo>
                  <a:pt x="9525" y="1109662"/>
                </a:lnTo>
                <a:lnTo>
                  <a:pt x="9525" y="1119187"/>
                </a:lnTo>
                <a:close/>
              </a:path>
              <a:path w="7066280" h="1819275">
                <a:moveTo>
                  <a:pt x="9525" y="1081087"/>
                </a:moveTo>
                <a:lnTo>
                  <a:pt x="0" y="1081087"/>
                </a:lnTo>
                <a:lnTo>
                  <a:pt x="0" y="1042987"/>
                </a:lnTo>
                <a:lnTo>
                  <a:pt x="9525" y="1042987"/>
                </a:lnTo>
                <a:lnTo>
                  <a:pt x="9525" y="1081087"/>
                </a:lnTo>
                <a:close/>
              </a:path>
              <a:path w="7066280" h="1819275">
                <a:moveTo>
                  <a:pt x="9525" y="1014412"/>
                </a:moveTo>
                <a:lnTo>
                  <a:pt x="0" y="1014412"/>
                </a:lnTo>
                <a:lnTo>
                  <a:pt x="0" y="1004887"/>
                </a:lnTo>
                <a:lnTo>
                  <a:pt x="9525" y="1004887"/>
                </a:lnTo>
                <a:lnTo>
                  <a:pt x="9525" y="1014412"/>
                </a:lnTo>
                <a:close/>
              </a:path>
              <a:path w="7066280" h="1819275">
                <a:moveTo>
                  <a:pt x="9525" y="976312"/>
                </a:moveTo>
                <a:lnTo>
                  <a:pt x="0" y="976312"/>
                </a:lnTo>
                <a:lnTo>
                  <a:pt x="0" y="938212"/>
                </a:lnTo>
                <a:lnTo>
                  <a:pt x="9525" y="938212"/>
                </a:lnTo>
                <a:lnTo>
                  <a:pt x="9525" y="976312"/>
                </a:lnTo>
                <a:close/>
              </a:path>
              <a:path w="7066280" h="1819275">
                <a:moveTo>
                  <a:pt x="9525" y="909637"/>
                </a:moveTo>
                <a:lnTo>
                  <a:pt x="0" y="909637"/>
                </a:lnTo>
                <a:lnTo>
                  <a:pt x="0" y="900112"/>
                </a:lnTo>
                <a:lnTo>
                  <a:pt x="9525" y="900112"/>
                </a:lnTo>
                <a:lnTo>
                  <a:pt x="9525" y="909637"/>
                </a:lnTo>
                <a:close/>
              </a:path>
              <a:path w="7066280" h="1819275">
                <a:moveTo>
                  <a:pt x="9525" y="871537"/>
                </a:moveTo>
                <a:lnTo>
                  <a:pt x="0" y="871537"/>
                </a:lnTo>
                <a:lnTo>
                  <a:pt x="0" y="833437"/>
                </a:lnTo>
                <a:lnTo>
                  <a:pt x="9525" y="833437"/>
                </a:lnTo>
                <a:lnTo>
                  <a:pt x="9525" y="871537"/>
                </a:lnTo>
                <a:close/>
              </a:path>
              <a:path w="7066280" h="1819275">
                <a:moveTo>
                  <a:pt x="9525" y="804862"/>
                </a:moveTo>
                <a:lnTo>
                  <a:pt x="0" y="804862"/>
                </a:lnTo>
                <a:lnTo>
                  <a:pt x="0" y="795337"/>
                </a:lnTo>
                <a:lnTo>
                  <a:pt x="9525" y="795337"/>
                </a:lnTo>
                <a:lnTo>
                  <a:pt x="9525" y="804862"/>
                </a:lnTo>
                <a:close/>
              </a:path>
              <a:path w="7066280" h="1819275">
                <a:moveTo>
                  <a:pt x="9525" y="766762"/>
                </a:moveTo>
                <a:lnTo>
                  <a:pt x="0" y="766762"/>
                </a:lnTo>
                <a:lnTo>
                  <a:pt x="0" y="728662"/>
                </a:lnTo>
                <a:lnTo>
                  <a:pt x="9525" y="728662"/>
                </a:lnTo>
                <a:lnTo>
                  <a:pt x="9525" y="766762"/>
                </a:lnTo>
                <a:close/>
              </a:path>
              <a:path w="7066280" h="1819275">
                <a:moveTo>
                  <a:pt x="9525" y="700087"/>
                </a:moveTo>
                <a:lnTo>
                  <a:pt x="0" y="700087"/>
                </a:lnTo>
                <a:lnTo>
                  <a:pt x="0" y="690562"/>
                </a:lnTo>
                <a:lnTo>
                  <a:pt x="9525" y="690562"/>
                </a:lnTo>
                <a:lnTo>
                  <a:pt x="9525" y="700087"/>
                </a:lnTo>
                <a:close/>
              </a:path>
              <a:path w="7066280" h="1819275">
                <a:moveTo>
                  <a:pt x="9525" y="661987"/>
                </a:moveTo>
                <a:lnTo>
                  <a:pt x="0" y="661987"/>
                </a:lnTo>
                <a:lnTo>
                  <a:pt x="0" y="623887"/>
                </a:lnTo>
                <a:lnTo>
                  <a:pt x="9525" y="623887"/>
                </a:lnTo>
                <a:lnTo>
                  <a:pt x="9525" y="661987"/>
                </a:lnTo>
                <a:close/>
              </a:path>
              <a:path w="7066280" h="1819275">
                <a:moveTo>
                  <a:pt x="9525" y="595312"/>
                </a:moveTo>
                <a:lnTo>
                  <a:pt x="0" y="595312"/>
                </a:lnTo>
                <a:lnTo>
                  <a:pt x="0" y="585787"/>
                </a:lnTo>
                <a:lnTo>
                  <a:pt x="9525" y="585787"/>
                </a:lnTo>
                <a:lnTo>
                  <a:pt x="9525" y="595312"/>
                </a:lnTo>
                <a:close/>
              </a:path>
              <a:path w="7066280" h="1819275">
                <a:moveTo>
                  <a:pt x="9525" y="557212"/>
                </a:moveTo>
                <a:lnTo>
                  <a:pt x="0" y="557212"/>
                </a:lnTo>
                <a:lnTo>
                  <a:pt x="0" y="519112"/>
                </a:lnTo>
                <a:lnTo>
                  <a:pt x="9525" y="519112"/>
                </a:lnTo>
                <a:lnTo>
                  <a:pt x="9525" y="557212"/>
                </a:lnTo>
                <a:close/>
              </a:path>
              <a:path w="7066280" h="1819275">
                <a:moveTo>
                  <a:pt x="9525" y="490537"/>
                </a:moveTo>
                <a:lnTo>
                  <a:pt x="0" y="490537"/>
                </a:lnTo>
                <a:lnTo>
                  <a:pt x="0" y="481012"/>
                </a:lnTo>
                <a:lnTo>
                  <a:pt x="9525" y="481012"/>
                </a:lnTo>
                <a:lnTo>
                  <a:pt x="9525" y="490537"/>
                </a:lnTo>
                <a:close/>
              </a:path>
              <a:path w="7066280" h="1819275">
                <a:moveTo>
                  <a:pt x="9525" y="452437"/>
                </a:moveTo>
                <a:lnTo>
                  <a:pt x="0" y="452437"/>
                </a:lnTo>
                <a:lnTo>
                  <a:pt x="0" y="414337"/>
                </a:lnTo>
                <a:lnTo>
                  <a:pt x="9525" y="414337"/>
                </a:lnTo>
                <a:lnTo>
                  <a:pt x="9525" y="452437"/>
                </a:lnTo>
                <a:close/>
              </a:path>
              <a:path w="7066280" h="1819275">
                <a:moveTo>
                  <a:pt x="9525" y="385762"/>
                </a:moveTo>
                <a:lnTo>
                  <a:pt x="0" y="385762"/>
                </a:lnTo>
                <a:lnTo>
                  <a:pt x="0" y="376237"/>
                </a:lnTo>
                <a:lnTo>
                  <a:pt x="9525" y="376237"/>
                </a:lnTo>
                <a:lnTo>
                  <a:pt x="9525" y="385762"/>
                </a:lnTo>
                <a:close/>
              </a:path>
              <a:path w="7066280" h="1819275">
                <a:moveTo>
                  <a:pt x="9525" y="347662"/>
                </a:moveTo>
                <a:lnTo>
                  <a:pt x="0" y="347662"/>
                </a:lnTo>
                <a:lnTo>
                  <a:pt x="0" y="309562"/>
                </a:lnTo>
                <a:lnTo>
                  <a:pt x="9525" y="309562"/>
                </a:lnTo>
                <a:lnTo>
                  <a:pt x="9525" y="347662"/>
                </a:lnTo>
                <a:close/>
              </a:path>
              <a:path w="7066280" h="1819275">
                <a:moveTo>
                  <a:pt x="9525" y="280987"/>
                </a:moveTo>
                <a:lnTo>
                  <a:pt x="0" y="280987"/>
                </a:lnTo>
                <a:lnTo>
                  <a:pt x="0" y="271462"/>
                </a:lnTo>
                <a:lnTo>
                  <a:pt x="9525" y="271462"/>
                </a:lnTo>
                <a:lnTo>
                  <a:pt x="9525" y="280987"/>
                </a:lnTo>
                <a:close/>
              </a:path>
              <a:path w="7066280" h="1819275">
                <a:moveTo>
                  <a:pt x="9525" y="242887"/>
                </a:moveTo>
                <a:lnTo>
                  <a:pt x="0" y="242887"/>
                </a:lnTo>
                <a:lnTo>
                  <a:pt x="0" y="204787"/>
                </a:lnTo>
                <a:lnTo>
                  <a:pt x="9525" y="204787"/>
                </a:lnTo>
                <a:lnTo>
                  <a:pt x="9525" y="242887"/>
                </a:lnTo>
                <a:close/>
              </a:path>
              <a:path w="7066280" h="1819275">
                <a:moveTo>
                  <a:pt x="9525" y="176212"/>
                </a:moveTo>
                <a:lnTo>
                  <a:pt x="0" y="176212"/>
                </a:lnTo>
                <a:lnTo>
                  <a:pt x="0" y="166687"/>
                </a:lnTo>
                <a:lnTo>
                  <a:pt x="9525" y="166687"/>
                </a:lnTo>
                <a:lnTo>
                  <a:pt x="9525" y="176212"/>
                </a:lnTo>
                <a:close/>
              </a:path>
              <a:path w="7066280" h="1819275">
                <a:moveTo>
                  <a:pt x="9525" y="138112"/>
                </a:moveTo>
                <a:lnTo>
                  <a:pt x="0" y="138112"/>
                </a:lnTo>
                <a:lnTo>
                  <a:pt x="0" y="100012"/>
                </a:lnTo>
                <a:lnTo>
                  <a:pt x="9525" y="100012"/>
                </a:lnTo>
                <a:lnTo>
                  <a:pt x="9525" y="138112"/>
                </a:lnTo>
                <a:close/>
              </a:path>
              <a:path w="7066280" h="1819275">
                <a:moveTo>
                  <a:pt x="9525" y="71437"/>
                </a:moveTo>
                <a:lnTo>
                  <a:pt x="0" y="71437"/>
                </a:lnTo>
                <a:lnTo>
                  <a:pt x="0" y="61912"/>
                </a:lnTo>
                <a:lnTo>
                  <a:pt x="9525" y="61912"/>
                </a:lnTo>
                <a:lnTo>
                  <a:pt x="9525" y="71437"/>
                </a:lnTo>
                <a:close/>
              </a:path>
              <a:path w="7066280" h="1819275">
                <a:moveTo>
                  <a:pt x="9525" y="33337"/>
                </a:moveTo>
                <a:lnTo>
                  <a:pt x="0" y="33337"/>
                </a:lnTo>
                <a:lnTo>
                  <a:pt x="0" y="0"/>
                </a:lnTo>
                <a:lnTo>
                  <a:pt x="14287" y="0"/>
                </a:lnTo>
                <a:lnTo>
                  <a:pt x="142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3337"/>
                </a:lnTo>
                <a:close/>
              </a:path>
              <a:path w="7066280" h="18192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066280" h="1819275">
                <a:moveTo>
                  <a:pt x="14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4287" y="4762"/>
                </a:lnTo>
                <a:lnTo>
                  <a:pt x="14287" y="9525"/>
                </a:lnTo>
                <a:close/>
              </a:path>
              <a:path w="7066280" h="1819275">
                <a:moveTo>
                  <a:pt x="52387" y="9525"/>
                </a:moveTo>
                <a:lnTo>
                  <a:pt x="42862" y="9525"/>
                </a:lnTo>
                <a:lnTo>
                  <a:pt x="42862" y="0"/>
                </a:lnTo>
                <a:lnTo>
                  <a:pt x="52387" y="0"/>
                </a:lnTo>
                <a:lnTo>
                  <a:pt x="52387" y="9525"/>
                </a:lnTo>
                <a:close/>
              </a:path>
              <a:path w="7066280" h="1819275">
                <a:moveTo>
                  <a:pt x="119062" y="9525"/>
                </a:moveTo>
                <a:lnTo>
                  <a:pt x="80962" y="9525"/>
                </a:lnTo>
                <a:lnTo>
                  <a:pt x="80962" y="0"/>
                </a:lnTo>
                <a:lnTo>
                  <a:pt x="119062" y="0"/>
                </a:lnTo>
                <a:lnTo>
                  <a:pt x="119062" y="9525"/>
                </a:lnTo>
                <a:close/>
              </a:path>
              <a:path w="7066280" h="1819275">
                <a:moveTo>
                  <a:pt x="157162" y="9525"/>
                </a:moveTo>
                <a:lnTo>
                  <a:pt x="147637" y="9525"/>
                </a:lnTo>
                <a:lnTo>
                  <a:pt x="147637" y="0"/>
                </a:lnTo>
                <a:lnTo>
                  <a:pt x="157162" y="0"/>
                </a:lnTo>
                <a:lnTo>
                  <a:pt x="157162" y="9525"/>
                </a:lnTo>
                <a:close/>
              </a:path>
              <a:path w="7066280" h="1819275">
                <a:moveTo>
                  <a:pt x="223837" y="9525"/>
                </a:moveTo>
                <a:lnTo>
                  <a:pt x="185737" y="9525"/>
                </a:lnTo>
                <a:lnTo>
                  <a:pt x="185737" y="0"/>
                </a:lnTo>
                <a:lnTo>
                  <a:pt x="223837" y="0"/>
                </a:lnTo>
                <a:lnTo>
                  <a:pt x="223837" y="9525"/>
                </a:lnTo>
                <a:close/>
              </a:path>
              <a:path w="7066280" h="1819275">
                <a:moveTo>
                  <a:pt x="261937" y="9525"/>
                </a:moveTo>
                <a:lnTo>
                  <a:pt x="252412" y="9525"/>
                </a:lnTo>
                <a:lnTo>
                  <a:pt x="252412" y="0"/>
                </a:lnTo>
                <a:lnTo>
                  <a:pt x="261937" y="0"/>
                </a:lnTo>
                <a:lnTo>
                  <a:pt x="261937" y="9525"/>
                </a:lnTo>
                <a:close/>
              </a:path>
              <a:path w="7066280" h="1819275">
                <a:moveTo>
                  <a:pt x="328612" y="9525"/>
                </a:moveTo>
                <a:lnTo>
                  <a:pt x="290512" y="9525"/>
                </a:lnTo>
                <a:lnTo>
                  <a:pt x="290512" y="0"/>
                </a:lnTo>
                <a:lnTo>
                  <a:pt x="328612" y="0"/>
                </a:lnTo>
                <a:lnTo>
                  <a:pt x="328612" y="9525"/>
                </a:lnTo>
                <a:close/>
              </a:path>
              <a:path w="7066280" h="1819275">
                <a:moveTo>
                  <a:pt x="366712" y="9525"/>
                </a:moveTo>
                <a:lnTo>
                  <a:pt x="357187" y="9525"/>
                </a:lnTo>
                <a:lnTo>
                  <a:pt x="357187" y="0"/>
                </a:lnTo>
                <a:lnTo>
                  <a:pt x="366712" y="0"/>
                </a:lnTo>
                <a:lnTo>
                  <a:pt x="366712" y="9525"/>
                </a:lnTo>
                <a:close/>
              </a:path>
              <a:path w="7066280" h="1819275">
                <a:moveTo>
                  <a:pt x="433387" y="9525"/>
                </a:moveTo>
                <a:lnTo>
                  <a:pt x="395287" y="9525"/>
                </a:lnTo>
                <a:lnTo>
                  <a:pt x="395287" y="0"/>
                </a:lnTo>
                <a:lnTo>
                  <a:pt x="433387" y="0"/>
                </a:lnTo>
                <a:lnTo>
                  <a:pt x="433387" y="9525"/>
                </a:lnTo>
                <a:close/>
              </a:path>
              <a:path w="7066280" h="1819275">
                <a:moveTo>
                  <a:pt x="471487" y="9525"/>
                </a:moveTo>
                <a:lnTo>
                  <a:pt x="461962" y="9525"/>
                </a:lnTo>
                <a:lnTo>
                  <a:pt x="461962" y="0"/>
                </a:lnTo>
                <a:lnTo>
                  <a:pt x="471487" y="0"/>
                </a:lnTo>
                <a:lnTo>
                  <a:pt x="471487" y="9525"/>
                </a:lnTo>
                <a:close/>
              </a:path>
              <a:path w="7066280" h="1819275">
                <a:moveTo>
                  <a:pt x="538162" y="9525"/>
                </a:moveTo>
                <a:lnTo>
                  <a:pt x="500062" y="9525"/>
                </a:lnTo>
                <a:lnTo>
                  <a:pt x="500062" y="0"/>
                </a:lnTo>
                <a:lnTo>
                  <a:pt x="538162" y="0"/>
                </a:lnTo>
                <a:lnTo>
                  <a:pt x="538162" y="9525"/>
                </a:lnTo>
                <a:close/>
              </a:path>
              <a:path w="7066280" h="1819275">
                <a:moveTo>
                  <a:pt x="576262" y="9525"/>
                </a:moveTo>
                <a:lnTo>
                  <a:pt x="566737" y="9525"/>
                </a:lnTo>
                <a:lnTo>
                  <a:pt x="566737" y="0"/>
                </a:lnTo>
                <a:lnTo>
                  <a:pt x="576262" y="0"/>
                </a:lnTo>
                <a:lnTo>
                  <a:pt x="576262" y="9525"/>
                </a:lnTo>
                <a:close/>
              </a:path>
              <a:path w="7066280" h="1819275">
                <a:moveTo>
                  <a:pt x="642937" y="9525"/>
                </a:moveTo>
                <a:lnTo>
                  <a:pt x="604837" y="9525"/>
                </a:lnTo>
                <a:lnTo>
                  <a:pt x="604837" y="0"/>
                </a:lnTo>
                <a:lnTo>
                  <a:pt x="642937" y="0"/>
                </a:lnTo>
                <a:lnTo>
                  <a:pt x="642937" y="9525"/>
                </a:lnTo>
                <a:close/>
              </a:path>
              <a:path w="7066280" h="1819275">
                <a:moveTo>
                  <a:pt x="681037" y="9525"/>
                </a:moveTo>
                <a:lnTo>
                  <a:pt x="671512" y="9525"/>
                </a:lnTo>
                <a:lnTo>
                  <a:pt x="671512" y="0"/>
                </a:lnTo>
                <a:lnTo>
                  <a:pt x="681037" y="0"/>
                </a:lnTo>
                <a:lnTo>
                  <a:pt x="681037" y="9525"/>
                </a:lnTo>
                <a:close/>
              </a:path>
              <a:path w="7066280" h="1819275">
                <a:moveTo>
                  <a:pt x="747712" y="9525"/>
                </a:moveTo>
                <a:lnTo>
                  <a:pt x="709612" y="9525"/>
                </a:lnTo>
                <a:lnTo>
                  <a:pt x="709612" y="0"/>
                </a:lnTo>
                <a:lnTo>
                  <a:pt x="747712" y="0"/>
                </a:lnTo>
                <a:lnTo>
                  <a:pt x="747712" y="9525"/>
                </a:lnTo>
                <a:close/>
              </a:path>
              <a:path w="7066280" h="1819275">
                <a:moveTo>
                  <a:pt x="785812" y="9525"/>
                </a:moveTo>
                <a:lnTo>
                  <a:pt x="776287" y="9525"/>
                </a:lnTo>
                <a:lnTo>
                  <a:pt x="776287" y="0"/>
                </a:lnTo>
                <a:lnTo>
                  <a:pt x="785812" y="0"/>
                </a:lnTo>
                <a:lnTo>
                  <a:pt x="785812" y="9525"/>
                </a:lnTo>
                <a:close/>
              </a:path>
              <a:path w="7066280" h="1819275">
                <a:moveTo>
                  <a:pt x="852487" y="9525"/>
                </a:moveTo>
                <a:lnTo>
                  <a:pt x="814387" y="9525"/>
                </a:lnTo>
                <a:lnTo>
                  <a:pt x="814387" y="0"/>
                </a:lnTo>
                <a:lnTo>
                  <a:pt x="852487" y="0"/>
                </a:lnTo>
                <a:lnTo>
                  <a:pt x="852487" y="9525"/>
                </a:lnTo>
                <a:close/>
              </a:path>
              <a:path w="7066280" h="1819275">
                <a:moveTo>
                  <a:pt x="890587" y="9525"/>
                </a:moveTo>
                <a:lnTo>
                  <a:pt x="881062" y="9525"/>
                </a:lnTo>
                <a:lnTo>
                  <a:pt x="881062" y="0"/>
                </a:lnTo>
                <a:lnTo>
                  <a:pt x="890587" y="0"/>
                </a:lnTo>
                <a:lnTo>
                  <a:pt x="890587" y="9525"/>
                </a:lnTo>
                <a:close/>
              </a:path>
              <a:path w="7066280" h="1819275">
                <a:moveTo>
                  <a:pt x="957262" y="9525"/>
                </a:moveTo>
                <a:lnTo>
                  <a:pt x="919162" y="9525"/>
                </a:lnTo>
                <a:lnTo>
                  <a:pt x="919162" y="0"/>
                </a:lnTo>
                <a:lnTo>
                  <a:pt x="957262" y="0"/>
                </a:lnTo>
                <a:lnTo>
                  <a:pt x="957262" y="9525"/>
                </a:lnTo>
                <a:close/>
              </a:path>
              <a:path w="7066280" h="1819275">
                <a:moveTo>
                  <a:pt x="995362" y="9525"/>
                </a:moveTo>
                <a:lnTo>
                  <a:pt x="985837" y="9525"/>
                </a:lnTo>
                <a:lnTo>
                  <a:pt x="985837" y="0"/>
                </a:lnTo>
                <a:lnTo>
                  <a:pt x="995362" y="0"/>
                </a:lnTo>
                <a:lnTo>
                  <a:pt x="995362" y="9525"/>
                </a:lnTo>
                <a:close/>
              </a:path>
              <a:path w="7066280" h="1819275">
                <a:moveTo>
                  <a:pt x="1062037" y="9525"/>
                </a:moveTo>
                <a:lnTo>
                  <a:pt x="1023937" y="9525"/>
                </a:lnTo>
                <a:lnTo>
                  <a:pt x="1023937" y="0"/>
                </a:lnTo>
                <a:lnTo>
                  <a:pt x="1062037" y="0"/>
                </a:lnTo>
                <a:lnTo>
                  <a:pt x="1062037" y="9525"/>
                </a:lnTo>
                <a:close/>
              </a:path>
              <a:path w="7066280" h="1819275">
                <a:moveTo>
                  <a:pt x="1100137" y="9525"/>
                </a:moveTo>
                <a:lnTo>
                  <a:pt x="1090612" y="9525"/>
                </a:lnTo>
                <a:lnTo>
                  <a:pt x="1090612" y="0"/>
                </a:lnTo>
                <a:lnTo>
                  <a:pt x="1100137" y="0"/>
                </a:lnTo>
                <a:lnTo>
                  <a:pt x="1100137" y="9525"/>
                </a:lnTo>
                <a:close/>
              </a:path>
              <a:path w="7066280" h="1819275">
                <a:moveTo>
                  <a:pt x="1166812" y="9525"/>
                </a:moveTo>
                <a:lnTo>
                  <a:pt x="1128712" y="9525"/>
                </a:lnTo>
                <a:lnTo>
                  <a:pt x="1128712" y="0"/>
                </a:lnTo>
                <a:lnTo>
                  <a:pt x="1166812" y="0"/>
                </a:lnTo>
                <a:lnTo>
                  <a:pt x="1166812" y="9525"/>
                </a:lnTo>
                <a:close/>
              </a:path>
              <a:path w="7066280" h="1819275">
                <a:moveTo>
                  <a:pt x="1204912" y="9525"/>
                </a:moveTo>
                <a:lnTo>
                  <a:pt x="1195387" y="9525"/>
                </a:lnTo>
                <a:lnTo>
                  <a:pt x="1195387" y="0"/>
                </a:lnTo>
                <a:lnTo>
                  <a:pt x="1204912" y="0"/>
                </a:lnTo>
                <a:lnTo>
                  <a:pt x="1204912" y="9525"/>
                </a:lnTo>
                <a:close/>
              </a:path>
              <a:path w="7066280" h="1819275">
                <a:moveTo>
                  <a:pt x="1271587" y="9525"/>
                </a:moveTo>
                <a:lnTo>
                  <a:pt x="1233487" y="9525"/>
                </a:lnTo>
                <a:lnTo>
                  <a:pt x="1233487" y="0"/>
                </a:lnTo>
                <a:lnTo>
                  <a:pt x="1271587" y="0"/>
                </a:lnTo>
                <a:lnTo>
                  <a:pt x="1271587" y="9525"/>
                </a:lnTo>
                <a:close/>
              </a:path>
              <a:path w="7066280" h="1819275">
                <a:moveTo>
                  <a:pt x="1309687" y="9525"/>
                </a:moveTo>
                <a:lnTo>
                  <a:pt x="1300162" y="9525"/>
                </a:lnTo>
                <a:lnTo>
                  <a:pt x="1300162" y="0"/>
                </a:lnTo>
                <a:lnTo>
                  <a:pt x="1309687" y="0"/>
                </a:lnTo>
                <a:lnTo>
                  <a:pt x="1309687" y="9525"/>
                </a:lnTo>
                <a:close/>
              </a:path>
              <a:path w="7066280" h="1819275">
                <a:moveTo>
                  <a:pt x="1376362" y="9525"/>
                </a:moveTo>
                <a:lnTo>
                  <a:pt x="1338262" y="9525"/>
                </a:lnTo>
                <a:lnTo>
                  <a:pt x="1338262" y="0"/>
                </a:lnTo>
                <a:lnTo>
                  <a:pt x="1376362" y="0"/>
                </a:lnTo>
                <a:lnTo>
                  <a:pt x="1376362" y="9525"/>
                </a:lnTo>
                <a:close/>
              </a:path>
              <a:path w="7066280" h="1819275">
                <a:moveTo>
                  <a:pt x="1414462" y="9525"/>
                </a:moveTo>
                <a:lnTo>
                  <a:pt x="1404937" y="9525"/>
                </a:lnTo>
                <a:lnTo>
                  <a:pt x="1404937" y="0"/>
                </a:lnTo>
                <a:lnTo>
                  <a:pt x="1414462" y="0"/>
                </a:lnTo>
                <a:lnTo>
                  <a:pt x="1414462" y="9525"/>
                </a:lnTo>
                <a:close/>
              </a:path>
              <a:path w="7066280" h="1819275">
                <a:moveTo>
                  <a:pt x="1481137" y="9525"/>
                </a:moveTo>
                <a:lnTo>
                  <a:pt x="1443037" y="9525"/>
                </a:lnTo>
                <a:lnTo>
                  <a:pt x="1443037" y="0"/>
                </a:lnTo>
                <a:lnTo>
                  <a:pt x="1481137" y="0"/>
                </a:lnTo>
                <a:lnTo>
                  <a:pt x="1481137" y="9525"/>
                </a:lnTo>
                <a:close/>
              </a:path>
              <a:path w="7066280" h="1819275">
                <a:moveTo>
                  <a:pt x="1519237" y="9525"/>
                </a:moveTo>
                <a:lnTo>
                  <a:pt x="1509712" y="9525"/>
                </a:lnTo>
                <a:lnTo>
                  <a:pt x="1509712" y="0"/>
                </a:lnTo>
                <a:lnTo>
                  <a:pt x="1519237" y="0"/>
                </a:lnTo>
                <a:lnTo>
                  <a:pt x="1519237" y="9525"/>
                </a:lnTo>
                <a:close/>
              </a:path>
              <a:path w="7066280" h="1819275">
                <a:moveTo>
                  <a:pt x="1585912" y="9525"/>
                </a:moveTo>
                <a:lnTo>
                  <a:pt x="1547812" y="9525"/>
                </a:lnTo>
                <a:lnTo>
                  <a:pt x="1547812" y="0"/>
                </a:lnTo>
                <a:lnTo>
                  <a:pt x="1585912" y="0"/>
                </a:lnTo>
                <a:lnTo>
                  <a:pt x="1585912" y="9525"/>
                </a:lnTo>
                <a:close/>
              </a:path>
              <a:path w="7066280" h="1819275">
                <a:moveTo>
                  <a:pt x="1624012" y="9525"/>
                </a:moveTo>
                <a:lnTo>
                  <a:pt x="1614487" y="9525"/>
                </a:lnTo>
                <a:lnTo>
                  <a:pt x="1614487" y="0"/>
                </a:lnTo>
                <a:lnTo>
                  <a:pt x="1624012" y="0"/>
                </a:lnTo>
                <a:lnTo>
                  <a:pt x="1624012" y="9525"/>
                </a:lnTo>
                <a:close/>
              </a:path>
              <a:path w="7066280" h="1819275">
                <a:moveTo>
                  <a:pt x="1690687" y="9525"/>
                </a:moveTo>
                <a:lnTo>
                  <a:pt x="1652587" y="9525"/>
                </a:lnTo>
                <a:lnTo>
                  <a:pt x="1652587" y="0"/>
                </a:lnTo>
                <a:lnTo>
                  <a:pt x="1690687" y="0"/>
                </a:lnTo>
                <a:lnTo>
                  <a:pt x="1690687" y="9525"/>
                </a:lnTo>
                <a:close/>
              </a:path>
              <a:path w="7066280" h="1819275">
                <a:moveTo>
                  <a:pt x="1728787" y="9525"/>
                </a:moveTo>
                <a:lnTo>
                  <a:pt x="1719262" y="9525"/>
                </a:lnTo>
                <a:lnTo>
                  <a:pt x="1719262" y="0"/>
                </a:lnTo>
                <a:lnTo>
                  <a:pt x="1728787" y="0"/>
                </a:lnTo>
                <a:lnTo>
                  <a:pt x="1728787" y="9525"/>
                </a:lnTo>
                <a:close/>
              </a:path>
              <a:path w="7066280" h="1819275">
                <a:moveTo>
                  <a:pt x="1795462" y="9525"/>
                </a:moveTo>
                <a:lnTo>
                  <a:pt x="1757362" y="9525"/>
                </a:lnTo>
                <a:lnTo>
                  <a:pt x="1757362" y="0"/>
                </a:lnTo>
                <a:lnTo>
                  <a:pt x="1795462" y="0"/>
                </a:lnTo>
                <a:lnTo>
                  <a:pt x="1795462" y="9525"/>
                </a:lnTo>
                <a:close/>
              </a:path>
              <a:path w="7066280" h="1819275">
                <a:moveTo>
                  <a:pt x="1833562" y="9525"/>
                </a:moveTo>
                <a:lnTo>
                  <a:pt x="1824037" y="9525"/>
                </a:lnTo>
                <a:lnTo>
                  <a:pt x="1824037" y="0"/>
                </a:lnTo>
                <a:lnTo>
                  <a:pt x="1833562" y="0"/>
                </a:lnTo>
                <a:lnTo>
                  <a:pt x="1833562" y="9525"/>
                </a:lnTo>
                <a:close/>
              </a:path>
              <a:path w="7066280" h="1819275">
                <a:moveTo>
                  <a:pt x="1900237" y="9525"/>
                </a:moveTo>
                <a:lnTo>
                  <a:pt x="1862137" y="9525"/>
                </a:lnTo>
                <a:lnTo>
                  <a:pt x="1862137" y="0"/>
                </a:lnTo>
                <a:lnTo>
                  <a:pt x="1900237" y="0"/>
                </a:lnTo>
                <a:lnTo>
                  <a:pt x="1900237" y="9525"/>
                </a:lnTo>
                <a:close/>
              </a:path>
              <a:path w="7066280" h="1819275">
                <a:moveTo>
                  <a:pt x="1938337" y="9525"/>
                </a:moveTo>
                <a:lnTo>
                  <a:pt x="1928812" y="9525"/>
                </a:lnTo>
                <a:lnTo>
                  <a:pt x="1928812" y="0"/>
                </a:lnTo>
                <a:lnTo>
                  <a:pt x="1938337" y="0"/>
                </a:lnTo>
                <a:lnTo>
                  <a:pt x="1938337" y="9525"/>
                </a:lnTo>
                <a:close/>
              </a:path>
              <a:path w="7066280" h="1819275">
                <a:moveTo>
                  <a:pt x="2005012" y="9525"/>
                </a:moveTo>
                <a:lnTo>
                  <a:pt x="1966912" y="9525"/>
                </a:lnTo>
                <a:lnTo>
                  <a:pt x="1966912" y="0"/>
                </a:lnTo>
                <a:lnTo>
                  <a:pt x="2005012" y="0"/>
                </a:lnTo>
                <a:lnTo>
                  <a:pt x="2005012" y="9525"/>
                </a:lnTo>
                <a:close/>
              </a:path>
              <a:path w="7066280" h="1819275">
                <a:moveTo>
                  <a:pt x="2043112" y="9525"/>
                </a:moveTo>
                <a:lnTo>
                  <a:pt x="2033587" y="9525"/>
                </a:lnTo>
                <a:lnTo>
                  <a:pt x="2033587" y="0"/>
                </a:lnTo>
                <a:lnTo>
                  <a:pt x="2043112" y="0"/>
                </a:lnTo>
                <a:lnTo>
                  <a:pt x="2043112" y="9525"/>
                </a:lnTo>
                <a:close/>
              </a:path>
              <a:path w="7066280" h="1819275">
                <a:moveTo>
                  <a:pt x="2109787" y="9525"/>
                </a:moveTo>
                <a:lnTo>
                  <a:pt x="2071687" y="9525"/>
                </a:lnTo>
                <a:lnTo>
                  <a:pt x="2071687" y="0"/>
                </a:lnTo>
                <a:lnTo>
                  <a:pt x="2109787" y="0"/>
                </a:lnTo>
                <a:lnTo>
                  <a:pt x="2109787" y="9525"/>
                </a:lnTo>
                <a:close/>
              </a:path>
              <a:path w="7066280" h="1819275">
                <a:moveTo>
                  <a:pt x="2147887" y="9525"/>
                </a:moveTo>
                <a:lnTo>
                  <a:pt x="2138362" y="9525"/>
                </a:lnTo>
                <a:lnTo>
                  <a:pt x="2138362" y="0"/>
                </a:lnTo>
                <a:lnTo>
                  <a:pt x="2147887" y="0"/>
                </a:lnTo>
                <a:lnTo>
                  <a:pt x="2147887" y="9525"/>
                </a:lnTo>
                <a:close/>
              </a:path>
              <a:path w="7066280" h="1819275">
                <a:moveTo>
                  <a:pt x="2214562" y="9525"/>
                </a:moveTo>
                <a:lnTo>
                  <a:pt x="2176462" y="9525"/>
                </a:lnTo>
                <a:lnTo>
                  <a:pt x="2176462" y="0"/>
                </a:lnTo>
                <a:lnTo>
                  <a:pt x="2214562" y="0"/>
                </a:lnTo>
                <a:lnTo>
                  <a:pt x="2214562" y="9525"/>
                </a:lnTo>
                <a:close/>
              </a:path>
              <a:path w="7066280" h="1819275">
                <a:moveTo>
                  <a:pt x="2252662" y="9525"/>
                </a:moveTo>
                <a:lnTo>
                  <a:pt x="2243137" y="9525"/>
                </a:lnTo>
                <a:lnTo>
                  <a:pt x="2243137" y="0"/>
                </a:lnTo>
                <a:lnTo>
                  <a:pt x="2252662" y="0"/>
                </a:lnTo>
                <a:lnTo>
                  <a:pt x="2252662" y="9525"/>
                </a:lnTo>
                <a:close/>
              </a:path>
              <a:path w="7066280" h="1819275">
                <a:moveTo>
                  <a:pt x="2319337" y="9525"/>
                </a:moveTo>
                <a:lnTo>
                  <a:pt x="2281237" y="9525"/>
                </a:lnTo>
                <a:lnTo>
                  <a:pt x="2281237" y="0"/>
                </a:lnTo>
                <a:lnTo>
                  <a:pt x="2319337" y="0"/>
                </a:lnTo>
                <a:lnTo>
                  <a:pt x="2319337" y="9525"/>
                </a:lnTo>
                <a:close/>
              </a:path>
              <a:path w="7066280" h="1819275">
                <a:moveTo>
                  <a:pt x="2357437" y="9525"/>
                </a:moveTo>
                <a:lnTo>
                  <a:pt x="2347912" y="9525"/>
                </a:lnTo>
                <a:lnTo>
                  <a:pt x="2347912" y="0"/>
                </a:lnTo>
                <a:lnTo>
                  <a:pt x="2357437" y="0"/>
                </a:lnTo>
                <a:lnTo>
                  <a:pt x="2357437" y="9525"/>
                </a:lnTo>
                <a:close/>
              </a:path>
              <a:path w="7066280" h="1819275">
                <a:moveTo>
                  <a:pt x="2424112" y="9525"/>
                </a:moveTo>
                <a:lnTo>
                  <a:pt x="2386012" y="9525"/>
                </a:lnTo>
                <a:lnTo>
                  <a:pt x="2386012" y="0"/>
                </a:lnTo>
                <a:lnTo>
                  <a:pt x="2424112" y="0"/>
                </a:lnTo>
                <a:lnTo>
                  <a:pt x="2424112" y="9525"/>
                </a:lnTo>
                <a:close/>
              </a:path>
              <a:path w="7066280" h="1819275">
                <a:moveTo>
                  <a:pt x="2462212" y="9525"/>
                </a:moveTo>
                <a:lnTo>
                  <a:pt x="2452687" y="9525"/>
                </a:lnTo>
                <a:lnTo>
                  <a:pt x="2452687" y="0"/>
                </a:lnTo>
                <a:lnTo>
                  <a:pt x="2462212" y="0"/>
                </a:lnTo>
                <a:lnTo>
                  <a:pt x="2462212" y="9525"/>
                </a:lnTo>
                <a:close/>
              </a:path>
              <a:path w="7066280" h="1819275">
                <a:moveTo>
                  <a:pt x="2528887" y="9525"/>
                </a:moveTo>
                <a:lnTo>
                  <a:pt x="2490787" y="9525"/>
                </a:lnTo>
                <a:lnTo>
                  <a:pt x="2490787" y="0"/>
                </a:lnTo>
                <a:lnTo>
                  <a:pt x="2528887" y="0"/>
                </a:lnTo>
                <a:lnTo>
                  <a:pt x="2528887" y="9525"/>
                </a:lnTo>
                <a:close/>
              </a:path>
              <a:path w="7066280" h="1819275">
                <a:moveTo>
                  <a:pt x="2566987" y="9525"/>
                </a:moveTo>
                <a:lnTo>
                  <a:pt x="2557462" y="9525"/>
                </a:lnTo>
                <a:lnTo>
                  <a:pt x="2557462" y="0"/>
                </a:lnTo>
                <a:lnTo>
                  <a:pt x="2566987" y="0"/>
                </a:lnTo>
                <a:lnTo>
                  <a:pt x="2566987" y="9525"/>
                </a:lnTo>
                <a:close/>
              </a:path>
              <a:path w="7066280" h="1819275">
                <a:moveTo>
                  <a:pt x="2633662" y="9525"/>
                </a:moveTo>
                <a:lnTo>
                  <a:pt x="2595562" y="9525"/>
                </a:lnTo>
                <a:lnTo>
                  <a:pt x="2595562" y="0"/>
                </a:lnTo>
                <a:lnTo>
                  <a:pt x="2633662" y="0"/>
                </a:lnTo>
                <a:lnTo>
                  <a:pt x="2633662" y="9525"/>
                </a:lnTo>
                <a:close/>
              </a:path>
              <a:path w="7066280" h="1819275">
                <a:moveTo>
                  <a:pt x="2671762" y="9525"/>
                </a:moveTo>
                <a:lnTo>
                  <a:pt x="2662237" y="9525"/>
                </a:lnTo>
                <a:lnTo>
                  <a:pt x="2662237" y="0"/>
                </a:lnTo>
                <a:lnTo>
                  <a:pt x="2671762" y="0"/>
                </a:lnTo>
                <a:lnTo>
                  <a:pt x="2671762" y="9525"/>
                </a:lnTo>
                <a:close/>
              </a:path>
              <a:path w="7066280" h="1819275">
                <a:moveTo>
                  <a:pt x="2738437" y="9525"/>
                </a:moveTo>
                <a:lnTo>
                  <a:pt x="2700337" y="9525"/>
                </a:lnTo>
                <a:lnTo>
                  <a:pt x="2700337" y="0"/>
                </a:lnTo>
                <a:lnTo>
                  <a:pt x="2738437" y="0"/>
                </a:lnTo>
                <a:lnTo>
                  <a:pt x="2738437" y="9525"/>
                </a:lnTo>
                <a:close/>
              </a:path>
              <a:path w="7066280" h="1819275">
                <a:moveTo>
                  <a:pt x="2776537" y="9525"/>
                </a:moveTo>
                <a:lnTo>
                  <a:pt x="2767012" y="9525"/>
                </a:lnTo>
                <a:lnTo>
                  <a:pt x="2767012" y="0"/>
                </a:lnTo>
                <a:lnTo>
                  <a:pt x="2776537" y="0"/>
                </a:lnTo>
                <a:lnTo>
                  <a:pt x="2776537" y="9525"/>
                </a:lnTo>
                <a:close/>
              </a:path>
              <a:path w="7066280" h="1819275">
                <a:moveTo>
                  <a:pt x="2843212" y="9525"/>
                </a:moveTo>
                <a:lnTo>
                  <a:pt x="2805112" y="9525"/>
                </a:lnTo>
                <a:lnTo>
                  <a:pt x="2805112" y="0"/>
                </a:lnTo>
                <a:lnTo>
                  <a:pt x="2843212" y="0"/>
                </a:lnTo>
                <a:lnTo>
                  <a:pt x="2843212" y="9525"/>
                </a:lnTo>
                <a:close/>
              </a:path>
              <a:path w="7066280" h="1819275">
                <a:moveTo>
                  <a:pt x="2881312" y="9525"/>
                </a:moveTo>
                <a:lnTo>
                  <a:pt x="2871787" y="9525"/>
                </a:lnTo>
                <a:lnTo>
                  <a:pt x="2871787" y="0"/>
                </a:lnTo>
                <a:lnTo>
                  <a:pt x="2881312" y="0"/>
                </a:lnTo>
                <a:lnTo>
                  <a:pt x="2881312" y="9525"/>
                </a:lnTo>
                <a:close/>
              </a:path>
              <a:path w="7066280" h="1819275">
                <a:moveTo>
                  <a:pt x="2947987" y="9525"/>
                </a:moveTo>
                <a:lnTo>
                  <a:pt x="2909887" y="9525"/>
                </a:lnTo>
                <a:lnTo>
                  <a:pt x="2909887" y="0"/>
                </a:lnTo>
                <a:lnTo>
                  <a:pt x="2947987" y="0"/>
                </a:lnTo>
                <a:lnTo>
                  <a:pt x="2947987" y="9525"/>
                </a:lnTo>
                <a:close/>
              </a:path>
              <a:path w="7066280" h="1819275">
                <a:moveTo>
                  <a:pt x="2986087" y="9525"/>
                </a:moveTo>
                <a:lnTo>
                  <a:pt x="2976562" y="9525"/>
                </a:lnTo>
                <a:lnTo>
                  <a:pt x="2976562" y="0"/>
                </a:lnTo>
                <a:lnTo>
                  <a:pt x="2986087" y="0"/>
                </a:lnTo>
                <a:lnTo>
                  <a:pt x="2986087" y="9525"/>
                </a:lnTo>
                <a:close/>
              </a:path>
              <a:path w="7066280" h="1819275">
                <a:moveTo>
                  <a:pt x="3052762" y="9525"/>
                </a:moveTo>
                <a:lnTo>
                  <a:pt x="3014662" y="9525"/>
                </a:lnTo>
                <a:lnTo>
                  <a:pt x="3014662" y="0"/>
                </a:lnTo>
                <a:lnTo>
                  <a:pt x="3052762" y="0"/>
                </a:lnTo>
                <a:lnTo>
                  <a:pt x="3052762" y="9525"/>
                </a:lnTo>
                <a:close/>
              </a:path>
              <a:path w="7066280" h="1819275">
                <a:moveTo>
                  <a:pt x="3090862" y="9525"/>
                </a:moveTo>
                <a:lnTo>
                  <a:pt x="3081337" y="9525"/>
                </a:lnTo>
                <a:lnTo>
                  <a:pt x="3081337" y="0"/>
                </a:lnTo>
                <a:lnTo>
                  <a:pt x="3090862" y="0"/>
                </a:lnTo>
                <a:lnTo>
                  <a:pt x="3090862" y="9525"/>
                </a:lnTo>
                <a:close/>
              </a:path>
              <a:path w="7066280" h="1819275">
                <a:moveTo>
                  <a:pt x="3157537" y="9525"/>
                </a:moveTo>
                <a:lnTo>
                  <a:pt x="3119437" y="9525"/>
                </a:lnTo>
                <a:lnTo>
                  <a:pt x="3119437" y="0"/>
                </a:lnTo>
                <a:lnTo>
                  <a:pt x="3157537" y="0"/>
                </a:lnTo>
                <a:lnTo>
                  <a:pt x="3157537" y="9525"/>
                </a:lnTo>
                <a:close/>
              </a:path>
              <a:path w="7066280" h="1819275">
                <a:moveTo>
                  <a:pt x="3195637" y="9525"/>
                </a:moveTo>
                <a:lnTo>
                  <a:pt x="3186112" y="9525"/>
                </a:lnTo>
                <a:lnTo>
                  <a:pt x="3186112" y="0"/>
                </a:lnTo>
                <a:lnTo>
                  <a:pt x="3195637" y="0"/>
                </a:lnTo>
                <a:lnTo>
                  <a:pt x="3195637" y="9525"/>
                </a:lnTo>
                <a:close/>
              </a:path>
              <a:path w="7066280" h="1819275">
                <a:moveTo>
                  <a:pt x="3262312" y="9525"/>
                </a:moveTo>
                <a:lnTo>
                  <a:pt x="3224212" y="9525"/>
                </a:lnTo>
                <a:lnTo>
                  <a:pt x="3224212" y="0"/>
                </a:lnTo>
                <a:lnTo>
                  <a:pt x="3262312" y="0"/>
                </a:lnTo>
                <a:lnTo>
                  <a:pt x="3262312" y="9525"/>
                </a:lnTo>
                <a:close/>
              </a:path>
              <a:path w="7066280" h="1819275">
                <a:moveTo>
                  <a:pt x="3300412" y="9525"/>
                </a:moveTo>
                <a:lnTo>
                  <a:pt x="3290887" y="9525"/>
                </a:lnTo>
                <a:lnTo>
                  <a:pt x="3290887" y="0"/>
                </a:lnTo>
                <a:lnTo>
                  <a:pt x="3300412" y="0"/>
                </a:lnTo>
                <a:lnTo>
                  <a:pt x="3300412" y="9525"/>
                </a:lnTo>
                <a:close/>
              </a:path>
              <a:path w="7066280" h="1819275">
                <a:moveTo>
                  <a:pt x="3367087" y="9525"/>
                </a:moveTo>
                <a:lnTo>
                  <a:pt x="3328987" y="9525"/>
                </a:lnTo>
                <a:lnTo>
                  <a:pt x="3328987" y="0"/>
                </a:lnTo>
                <a:lnTo>
                  <a:pt x="3367087" y="0"/>
                </a:lnTo>
                <a:lnTo>
                  <a:pt x="3367087" y="9525"/>
                </a:lnTo>
                <a:close/>
              </a:path>
              <a:path w="7066280" h="1819275">
                <a:moveTo>
                  <a:pt x="3405187" y="9525"/>
                </a:moveTo>
                <a:lnTo>
                  <a:pt x="3395662" y="9525"/>
                </a:lnTo>
                <a:lnTo>
                  <a:pt x="3395662" y="0"/>
                </a:lnTo>
                <a:lnTo>
                  <a:pt x="3405187" y="0"/>
                </a:lnTo>
                <a:lnTo>
                  <a:pt x="3405187" y="9525"/>
                </a:lnTo>
                <a:close/>
              </a:path>
              <a:path w="7066280" h="1819275">
                <a:moveTo>
                  <a:pt x="3471862" y="9525"/>
                </a:moveTo>
                <a:lnTo>
                  <a:pt x="3433762" y="9525"/>
                </a:lnTo>
                <a:lnTo>
                  <a:pt x="3433762" y="0"/>
                </a:lnTo>
                <a:lnTo>
                  <a:pt x="3471862" y="0"/>
                </a:lnTo>
                <a:lnTo>
                  <a:pt x="3471862" y="9525"/>
                </a:lnTo>
                <a:close/>
              </a:path>
              <a:path w="7066280" h="1819275">
                <a:moveTo>
                  <a:pt x="3509962" y="9525"/>
                </a:moveTo>
                <a:lnTo>
                  <a:pt x="3500437" y="9525"/>
                </a:lnTo>
                <a:lnTo>
                  <a:pt x="3500437" y="0"/>
                </a:lnTo>
                <a:lnTo>
                  <a:pt x="3509962" y="0"/>
                </a:lnTo>
                <a:lnTo>
                  <a:pt x="3509962" y="9525"/>
                </a:lnTo>
                <a:close/>
              </a:path>
              <a:path w="7066280" h="1819275">
                <a:moveTo>
                  <a:pt x="3576637" y="9525"/>
                </a:moveTo>
                <a:lnTo>
                  <a:pt x="3538537" y="9525"/>
                </a:lnTo>
                <a:lnTo>
                  <a:pt x="3538537" y="0"/>
                </a:lnTo>
                <a:lnTo>
                  <a:pt x="3576637" y="0"/>
                </a:lnTo>
                <a:lnTo>
                  <a:pt x="3576637" y="9525"/>
                </a:lnTo>
                <a:close/>
              </a:path>
              <a:path w="7066280" h="1819275">
                <a:moveTo>
                  <a:pt x="3614737" y="9525"/>
                </a:moveTo>
                <a:lnTo>
                  <a:pt x="3605212" y="9525"/>
                </a:lnTo>
                <a:lnTo>
                  <a:pt x="3605212" y="0"/>
                </a:lnTo>
                <a:lnTo>
                  <a:pt x="3614737" y="0"/>
                </a:lnTo>
                <a:lnTo>
                  <a:pt x="3614737" y="9525"/>
                </a:lnTo>
                <a:close/>
              </a:path>
              <a:path w="7066280" h="1819275">
                <a:moveTo>
                  <a:pt x="3681412" y="9525"/>
                </a:moveTo>
                <a:lnTo>
                  <a:pt x="3643312" y="9525"/>
                </a:lnTo>
                <a:lnTo>
                  <a:pt x="3643312" y="0"/>
                </a:lnTo>
                <a:lnTo>
                  <a:pt x="3681412" y="0"/>
                </a:lnTo>
                <a:lnTo>
                  <a:pt x="3681412" y="9525"/>
                </a:lnTo>
                <a:close/>
              </a:path>
              <a:path w="7066280" h="1819275">
                <a:moveTo>
                  <a:pt x="3719512" y="9525"/>
                </a:moveTo>
                <a:lnTo>
                  <a:pt x="3709987" y="9525"/>
                </a:lnTo>
                <a:lnTo>
                  <a:pt x="3709987" y="0"/>
                </a:lnTo>
                <a:lnTo>
                  <a:pt x="3719512" y="0"/>
                </a:lnTo>
                <a:lnTo>
                  <a:pt x="3719512" y="9525"/>
                </a:lnTo>
                <a:close/>
              </a:path>
              <a:path w="7066280" h="1819275">
                <a:moveTo>
                  <a:pt x="3786187" y="9525"/>
                </a:moveTo>
                <a:lnTo>
                  <a:pt x="3748087" y="9525"/>
                </a:lnTo>
                <a:lnTo>
                  <a:pt x="3748087" y="0"/>
                </a:lnTo>
                <a:lnTo>
                  <a:pt x="3786187" y="0"/>
                </a:lnTo>
                <a:lnTo>
                  <a:pt x="3786187" y="9525"/>
                </a:lnTo>
                <a:close/>
              </a:path>
              <a:path w="7066280" h="1819275">
                <a:moveTo>
                  <a:pt x="3824287" y="9525"/>
                </a:moveTo>
                <a:lnTo>
                  <a:pt x="3814762" y="9525"/>
                </a:lnTo>
                <a:lnTo>
                  <a:pt x="3814762" y="0"/>
                </a:lnTo>
                <a:lnTo>
                  <a:pt x="3824287" y="0"/>
                </a:lnTo>
                <a:lnTo>
                  <a:pt x="3824287" y="9525"/>
                </a:lnTo>
                <a:close/>
              </a:path>
              <a:path w="7066280" h="1819275">
                <a:moveTo>
                  <a:pt x="3890962" y="9525"/>
                </a:moveTo>
                <a:lnTo>
                  <a:pt x="3852862" y="9525"/>
                </a:lnTo>
                <a:lnTo>
                  <a:pt x="3852862" y="0"/>
                </a:lnTo>
                <a:lnTo>
                  <a:pt x="3890962" y="0"/>
                </a:lnTo>
                <a:lnTo>
                  <a:pt x="3890962" y="9525"/>
                </a:lnTo>
                <a:close/>
              </a:path>
              <a:path w="7066280" h="1819275">
                <a:moveTo>
                  <a:pt x="3929062" y="9525"/>
                </a:moveTo>
                <a:lnTo>
                  <a:pt x="3919537" y="9525"/>
                </a:lnTo>
                <a:lnTo>
                  <a:pt x="3919537" y="0"/>
                </a:lnTo>
                <a:lnTo>
                  <a:pt x="3929062" y="0"/>
                </a:lnTo>
                <a:lnTo>
                  <a:pt x="3929062" y="9525"/>
                </a:lnTo>
                <a:close/>
              </a:path>
              <a:path w="7066280" h="1819275">
                <a:moveTo>
                  <a:pt x="3995737" y="9525"/>
                </a:moveTo>
                <a:lnTo>
                  <a:pt x="3957637" y="9525"/>
                </a:lnTo>
                <a:lnTo>
                  <a:pt x="3957637" y="0"/>
                </a:lnTo>
                <a:lnTo>
                  <a:pt x="3995737" y="0"/>
                </a:lnTo>
                <a:lnTo>
                  <a:pt x="3995737" y="9525"/>
                </a:lnTo>
                <a:close/>
              </a:path>
              <a:path w="7066280" h="1819275">
                <a:moveTo>
                  <a:pt x="4033837" y="9525"/>
                </a:moveTo>
                <a:lnTo>
                  <a:pt x="4024312" y="9525"/>
                </a:lnTo>
                <a:lnTo>
                  <a:pt x="4024312" y="0"/>
                </a:lnTo>
                <a:lnTo>
                  <a:pt x="4033837" y="0"/>
                </a:lnTo>
                <a:lnTo>
                  <a:pt x="4033837" y="9525"/>
                </a:lnTo>
                <a:close/>
              </a:path>
              <a:path w="7066280" h="1819275">
                <a:moveTo>
                  <a:pt x="4100512" y="9525"/>
                </a:moveTo>
                <a:lnTo>
                  <a:pt x="4062412" y="9525"/>
                </a:lnTo>
                <a:lnTo>
                  <a:pt x="4062412" y="0"/>
                </a:lnTo>
                <a:lnTo>
                  <a:pt x="4100512" y="0"/>
                </a:lnTo>
                <a:lnTo>
                  <a:pt x="4100512" y="9525"/>
                </a:lnTo>
                <a:close/>
              </a:path>
              <a:path w="7066280" h="1819275">
                <a:moveTo>
                  <a:pt x="4138612" y="9525"/>
                </a:moveTo>
                <a:lnTo>
                  <a:pt x="4129087" y="9525"/>
                </a:lnTo>
                <a:lnTo>
                  <a:pt x="4129087" y="0"/>
                </a:lnTo>
                <a:lnTo>
                  <a:pt x="4138612" y="0"/>
                </a:lnTo>
                <a:lnTo>
                  <a:pt x="4138612" y="9525"/>
                </a:lnTo>
                <a:close/>
              </a:path>
              <a:path w="7066280" h="1819275">
                <a:moveTo>
                  <a:pt x="4205287" y="9525"/>
                </a:moveTo>
                <a:lnTo>
                  <a:pt x="4167187" y="9525"/>
                </a:lnTo>
                <a:lnTo>
                  <a:pt x="4167187" y="0"/>
                </a:lnTo>
                <a:lnTo>
                  <a:pt x="4205287" y="0"/>
                </a:lnTo>
                <a:lnTo>
                  <a:pt x="4205287" y="9525"/>
                </a:lnTo>
                <a:close/>
              </a:path>
              <a:path w="7066280" h="1819275">
                <a:moveTo>
                  <a:pt x="4243387" y="9525"/>
                </a:moveTo>
                <a:lnTo>
                  <a:pt x="4233862" y="9525"/>
                </a:lnTo>
                <a:lnTo>
                  <a:pt x="4233862" y="0"/>
                </a:lnTo>
                <a:lnTo>
                  <a:pt x="4243387" y="0"/>
                </a:lnTo>
                <a:lnTo>
                  <a:pt x="4243387" y="9525"/>
                </a:lnTo>
                <a:close/>
              </a:path>
              <a:path w="7066280" h="1819275">
                <a:moveTo>
                  <a:pt x="4310062" y="9525"/>
                </a:moveTo>
                <a:lnTo>
                  <a:pt x="4271962" y="9525"/>
                </a:lnTo>
                <a:lnTo>
                  <a:pt x="4271962" y="0"/>
                </a:lnTo>
                <a:lnTo>
                  <a:pt x="4310062" y="0"/>
                </a:lnTo>
                <a:lnTo>
                  <a:pt x="4310062" y="9525"/>
                </a:lnTo>
                <a:close/>
              </a:path>
              <a:path w="7066280" h="1819275">
                <a:moveTo>
                  <a:pt x="4348162" y="9525"/>
                </a:moveTo>
                <a:lnTo>
                  <a:pt x="4338637" y="9525"/>
                </a:lnTo>
                <a:lnTo>
                  <a:pt x="4338637" y="0"/>
                </a:lnTo>
                <a:lnTo>
                  <a:pt x="4348162" y="0"/>
                </a:lnTo>
                <a:lnTo>
                  <a:pt x="4348162" y="9525"/>
                </a:lnTo>
                <a:close/>
              </a:path>
              <a:path w="7066280" h="1819275">
                <a:moveTo>
                  <a:pt x="4414837" y="9525"/>
                </a:moveTo>
                <a:lnTo>
                  <a:pt x="4376737" y="9525"/>
                </a:lnTo>
                <a:lnTo>
                  <a:pt x="4376737" y="0"/>
                </a:lnTo>
                <a:lnTo>
                  <a:pt x="4414837" y="0"/>
                </a:lnTo>
                <a:lnTo>
                  <a:pt x="4414837" y="9525"/>
                </a:lnTo>
                <a:close/>
              </a:path>
              <a:path w="7066280" h="1819275">
                <a:moveTo>
                  <a:pt x="4452937" y="9525"/>
                </a:moveTo>
                <a:lnTo>
                  <a:pt x="4443412" y="9525"/>
                </a:lnTo>
                <a:lnTo>
                  <a:pt x="4443412" y="0"/>
                </a:lnTo>
                <a:lnTo>
                  <a:pt x="4452937" y="0"/>
                </a:lnTo>
                <a:lnTo>
                  <a:pt x="4452937" y="9525"/>
                </a:lnTo>
                <a:close/>
              </a:path>
              <a:path w="7066280" h="1819275">
                <a:moveTo>
                  <a:pt x="4519612" y="9525"/>
                </a:moveTo>
                <a:lnTo>
                  <a:pt x="4481512" y="9525"/>
                </a:lnTo>
                <a:lnTo>
                  <a:pt x="4481512" y="0"/>
                </a:lnTo>
                <a:lnTo>
                  <a:pt x="4519612" y="0"/>
                </a:lnTo>
                <a:lnTo>
                  <a:pt x="4519612" y="9525"/>
                </a:lnTo>
                <a:close/>
              </a:path>
              <a:path w="7066280" h="1819275">
                <a:moveTo>
                  <a:pt x="4557712" y="9525"/>
                </a:moveTo>
                <a:lnTo>
                  <a:pt x="4548187" y="9525"/>
                </a:lnTo>
                <a:lnTo>
                  <a:pt x="4548187" y="0"/>
                </a:lnTo>
                <a:lnTo>
                  <a:pt x="4557712" y="0"/>
                </a:lnTo>
                <a:lnTo>
                  <a:pt x="4557712" y="9525"/>
                </a:lnTo>
                <a:close/>
              </a:path>
              <a:path w="7066280" h="1819275">
                <a:moveTo>
                  <a:pt x="4624387" y="9525"/>
                </a:moveTo>
                <a:lnTo>
                  <a:pt x="4586287" y="9525"/>
                </a:lnTo>
                <a:lnTo>
                  <a:pt x="4586287" y="0"/>
                </a:lnTo>
                <a:lnTo>
                  <a:pt x="4624387" y="0"/>
                </a:lnTo>
                <a:lnTo>
                  <a:pt x="4624387" y="9525"/>
                </a:lnTo>
                <a:close/>
              </a:path>
              <a:path w="7066280" h="1819275">
                <a:moveTo>
                  <a:pt x="4662487" y="9525"/>
                </a:moveTo>
                <a:lnTo>
                  <a:pt x="4652962" y="9525"/>
                </a:lnTo>
                <a:lnTo>
                  <a:pt x="4652962" y="0"/>
                </a:lnTo>
                <a:lnTo>
                  <a:pt x="4662487" y="0"/>
                </a:lnTo>
                <a:lnTo>
                  <a:pt x="4662487" y="9525"/>
                </a:lnTo>
                <a:close/>
              </a:path>
              <a:path w="7066280" h="1819275">
                <a:moveTo>
                  <a:pt x="4729162" y="9525"/>
                </a:moveTo>
                <a:lnTo>
                  <a:pt x="4691062" y="9525"/>
                </a:lnTo>
                <a:lnTo>
                  <a:pt x="4691062" y="0"/>
                </a:lnTo>
                <a:lnTo>
                  <a:pt x="4729162" y="0"/>
                </a:lnTo>
                <a:lnTo>
                  <a:pt x="4729162" y="9525"/>
                </a:lnTo>
                <a:close/>
              </a:path>
              <a:path w="7066280" h="1819275">
                <a:moveTo>
                  <a:pt x="4767262" y="9525"/>
                </a:moveTo>
                <a:lnTo>
                  <a:pt x="4757737" y="9525"/>
                </a:lnTo>
                <a:lnTo>
                  <a:pt x="4757737" y="0"/>
                </a:lnTo>
                <a:lnTo>
                  <a:pt x="4767262" y="0"/>
                </a:lnTo>
                <a:lnTo>
                  <a:pt x="4767262" y="9525"/>
                </a:lnTo>
                <a:close/>
              </a:path>
              <a:path w="7066280" h="1819275">
                <a:moveTo>
                  <a:pt x="4833937" y="9525"/>
                </a:moveTo>
                <a:lnTo>
                  <a:pt x="4795837" y="9525"/>
                </a:lnTo>
                <a:lnTo>
                  <a:pt x="4795837" y="0"/>
                </a:lnTo>
                <a:lnTo>
                  <a:pt x="4833937" y="0"/>
                </a:lnTo>
                <a:lnTo>
                  <a:pt x="4833937" y="9525"/>
                </a:lnTo>
                <a:close/>
              </a:path>
              <a:path w="7066280" h="1819275">
                <a:moveTo>
                  <a:pt x="4872037" y="9525"/>
                </a:moveTo>
                <a:lnTo>
                  <a:pt x="4862512" y="9525"/>
                </a:lnTo>
                <a:lnTo>
                  <a:pt x="4862512" y="0"/>
                </a:lnTo>
                <a:lnTo>
                  <a:pt x="4872037" y="0"/>
                </a:lnTo>
                <a:lnTo>
                  <a:pt x="4872037" y="9525"/>
                </a:lnTo>
                <a:close/>
              </a:path>
              <a:path w="7066280" h="1819275">
                <a:moveTo>
                  <a:pt x="4938712" y="9525"/>
                </a:moveTo>
                <a:lnTo>
                  <a:pt x="4900612" y="9525"/>
                </a:lnTo>
                <a:lnTo>
                  <a:pt x="4900612" y="0"/>
                </a:lnTo>
                <a:lnTo>
                  <a:pt x="4938712" y="0"/>
                </a:lnTo>
                <a:lnTo>
                  <a:pt x="4938712" y="9525"/>
                </a:lnTo>
                <a:close/>
              </a:path>
              <a:path w="7066280" h="1819275">
                <a:moveTo>
                  <a:pt x="4976812" y="9525"/>
                </a:moveTo>
                <a:lnTo>
                  <a:pt x="4967287" y="9525"/>
                </a:lnTo>
                <a:lnTo>
                  <a:pt x="4967287" y="0"/>
                </a:lnTo>
                <a:lnTo>
                  <a:pt x="4976812" y="0"/>
                </a:lnTo>
                <a:lnTo>
                  <a:pt x="4976812" y="9525"/>
                </a:lnTo>
                <a:close/>
              </a:path>
              <a:path w="7066280" h="1819275">
                <a:moveTo>
                  <a:pt x="5043487" y="9525"/>
                </a:moveTo>
                <a:lnTo>
                  <a:pt x="5005387" y="9525"/>
                </a:lnTo>
                <a:lnTo>
                  <a:pt x="5005387" y="0"/>
                </a:lnTo>
                <a:lnTo>
                  <a:pt x="5043487" y="0"/>
                </a:lnTo>
                <a:lnTo>
                  <a:pt x="5043487" y="9525"/>
                </a:lnTo>
                <a:close/>
              </a:path>
              <a:path w="7066280" h="1819275">
                <a:moveTo>
                  <a:pt x="5081587" y="9525"/>
                </a:moveTo>
                <a:lnTo>
                  <a:pt x="5072062" y="9525"/>
                </a:lnTo>
                <a:lnTo>
                  <a:pt x="5072062" y="0"/>
                </a:lnTo>
                <a:lnTo>
                  <a:pt x="5081587" y="0"/>
                </a:lnTo>
                <a:lnTo>
                  <a:pt x="5081587" y="9525"/>
                </a:lnTo>
                <a:close/>
              </a:path>
              <a:path w="7066280" h="1819275">
                <a:moveTo>
                  <a:pt x="5148262" y="9525"/>
                </a:moveTo>
                <a:lnTo>
                  <a:pt x="5110162" y="9525"/>
                </a:lnTo>
                <a:lnTo>
                  <a:pt x="5110162" y="0"/>
                </a:lnTo>
                <a:lnTo>
                  <a:pt x="5148262" y="0"/>
                </a:lnTo>
                <a:lnTo>
                  <a:pt x="5148262" y="9525"/>
                </a:lnTo>
                <a:close/>
              </a:path>
              <a:path w="7066280" h="1819275">
                <a:moveTo>
                  <a:pt x="5186362" y="9525"/>
                </a:moveTo>
                <a:lnTo>
                  <a:pt x="5176837" y="9525"/>
                </a:lnTo>
                <a:lnTo>
                  <a:pt x="5176837" y="0"/>
                </a:lnTo>
                <a:lnTo>
                  <a:pt x="5186362" y="0"/>
                </a:lnTo>
                <a:lnTo>
                  <a:pt x="5186362" y="9525"/>
                </a:lnTo>
                <a:close/>
              </a:path>
              <a:path w="7066280" h="1819275">
                <a:moveTo>
                  <a:pt x="5253037" y="9525"/>
                </a:moveTo>
                <a:lnTo>
                  <a:pt x="5214937" y="9525"/>
                </a:lnTo>
                <a:lnTo>
                  <a:pt x="5214937" y="0"/>
                </a:lnTo>
                <a:lnTo>
                  <a:pt x="5253037" y="0"/>
                </a:lnTo>
                <a:lnTo>
                  <a:pt x="5253037" y="9525"/>
                </a:lnTo>
                <a:close/>
              </a:path>
              <a:path w="7066280" h="1819275">
                <a:moveTo>
                  <a:pt x="5291137" y="9525"/>
                </a:moveTo>
                <a:lnTo>
                  <a:pt x="5281612" y="9525"/>
                </a:lnTo>
                <a:lnTo>
                  <a:pt x="5281612" y="0"/>
                </a:lnTo>
                <a:lnTo>
                  <a:pt x="5291137" y="0"/>
                </a:lnTo>
                <a:lnTo>
                  <a:pt x="5291137" y="9525"/>
                </a:lnTo>
                <a:close/>
              </a:path>
              <a:path w="7066280" h="1819275">
                <a:moveTo>
                  <a:pt x="5357812" y="9525"/>
                </a:moveTo>
                <a:lnTo>
                  <a:pt x="5319712" y="9525"/>
                </a:lnTo>
                <a:lnTo>
                  <a:pt x="5319712" y="0"/>
                </a:lnTo>
                <a:lnTo>
                  <a:pt x="5357812" y="0"/>
                </a:lnTo>
                <a:lnTo>
                  <a:pt x="5357812" y="9525"/>
                </a:lnTo>
                <a:close/>
              </a:path>
              <a:path w="7066280" h="1819275">
                <a:moveTo>
                  <a:pt x="5395912" y="9525"/>
                </a:moveTo>
                <a:lnTo>
                  <a:pt x="5386387" y="9525"/>
                </a:lnTo>
                <a:lnTo>
                  <a:pt x="5386387" y="0"/>
                </a:lnTo>
                <a:lnTo>
                  <a:pt x="5395912" y="0"/>
                </a:lnTo>
                <a:lnTo>
                  <a:pt x="5395912" y="9525"/>
                </a:lnTo>
                <a:close/>
              </a:path>
              <a:path w="7066280" h="1819275">
                <a:moveTo>
                  <a:pt x="5462587" y="9525"/>
                </a:moveTo>
                <a:lnTo>
                  <a:pt x="5424487" y="9525"/>
                </a:lnTo>
                <a:lnTo>
                  <a:pt x="5424487" y="0"/>
                </a:lnTo>
                <a:lnTo>
                  <a:pt x="5462587" y="0"/>
                </a:lnTo>
                <a:lnTo>
                  <a:pt x="5462587" y="9525"/>
                </a:lnTo>
                <a:close/>
              </a:path>
              <a:path w="7066280" h="1819275">
                <a:moveTo>
                  <a:pt x="5500687" y="9525"/>
                </a:moveTo>
                <a:lnTo>
                  <a:pt x="5491162" y="9525"/>
                </a:lnTo>
                <a:lnTo>
                  <a:pt x="5491162" y="0"/>
                </a:lnTo>
                <a:lnTo>
                  <a:pt x="5500687" y="0"/>
                </a:lnTo>
                <a:lnTo>
                  <a:pt x="5500687" y="9525"/>
                </a:lnTo>
                <a:close/>
              </a:path>
              <a:path w="7066280" h="1819275">
                <a:moveTo>
                  <a:pt x="5567362" y="9525"/>
                </a:moveTo>
                <a:lnTo>
                  <a:pt x="5529262" y="9525"/>
                </a:lnTo>
                <a:lnTo>
                  <a:pt x="5529262" y="0"/>
                </a:lnTo>
                <a:lnTo>
                  <a:pt x="5567362" y="0"/>
                </a:lnTo>
                <a:lnTo>
                  <a:pt x="5567362" y="9525"/>
                </a:lnTo>
                <a:close/>
              </a:path>
              <a:path w="7066280" h="1819275">
                <a:moveTo>
                  <a:pt x="5605462" y="9525"/>
                </a:moveTo>
                <a:lnTo>
                  <a:pt x="5595937" y="9525"/>
                </a:lnTo>
                <a:lnTo>
                  <a:pt x="5595937" y="0"/>
                </a:lnTo>
                <a:lnTo>
                  <a:pt x="5605462" y="0"/>
                </a:lnTo>
                <a:lnTo>
                  <a:pt x="5605462" y="9525"/>
                </a:lnTo>
                <a:close/>
              </a:path>
              <a:path w="7066280" h="1819275">
                <a:moveTo>
                  <a:pt x="5672137" y="9525"/>
                </a:moveTo>
                <a:lnTo>
                  <a:pt x="5634037" y="9525"/>
                </a:lnTo>
                <a:lnTo>
                  <a:pt x="5634037" y="0"/>
                </a:lnTo>
                <a:lnTo>
                  <a:pt x="5672137" y="0"/>
                </a:lnTo>
                <a:lnTo>
                  <a:pt x="5672137" y="9525"/>
                </a:lnTo>
                <a:close/>
              </a:path>
              <a:path w="7066280" h="1819275">
                <a:moveTo>
                  <a:pt x="5710237" y="9525"/>
                </a:moveTo>
                <a:lnTo>
                  <a:pt x="5700712" y="9525"/>
                </a:lnTo>
                <a:lnTo>
                  <a:pt x="5700712" y="0"/>
                </a:lnTo>
                <a:lnTo>
                  <a:pt x="5710237" y="0"/>
                </a:lnTo>
                <a:lnTo>
                  <a:pt x="5710237" y="9525"/>
                </a:lnTo>
                <a:close/>
              </a:path>
              <a:path w="7066280" h="1819275">
                <a:moveTo>
                  <a:pt x="5776912" y="9525"/>
                </a:moveTo>
                <a:lnTo>
                  <a:pt x="5738812" y="9525"/>
                </a:lnTo>
                <a:lnTo>
                  <a:pt x="5738812" y="0"/>
                </a:lnTo>
                <a:lnTo>
                  <a:pt x="5776912" y="0"/>
                </a:lnTo>
                <a:lnTo>
                  <a:pt x="5776912" y="9525"/>
                </a:lnTo>
                <a:close/>
              </a:path>
              <a:path w="7066280" h="1819275">
                <a:moveTo>
                  <a:pt x="5815012" y="9525"/>
                </a:moveTo>
                <a:lnTo>
                  <a:pt x="5805487" y="9525"/>
                </a:lnTo>
                <a:lnTo>
                  <a:pt x="5805487" y="0"/>
                </a:lnTo>
                <a:lnTo>
                  <a:pt x="5815012" y="0"/>
                </a:lnTo>
                <a:lnTo>
                  <a:pt x="5815012" y="9525"/>
                </a:lnTo>
                <a:close/>
              </a:path>
              <a:path w="7066280" h="1819275">
                <a:moveTo>
                  <a:pt x="5881687" y="9525"/>
                </a:moveTo>
                <a:lnTo>
                  <a:pt x="5843587" y="9525"/>
                </a:lnTo>
                <a:lnTo>
                  <a:pt x="5843587" y="0"/>
                </a:lnTo>
                <a:lnTo>
                  <a:pt x="5881687" y="0"/>
                </a:lnTo>
                <a:lnTo>
                  <a:pt x="5881687" y="9525"/>
                </a:lnTo>
                <a:close/>
              </a:path>
              <a:path w="7066280" h="1819275">
                <a:moveTo>
                  <a:pt x="5919787" y="9525"/>
                </a:moveTo>
                <a:lnTo>
                  <a:pt x="5910262" y="9525"/>
                </a:lnTo>
                <a:lnTo>
                  <a:pt x="5910262" y="0"/>
                </a:lnTo>
                <a:lnTo>
                  <a:pt x="5919787" y="0"/>
                </a:lnTo>
                <a:lnTo>
                  <a:pt x="5919787" y="9525"/>
                </a:lnTo>
                <a:close/>
              </a:path>
              <a:path w="7066280" h="1819275">
                <a:moveTo>
                  <a:pt x="5986462" y="9525"/>
                </a:moveTo>
                <a:lnTo>
                  <a:pt x="5948362" y="9525"/>
                </a:lnTo>
                <a:lnTo>
                  <a:pt x="5948362" y="0"/>
                </a:lnTo>
                <a:lnTo>
                  <a:pt x="5986462" y="0"/>
                </a:lnTo>
                <a:lnTo>
                  <a:pt x="5986462" y="9525"/>
                </a:lnTo>
                <a:close/>
              </a:path>
              <a:path w="7066280" h="1819275">
                <a:moveTo>
                  <a:pt x="6024562" y="9525"/>
                </a:moveTo>
                <a:lnTo>
                  <a:pt x="6015037" y="9525"/>
                </a:lnTo>
                <a:lnTo>
                  <a:pt x="6015037" y="0"/>
                </a:lnTo>
                <a:lnTo>
                  <a:pt x="6024562" y="0"/>
                </a:lnTo>
                <a:lnTo>
                  <a:pt x="6024562" y="9525"/>
                </a:lnTo>
                <a:close/>
              </a:path>
              <a:path w="7066280" h="1819275">
                <a:moveTo>
                  <a:pt x="6091237" y="9525"/>
                </a:moveTo>
                <a:lnTo>
                  <a:pt x="6053137" y="9525"/>
                </a:lnTo>
                <a:lnTo>
                  <a:pt x="6053137" y="0"/>
                </a:lnTo>
                <a:lnTo>
                  <a:pt x="6091237" y="0"/>
                </a:lnTo>
                <a:lnTo>
                  <a:pt x="6091237" y="9525"/>
                </a:lnTo>
                <a:close/>
              </a:path>
              <a:path w="7066280" h="1819275">
                <a:moveTo>
                  <a:pt x="6129337" y="9525"/>
                </a:moveTo>
                <a:lnTo>
                  <a:pt x="6119812" y="9525"/>
                </a:lnTo>
                <a:lnTo>
                  <a:pt x="6119812" y="0"/>
                </a:lnTo>
                <a:lnTo>
                  <a:pt x="6129337" y="0"/>
                </a:lnTo>
                <a:lnTo>
                  <a:pt x="6129337" y="9525"/>
                </a:lnTo>
                <a:close/>
              </a:path>
              <a:path w="7066280" h="1819275">
                <a:moveTo>
                  <a:pt x="6196012" y="9525"/>
                </a:moveTo>
                <a:lnTo>
                  <a:pt x="6157912" y="9525"/>
                </a:lnTo>
                <a:lnTo>
                  <a:pt x="6157912" y="0"/>
                </a:lnTo>
                <a:lnTo>
                  <a:pt x="6196012" y="0"/>
                </a:lnTo>
                <a:lnTo>
                  <a:pt x="6196012" y="9525"/>
                </a:lnTo>
                <a:close/>
              </a:path>
              <a:path w="7066280" h="1819275">
                <a:moveTo>
                  <a:pt x="6234112" y="9525"/>
                </a:moveTo>
                <a:lnTo>
                  <a:pt x="6224587" y="9525"/>
                </a:lnTo>
                <a:lnTo>
                  <a:pt x="6224587" y="0"/>
                </a:lnTo>
                <a:lnTo>
                  <a:pt x="6234112" y="0"/>
                </a:lnTo>
                <a:lnTo>
                  <a:pt x="6234112" y="9525"/>
                </a:lnTo>
                <a:close/>
              </a:path>
              <a:path w="7066280" h="1819275">
                <a:moveTo>
                  <a:pt x="6300787" y="9525"/>
                </a:moveTo>
                <a:lnTo>
                  <a:pt x="6262687" y="9525"/>
                </a:lnTo>
                <a:lnTo>
                  <a:pt x="6262687" y="0"/>
                </a:lnTo>
                <a:lnTo>
                  <a:pt x="6300787" y="0"/>
                </a:lnTo>
                <a:lnTo>
                  <a:pt x="6300787" y="9525"/>
                </a:lnTo>
                <a:close/>
              </a:path>
              <a:path w="7066280" h="1819275">
                <a:moveTo>
                  <a:pt x="6338887" y="9525"/>
                </a:moveTo>
                <a:lnTo>
                  <a:pt x="6329362" y="9525"/>
                </a:lnTo>
                <a:lnTo>
                  <a:pt x="6329362" y="0"/>
                </a:lnTo>
                <a:lnTo>
                  <a:pt x="6338887" y="0"/>
                </a:lnTo>
                <a:lnTo>
                  <a:pt x="6338887" y="9525"/>
                </a:lnTo>
                <a:close/>
              </a:path>
              <a:path w="7066280" h="1819275">
                <a:moveTo>
                  <a:pt x="6405562" y="9525"/>
                </a:moveTo>
                <a:lnTo>
                  <a:pt x="6367462" y="9525"/>
                </a:lnTo>
                <a:lnTo>
                  <a:pt x="6367462" y="0"/>
                </a:lnTo>
                <a:lnTo>
                  <a:pt x="6405562" y="0"/>
                </a:lnTo>
                <a:lnTo>
                  <a:pt x="6405562" y="9525"/>
                </a:lnTo>
                <a:close/>
              </a:path>
              <a:path w="7066280" h="1819275">
                <a:moveTo>
                  <a:pt x="6443662" y="9525"/>
                </a:moveTo>
                <a:lnTo>
                  <a:pt x="6434137" y="9525"/>
                </a:lnTo>
                <a:lnTo>
                  <a:pt x="6434137" y="0"/>
                </a:lnTo>
                <a:lnTo>
                  <a:pt x="6443662" y="0"/>
                </a:lnTo>
                <a:lnTo>
                  <a:pt x="6443662" y="9525"/>
                </a:lnTo>
                <a:close/>
              </a:path>
              <a:path w="7066280" h="1819275">
                <a:moveTo>
                  <a:pt x="6510337" y="9525"/>
                </a:moveTo>
                <a:lnTo>
                  <a:pt x="6472237" y="9525"/>
                </a:lnTo>
                <a:lnTo>
                  <a:pt x="6472237" y="0"/>
                </a:lnTo>
                <a:lnTo>
                  <a:pt x="6510337" y="0"/>
                </a:lnTo>
                <a:lnTo>
                  <a:pt x="6510337" y="9525"/>
                </a:lnTo>
                <a:close/>
              </a:path>
              <a:path w="7066280" h="1819275">
                <a:moveTo>
                  <a:pt x="6548437" y="9525"/>
                </a:moveTo>
                <a:lnTo>
                  <a:pt x="6538912" y="9525"/>
                </a:lnTo>
                <a:lnTo>
                  <a:pt x="6538912" y="0"/>
                </a:lnTo>
                <a:lnTo>
                  <a:pt x="6548437" y="0"/>
                </a:lnTo>
                <a:lnTo>
                  <a:pt x="6548437" y="9525"/>
                </a:lnTo>
                <a:close/>
              </a:path>
              <a:path w="7066280" h="1819275">
                <a:moveTo>
                  <a:pt x="6615112" y="9525"/>
                </a:moveTo>
                <a:lnTo>
                  <a:pt x="6577012" y="9525"/>
                </a:lnTo>
                <a:lnTo>
                  <a:pt x="6577012" y="0"/>
                </a:lnTo>
                <a:lnTo>
                  <a:pt x="6615112" y="0"/>
                </a:lnTo>
                <a:lnTo>
                  <a:pt x="6615112" y="9525"/>
                </a:lnTo>
                <a:close/>
              </a:path>
              <a:path w="7066280" h="1819275">
                <a:moveTo>
                  <a:pt x="6653212" y="9525"/>
                </a:moveTo>
                <a:lnTo>
                  <a:pt x="6643687" y="9525"/>
                </a:lnTo>
                <a:lnTo>
                  <a:pt x="6643687" y="0"/>
                </a:lnTo>
                <a:lnTo>
                  <a:pt x="6653212" y="0"/>
                </a:lnTo>
                <a:lnTo>
                  <a:pt x="6653212" y="9525"/>
                </a:lnTo>
                <a:close/>
              </a:path>
              <a:path w="7066280" h="1819275">
                <a:moveTo>
                  <a:pt x="6719887" y="9525"/>
                </a:moveTo>
                <a:lnTo>
                  <a:pt x="6681787" y="9525"/>
                </a:lnTo>
                <a:lnTo>
                  <a:pt x="6681787" y="0"/>
                </a:lnTo>
                <a:lnTo>
                  <a:pt x="6719887" y="0"/>
                </a:lnTo>
                <a:lnTo>
                  <a:pt x="6719887" y="9525"/>
                </a:lnTo>
                <a:close/>
              </a:path>
              <a:path w="7066280" h="1819275">
                <a:moveTo>
                  <a:pt x="6757987" y="9525"/>
                </a:moveTo>
                <a:lnTo>
                  <a:pt x="6748462" y="9525"/>
                </a:lnTo>
                <a:lnTo>
                  <a:pt x="6748462" y="0"/>
                </a:lnTo>
                <a:lnTo>
                  <a:pt x="6757987" y="0"/>
                </a:lnTo>
                <a:lnTo>
                  <a:pt x="6757987" y="9525"/>
                </a:lnTo>
                <a:close/>
              </a:path>
              <a:path w="7066280" h="1819275">
                <a:moveTo>
                  <a:pt x="6824662" y="9525"/>
                </a:moveTo>
                <a:lnTo>
                  <a:pt x="6786562" y="9525"/>
                </a:lnTo>
                <a:lnTo>
                  <a:pt x="6786562" y="0"/>
                </a:lnTo>
                <a:lnTo>
                  <a:pt x="6824662" y="0"/>
                </a:lnTo>
                <a:lnTo>
                  <a:pt x="6824662" y="9525"/>
                </a:lnTo>
                <a:close/>
              </a:path>
              <a:path w="7066280" h="1819275">
                <a:moveTo>
                  <a:pt x="6862762" y="9525"/>
                </a:moveTo>
                <a:lnTo>
                  <a:pt x="6853237" y="9525"/>
                </a:lnTo>
                <a:lnTo>
                  <a:pt x="6853237" y="0"/>
                </a:lnTo>
                <a:lnTo>
                  <a:pt x="6862762" y="0"/>
                </a:lnTo>
                <a:lnTo>
                  <a:pt x="6862762" y="9525"/>
                </a:lnTo>
                <a:close/>
              </a:path>
              <a:path w="7066280" h="1819275">
                <a:moveTo>
                  <a:pt x="6929437" y="9525"/>
                </a:moveTo>
                <a:lnTo>
                  <a:pt x="6891337" y="9525"/>
                </a:lnTo>
                <a:lnTo>
                  <a:pt x="6891337" y="0"/>
                </a:lnTo>
                <a:lnTo>
                  <a:pt x="6929437" y="0"/>
                </a:lnTo>
                <a:lnTo>
                  <a:pt x="6929437" y="9525"/>
                </a:lnTo>
                <a:close/>
              </a:path>
              <a:path w="7066280" h="1819275">
                <a:moveTo>
                  <a:pt x="6967537" y="9525"/>
                </a:moveTo>
                <a:lnTo>
                  <a:pt x="6958012" y="9525"/>
                </a:lnTo>
                <a:lnTo>
                  <a:pt x="6958012" y="0"/>
                </a:lnTo>
                <a:lnTo>
                  <a:pt x="6967537" y="0"/>
                </a:lnTo>
                <a:lnTo>
                  <a:pt x="6967537" y="9525"/>
                </a:lnTo>
                <a:close/>
              </a:path>
              <a:path w="7066280" h="1819275">
                <a:moveTo>
                  <a:pt x="7034212" y="9525"/>
                </a:moveTo>
                <a:lnTo>
                  <a:pt x="6996112" y="9525"/>
                </a:lnTo>
                <a:lnTo>
                  <a:pt x="6996112" y="0"/>
                </a:lnTo>
                <a:lnTo>
                  <a:pt x="7034212" y="0"/>
                </a:lnTo>
                <a:lnTo>
                  <a:pt x="7034212" y="9525"/>
                </a:lnTo>
                <a:close/>
              </a:path>
              <a:path w="7066280" h="1819275">
                <a:moveTo>
                  <a:pt x="7065962" y="15875"/>
                </a:moveTo>
                <a:lnTo>
                  <a:pt x="7056437" y="15875"/>
                </a:lnTo>
                <a:lnTo>
                  <a:pt x="7056437" y="6350"/>
                </a:lnTo>
                <a:lnTo>
                  <a:pt x="7065962" y="6350"/>
                </a:lnTo>
                <a:lnTo>
                  <a:pt x="7065962" y="15875"/>
                </a:lnTo>
                <a:close/>
              </a:path>
              <a:path w="7066280" h="1819275">
                <a:moveTo>
                  <a:pt x="7065962" y="82550"/>
                </a:moveTo>
                <a:lnTo>
                  <a:pt x="7056437" y="82550"/>
                </a:lnTo>
                <a:lnTo>
                  <a:pt x="7056437" y="44450"/>
                </a:lnTo>
                <a:lnTo>
                  <a:pt x="7065962" y="44450"/>
                </a:lnTo>
                <a:lnTo>
                  <a:pt x="7065962" y="82550"/>
                </a:lnTo>
                <a:close/>
              </a:path>
              <a:path w="7066280" h="1819275">
                <a:moveTo>
                  <a:pt x="7065962" y="120650"/>
                </a:moveTo>
                <a:lnTo>
                  <a:pt x="7056437" y="120650"/>
                </a:lnTo>
                <a:lnTo>
                  <a:pt x="7056437" y="111125"/>
                </a:lnTo>
                <a:lnTo>
                  <a:pt x="7065962" y="111125"/>
                </a:lnTo>
                <a:lnTo>
                  <a:pt x="7065962" y="120650"/>
                </a:lnTo>
                <a:close/>
              </a:path>
              <a:path w="7066280" h="1819275">
                <a:moveTo>
                  <a:pt x="7065962" y="187325"/>
                </a:moveTo>
                <a:lnTo>
                  <a:pt x="7056437" y="187325"/>
                </a:lnTo>
                <a:lnTo>
                  <a:pt x="7056437" y="149225"/>
                </a:lnTo>
                <a:lnTo>
                  <a:pt x="7065962" y="149225"/>
                </a:lnTo>
                <a:lnTo>
                  <a:pt x="7065962" y="187325"/>
                </a:lnTo>
                <a:close/>
              </a:path>
              <a:path w="7066280" h="1819275">
                <a:moveTo>
                  <a:pt x="7065962" y="225425"/>
                </a:moveTo>
                <a:lnTo>
                  <a:pt x="7056437" y="225425"/>
                </a:lnTo>
                <a:lnTo>
                  <a:pt x="7056437" y="215900"/>
                </a:lnTo>
                <a:lnTo>
                  <a:pt x="7065962" y="215900"/>
                </a:lnTo>
                <a:lnTo>
                  <a:pt x="7065962" y="225425"/>
                </a:lnTo>
                <a:close/>
              </a:path>
              <a:path w="7066280" h="1819275">
                <a:moveTo>
                  <a:pt x="7065962" y="292100"/>
                </a:moveTo>
                <a:lnTo>
                  <a:pt x="7056437" y="292100"/>
                </a:lnTo>
                <a:lnTo>
                  <a:pt x="7056437" y="254000"/>
                </a:lnTo>
                <a:lnTo>
                  <a:pt x="7065962" y="254000"/>
                </a:lnTo>
                <a:lnTo>
                  <a:pt x="7065962" y="292100"/>
                </a:lnTo>
                <a:close/>
              </a:path>
              <a:path w="7066280" h="1819275">
                <a:moveTo>
                  <a:pt x="7065962" y="330200"/>
                </a:moveTo>
                <a:lnTo>
                  <a:pt x="7056437" y="330200"/>
                </a:lnTo>
                <a:lnTo>
                  <a:pt x="7056437" y="320675"/>
                </a:lnTo>
                <a:lnTo>
                  <a:pt x="7065962" y="320675"/>
                </a:lnTo>
                <a:lnTo>
                  <a:pt x="7065962" y="330200"/>
                </a:lnTo>
                <a:close/>
              </a:path>
              <a:path w="7066280" h="1819275">
                <a:moveTo>
                  <a:pt x="7065962" y="396875"/>
                </a:moveTo>
                <a:lnTo>
                  <a:pt x="7056437" y="396875"/>
                </a:lnTo>
                <a:lnTo>
                  <a:pt x="7056437" y="358775"/>
                </a:lnTo>
                <a:lnTo>
                  <a:pt x="7065962" y="358775"/>
                </a:lnTo>
                <a:lnTo>
                  <a:pt x="7065962" y="396875"/>
                </a:lnTo>
                <a:close/>
              </a:path>
              <a:path w="7066280" h="1819275">
                <a:moveTo>
                  <a:pt x="7065962" y="434975"/>
                </a:moveTo>
                <a:lnTo>
                  <a:pt x="7056437" y="434975"/>
                </a:lnTo>
                <a:lnTo>
                  <a:pt x="7056437" y="425450"/>
                </a:lnTo>
                <a:lnTo>
                  <a:pt x="7065962" y="425450"/>
                </a:lnTo>
                <a:lnTo>
                  <a:pt x="7065962" y="434975"/>
                </a:lnTo>
                <a:close/>
              </a:path>
              <a:path w="7066280" h="1819275">
                <a:moveTo>
                  <a:pt x="7065962" y="501650"/>
                </a:moveTo>
                <a:lnTo>
                  <a:pt x="7056437" y="501650"/>
                </a:lnTo>
                <a:lnTo>
                  <a:pt x="7056437" y="463550"/>
                </a:lnTo>
                <a:lnTo>
                  <a:pt x="7065962" y="463550"/>
                </a:lnTo>
                <a:lnTo>
                  <a:pt x="7065962" y="501650"/>
                </a:lnTo>
                <a:close/>
              </a:path>
              <a:path w="7066280" h="1819275">
                <a:moveTo>
                  <a:pt x="7065962" y="539750"/>
                </a:moveTo>
                <a:lnTo>
                  <a:pt x="7056437" y="539750"/>
                </a:lnTo>
                <a:lnTo>
                  <a:pt x="7056437" y="530225"/>
                </a:lnTo>
                <a:lnTo>
                  <a:pt x="7065962" y="530225"/>
                </a:lnTo>
                <a:lnTo>
                  <a:pt x="7065962" y="539750"/>
                </a:lnTo>
                <a:close/>
              </a:path>
              <a:path w="7066280" h="1819275">
                <a:moveTo>
                  <a:pt x="7065962" y="606425"/>
                </a:moveTo>
                <a:lnTo>
                  <a:pt x="7056437" y="606425"/>
                </a:lnTo>
                <a:lnTo>
                  <a:pt x="7056437" y="568325"/>
                </a:lnTo>
                <a:lnTo>
                  <a:pt x="7065962" y="568325"/>
                </a:lnTo>
                <a:lnTo>
                  <a:pt x="7065962" y="606425"/>
                </a:lnTo>
                <a:close/>
              </a:path>
              <a:path w="7066280" h="1819275">
                <a:moveTo>
                  <a:pt x="7065962" y="644525"/>
                </a:moveTo>
                <a:lnTo>
                  <a:pt x="7056437" y="644525"/>
                </a:lnTo>
                <a:lnTo>
                  <a:pt x="7056437" y="635000"/>
                </a:lnTo>
                <a:lnTo>
                  <a:pt x="7065962" y="635000"/>
                </a:lnTo>
                <a:lnTo>
                  <a:pt x="7065962" y="644525"/>
                </a:lnTo>
                <a:close/>
              </a:path>
              <a:path w="7066280" h="1819275">
                <a:moveTo>
                  <a:pt x="7065962" y="711200"/>
                </a:moveTo>
                <a:lnTo>
                  <a:pt x="7056437" y="711200"/>
                </a:lnTo>
                <a:lnTo>
                  <a:pt x="7056437" y="673100"/>
                </a:lnTo>
                <a:lnTo>
                  <a:pt x="7065962" y="673100"/>
                </a:lnTo>
                <a:lnTo>
                  <a:pt x="7065962" y="711200"/>
                </a:lnTo>
                <a:close/>
              </a:path>
              <a:path w="7066280" h="1819275">
                <a:moveTo>
                  <a:pt x="7065962" y="749300"/>
                </a:moveTo>
                <a:lnTo>
                  <a:pt x="7056437" y="749300"/>
                </a:lnTo>
                <a:lnTo>
                  <a:pt x="7056437" y="739775"/>
                </a:lnTo>
                <a:lnTo>
                  <a:pt x="7065962" y="739775"/>
                </a:lnTo>
                <a:lnTo>
                  <a:pt x="7065962" y="749300"/>
                </a:lnTo>
                <a:close/>
              </a:path>
              <a:path w="7066280" h="1819275">
                <a:moveTo>
                  <a:pt x="7065962" y="815975"/>
                </a:moveTo>
                <a:lnTo>
                  <a:pt x="7056437" y="815975"/>
                </a:lnTo>
                <a:lnTo>
                  <a:pt x="7056437" y="777875"/>
                </a:lnTo>
                <a:lnTo>
                  <a:pt x="7065962" y="777875"/>
                </a:lnTo>
                <a:lnTo>
                  <a:pt x="7065962" y="815975"/>
                </a:lnTo>
                <a:close/>
              </a:path>
              <a:path w="7066280" h="1819275">
                <a:moveTo>
                  <a:pt x="7065962" y="854075"/>
                </a:moveTo>
                <a:lnTo>
                  <a:pt x="7056437" y="854075"/>
                </a:lnTo>
                <a:lnTo>
                  <a:pt x="7056437" y="844550"/>
                </a:lnTo>
                <a:lnTo>
                  <a:pt x="7065962" y="844550"/>
                </a:lnTo>
                <a:lnTo>
                  <a:pt x="7065962" y="854075"/>
                </a:lnTo>
                <a:close/>
              </a:path>
              <a:path w="7066280" h="1819275">
                <a:moveTo>
                  <a:pt x="7065962" y="920750"/>
                </a:moveTo>
                <a:lnTo>
                  <a:pt x="7056437" y="920750"/>
                </a:lnTo>
                <a:lnTo>
                  <a:pt x="7056437" y="882650"/>
                </a:lnTo>
                <a:lnTo>
                  <a:pt x="7065962" y="882650"/>
                </a:lnTo>
                <a:lnTo>
                  <a:pt x="7065962" y="920750"/>
                </a:lnTo>
                <a:close/>
              </a:path>
              <a:path w="7066280" h="1819275">
                <a:moveTo>
                  <a:pt x="7065962" y="958850"/>
                </a:moveTo>
                <a:lnTo>
                  <a:pt x="7056437" y="958850"/>
                </a:lnTo>
                <a:lnTo>
                  <a:pt x="7056437" y="949325"/>
                </a:lnTo>
                <a:lnTo>
                  <a:pt x="7065962" y="949325"/>
                </a:lnTo>
                <a:lnTo>
                  <a:pt x="7065962" y="958850"/>
                </a:lnTo>
                <a:close/>
              </a:path>
              <a:path w="7066280" h="1819275">
                <a:moveTo>
                  <a:pt x="7065962" y="1025525"/>
                </a:moveTo>
                <a:lnTo>
                  <a:pt x="7056437" y="1025525"/>
                </a:lnTo>
                <a:lnTo>
                  <a:pt x="7056437" y="987425"/>
                </a:lnTo>
                <a:lnTo>
                  <a:pt x="7065962" y="987425"/>
                </a:lnTo>
                <a:lnTo>
                  <a:pt x="7065962" y="1025525"/>
                </a:lnTo>
                <a:close/>
              </a:path>
              <a:path w="7066280" h="1819275">
                <a:moveTo>
                  <a:pt x="7065962" y="1063625"/>
                </a:moveTo>
                <a:lnTo>
                  <a:pt x="7056437" y="1063625"/>
                </a:lnTo>
                <a:lnTo>
                  <a:pt x="7056437" y="1054100"/>
                </a:lnTo>
                <a:lnTo>
                  <a:pt x="7065962" y="1054100"/>
                </a:lnTo>
                <a:lnTo>
                  <a:pt x="7065962" y="1063625"/>
                </a:lnTo>
                <a:close/>
              </a:path>
              <a:path w="7066280" h="1819275">
                <a:moveTo>
                  <a:pt x="7065962" y="1130300"/>
                </a:moveTo>
                <a:lnTo>
                  <a:pt x="7056437" y="1130300"/>
                </a:lnTo>
                <a:lnTo>
                  <a:pt x="7056437" y="1092200"/>
                </a:lnTo>
                <a:lnTo>
                  <a:pt x="7065962" y="1092200"/>
                </a:lnTo>
                <a:lnTo>
                  <a:pt x="7065962" y="1130300"/>
                </a:lnTo>
                <a:close/>
              </a:path>
              <a:path w="7066280" h="1819275">
                <a:moveTo>
                  <a:pt x="7065962" y="1168400"/>
                </a:moveTo>
                <a:lnTo>
                  <a:pt x="7056437" y="1168400"/>
                </a:lnTo>
                <a:lnTo>
                  <a:pt x="7056437" y="1158875"/>
                </a:lnTo>
                <a:lnTo>
                  <a:pt x="7065962" y="1158875"/>
                </a:lnTo>
                <a:lnTo>
                  <a:pt x="7065962" y="1168400"/>
                </a:lnTo>
                <a:close/>
              </a:path>
              <a:path w="7066280" h="1819275">
                <a:moveTo>
                  <a:pt x="7065962" y="1235075"/>
                </a:moveTo>
                <a:lnTo>
                  <a:pt x="7056437" y="1235075"/>
                </a:lnTo>
                <a:lnTo>
                  <a:pt x="7056437" y="1196975"/>
                </a:lnTo>
                <a:lnTo>
                  <a:pt x="7065962" y="1196975"/>
                </a:lnTo>
                <a:lnTo>
                  <a:pt x="7065962" y="1235075"/>
                </a:lnTo>
                <a:close/>
              </a:path>
              <a:path w="7066280" h="1819275">
                <a:moveTo>
                  <a:pt x="7065962" y="1273175"/>
                </a:moveTo>
                <a:lnTo>
                  <a:pt x="7056437" y="1273175"/>
                </a:lnTo>
                <a:lnTo>
                  <a:pt x="7056437" y="1263650"/>
                </a:lnTo>
                <a:lnTo>
                  <a:pt x="7065962" y="1263650"/>
                </a:lnTo>
                <a:lnTo>
                  <a:pt x="7065962" y="1273175"/>
                </a:lnTo>
                <a:close/>
              </a:path>
              <a:path w="7066280" h="1819275">
                <a:moveTo>
                  <a:pt x="7065962" y="1339850"/>
                </a:moveTo>
                <a:lnTo>
                  <a:pt x="7056437" y="1339850"/>
                </a:lnTo>
                <a:lnTo>
                  <a:pt x="7056437" y="1301750"/>
                </a:lnTo>
                <a:lnTo>
                  <a:pt x="7065962" y="1301750"/>
                </a:lnTo>
                <a:lnTo>
                  <a:pt x="7065962" y="1339850"/>
                </a:lnTo>
                <a:close/>
              </a:path>
              <a:path w="7066280" h="1819275">
                <a:moveTo>
                  <a:pt x="7065962" y="1377950"/>
                </a:moveTo>
                <a:lnTo>
                  <a:pt x="7056437" y="1377950"/>
                </a:lnTo>
                <a:lnTo>
                  <a:pt x="7056437" y="1368425"/>
                </a:lnTo>
                <a:lnTo>
                  <a:pt x="7065962" y="1368425"/>
                </a:lnTo>
                <a:lnTo>
                  <a:pt x="7065962" y="1377950"/>
                </a:lnTo>
                <a:close/>
              </a:path>
              <a:path w="7066280" h="1819275">
                <a:moveTo>
                  <a:pt x="7065962" y="1444625"/>
                </a:moveTo>
                <a:lnTo>
                  <a:pt x="7056437" y="1444625"/>
                </a:lnTo>
                <a:lnTo>
                  <a:pt x="7056437" y="1406525"/>
                </a:lnTo>
                <a:lnTo>
                  <a:pt x="7065962" y="1406525"/>
                </a:lnTo>
                <a:lnTo>
                  <a:pt x="7065962" y="1444625"/>
                </a:lnTo>
                <a:close/>
              </a:path>
              <a:path w="7066280" h="1819275">
                <a:moveTo>
                  <a:pt x="7065962" y="1482725"/>
                </a:moveTo>
                <a:lnTo>
                  <a:pt x="7056437" y="1482725"/>
                </a:lnTo>
                <a:lnTo>
                  <a:pt x="7056437" y="1473200"/>
                </a:lnTo>
                <a:lnTo>
                  <a:pt x="7065962" y="1473200"/>
                </a:lnTo>
                <a:lnTo>
                  <a:pt x="7065962" y="1482725"/>
                </a:lnTo>
                <a:close/>
              </a:path>
              <a:path w="7066280" h="1819275">
                <a:moveTo>
                  <a:pt x="7065962" y="1549400"/>
                </a:moveTo>
                <a:lnTo>
                  <a:pt x="7056437" y="1549400"/>
                </a:lnTo>
                <a:lnTo>
                  <a:pt x="7056437" y="1511300"/>
                </a:lnTo>
                <a:lnTo>
                  <a:pt x="7065962" y="1511300"/>
                </a:lnTo>
                <a:lnTo>
                  <a:pt x="7065962" y="1549400"/>
                </a:lnTo>
                <a:close/>
              </a:path>
              <a:path w="7066280" h="1819275">
                <a:moveTo>
                  <a:pt x="7065962" y="1587500"/>
                </a:moveTo>
                <a:lnTo>
                  <a:pt x="7056437" y="1587500"/>
                </a:lnTo>
                <a:lnTo>
                  <a:pt x="7056437" y="1577975"/>
                </a:lnTo>
                <a:lnTo>
                  <a:pt x="7065962" y="1577975"/>
                </a:lnTo>
                <a:lnTo>
                  <a:pt x="7065962" y="1587500"/>
                </a:lnTo>
                <a:close/>
              </a:path>
              <a:path w="7066280" h="1819275">
                <a:moveTo>
                  <a:pt x="7065962" y="1654175"/>
                </a:moveTo>
                <a:lnTo>
                  <a:pt x="7056437" y="1654175"/>
                </a:lnTo>
                <a:lnTo>
                  <a:pt x="7056437" y="1616075"/>
                </a:lnTo>
                <a:lnTo>
                  <a:pt x="7065962" y="1616075"/>
                </a:lnTo>
                <a:lnTo>
                  <a:pt x="7065962" y="1654175"/>
                </a:lnTo>
                <a:close/>
              </a:path>
              <a:path w="7066280" h="1819275">
                <a:moveTo>
                  <a:pt x="7065962" y="1692275"/>
                </a:moveTo>
                <a:lnTo>
                  <a:pt x="7056437" y="1692275"/>
                </a:lnTo>
                <a:lnTo>
                  <a:pt x="7056437" y="1682750"/>
                </a:lnTo>
                <a:lnTo>
                  <a:pt x="7065962" y="1682750"/>
                </a:lnTo>
                <a:lnTo>
                  <a:pt x="7065962" y="1692275"/>
                </a:lnTo>
                <a:close/>
              </a:path>
              <a:path w="7066280" h="1819275">
                <a:moveTo>
                  <a:pt x="7065962" y="1758950"/>
                </a:moveTo>
                <a:lnTo>
                  <a:pt x="7056437" y="1758950"/>
                </a:lnTo>
                <a:lnTo>
                  <a:pt x="7056437" y="1720850"/>
                </a:lnTo>
                <a:lnTo>
                  <a:pt x="7065962" y="1720850"/>
                </a:lnTo>
                <a:lnTo>
                  <a:pt x="7065962" y="1758950"/>
                </a:lnTo>
                <a:close/>
              </a:path>
              <a:path w="7066280" h="1819275">
                <a:moveTo>
                  <a:pt x="7065962" y="1797050"/>
                </a:moveTo>
                <a:lnTo>
                  <a:pt x="7056437" y="1797050"/>
                </a:lnTo>
                <a:lnTo>
                  <a:pt x="7056437" y="1787525"/>
                </a:lnTo>
                <a:lnTo>
                  <a:pt x="7065962" y="1787525"/>
                </a:lnTo>
                <a:lnTo>
                  <a:pt x="7065962" y="1797050"/>
                </a:lnTo>
                <a:close/>
              </a:path>
              <a:path w="7066280" h="1819275">
                <a:moveTo>
                  <a:pt x="7050087" y="1819275"/>
                </a:moveTo>
                <a:lnTo>
                  <a:pt x="7011987" y="1819275"/>
                </a:lnTo>
                <a:lnTo>
                  <a:pt x="7011987" y="1809750"/>
                </a:lnTo>
                <a:lnTo>
                  <a:pt x="7050087" y="1809750"/>
                </a:lnTo>
                <a:lnTo>
                  <a:pt x="7050087" y="1819275"/>
                </a:lnTo>
                <a:close/>
              </a:path>
              <a:path w="7066280" h="1819275">
                <a:moveTo>
                  <a:pt x="6983412" y="1819275"/>
                </a:moveTo>
                <a:lnTo>
                  <a:pt x="6973887" y="1819275"/>
                </a:lnTo>
                <a:lnTo>
                  <a:pt x="6973887" y="1809750"/>
                </a:lnTo>
                <a:lnTo>
                  <a:pt x="6983412" y="1809750"/>
                </a:lnTo>
                <a:lnTo>
                  <a:pt x="6983412" y="1819275"/>
                </a:lnTo>
                <a:close/>
              </a:path>
              <a:path w="7066280" h="1819275">
                <a:moveTo>
                  <a:pt x="6945312" y="1819275"/>
                </a:moveTo>
                <a:lnTo>
                  <a:pt x="6907212" y="1819275"/>
                </a:lnTo>
                <a:lnTo>
                  <a:pt x="6907212" y="1809750"/>
                </a:lnTo>
                <a:lnTo>
                  <a:pt x="6945312" y="1809750"/>
                </a:lnTo>
                <a:lnTo>
                  <a:pt x="6945312" y="1819275"/>
                </a:lnTo>
                <a:close/>
              </a:path>
              <a:path w="7066280" h="1819275">
                <a:moveTo>
                  <a:pt x="6878637" y="1819275"/>
                </a:moveTo>
                <a:lnTo>
                  <a:pt x="6869112" y="1819275"/>
                </a:lnTo>
                <a:lnTo>
                  <a:pt x="6869112" y="1809750"/>
                </a:lnTo>
                <a:lnTo>
                  <a:pt x="6878637" y="1809750"/>
                </a:lnTo>
                <a:lnTo>
                  <a:pt x="6878637" y="1819275"/>
                </a:lnTo>
                <a:close/>
              </a:path>
              <a:path w="7066280" h="1819275">
                <a:moveTo>
                  <a:pt x="6840537" y="1819275"/>
                </a:moveTo>
                <a:lnTo>
                  <a:pt x="6802437" y="1819275"/>
                </a:lnTo>
                <a:lnTo>
                  <a:pt x="6802437" y="1809750"/>
                </a:lnTo>
                <a:lnTo>
                  <a:pt x="6840537" y="1809750"/>
                </a:lnTo>
                <a:lnTo>
                  <a:pt x="6840537" y="1819275"/>
                </a:lnTo>
                <a:close/>
              </a:path>
              <a:path w="7066280" h="1819275">
                <a:moveTo>
                  <a:pt x="6773862" y="1819275"/>
                </a:moveTo>
                <a:lnTo>
                  <a:pt x="6764337" y="1819275"/>
                </a:lnTo>
                <a:lnTo>
                  <a:pt x="6764337" y="1809750"/>
                </a:lnTo>
                <a:lnTo>
                  <a:pt x="6773862" y="1809750"/>
                </a:lnTo>
                <a:lnTo>
                  <a:pt x="6773862" y="1819275"/>
                </a:lnTo>
                <a:close/>
              </a:path>
              <a:path w="7066280" h="1819275">
                <a:moveTo>
                  <a:pt x="6735762" y="1819275"/>
                </a:moveTo>
                <a:lnTo>
                  <a:pt x="6697662" y="1819275"/>
                </a:lnTo>
                <a:lnTo>
                  <a:pt x="6697662" y="1809750"/>
                </a:lnTo>
                <a:lnTo>
                  <a:pt x="6735762" y="1809750"/>
                </a:lnTo>
                <a:lnTo>
                  <a:pt x="6735762" y="1819275"/>
                </a:lnTo>
                <a:close/>
              </a:path>
              <a:path w="7066280" h="1819275">
                <a:moveTo>
                  <a:pt x="6669087" y="1819275"/>
                </a:moveTo>
                <a:lnTo>
                  <a:pt x="6659562" y="1819275"/>
                </a:lnTo>
                <a:lnTo>
                  <a:pt x="6659562" y="1809750"/>
                </a:lnTo>
                <a:lnTo>
                  <a:pt x="6669087" y="1809750"/>
                </a:lnTo>
                <a:lnTo>
                  <a:pt x="6669087" y="1819275"/>
                </a:lnTo>
                <a:close/>
              </a:path>
              <a:path w="7066280" h="1819275">
                <a:moveTo>
                  <a:pt x="6630987" y="1819275"/>
                </a:moveTo>
                <a:lnTo>
                  <a:pt x="6592887" y="1819275"/>
                </a:lnTo>
                <a:lnTo>
                  <a:pt x="6592887" y="1809750"/>
                </a:lnTo>
                <a:lnTo>
                  <a:pt x="6630987" y="1809750"/>
                </a:lnTo>
                <a:lnTo>
                  <a:pt x="6630987" y="1819275"/>
                </a:lnTo>
                <a:close/>
              </a:path>
              <a:path w="7066280" h="1819275">
                <a:moveTo>
                  <a:pt x="6564312" y="1819275"/>
                </a:moveTo>
                <a:lnTo>
                  <a:pt x="6554787" y="1819275"/>
                </a:lnTo>
                <a:lnTo>
                  <a:pt x="6554787" y="1809750"/>
                </a:lnTo>
                <a:lnTo>
                  <a:pt x="6564312" y="1809750"/>
                </a:lnTo>
                <a:lnTo>
                  <a:pt x="6564312" y="1819275"/>
                </a:lnTo>
                <a:close/>
              </a:path>
              <a:path w="7066280" h="1819275">
                <a:moveTo>
                  <a:pt x="6526212" y="1819275"/>
                </a:moveTo>
                <a:lnTo>
                  <a:pt x="6488112" y="1819275"/>
                </a:lnTo>
                <a:lnTo>
                  <a:pt x="6488112" y="1809750"/>
                </a:lnTo>
                <a:lnTo>
                  <a:pt x="6526212" y="1809750"/>
                </a:lnTo>
                <a:lnTo>
                  <a:pt x="6526212" y="1819275"/>
                </a:lnTo>
                <a:close/>
              </a:path>
              <a:path w="7066280" h="1819275">
                <a:moveTo>
                  <a:pt x="6459537" y="1819275"/>
                </a:moveTo>
                <a:lnTo>
                  <a:pt x="6450012" y="1819275"/>
                </a:lnTo>
                <a:lnTo>
                  <a:pt x="6450012" y="1809750"/>
                </a:lnTo>
                <a:lnTo>
                  <a:pt x="6459537" y="1809750"/>
                </a:lnTo>
                <a:lnTo>
                  <a:pt x="6459537" y="1819275"/>
                </a:lnTo>
                <a:close/>
              </a:path>
              <a:path w="7066280" h="1819275">
                <a:moveTo>
                  <a:pt x="6421437" y="1819275"/>
                </a:moveTo>
                <a:lnTo>
                  <a:pt x="6383337" y="1819275"/>
                </a:lnTo>
                <a:lnTo>
                  <a:pt x="6383337" y="1809750"/>
                </a:lnTo>
                <a:lnTo>
                  <a:pt x="6421437" y="1809750"/>
                </a:lnTo>
                <a:lnTo>
                  <a:pt x="6421437" y="1819275"/>
                </a:lnTo>
                <a:close/>
              </a:path>
              <a:path w="7066280" h="1819275">
                <a:moveTo>
                  <a:pt x="6354762" y="1819275"/>
                </a:moveTo>
                <a:lnTo>
                  <a:pt x="6345237" y="1819275"/>
                </a:lnTo>
                <a:lnTo>
                  <a:pt x="6345237" y="1809750"/>
                </a:lnTo>
                <a:lnTo>
                  <a:pt x="6354762" y="1809750"/>
                </a:lnTo>
                <a:lnTo>
                  <a:pt x="6354762" y="1819275"/>
                </a:lnTo>
                <a:close/>
              </a:path>
              <a:path w="7066280" h="1819275">
                <a:moveTo>
                  <a:pt x="6316662" y="1819275"/>
                </a:moveTo>
                <a:lnTo>
                  <a:pt x="6278562" y="1819275"/>
                </a:lnTo>
                <a:lnTo>
                  <a:pt x="6278562" y="1809750"/>
                </a:lnTo>
                <a:lnTo>
                  <a:pt x="6316662" y="1809750"/>
                </a:lnTo>
                <a:lnTo>
                  <a:pt x="6316662" y="1819275"/>
                </a:lnTo>
                <a:close/>
              </a:path>
              <a:path w="7066280" h="1819275">
                <a:moveTo>
                  <a:pt x="6249987" y="1819275"/>
                </a:moveTo>
                <a:lnTo>
                  <a:pt x="6240462" y="1819275"/>
                </a:lnTo>
                <a:lnTo>
                  <a:pt x="6240462" y="1809750"/>
                </a:lnTo>
                <a:lnTo>
                  <a:pt x="6249987" y="1809750"/>
                </a:lnTo>
                <a:lnTo>
                  <a:pt x="6249987" y="1819275"/>
                </a:lnTo>
                <a:close/>
              </a:path>
              <a:path w="7066280" h="1819275">
                <a:moveTo>
                  <a:pt x="6211887" y="1819275"/>
                </a:moveTo>
                <a:lnTo>
                  <a:pt x="6173787" y="1819275"/>
                </a:lnTo>
                <a:lnTo>
                  <a:pt x="6173787" y="1809750"/>
                </a:lnTo>
                <a:lnTo>
                  <a:pt x="6211887" y="1809750"/>
                </a:lnTo>
                <a:lnTo>
                  <a:pt x="6211887" y="1819275"/>
                </a:lnTo>
                <a:close/>
              </a:path>
              <a:path w="7066280" h="1819275">
                <a:moveTo>
                  <a:pt x="6145212" y="1819275"/>
                </a:moveTo>
                <a:lnTo>
                  <a:pt x="6135687" y="1819275"/>
                </a:lnTo>
                <a:lnTo>
                  <a:pt x="6135687" y="1809750"/>
                </a:lnTo>
                <a:lnTo>
                  <a:pt x="6145212" y="1809750"/>
                </a:lnTo>
                <a:lnTo>
                  <a:pt x="6145212" y="1819275"/>
                </a:lnTo>
                <a:close/>
              </a:path>
              <a:path w="7066280" h="1819275">
                <a:moveTo>
                  <a:pt x="6107112" y="1819275"/>
                </a:moveTo>
                <a:lnTo>
                  <a:pt x="6069012" y="1819275"/>
                </a:lnTo>
                <a:lnTo>
                  <a:pt x="6069012" y="1809750"/>
                </a:lnTo>
                <a:lnTo>
                  <a:pt x="6107112" y="1809750"/>
                </a:lnTo>
                <a:lnTo>
                  <a:pt x="6107112" y="1819275"/>
                </a:lnTo>
                <a:close/>
              </a:path>
              <a:path w="7066280" h="1819275">
                <a:moveTo>
                  <a:pt x="6040437" y="1819275"/>
                </a:moveTo>
                <a:lnTo>
                  <a:pt x="6030912" y="1819275"/>
                </a:lnTo>
                <a:lnTo>
                  <a:pt x="6030912" y="1809750"/>
                </a:lnTo>
                <a:lnTo>
                  <a:pt x="6040437" y="1809750"/>
                </a:lnTo>
                <a:lnTo>
                  <a:pt x="6040437" y="1819275"/>
                </a:lnTo>
                <a:close/>
              </a:path>
              <a:path w="7066280" h="1819275">
                <a:moveTo>
                  <a:pt x="6002337" y="1819275"/>
                </a:moveTo>
                <a:lnTo>
                  <a:pt x="5964237" y="1819275"/>
                </a:lnTo>
                <a:lnTo>
                  <a:pt x="5964237" y="1809750"/>
                </a:lnTo>
                <a:lnTo>
                  <a:pt x="6002337" y="1809750"/>
                </a:lnTo>
                <a:lnTo>
                  <a:pt x="6002337" y="1819275"/>
                </a:lnTo>
                <a:close/>
              </a:path>
              <a:path w="7066280" h="1819275">
                <a:moveTo>
                  <a:pt x="5935662" y="1819275"/>
                </a:moveTo>
                <a:lnTo>
                  <a:pt x="5926137" y="1819275"/>
                </a:lnTo>
                <a:lnTo>
                  <a:pt x="5926137" y="1809750"/>
                </a:lnTo>
                <a:lnTo>
                  <a:pt x="5935662" y="1809750"/>
                </a:lnTo>
                <a:lnTo>
                  <a:pt x="5935662" y="1819275"/>
                </a:lnTo>
                <a:close/>
              </a:path>
              <a:path w="7066280" h="1819275">
                <a:moveTo>
                  <a:pt x="5897562" y="1819275"/>
                </a:moveTo>
                <a:lnTo>
                  <a:pt x="5859462" y="1819275"/>
                </a:lnTo>
                <a:lnTo>
                  <a:pt x="5859462" y="1809750"/>
                </a:lnTo>
                <a:lnTo>
                  <a:pt x="5897562" y="1809750"/>
                </a:lnTo>
                <a:lnTo>
                  <a:pt x="5897562" y="1819275"/>
                </a:lnTo>
                <a:close/>
              </a:path>
              <a:path w="7066280" h="1819275">
                <a:moveTo>
                  <a:pt x="5830887" y="1819275"/>
                </a:moveTo>
                <a:lnTo>
                  <a:pt x="5821362" y="1819275"/>
                </a:lnTo>
                <a:lnTo>
                  <a:pt x="5821362" y="1809750"/>
                </a:lnTo>
                <a:lnTo>
                  <a:pt x="5830887" y="1809750"/>
                </a:lnTo>
                <a:lnTo>
                  <a:pt x="5830887" y="1819275"/>
                </a:lnTo>
                <a:close/>
              </a:path>
              <a:path w="7066280" h="1819275">
                <a:moveTo>
                  <a:pt x="5792787" y="1819275"/>
                </a:moveTo>
                <a:lnTo>
                  <a:pt x="5754687" y="1819275"/>
                </a:lnTo>
                <a:lnTo>
                  <a:pt x="5754687" y="1809750"/>
                </a:lnTo>
                <a:lnTo>
                  <a:pt x="5792787" y="1809750"/>
                </a:lnTo>
                <a:lnTo>
                  <a:pt x="5792787" y="1819275"/>
                </a:lnTo>
                <a:close/>
              </a:path>
              <a:path w="7066280" h="1819275">
                <a:moveTo>
                  <a:pt x="5726112" y="1819275"/>
                </a:moveTo>
                <a:lnTo>
                  <a:pt x="5716587" y="1819275"/>
                </a:lnTo>
                <a:lnTo>
                  <a:pt x="5716587" y="1809750"/>
                </a:lnTo>
                <a:lnTo>
                  <a:pt x="5726112" y="1809750"/>
                </a:lnTo>
                <a:lnTo>
                  <a:pt x="5726112" y="1819275"/>
                </a:lnTo>
                <a:close/>
              </a:path>
              <a:path w="7066280" h="1819275">
                <a:moveTo>
                  <a:pt x="5688012" y="1819275"/>
                </a:moveTo>
                <a:lnTo>
                  <a:pt x="5649912" y="1819275"/>
                </a:lnTo>
                <a:lnTo>
                  <a:pt x="5649912" y="1809750"/>
                </a:lnTo>
                <a:lnTo>
                  <a:pt x="5688012" y="1809750"/>
                </a:lnTo>
                <a:lnTo>
                  <a:pt x="5688012" y="1819275"/>
                </a:lnTo>
                <a:close/>
              </a:path>
              <a:path w="7066280" h="1819275">
                <a:moveTo>
                  <a:pt x="5621337" y="1819275"/>
                </a:moveTo>
                <a:lnTo>
                  <a:pt x="5611812" y="1819275"/>
                </a:lnTo>
                <a:lnTo>
                  <a:pt x="5611812" y="1809750"/>
                </a:lnTo>
                <a:lnTo>
                  <a:pt x="5621337" y="1809750"/>
                </a:lnTo>
                <a:lnTo>
                  <a:pt x="5621337" y="1819275"/>
                </a:lnTo>
                <a:close/>
              </a:path>
              <a:path w="7066280" h="1819275">
                <a:moveTo>
                  <a:pt x="5583237" y="1819275"/>
                </a:moveTo>
                <a:lnTo>
                  <a:pt x="5545137" y="1819275"/>
                </a:lnTo>
                <a:lnTo>
                  <a:pt x="5545137" y="1809750"/>
                </a:lnTo>
                <a:lnTo>
                  <a:pt x="5583237" y="1809750"/>
                </a:lnTo>
                <a:lnTo>
                  <a:pt x="5583237" y="1819275"/>
                </a:lnTo>
                <a:close/>
              </a:path>
              <a:path w="7066280" h="1819275">
                <a:moveTo>
                  <a:pt x="5516562" y="1819275"/>
                </a:moveTo>
                <a:lnTo>
                  <a:pt x="5507037" y="1819275"/>
                </a:lnTo>
                <a:lnTo>
                  <a:pt x="5507037" y="1809750"/>
                </a:lnTo>
                <a:lnTo>
                  <a:pt x="5516562" y="1809750"/>
                </a:lnTo>
                <a:lnTo>
                  <a:pt x="5516562" y="1819275"/>
                </a:lnTo>
                <a:close/>
              </a:path>
              <a:path w="7066280" h="1819275">
                <a:moveTo>
                  <a:pt x="5478462" y="1819275"/>
                </a:moveTo>
                <a:lnTo>
                  <a:pt x="5440362" y="1819275"/>
                </a:lnTo>
                <a:lnTo>
                  <a:pt x="5440362" y="1809750"/>
                </a:lnTo>
                <a:lnTo>
                  <a:pt x="5478462" y="1809750"/>
                </a:lnTo>
                <a:lnTo>
                  <a:pt x="5478462" y="1819275"/>
                </a:lnTo>
                <a:close/>
              </a:path>
              <a:path w="7066280" h="1819275">
                <a:moveTo>
                  <a:pt x="5411787" y="1819275"/>
                </a:moveTo>
                <a:lnTo>
                  <a:pt x="5402262" y="1819275"/>
                </a:lnTo>
                <a:lnTo>
                  <a:pt x="5402262" y="1809750"/>
                </a:lnTo>
                <a:lnTo>
                  <a:pt x="5411787" y="1809750"/>
                </a:lnTo>
                <a:lnTo>
                  <a:pt x="5411787" y="1819275"/>
                </a:lnTo>
                <a:close/>
              </a:path>
              <a:path w="7066280" h="1819275">
                <a:moveTo>
                  <a:pt x="5373687" y="1819275"/>
                </a:moveTo>
                <a:lnTo>
                  <a:pt x="5335587" y="1819275"/>
                </a:lnTo>
                <a:lnTo>
                  <a:pt x="5335587" y="1809750"/>
                </a:lnTo>
                <a:lnTo>
                  <a:pt x="5373687" y="1809750"/>
                </a:lnTo>
                <a:lnTo>
                  <a:pt x="5373687" y="1819275"/>
                </a:lnTo>
                <a:close/>
              </a:path>
              <a:path w="7066280" h="1819275">
                <a:moveTo>
                  <a:pt x="5307012" y="1819275"/>
                </a:moveTo>
                <a:lnTo>
                  <a:pt x="5297487" y="1819275"/>
                </a:lnTo>
                <a:lnTo>
                  <a:pt x="5297487" y="1809750"/>
                </a:lnTo>
                <a:lnTo>
                  <a:pt x="5307012" y="1809750"/>
                </a:lnTo>
                <a:lnTo>
                  <a:pt x="5307012" y="1819275"/>
                </a:lnTo>
                <a:close/>
              </a:path>
              <a:path w="7066280" h="1819275">
                <a:moveTo>
                  <a:pt x="5268912" y="1819275"/>
                </a:moveTo>
                <a:lnTo>
                  <a:pt x="5230812" y="1819275"/>
                </a:lnTo>
                <a:lnTo>
                  <a:pt x="5230812" y="1809750"/>
                </a:lnTo>
                <a:lnTo>
                  <a:pt x="5268912" y="1809750"/>
                </a:lnTo>
                <a:lnTo>
                  <a:pt x="5268912" y="1819275"/>
                </a:lnTo>
                <a:close/>
              </a:path>
              <a:path w="7066280" h="1819275">
                <a:moveTo>
                  <a:pt x="5202237" y="1819275"/>
                </a:moveTo>
                <a:lnTo>
                  <a:pt x="5192712" y="1819275"/>
                </a:lnTo>
                <a:lnTo>
                  <a:pt x="5192712" y="1809750"/>
                </a:lnTo>
                <a:lnTo>
                  <a:pt x="5202237" y="1809750"/>
                </a:lnTo>
                <a:lnTo>
                  <a:pt x="5202237" y="1819275"/>
                </a:lnTo>
                <a:close/>
              </a:path>
              <a:path w="7066280" h="1819275">
                <a:moveTo>
                  <a:pt x="5164137" y="1819275"/>
                </a:moveTo>
                <a:lnTo>
                  <a:pt x="5126037" y="1819275"/>
                </a:lnTo>
                <a:lnTo>
                  <a:pt x="5126037" y="1809750"/>
                </a:lnTo>
                <a:lnTo>
                  <a:pt x="5164137" y="1809750"/>
                </a:lnTo>
                <a:lnTo>
                  <a:pt x="5164137" y="1819275"/>
                </a:lnTo>
                <a:close/>
              </a:path>
              <a:path w="7066280" h="1819275">
                <a:moveTo>
                  <a:pt x="5097462" y="1819275"/>
                </a:moveTo>
                <a:lnTo>
                  <a:pt x="5087937" y="1819275"/>
                </a:lnTo>
                <a:lnTo>
                  <a:pt x="5087937" y="1809750"/>
                </a:lnTo>
                <a:lnTo>
                  <a:pt x="5097462" y="1809750"/>
                </a:lnTo>
                <a:lnTo>
                  <a:pt x="5097462" y="1819275"/>
                </a:lnTo>
                <a:close/>
              </a:path>
              <a:path w="7066280" h="1819275">
                <a:moveTo>
                  <a:pt x="5059362" y="1819275"/>
                </a:moveTo>
                <a:lnTo>
                  <a:pt x="5021262" y="1819275"/>
                </a:lnTo>
                <a:lnTo>
                  <a:pt x="5021262" y="1809750"/>
                </a:lnTo>
                <a:lnTo>
                  <a:pt x="5059362" y="1809750"/>
                </a:lnTo>
                <a:lnTo>
                  <a:pt x="5059362" y="1819275"/>
                </a:lnTo>
                <a:close/>
              </a:path>
              <a:path w="7066280" h="1819275">
                <a:moveTo>
                  <a:pt x="4992687" y="1819275"/>
                </a:moveTo>
                <a:lnTo>
                  <a:pt x="4983162" y="1819275"/>
                </a:lnTo>
                <a:lnTo>
                  <a:pt x="4983162" y="1809750"/>
                </a:lnTo>
                <a:lnTo>
                  <a:pt x="4992687" y="1809750"/>
                </a:lnTo>
                <a:lnTo>
                  <a:pt x="4992687" y="1819275"/>
                </a:lnTo>
                <a:close/>
              </a:path>
              <a:path w="7066280" h="1819275">
                <a:moveTo>
                  <a:pt x="4954587" y="1819275"/>
                </a:moveTo>
                <a:lnTo>
                  <a:pt x="4916487" y="1819275"/>
                </a:lnTo>
                <a:lnTo>
                  <a:pt x="4916487" y="1809750"/>
                </a:lnTo>
                <a:lnTo>
                  <a:pt x="4954587" y="1809750"/>
                </a:lnTo>
                <a:lnTo>
                  <a:pt x="4954587" y="1819275"/>
                </a:lnTo>
                <a:close/>
              </a:path>
              <a:path w="7066280" h="1819275">
                <a:moveTo>
                  <a:pt x="4887912" y="1819275"/>
                </a:moveTo>
                <a:lnTo>
                  <a:pt x="4878387" y="1819275"/>
                </a:lnTo>
                <a:lnTo>
                  <a:pt x="4878387" y="1809750"/>
                </a:lnTo>
                <a:lnTo>
                  <a:pt x="4887912" y="1809750"/>
                </a:lnTo>
                <a:lnTo>
                  <a:pt x="4887912" y="1819275"/>
                </a:lnTo>
                <a:close/>
              </a:path>
              <a:path w="7066280" h="1819275">
                <a:moveTo>
                  <a:pt x="4849812" y="1819275"/>
                </a:moveTo>
                <a:lnTo>
                  <a:pt x="4811712" y="1819275"/>
                </a:lnTo>
                <a:lnTo>
                  <a:pt x="4811712" y="1809750"/>
                </a:lnTo>
                <a:lnTo>
                  <a:pt x="4849812" y="1809750"/>
                </a:lnTo>
                <a:lnTo>
                  <a:pt x="4849812" y="1819275"/>
                </a:lnTo>
                <a:close/>
              </a:path>
              <a:path w="7066280" h="1819275">
                <a:moveTo>
                  <a:pt x="4783137" y="1819275"/>
                </a:moveTo>
                <a:lnTo>
                  <a:pt x="4773612" y="1819275"/>
                </a:lnTo>
                <a:lnTo>
                  <a:pt x="4773612" y="1809750"/>
                </a:lnTo>
                <a:lnTo>
                  <a:pt x="4783137" y="1809750"/>
                </a:lnTo>
                <a:lnTo>
                  <a:pt x="4783137" y="1819275"/>
                </a:lnTo>
                <a:close/>
              </a:path>
              <a:path w="7066280" h="1819275">
                <a:moveTo>
                  <a:pt x="4745037" y="1819275"/>
                </a:moveTo>
                <a:lnTo>
                  <a:pt x="4706937" y="1819275"/>
                </a:lnTo>
                <a:lnTo>
                  <a:pt x="4706937" y="1809750"/>
                </a:lnTo>
                <a:lnTo>
                  <a:pt x="4745037" y="1809750"/>
                </a:lnTo>
                <a:lnTo>
                  <a:pt x="4745037" y="1819275"/>
                </a:lnTo>
                <a:close/>
              </a:path>
              <a:path w="7066280" h="1819275">
                <a:moveTo>
                  <a:pt x="4678362" y="1819275"/>
                </a:moveTo>
                <a:lnTo>
                  <a:pt x="4668837" y="1819275"/>
                </a:lnTo>
                <a:lnTo>
                  <a:pt x="4668837" y="1809750"/>
                </a:lnTo>
                <a:lnTo>
                  <a:pt x="4678362" y="1809750"/>
                </a:lnTo>
                <a:lnTo>
                  <a:pt x="4678362" y="1819275"/>
                </a:lnTo>
                <a:close/>
              </a:path>
              <a:path w="7066280" h="1819275">
                <a:moveTo>
                  <a:pt x="4640262" y="1819275"/>
                </a:moveTo>
                <a:lnTo>
                  <a:pt x="4602162" y="1819275"/>
                </a:lnTo>
                <a:lnTo>
                  <a:pt x="4602162" y="1809750"/>
                </a:lnTo>
                <a:lnTo>
                  <a:pt x="4640262" y="1809750"/>
                </a:lnTo>
                <a:lnTo>
                  <a:pt x="4640262" y="1819275"/>
                </a:lnTo>
                <a:close/>
              </a:path>
              <a:path w="7066280" h="1819275">
                <a:moveTo>
                  <a:pt x="4573587" y="1819275"/>
                </a:moveTo>
                <a:lnTo>
                  <a:pt x="4564062" y="1819275"/>
                </a:lnTo>
                <a:lnTo>
                  <a:pt x="4564062" y="1809750"/>
                </a:lnTo>
                <a:lnTo>
                  <a:pt x="4573587" y="1809750"/>
                </a:lnTo>
                <a:lnTo>
                  <a:pt x="4573587" y="1819275"/>
                </a:lnTo>
                <a:close/>
              </a:path>
              <a:path w="7066280" h="1819275">
                <a:moveTo>
                  <a:pt x="4535487" y="1819275"/>
                </a:moveTo>
                <a:lnTo>
                  <a:pt x="4497387" y="1819275"/>
                </a:lnTo>
                <a:lnTo>
                  <a:pt x="4497387" y="1809750"/>
                </a:lnTo>
                <a:lnTo>
                  <a:pt x="4535487" y="1809750"/>
                </a:lnTo>
                <a:lnTo>
                  <a:pt x="4535487" y="1819275"/>
                </a:lnTo>
                <a:close/>
              </a:path>
              <a:path w="7066280" h="1819275">
                <a:moveTo>
                  <a:pt x="4468812" y="1819275"/>
                </a:moveTo>
                <a:lnTo>
                  <a:pt x="4459287" y="1819275"/>
                </a:lnTo>
                <a:lnTo>
                  <a:pt x="4459287" y="1809750"/>
                </a:lnTo>
                <a:lnTo>
                  <a:pt x="4468812" y="1809750"/>
                </a:lnTo>
                <a:lnTo>
                  <a:pt x="4468812" y="1819275"/>
                </a:lnTo>
                <a:close/>
              </a:path>
              <a:path w="7066280" h="1819275">
                <a:moveTo>
                  <a:pt x="4430712" y="1819275"/>
                </a:moveTo>
                <a:lnTo>
                  <a:pt x="4392612" y="1819275"/>
                </a:lnTo>
                <a:lnTo>
                  <a:pt x="4392612" y="1809750"/>
                </a:lnTo>
                <a:lnTo>
                  <a:pt x="4430712" y="1809750"/>
                </a:lnTo>
                <a:lnTo>
                  <a:pt x="4430712" y="1819275"/>
                </a:lnTo>
                <a:close/>
              </a:path>
              <a:path w="7066280" h="1819275">
                <a:moveTo>
                  <a:pt x="4364037" y="1819275"/>
                </a:moveTo>
                <a:lnTo>
                  <a:pt x="4354512" y="1819275"/>
                </a:lnTo>
                <a:lnTo>
                  <a:pt x="4354512" y="1809750"/>
                </a:lnTo>
                <a:lnTo>
                  <a:pt x="4364037" y="1809750"/>
                </a:lnTo>
                <a:lnTo>
                  <a:pt x="4364037" y="1819275"/>
                </a:lnTo>
                <a:close/>
              </a:path>
              <a:path w="7066280" h="1819275">
                <a:moveTo>
                  <a:pt x="4325937" y="1819275"/>
                </a:moveTo>
                <a:lnTo>
                  <a:pt x="4287837" y="1819275"/>
                </a:lnTo>
                <a:lnTo>
                  <a:pt x="4287837" y="1809750"/>
                </a:lnTo>
                <a:lnTo>
                  <a:pt x="4325937" y="1809750"/>
                </a:lnTo>
                <a:lnTo>
                  <a:pt x="4325937" y="1819275"/>
                </a:lnTo>
                <a:close/>
              </a:path>
              <a:path w="7066280" h="1819275">
                <a:moveTo>
                  <a:pt x="4259262" y="1819275"/>
                </a:moveTo>
                <a:lnTo>
                  <a:pt x="4249737" y="1819275"/>
                </a:lnTo>
                <a:lnTo>
                  <a:pt x="4249737" y="1809750"/>
                </a:lnTo>
                <a:lnTo>
                  <a:pt x="4259262" y="1809750"/>
                </a:lnTo>
                <a:lnTo>
                  <a:pt x="4259262" y="1819275"/>
                </a:lnTo>
                <a:close/>
              </a:path>
              <a:path w="7066280" h="1819275">
                <a:moveTo>
                  <a:pt x="4221162" y="1819275"/>
                </a:moveTo>
                <a:lnTo>
                  <a:pt x="4183062" y="1819275"/>
                </a:lnTo>
                <a:lnTo>
                  <a:pt x="4183062" y="1809750"/>
                </a:lnTo>
                <a:lnTo>
                  <a:pt x="4221162" y="1809750"/>
                </a:lnTo>
                <a:lnTo>
                  <a:pt x="4221162" y="1819275"/>
                </a:lnTo>
                <a:close/>
              </a:path>
              <a:path w="7066280" h="1819275">
                <a:moveTo>
                  <a:pt x="4154487" y="1819275"/>
                </a:moveTo>
                <a:lnTo>
                  <a:pt x="4144962" y="1819275"/>
                </a:lnTo>
                <a:lnTo>
                  <a:pt x="4144962" y="1809750"/>
                </a:lnTo>
                <a:lnTo>
                  <a:pt x="4154487" y="1809750"/>
                </a:lnTo>
                <a:lnTo>
                  <a:pt x="4154487" y="1819275"/>
                </a:lnTo>
                <a:close/>
              </a:path>
              <a:path w="7066280" h="1819275">
                <a:moveTo>
                  <a:pt x="4116387" y="1819275"/>
                </a:moveTo>
                <a:lnTo>
                  <a:pt x="4078287" y="1819275"/>
                </a:lnTo>
                <a:lnTo>
                  <a:pt x="4078287" y="1809750"/>
                </a:lnTo>
                <a:lnTo>
                  <a:pt x="4116387" y="1809750"/>
                </a:lnTo>
                <a:lnTo>
                  <a:pt x="4116387" y="1819275"/>
                </a:lnTo>
                <a:close/>
              </a:path>
              <a:path w="7066280" h="1819275">
                <a:moveTo>
                  <a:pt x="4049712" y="1819275"/>
                </a:moveTo>
                <a:lnTo>
                  <a:pt x="4040187" y="1819275"/>
                </a:lnTo>
                <a:lnTo>
                  <a:pt x="4040187" y="1809750"/>
                </a:lnTo>
                <a:lnTo>
                  <a:pt x="4049712" y="1809750"/>
                </a:lnTo>
                <a:lnTo>
                  <a:pt x="4049712" y="1819275"/>
                </a:lnTo>
                <a:close/>
              </a:path>
              <a:path w="7066280" h="1819275">
                <a:moveTo>
                  <a:pt x="4011612" y="1819275"/>
                </a:moveTo>
                <a:lnTo>
                  <a:pt x="3973512" y="1819275"/>
                </a:lnTo>
                <a:lnTo>
                  <a:pt x="3973512" y="1809750"/>
                </a:lnTo>
                <a:lnTo>
                  <a:pt x="4011612" y="1809750"/>
                </a:lnTo>
                <a:lnTo>
                  <a:pt x="4011612" y="1819275"/>
                </a:lnTo>
                <a:close/>
              </a:path>
              <a:path w="7066280" h="1819275">
                <a:moveTo>
                  <a:pt x="3944937" y="1819275"/>
                </a:moveTo>
                <a:lnTo>
                  <a:pt x="3935412" y="1819275"/>
                </a:lnTo>
                <a:lnTo>
                  <a:pt x="3935412" y="1809750"/>
                </a:lnTo>
                <a:lnTo>
                  <a:pt x="3944937" y="1809750"/>
                </a:lnTo>
                <a:lnTo>
                  <a:pt x="3944937" y="1819275"/>
                </a:lnTo>
                <a:close/>
              </a:path>
              <a:path w="7066280" h="1819275">
                <a:moveTo>
                  <a:pt x="3906837" y="1819275"/>
                </a:moveTo>
                <a:lnTo>
                  <a:pt x="3868737" y="1819275"/>
                </a:lnTo>
                <a:lnTo>
                  <a:pt x="3868737" y="1809750"/>
                </a:lnTo>
                <a:lnTo>
                  <a:pt x="3906837" y="1809750"/>
                </a:lnTo>
                <a:lnTo>
                  <a:pt x="3906837" y="1819275"/>
                </a:lnTo>
                <a:close/>
              </a:path>
              <a:path w="7066280" h="1819275">
                <a:moveTo>
                  <a:pt x="3840162" y="1819275"/>
                </a:moveTo>
                <a:lnTo>
                  <a:pt x="3830637" y="1819275"/>
                </a:lnTo>
                <a:lnTo>
                  <a:pt x="3830637" y="1809750"/>
                </a:lnTo>
                <a:lnTo>
                  <a:pt x="3840162" y="1809750"/>
                </a:lnTo>
                <a:lnTo>
                  <a:pt x="3840162" y="1819275"/>
                </a:lnTo>
                <a:close/>
              </a:path>
              <a:path w="7066280" h="1819275">
                <a:moveTo>
                  <a:pt x="3802062" y="1819275"/>
                </a:moveTo>
                <a:lnTo>
                  <a:pt x="3763962" y="1819275"/>
                </a:lnTo>
                <a:lnTo>
                  <a:pt x="3763962" y="1809750"/>
                </a:lnTo>
                <a:lnTo>
                  <a:pt x="3802062" y="1809750"/>
                </a:lnTo>
                <a:lnTo>
                  <a:pt x="3802062" y="1819275"/>
                </a:lnTo>
                <a:close/>
              </a:path>
              <a:path w="7066280" h="1819275">
                <a:moveTo>
                  <a:pt x="3735387" y="1819275"/>
                </a:moveTo>
                <a:lnTo>
                  <a:pt x="3725862" y="1819275"/>
                </a:lnTo>
                <a:lnTo>
                  <a:pt x="3725862" y="1809750"/>
                </a:lnTo>
                <a:lnTo>
                  <a:pt x="3735387" y="1809750"/>
                </a:lnTo>
                <a:lnTo>
                  <a:pt x="3735387" y="1819275"/>
                </a:lnTo>
                <a:close/>
              </a:path>
              <a:path w="7066280" h="1819275">
                <a:moveTo>
                  <a:pt x="3697287" y="1819275"/>
                </a:moveTo>
                <a:lnTo>
                  <a:pt x="3659187" y="1819275"/>
                </a:lnTo>
                <a:lnTo>
                  <a:pt x="3659187" y="1809750"/>
                </a:lnTo>
                <a:lnTo>
                  <a:pt x="3697287" y="1809750"/>
                </a:lnTo>
                <a:lnTo>
                  <a:pt x="3697287" y="1819275"/>
                </a:lnTo>
                <a:close/>
              </a:path>
              <a:path w="7066280" h="1819275">
                <a:moveTo>
                  <a:pt x="3630612" y="1819275"/>
                </a:moveTo>
                <a:lnTo>
                  <a:pt x="3621087" y="1819275"/>
                </a:lnTo>
                <a:lnTo>
                  <a:pt x="3621087" y="1809750"/>
                </a:lnTo>
                <a:lnTo>
                  <a:pt x="3630612" y="1809750"/>
                </a:lnTo>
                <a:lnTo>
                  <a:pt x="3630612" y="1819275"/>
                </a:lnTo>
                <a:close/>
              </a:path>
              <a:path w="7066280" h="1819275">
                <a:moveTo>
                  <a:pt x="3592512" y="1819275"/>
                </a:moveTo>
                <a:lnTo>
                  <a:pt x="3554412" y="1819275"/>
                </a:lnTo>
                <a:lnTo>
                  <a:pt x="3554412" y="1809750"/>
                </a:lnTo>
                <a:lnTo>
                  <a:pt x="3592512" y="1809750"/>
                </a:lnTo>
                <a:lnTo>
                  <a:pt x="3592512" y="1819275"/>
                </a:lnTo>
                <a:close/>
              </a:path>
              <a:path w="7066280" h="1819275">
                <a:moveTo>
                  <a:pt x="3525837" y="1819275"/>
                </a:moveTo>
                <a:lnTo>
                  <a:pt x="3516312" y="1819275"/>
                </a:lnTo>
                <a:lnTo>
                  <a:pt x="3516312" y="1809750"/>
                </a:lnTo>
                <a:lnTo>
                  <a:pt x="3525837" y="1809750"/>
                </a:lnTo>
                <a:lnTo>
                  <a:pt x="3525837" y="1819275"/>
                </a:lnTo>
                <a:close/>
              </a:path>
              <a:path w="7066280" h="1819275">
                <a:moveTo>
                  <a:pt x="3487737" y="1819275"/>
                </a:moveTo>
                <a:lnTo>
                  <a:pt x="3449637" y="1819275"/>
                </a:lnTo>
                <a:lnTo>
                  <a:pt x="3449637" y="1809750"/>
                </a:lnTo>
                <a:lnTo>
                  <a:pt x="3487737" y="1809750"/>
                </a:lnTo>
                <a:lnTo>
                  <a:pt x="3487737" y="1819275"/>
                </a:lnTo>
                <a:close/>
              </a:path>
              <a:path w="7066280" h="1819275">
                <a:moveTo>
                  <a:pt x="3421062" y="1819275"/>
                </a:moveTo>
                <a:lnTo>
                  <a:pt x="3411537" y="1819275"/>
                </a:lnTo>
                <a:lnTo>
                  <a:pt x="3411537" y="1809750"/>
                </a:lnTo>
                <a:lnTo>
                  <a:pt x="3421062" y="1809750"/>
                </a:lnTo>
                <a:lnTo>
                  <a:pt x="3421062" y="1819275"/>
                </a:lnTo>
                <a:close/>
              </a:path>
              <a:path w="7066280" h="1819275">
                <a:moveTo>
                  <a:pt x="3382962" y="1819275"/>
                </a:moveTo>
                <a:lnTo>
                  <a:pt x="3344862" y="1819275"/>
                </a:lnTo>
                <a:lnTo>
                  <a:pt x="3344862" y="1809750"/>
                </a:lnTo>
                <a:lnTo>
                  <a:pt x="3382962" y="1809750"/>
                </a:lnTo>
                <a:lnTo>
                  <a:pt x="3382962" y="1819275"/>
                </a:lnTo>
                <a:close/>
              </a:path>
              <a:path w="7066280" h="1819275">
                <a:moveTo>
                  <a:pt x="3316287" y="1819275"/>
                </a:moveTo>
                <a:lnTo>
                  <a:pt x="3306762" y="1819275"/>
                </a:lnTo>
                <a:lnTo>
                  <a:pt x="3306762" y="1809750"/>
                </a:lnTo>
                <a:lnTo>
                  <a:pt x="3316287" y="1809750"/>
                </a:lnTo>
                <a:lnTo>
                  <a:pt x="3316287" y="1819275"/>
                </a:lnTo>
                <a:close/>
              </a:path>
              <a:path w="7066280" h="1819275">
                <a:moveTo>
                  <a:pt x="3278187" y="1819275"/>
                </a:moveTo>
                <a:lnTo>
                  <a:pt x="3240087" y="1819275"/>
                </a:lnTo>
                <a:lnTo>
                  <a:pt x="3240087" y="1809750"/>
                </a:lnTo>
                <a:lnTo>
                  <a:pt x="3278187" y="1809750"/>
                </a:lnTo>
                <a:lnTo>
                  <a:pt x="3278187" y="1819275"/>
                </a:lnTo>
                <a:close/>
              </a:path>
              <a:path w="7066280" h="1819275">
                <a:moveTo>
                  <a:pt x="3211512" y="1819275"/>
                </a:moveTo>
                <a:lnTo>
                  <a:pt x="3201987" y="1819275"/>
                </a:lnTo>
                <a:lnTo>
                  <a:pt x="3201987" y="1809750"/>
                </a:lnTo>
                <a:lnTo>
                  <a:pt x="3211512" y="1809750"/>
                </a:lnTo>
                <a:lnTo>
                  <a:pt x="3211512" y="1819275"/>
                </a:lnTo>
                <a:close/>
              </a:path>
              <a:path w="7066280" h="1819275">
                <a:moveTo>
                  <a:pt x="3173412" y="1819275"/>
                </a:moveTo>
                <a:lnTo>
                  <a:pt x="3135312" y="1819275"/>
                </a:lnTo>
                <a:lnTo>
                  <a:pt x="3135312" y="1809750"/>
                </a:lnTo>
                <a:lnTo>
                  <a:pt x="3173412" y="1809750"/>
                </a:lnTo>
                <a:lnTo>
                  <a:pt x="3173412" y="1819275"/>
                </a:lnTo>
                <a:close/>
              </a:path>
              <a:path w="7066280" h="1819275">
                <a:moveTo>
                  <a:pt x="3106737" y="1819275"/>
                </a:moveTo>
                <a:lnTo>
                  <a:pt x="3097212" y="1819275"/>
                </a:lnTo>
                <a:lnTo>
                  <a:pt x="3097212" y="1809750"/>
                </a:lnTo>
                <a:lnTo>
                  <a:pt x="3106737" y="1809750"/>
                </a:lnTo>
                <a:lnTo>
                  <a:pt x="3106737" y="1819275"/>
                </a:lnTo>
                <a:close/>
              </a:path>
              <a:path w="7066280" h="1819275">
                <a:moveTo>
                  <a:pt x="3068637" y="1819275"/>
                </a:moveTo>
                <a:lnTo>
                  <a:pt x="3030537" y="1819275"/>
                </a:lnTo>
                <a:lnTo>
                  <a:pt x="3030537" y="1809750"/>
                </a:lnTo>
                <a:lnTo>
                  <a:pt x="3068637" y="1809750"/>
                </a:lnTo>
                <a:lnTo>
                  <a:pt x="3068637" y="1819275"/>
                </a:lnTo>
                <a:close/>
              </a:path>
              <a:path w="7066280" h="1819275">
                <a:moveTo>
                  <a:pt x="3001962" y="1819275"/>
                </a:moveTo>
                <a:lnTo>
                  <a:pt x="2992437" y="1819275"/>
                </a:lnTo>
                <a:lnTo>
                  <a:pt x="2992437" y="1809750"/>
                </a:lnTo>
                <a:lnTo>
                  <a:pt x="3001962" y="1809750"/>
                </a:lnTo>
                <a:lnTo>
                  <a:pt x="3001962" y="1819275"/>
                </a:lnTo>
                <a:close/>
              </a:path>
              <a:path w="7066280" h="1819275">
                <a:moveTo>
                  <a:pt x="2963862" y="1819275"/>
                </a:moveTo>
                <a:lnTo>
                  <a:pt x="2925762" y="1819275"/>
                </a:lnTo>
                <a:lnTo>
                  <a:pt x="2925762" y="1809750"/>
                </a:lnTo>
                <a:lnTo>
                  <a:pt x="2963862" y="1809750"/>
                </a:lnTo>
                <a:lnTo>
                  <a:pt x="2963862" y="1819275"/>
                </a:lnTo>
                <a:close/>
              </a:path>
              <a:path w="7066280" h="1819275">
                <a:moveTo>
                  <a:pt x="2897187" y="1819275"/>
                </a:moveTo>
                <a:lnTo>
                  <a:pt x="2887662" y="1819275"/>
                </a:lnTo>
                <a:lnTo>
                  <a:pt x="2887662" y="1809750"/>
                </a:lnTo>
                <a:lnTo>
                  <a:pt x="2897187" y="1809750"/>
                </a:lnTo>
                <a:lnTo>
                  <a:pt x="2897187" y="1819275"/>
                </a:lnTo>
                <a:close/>
              </a:path>
              <a:path w="7066280" h="1819275">
                <a:moveTo>
                  <a:pt x="2859087" y="1819275"/>
                </a:moveTo>
                <a:lnTo>
                  <a:pt x="2820987" y="1819275"/>
                </a:lnTo>
                <a:lnTo>
                  <a:pt x="2820987" y="1809750"/>
                </a:lnTo>
                <a:lnTo>
                  <a:pt x="2859087" y="1809750"/>
                </a:lnTo>
                <a:lnTo>
                  <a:pt x="2859087" y="1819275"/>
                </a:lnTo>
                <a:close/>
              </a:path>
              <a:path w="7066280" h="1819275">
                <a:moveTo>
                  <a:pt x="2792412" y="1819275"/>
                </a:moveTo>
                <a:lnTo>
                  <a:pt x="2782887" y="1819275"/>
                </a:lnTo>
                <a:lnTo>
                  <a:pt x="2782887" y="1809750"/>
                </a:lnTo>
                <a:lnTo>
                  <a:pt x="2792412" y="1809750"/>
                </a:lnTo>
                <a:lnTo>
                  <a:pt x="2792412" y="1819275"/>
                </a:lnTo>
                <a:close/>
              </a:path>
              <a:path w="7066280" h="1819275">
                <a:moveTo>
                  <a:pt x="2754312" y="1819275"/>
                </a:moveTo>
                <a:lnTo>
                  <a:pt x="2716212" y="1819275"/>
                </a:lnTo>
                <a:lnTo>
                  <a:pt x="2716212" y="1809750"/>
                </a:lnTo>
                <a:lnTo>
                  <a:pt x="2754312" y="1809750"/>
                </a:lnTo>
                <a:lnTo>
                  <a:pt x="2754312" y="1819275"/>
                </a:lnTo>
                <a:close/>
              </a:path>
              <a:path w="7066280" h="1819275">
                <a:moveTo>
                  <a:pt x="2687637" y="1819275"/>
                </a:moveTo>
                <a:lnTo>
                  <a:pt x="2678112" y="1819275"/>
                </a:lnTo>
                <a:lnTo>
                  <a:pt x="2678112" y="1809750"/>
                </a:lnTo>
                <a:lnTo>
                  <a:pt x="2687637" y="1809750"/>
                </a:lnTo>
                <a:lnTo>
                  <a:pt x="2687637" y="1819275"/>
                </a:lnTo>
                <a:close/>
              </a:path>
              <a:path w="7066280" h="1819275">
                <a:moveTo>
                  <a:pt x="2649537" y="1819275"/>
                </a:moveTo>
                <a:lnTo>
                  <a:pt x="2611437" y="1819275"/>
                </a:lnTo>
                <a:lnTo>
                  <a:pt x="2611437" y="1809750"/>
                </a:lnTo>
                <a:lnTo>
                  <a:pt x="2649537" y="1809750"/>
                </a:lnTo>
                <a:lnTo>
                  <a:pt x="2649537" y="1819275"/>
                </a:lnTo>
                <a:close/>
              </a:path>
              <a:path w="7066280" h="1819275">
                <a:moveTo>
                  <a:pt x="2582862" y="1819275"/>
                </a:moveTo>
                <a:lnTo>
                  <a:pt x="2573337" y="1819275"/>
                </a:lnTo>
                <a:lnTo>
                  <a:pt x="2573337" y="1809750"/>
                </a:lnTo>
                <a:lnTo>
                  <a:pt x="2582862" y="1809750"/>
                </a:lnTo>
                <a:lnTo>
                  <a:pt x="2582862" y="1819275"/>
                </a:lnTo>
                <a:close/>
              </a:path>
              <a:path w="7066280" h="1819275">
                <a:moveTo>
                  <a:pt x="2544762" y="1819275"/>
                </a:moveTo>
                <a:lnTo>
                  <a:pt x="2506662" y="1819275"/>
                </a:lnTo>
                <a:lnTo>
                  <a:pt x="2506662" y="1809750"/>
                </a:lnTo>
                <a:lnTo>
                  <a:pt x="2544762" y="1809750"/>
                </a:lnTo>
                <a:lnTo>
                  <a:pt x="2544762" y="1819275"/>
                </a:lnTo>
                <a:close/>
              </a:path>
              <a:path w="7066280" h="1819275">
                <a:moveTo>
                  <a:pt x="2478087" y="1819275"/>
                </a:moveTo>
                <a:lnTo>
                  <a:pt x="2468562" y="1819275"/>
                </a:lnTo>
                <a:lnTo>
                  <a:pt x="2468562" y="1809750"/>
                </a:lnTo>
                <a:lnTo>
                  <a:pt x="2478087" y="1809750"/>
                </a:lnTo>
                <a:lnTo>
                  <a:pt x="2478087" y="1819275"/>
                </a:lnTo>
                <a:close/>
              </a:path>
              <a:path w="7066280" h="1819275">
                <a:moveTo>
                  <a:pt x="2439987" y="1819275"/>
                </a:moveTo>
                <a:lnTo>
                  <a:pt x="2401887" y="1819275"/>
                </a:lnTo>
                <a:lnTo>
                  <a:pt x="2401887" y="1809750"/>
                </a:lnTo>
                <a:lnTo>
                  <a:pt x="2439987" y="1809750"/>
                </a:lnTo>
                <a:lnTo>
                  <a:pt x="2439987" y="1819275"/>
                </a:lnTo>
                <a:close/>
              </a:path>
              <a:path w="7066280" h="1819275">
                <a:moveTo>
                  <a:pt x="2373312" y="1819275"/>
                </a:moveTo>
                <a:lnTo>
                  <a:pt x="2363787" y="1819275"/>
                </a:lnTo>
                <a:lnTo>
                  <a:pt x="2363787" y="1809750"/>
                </a:lnTo>
                <a:lnTo>
                  <a:pt x="2373312" y="1809750"/>
                </a:lnTo>
                <a:lnTo>
                  <a:pt x="2373312" y="1819275"/>
                </a:lnTo>
                <a:close/>
              </a:path>
              <a:path w="7066280" h="1819275">
                <a:moveTo>
                  <a:pt x="2335212" y="1819275"/>
                </a:moveTo>
                <a:lnTo>
                  <a:pt x="2297112" y="1819275"/>
                </a:lnTo>
                <a:lnTo>
                  <a:pt x="2297112" y="1809750"/>
                </a:lnTo>
                <a:lnTo>
                  <a:pt x="2335212" y="1809750"/>
                </a:lnTo>
                <a:lnTo>
                  <a:pt x="2335212" y="1819275"/>
                </a:lnTo>
                <a:close/>
              </a:path>
              <a:path w="7066280" h="1819275">
                <a:moveTo>
                  <a:pt x="2268537" y="1819275"/>
                </a:moveTo>
                <a:lnTo>
                  <a:pt x="2259012" y="1819275"/>
                </a:lnTo>
                <a:lnTo>
                  <a:pt x="2259012" y="1809750"/>
                </a:lnTo>
                <a:lnTo>
                  <a:pt x="2268537" y="1809750"/>
                </a:lnTo>
                <a:lnTo>
                  <a:pt x="2268537" y="1819275"/>
                </a:lnTo>
                <a:close/>
              </a:path>
              <a:path w="7066280" h="1819275">
                <a:moveTo>
                  <a:pt x="2230437" y="1819275"/>
                </a:moveTo>
                <a:lnTo>
                  <a:pt x="2192337" y="1819275"/>
                </a:lnTo>
                <a:lnTo>
                  <a:pt x="2192337" y="1809750"/>
                </a:lnTo>
                <a:lnTo>
                  <a:pt x="2230437" y="1809750"/>
                </a:lnTo>
                <a:lnTo>
                  <a:pt x="2230437" y="1819275"/>
                </a:lnTo>
                <a:close/>
              </a:path>
              <a:path w="7066280" h="1819275">
                <a:moveTo>
                  <a:pt x="2163762" y="1819275"/>
                </a:moveTo>
                <a:lnTo>
                  <a:pt x="2154237" y="1819275"/>
                </a:lnTo>
                <a:lnTo>
                  <a:pt x="2154237" y="1809750"/>
                </a:lnTo>
                <a:lnTo>
                  <a:pt x="2163762" y="1809750"/>
                </a:lnTo>
                <a:lnTo>
                  <a:pt x="2163762" y="1819275"/>
                </a:lnTo>
                <a:close/>
              </a:path>
              <a:path w="7066280" h="1819275">
                <a:moveTo>
                  <a:pt x="2125662" y="1819275"/>
                </a:moveTo>
                <a:lnTo>
                  <a:pt x="2087562" y="1819275"/>
                </a:lnTo>
                <a:lnTo>
                  <a:pt x="2087562" y="1809750"/>
                </a:lnTo>
                <a:lnTo>
                  <a:pt x="2125662" y="1809750"/>
                </a:lnTo>
                <a:lnTo>
                  <a:pt x="2125662" y="1819275"/>
                </a:lnTo>
                <a:close/>
              </a:path>
              <a:path w="7066280" h="1819275">
                <a:moveTo>
                  <a:pt x="2058987" y="1819275"/>
                </a:moveTo>
                <a:lnTo>
                  <a:pt x="2049462" y="1819275"/>
                </a:lnTo>
                <a:lnTo>
                  <a:pt x="2049462" y="1809750"/>
                </a:lnTo>
                <a:lnTo>
                  <a:pt x="2058987" y="1809750"/>
                </a:lnTo>
                <a:lnTo>
                  <a:pt x="2058987" y="1819275"/>
                </a:lnTo>
                <a:close/>
              </a:path>
              <a:path w="7066280" h="1819275">
                <a:moveTo>
                  <a:pt x="2020887" y="1819275"/>
                </a:moveTo>
                <a:lnTo>
                  <a:pt x="1982787" y="1819275"/>
                </a:lnTo>
                <a:lnTo>
                  <a:pt x="1982787" y="1809750"/>
                </a:lnTo>
                <a:lnTo>
                  <a:pt x="2020887" y="1809750"/>
                </a:lnTo>
                <a:lnTo>
                  <a:pt x="2020887" y="1819275"/>
                </a:lnTo>
                <a:close/>
              </a:path>
              <a:path w="7066280" h="1819275">
                <a:moveTo>
                  <a:pt x="1954212" y="1819275"/>
                </a:moveTo>
                <a:lnTo>
                  <a:pt x="1944687" y="1819275"/>
                </a:lnTo>
                <a:lnTo>
                  <a:pt x="1944687" y="1809750"/>
                </a:lnTo>
                <a:lnTo>
                  <a:pt x="1954212" y="1809750"/>
                </a:lnTo>
                <a:lnTo>
                  <a:pt x="1954212" y="1819275"/>
                </a:lnTo>
                <a:close/>
              </a:path>
              <a:path w="7066280" h="1819275">
                <a:moveTo>
                  <a:pt x="1916112" y="1819275"/>
                </a:moveTo>
                <a:lnTo>
                  <a:pt x="1878012" y="1819275"/>
                </a:lnTo>
                <a:lnTo>
                  <a:pt x="1878012" y="1809750"/>
                </a:lnTo>
                <a:lnTo>
                  <a:pt x="1916112" y="1809750"/>
                </a:lnTo>
                <a:lnTo>
                  <a:pt x="1916112" y="1819275"/>
                </a:lnTo>
                <a:close/>
              </a:path>
              <a:path w="7066280" h="1819275">
                <a:moveTo>
                  <a:pt x="1849437" y="1819275"/>
                </a:moveTo>
                <a:lnTo>
                  <a:pt x="1839912" y="1819275"/>
                </a:lnTo>
                <a:lnTo>
                  <a:pt x="1839912" y="1809750"/>
                </a:lnTo>
                <a:lnTo>
                  <a:pt x="1849437" y="1809750"/>
                </a:lnTo>
                <a:lnTo>
                  <a:pt x="1849437" y="1819275"/>
                </a:lnTo>
                <a:close/>
              </a:path>
              <a:path w="7066280" h="1819275">
                <a:moveTo>
                  <a:pt x="1811337" y="1819275"/>
                </a:moveTo>
                <a:lnTo>
                  <a:pt x="1773237" y="1819275"/>
                </a:lnTo>
                <a:lnTo>
                  <a:pt x="1773237" y="1809750"/>
                </a:lnTo>
                <a:lnTo>
                  <a:pt x="1811337" y="1809750"/>
                </a:lnTo>
                <a:lnTo>
                  <a:pt x="1811337" y="1819275"/>
                </a:lnTo>
                <a:close/>
              </a:path>
              <a:path w="7066280" h="1819275">
                <a:moveTo>
                  <a:pt x="1744662" y="1819275"/>
                </a:moveTo>
                <a:lnTo>
                  <a:pt x="1735137" y="1819275"/>
                </a:lnTo>
                <a:lnTo>
                  <a:pt x="1735137" y="1809750"/>
                </a:lnTo>
                <a:lnTo>
                  <a:pt x="1744662" y="1809750"/>
                </a:lnTo>
                <a:lnTo>
                  <a:pt x="1744662" y="1819275"/>
                </a:lnTo>
                <a:close/>
              </a:path>
              <a:path w="7066280" h="1819275">
                <a:moveTo>
                  <a:pt x="1706562" y="1819275"/>
                </a:moveTo>
                <a:lnTo>
                  <a:pt x="1668462" y="1819275"/>
                </a:lnTo>
                <a:lnTo>
                  <a:pt x="1668462" y="1809750"/>
                </a:lnTo>
                <a:lnTo>
                  <a:pt x="1706562" y="1809750"/>
                </a:lnTo>
                <a:lnTo>
                  <a:pt x="1706562" y="1819275"/>
                </a:lnTo>
                <a:close/>
              </a:path>
              <a:path w="7066280" h="1819275">
                <a:moveTo>
                  <a:pt x="1639887" y="1819275"/>
                </a:moveTo>
                <a:lnTo>
                  <a:pt x="1630362" y="1819275"/>
                </a:lnTo>
                <a:lnTo>
                  <a:pt x="1630362" y="1809750"/>
                </a:lnTo>
                <a:lnTo>
                  <a:pt x="1639887" y="1809750"/>
                </a:lnTo>
                <a:lnTo>
                  <a:pt x="1639887" y="1819275"/>
                </a:lnTo>
                <a:close/>
              </a:path>
              <a:path w="7066280" h="1819275">
                <a:moveTo>
                  <a:pt x="1601787" y="1819275"/>
                </a:moveTo>
                <a:lnTo>
                  <a:pt x="1563687" y="1819275"/>
                </a:lnTo>
                <a:lnTo>
                  <a:pt x="1563687" y="1809750"/>
                </a:lnTo>
                <a:lnTo>
                  <a:pt x="1601787" y="1809750"/>
                </a:lnTo>
                <a:lnTo>
                  <a:pt x="1601787" y="1819275"/>
                </a:lnTo>
                <a:close/>
              </a:path>
              <a:path w="7066280" h="1819275">
                <a:moveTo>
                  <a:pt x="1535112" y="1819275"/>
                </a:moveTo>
                <a:lnTo>
                  <a:pt x="1525587" y="1819275"/>
                </a:lnTo>
                <a:lnTo>
                  <a:pt x="1525587" y="1809750"/>
                </a:lnTo>
                <a:lnTo>
                  <a:pt x="1535112" y="1809750"/>
                </a:lnTo>
                <a:lnTo>
                  <a:pt x="1535112" y="1819275"/>
                </a:lnTo>
                <a:close/>
              </a:path>
              <a:path w="7066280" h="1819275">
                <a:moveTo>
                  <a:pt x="1497012" y="1819275"/>
                </a:moveTo>
                <a:lnTo>
                  <a:pt x="1458912" y="1819275"/>
                </a:lnTo>
                <a:lnTo>
                  <a:pt x="1458912" y="1809750"/>
                </a:lnTo>
                <a:lnTo>
                  <a:pt x="1497012" y="1809750"/>
                </a:lnTo>
                <a:lnTo>
                  <a:pt x="1497012" y="1819275"/>
                </a:lnTo>
                <a:close/>
              </a:path>
              <a:path w="7066280" h="1819275">
                <a:moveTo>
                  <a:pt x="1430337" y="1819275"/>
                </a:moveTo>
                <a:lnTo>
                  <a:pt x="1420812" y="1819275"/>
                </a:lnTo>
                <a:lnTo>
                  <a:pt x="1420812" y="1809750"/>
                </a:lnTo>
                <a:lnTo>
                  <a:pt x="1430337" y="1809750"/>
                </a:lnTo>
                <a:lnTo>
                  <a:pt x="1430337" y="1819275"/>
                </a:lnTo>
                <a:close/>
              </a:path>
              <a:path w="7066280" h="1819275">
                <a:moveTo>
                  <a:pt x="1392237" y="1819275"/>
                </a:moveTo>
                <a:lnTo>
                  <a:pt x="1354137" y="1819275"/>
                </a:lnTo>
                <a:lnTo>
                  <a:pt x="1354137" y="1809750"/>
                </a:lnTo>
                <a:lnTo>
                  <a:pt x="1392237" y="1809750"/>
                </a:lnTo>
                <a:lnTo>
                  <a:pt x="1392237" y="1819275"/>
                </a:lnTo>
                <a:close/>
              </a:path>
              <a:path w="7066280" h="1819275">
                <a:moveTo>
                  <a:pt x="1325562" y="1819275"/>
                </a:moveTo>
                <a:lnTo>
                  <a:pt x="1316037" y="1819275"/>
                </a:lnTo>
                <a:lnTo>
                  <a:pt x="1316037" y="1809750"/>
                </a:lnTo>
                <a:lnTo>
                  <a:pt x="1325562" y="1809750"/>
                </a:lnTo>
                <a:lnTo>
                  <a:pt x="1325562" y="1819275"/>
                </a:lnTo>
                <a:close/>
              </a:path>
              <a:path w="7066280" h="1819275">
                <a:moveTo>
                  <a:pt x="1287462" y="1819275"/>
                </a:moveTo>
                <a:lnTo>
                  <a:pt x="1249362" y="1819275"/>
                </a:lnTo>
                <a:lnTo>
                  <a:pt x="1249362" y="1809750"/>
                </a:lnTo>
                <a:lnTo>
                  <a:pt x="1287462" y="1809750"/>
                </a:lnTo>
                <a:lnTo>
                  <a:pt x="1287462" y="1819275"/>
                </a:lnTo>
                <a:close/>
              </a:path>
              <a:path w="7066280" h="1819275">
                <a:moveTo>
                  <a:pt x="1220787" y="1819275"/>
                </a:moveTo>
                <a:lnTo>
                  <a:pt x="1211262" y="1819275"/>
                </a:lnTo>
                <a:lnTo>
                  <a:pt x="1211262" y="1809750"/>
                </a:lnTo>
                <a:lnTo>
                  <a:pt x="1220787" y="1809750"/>
                </a:lnTo>
                <a:lnTo>
                  <a:pt x="1220787" y="1819275"/>
                </a:lnTo>
                <a:close/>
              </a:path>
              <a:path w="7066280" h="1819275">
                <a:moveTo>
                  <a:pt x="1182687" y="1819275"/>
                </a:moveTo>
                <a:lnTo>
                  <a:pt x="1144587" y="1819275"/>
                </a:lnTo>
                <a:lnTo>
                  <a:pt x="1144587" y="1809750"/>
                </a:lnTo>
                <a:lnTo>
                  <a:pt x="1182687" y="1809750"/>
                </a:lnTo>
                <a:lnTo>
                  <a:pt x="1182687" y="1819275"/>
                </a:lnTo>
                <a:close/>
              </a:path>
              <a:path w="7066280" h="1819275">
                <a:moveTo>
                  <a:pt x="1116012" y="1819275"/>
                </a:moveTo>
                <a:lnTo>
                  <a:pt x="1106487" y="1819275"/>
                </a:lnTo>
                <a:lnTo>
                  <a:pt x="1106487" y="1809750"/>
                </a:lnTo>
                <a:lnTo>
                  <a:pt x="1116012" y="1809750"/>
                </a:lnTo>
                <a:lnTo>
                  <a:pt x="1116012" y="1819275"/>
                </a:lnTo>
                <a:close/>
              </a:path>
              <a:path w="7066280" h="1819275">
                <a:moveTo>
                  <a:pt x="1077912" y="1819275"/>
                </a:moveTo>
                <a:lnTo>
                  <a:pt x="1039812" y="1819275"/>
                </a:lnTo>
                <a:lnTo>
                  <a:pt x="1039812" y="1809750"/>
                </a:lnTo>
                <a:lnTo>
                  <a:pt x="1077912" y="1809750"/>
                </a:lnTo>
                <a:lnTo>
                  <a:pt x="1077912" y="1819275"/>
                </a:lnTo>
                <a:close/>
              </a:path>
              <a:path w="7066280" h="1819275">
                <a:moveTo>
                  <a:pt x="1011237" y="1819275"/>
                </a:moveTo>
                <a:lnTo>
                  <a:pt x="1001712" y="1819275"/>
                </a:lnTo>
                <a:lnTo>
                  <a:pt x="1001712" y="1809750"/>
                </a:lnTo>
                <a:lnTo>
                  <a:pt x="1011237" y="1809750"/>
                </a:lnTo>
                <a:lnTo>
                  <a:pt x="1011237" y="1819275"/>
                </a:lnTo>
                <a:close/>
              </a:path>
              <a:path w="7066280" h="1819275">
                <a:moveTo>
                  <a:pt x="973137" y="1819275"/>
                </a:moveTo>
                <a:lnTo>
                  <a:pt x="935037" y="1819275"/>
                </a:lnTo>
                <a:lnTo>
                  <a:pt x="935037" y="1809750"/>
                </a:lnTo>
                <a:lnTo>
                  <a:pt x="973137" y="1809750"/>
                </a:lnTo>
                <a:lnTo>
                  <a:pt x="973137" y="1819275"/>
                </a:lnTo>
                <a:close/>
              </a:path>
              <a:path w="7066280" h="1819275">
                <a:moveTo>
                  <a:pt x="906462" y="1819275"/>
                </a:moveTo>
                <a:lnTo>
                  <a:pt x="896937" y="1819275"/>
                </a:lnTo>
                <a:lnTo>
                  <a:pt x="896937" y="1809750"/>
                </a:lnTo>
                <a:lnTo>
                  <a:pt x="906462" y="1809750"/>
                </a:lnTo>
                <a:lnTo>
                  <a:pt x="906462" y="1819275"/>
                </a:lnTo>
                <a:close/>
              </a:path>
              <a:path w="7066280" h="1819275">
                <a:moveTo>
                  <a:pt x="868362" y="1819275"/>
                </a:moveTo>
                <a:lnTo>
                  <a:pt x="830262" y="1819275"/>
                </a:lnTo>
                <a:lnTo>
                  <a:pt x="830262" y="1809750"/>
                </a:lnTo>
                <a:lnTo>
                  <a:pt x="868362" y="1809750"/>
                </a:lnTo>
                <a:lnTo>
                  <a:pt x="868362" y="1819275"/>
                </a:lnTo>
                <a:close/>
              </a:path>
              <a:path w="7066280" h="1819275">
                <a:moveTo>
                  <a:pt x="801687" y="1819275"/>
                </a:moveTo>
                <a:lnTo>
                  <a:pt x="792162" y="1819275"/>
                </a:lnTo>
                <a:lnTo>
                  <a:pt x="792162" y="1809750"/>
                </a:lnTo>
                <a:lnTo>
                  <a:pt x="801687" y="1809750"/>
                </a:lnTo>
                <a:lnTo>
                  <a:pt x="801687" y="1819275"/>
                </a:lnTo>
                <a:close/>
              </a:path>
              <a:path w="7066280" h="1819275">
                <a:moveTo>
                  <a:pt x="763587" y="1819275"/>
                </a:moveTo>
                <a:lnTo>
                  <a:pt x="725487" y="1819275"/>
                </a:lnTo>
                <a:lnTo>
                  <a:pt x="725487" y="1809750"/>
                </a:lnTo>
                <a:lnTo>
                  <a:pt x="763587" y="1809750"/>
                </a:lnTo>
                <a:lnTo>
                  <a:pt x="763587" y="1819275"/>
                </a:lnTo>
                <a:close/>
              </a:path>
              <a:path w="7066280" h="1819275">
                <a:moveTo>
                  <a:pt x="696912" y="1819275"/>
                </a:moveTo>
                <a:lnTo>
                  <a:pt x="687387" y="1819275"/>
                </a:lnTo>
                <a:lnTo>
                  <a:pt x="687387" y="1809750"/>
                </a:lnTo>
                <a:lnTo>
                  <a:pt x="696912" y="1809750"/>
                </a:lnTo>
                <a:lnTo>
                  <a:pt x="696912" y="1819275"/>
                </a:lnTo>
                <a:close/>
              </a:path>
              <a:path w="7066280" h="1819275">
                <a:moveTo>
                  <a:pt x="658812" y="1819275"/>
                </a:moveTo>
                <a:lnTo>
                  <a:pt x="620712" y="1819275"/>
                </a:lnTo>
                <a:lnTo>
                  <a:pt x="620712" y="1809750"/>
                </a:lnTo>
                <a:lnTo>
                  <a:pt x="658812" y="1809750"/>
                </a:lnTo>
                <a:lnTo>
                  <a:pt x="658812" y="1819275"/>
                </a:lnTo>
                <a:close/>
              </a:path>
              <a:path w="7066280" h="1819275">
                <a:moveTo>
                  <a:pt x="592137" y="1819275"/>
                </a:moveTo>
                <a:lnTo>
                  <a:pt x="582612" y="1819275"/>
                </a:lnTo>
                <a:lnTo>
                  <a:pt x="582612" y="1809750"/>
                </a:lnTo>
                <a:lnTo>
                  <a:pt x="592137" y="1809750"/>
                </a:lnTo>
                <a:lnTo>
                  <a:pt x="592137" y="1819275"/>
                </a:lnTo>
                <a:close/>
              </a:path>
              <a:path w="7066280" h="1819275">
                <a:moveTo>
                  <a:pt x="554037" y="1819275"/>
                </a:moveTo>
                <a:lnTo>
                  <a:pt x="515937" y="1819275"/>
                </a:lnTo>
                <a:lnTo>
                  <a:pt x="515937" y="1809750"/>
                </a:lnTo>
                <a:lnTo>
                  <a:pt x="554037" y="1809750"/>
                </a:lnTo>
                <a:lnTo>
                  <a:pt x="554037" y="1819275"/>
                </a:lnTo>
                <a:close/>
              </a:path>
              <a:path w="7066280" h="1819275">
                <a:moveTo>
                  <a:pt x="487362" y="1819275"/>
                </a:moveTo>
                <a:lnTo>
                  <a:pt x="477837" y="1819275"/>
                </a:lnTo>
                <a:lnTo>
                  <a:pt x="477837" y="1809750"/>
                </a:lnTo>
                <a:lnTo>
                  <a:pt x="487362" y="1809750"/>
                </a:lnTo>
                <a:lnTo>
                  <a:pt x="487362" y="1819275"/>
                </a:lnTo>
                <a:close/>
              </a:path>
              <a:path w="7066280" h="1819275">
                <a:moveTo>
                  <a:pt x="449262" y="1819275"/>
                </a:moveTo>
                <a:lnTo>
                  <a:pt x="411162" y="1819275"/>
                </a:lnTo>
                <a:lnTo>
                  <a:pt x="411162" y="1809750"/>
                </a:lnTo>
                <a:lnTo>
                  <a:pt x="449262" y="1809750"/>
                </a:lnTo>
                <a:lnTo>
                  <a:pt x="449262" y="1819275"/>
                </a:lnTo>
                <a:close/>
              </a:path>
              <a:path w="7066280" h="1819275">
                <a:moveTo>
                  <a:pt x="382587" y="1819275"/>
                </a:moveTo>
                <a:lnTo>
                  <a:pt x="373062" y="1819275"/>
                </a:lnTo>
                <a:lnTo>
                  <a:pt x="373062" y="1809750"/>
                </a:lnTo>
                <a:lnTo>
                  <a:pt x="382587" y="1809750"/>
                </a:lnTo>
                <a:lnTo>
                  <a:pt x="382587" y="1819275"/>
                </a:lnTo>
                <a:close/>
              </a:path>
              <a:path w="7066280" h="1819275">
                <a:moveTo>
                  <a:pt x="344487" y="1819275"/>
                </a:moveTo>
                <a:lnTo>
                  <a:pt x="306387" y="1819275"/>
                </a:lnTo>
                <a:lnTo>
                  <a:pt x="306387" y="1809750"/>
                </a:lnTo>
                <a:lnTo>
                  <a:pt x="344487" y="1809750"/>
                </a:lnTo>
                <a:lnTo>
                  <a:pt x="344487" y="1819275"/>
                </a:lnTo>
                <a:close/>
              </a:path>
              <a:path w="7066280" h="1819275">
                <a:moveTo>
                  <a:pt x="277812" y="1819275"/>
                </a:moveTo>
                <a:lnTo>
                  <a:pt x="268287" y="1819275"/>
                </a:lnTo>
                <a:lnTo>
                  <a:pt x="268287" y="1809750"/>
                </a:lnTo>
                <a:lnTo>
                  <a:pt x="277812" y="1809750"/>
                </a:lnTo>
                <a:lnTo>
                  <a:pt x="277812" y="1819275"/>
                </a:lnTo>
                <a:close/>
              </a:path>
              <a:path w="7066280" h="1819275">
                <a:moveTo>
                  <a:pt x="239712" y="1819275"/>
                </a:moveTo>
                <a:lnTo>
                  <a:pt x="201612" y="1819275"/>
                </a:lnTo>
                <a:lnTo>
                  <a:pt x="201612" y="1809750"/>
                </a:lnTo>
                <a:lnTo>
                  <a:pt x="239712" y="1809750"/>
                </a:lnTo>
                <a:lnTo>
                  <a:pt x="239712" y="1819275"/>
                </a:lnTo>
                <a:close/>
              </a:path>
              <a:path w="7066280" h="1819275">
                <a:moveTo>
                  <a:pt x="173037" y="1819275"/>
                </a:moveTo>
                <a:lnTo>
                  <a:pt x="163512" y="1819275"/>
                </a:lnTo>
                <a:lnTo>
                  <a:pt x="163512" y="1809750"/>
                </a:lnTo>
                <a:lnTo>
                  <a:pt x="173037" y="1809750"/>
                </a:lnTo>
                <a:lnTo>
                  <a:pt x="173037" y="1819275"/>
                </a:lnTo>
                <a:close/>
              </a:path>
              <a:path w="7066280" h="1819275">
                <a:moveTo>
                  <a:pt x="134937" y="1819275"/>
                </a:moveTo>
                <a:lnTo>
                  <a:pt x="96837" y="1819275"/>
                </a:lnTo>
                <a:lnTo>
                  <a:pt x="96837" y="1809750"/>
                </a:lnTo>
                <a:lnTo>
                  <a:pt x="134937" y="1809750"/>
                </a:lnTo>
                <a:lnTo>
                  <a:pt x="134937" y="1819275"/>
                </a:lnTo>
                <a:close/>
              </a:path>
              <a:path w="7066280" h="1819275">
                <a:moveTo>
                  <a:pt x="68262" y="1819275"/>
                </a:moveTo>
                <a:lnTo>
                  <a:pt x="58737" y="1819275"/>
                </a:lnTo>
                <a:lnTo>
                  <a:pt x="58737" y="1809750"/>
                </a:lnTo>
                <a:lnTo>
                  <a:pt x="68262" y="1809750"/>
                </a:lnTo>
                <a:lnTo>
                  <a:pt x="68262" y="18192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56869" y="969645"/>
            <a:ext cx="7767320" cy="4010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 marR="5080" algn="just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执行除法指令时，若除数为</a:t>
            </a:r>
            <a:r>
              <a:rPr sz="2400" spc="5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40" dirty="0">
                <a:solidFill>
                  <a:srgbClr val="000099"/>
                </a:solidFill>
                <a:latin typeface="Noto Sans Mono CJK HK"/>
                <a:cs typeface="Noto Sans Mono CJK HK"/>
              </a:rPr>
              <a:t>或商超过了约定的寄存</a:t>
            </a:r>
            <a:r>
              <a:rPr sz="2400" spc="75" dirty="0">
                <a:solidFill>
                  <a:srgbClr val="000099"/>
                </a:solidFill>
                <a:latin typeface="Noto Sans Mono CJK HK"/>
                <a:cs typeface="Noto Sans Mono CJK HK"/>
              </a:rPr>
              <a:t>器所能表达的范围，则产生一个</a:t>
            </a:r>
            <a:r>
              <a:rPr sz="2400" spc="80" dirty="0">
                <a:solidFill>
                  <a:srgbClr val="0000FF"/>
                </a:solidFill>
                <a:latin typeface="Noto Sans Mono CJK HK"/>
                <a:cs typeface="Noto Sans Mono CJK HK"/>
              </a:rPr>
              <a:t>向量号为</a:t>
            </a:r>
            <a:r>
              <a:rPr sz="2400" spc="8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5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的内部中断，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称为除法错中断。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例如：</a:t>
            </a:r>
            <a:endParaRPr sz="2400">
              <a:latin typeface="Noto Sans Mono CJK HK"/>
              <a:cs typeface="Noto Sans Mono CJK HK"/>
            </a:endParaRPr>
          </a:p>
          <a:p>
            <a:pPr marL="160655">
              <a:lnSpc>
                <a:spcPct val="100000"/>
              </a:lnSpc>
              <a:spcBef>
                <a:spcPts val="1730"/>
              </a:spcBef>
            </a:pP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5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bl,0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60655">
              <a:lnSpc>
                <a:spcPct val="100000"/>
              </a:lnSpc>
              <a:tabLst>
                <a:tab pos="891540" algn="l"/>
                <a:tab pos="1989455" algn="l"/>
              </a:tabLst>
            </a:pPr>
            <a:r>
              <a:rPr sz="2800" spc="-2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idiv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bl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；除数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bl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＝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spc="-35" dirty="0">
                <a:solidFill>
                  <a:srgbClr val="0066FF"/>
                </a:solidFill>
                <a:latin typeface="Noto Serif CJK JP"/>
                <a:cs typeface="Noto Serif CJK JP"/>
              </a:rPr>
              <a:t>，产生除法错中断</a:t>
            </a:r>
            <a:endParaRPr sz="2800">
              <a:latin typeface="Noto Serif CJK JP"/>
              <a:cs typeface="Noto Serif CJK JP"/>
            </a:endParaRPr>
          </a:p>
          <a:p>
            <a:pPr marL="160655" marR="5563870">
              <a:lnSpc>
                <a:spcPct val="100000"/>
              </a:lnSpc>
              <a:spcBef>
                <a:spcPts val="3915"/>
              </a:spcBef>
            </a:pP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5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ax,200h 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5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bl,1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1005332" y="4927752"/>
            <a:ext cx="10534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63270" algn="l"/>
              </a:tabLst>
            </a:pP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div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bl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632" y="4927752"/>
            <a:ext cx="4509135" cy="87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；商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＝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200H</a:t>
            </a: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，不能用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800" spc="-40" dirty="0">
                <a:solidFill>
                  <a:srgbClr val="0066FF"/>
                </a:solidFill>
                <a:latin typeface="Noto Serif CJK JP"/>
                <a:cs typeface="Noto Serif CJK JP"/>
              </a:rPr>
              <a:t>存储</a:t>
            </a:r>
            <a:endParaRPr sz="28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</a:pPr>
            <a:r>
              <a:rPr sz="2800" spc="-35" dirty="0">
                <a:solidFill>
                  <a:srgbClr val="0066FF"/>
                </a:solidFill>
                <a:latin typeface="Noto Serif CJK JP"/>
                <a:cs typeface="Noto Serif CJK JP"/>
              </a:rPr>
              <a:t>；产生除法错中断</a:t>
            </a:r>
            <a:endParaRPr sz="280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197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(2</a:t>
            </a:r>
            <a:r>
              <a:rPr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) 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单步中断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104900"/>
            <a:ext cx="208915" cy="2095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89635" y="998855"/>
            <a:ext cx="7851140" cy="1063625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1263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若单步中断标志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TF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为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2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，则在每条指令执行结束后产生一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个</a:t>
            </a:r>
            <a:r>
              <a:rPr sz="2400" spc="-1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向量号为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的内部中断，称为单步中断。</a:t>
            </a:r>
            <a:endParaRPr sz="2400">
              <a:latin typeface="Noto Sans Mono CJK HK"/>
              <a:cs typeface="Noto Sans Mono CJK HK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2400">
              <a:latin typeface="Noto Sans Mono CJK HK"/>
              <a:cs typeface="Noto Sans Mono CJK HK"/>
            </a:endParaRPr>
          </a:p>
          <a:p>
            <a:pPr marL="977900" marR="5080" indent="-895350">
              <a:lnSpc>
                <a:spcPts val="2860"/>
              </a:lnSpc>
              <a:spcBef>
                <a:spcPts val="5"/>
              </a:spcBef>
            </a:pP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12" y="5599137"/>
            <a:ext cx="3240405" cy="497205"/>
          </a:xfrm>
          <a:custGeom>
            <a:avLst/>
            <a:gdLst/>
            <a:ahLst/>
            <a:cxnLst/>
            <a:rect l="l" t="t" r="r" b="b"/>
            <a:pathLst>
              <a:path w="3240404" h="497204">
                <a:moveTo>
                  <a:pt x="3240087" y="0"/>
                </a:moveTo>
                <a:lnTo>
                  <a:pt x="3211512" y="0"/>
                </a:lnTo>
                <a:lnTo>
                  <a:pt x="3211512" y="28575"/>
                </a:lnTo>
                <a:lnTo>
                  <a:pt x="3211512" y="468312"/>
                </a:lnTo>
                <a:lnTo>
                  <a:pt x="2597150" y="468312"/>
                </a:lnTo>
                <a:lnTo>
                  <a:pt x="2597150" y="28575"/>
                </a:lnTo>
                <a:lnTo>
                  <a:pt x="3211512" y="28575"/>
                </a:lnTo>
                <a:lnTo>
                  <a:pt x="3211512" y="0"/>
                </a:lnTo>
                <a:lnTo>
                  <a:pt x="2597150" y="0"/>
                </a:lnTo>
                <a:lnTo>
                  <a:pt x="2568575" y="0"/>
                </a:lnTo>
                <a:lnTo>
                  <a:pt x="2568575" y="28575"/>
                </a:lnTo>
                <a:lnTo>
                  <a:pt x="2568575" y="468312"/>
                </a:lnTo>
                <a:lnTo>
                  <a:pt x="1955800" y="468312"/>
                </a:lnTo>
                <a:lnTo>
                  <a:pt x="1955800" y="28575"/>
                </a:lnTo>
                <a:lnTo>
                  <a:pt x="2568575" y="28575"/>
                </a:lnTo>
                <a:lnTo>
                  <a:pt x="2568575" y="0"/>
                </a:lnTo>
                <a:lnTo>
                  <a:pt x="1955800" y="0"/>
                </a:lnTo>
                <a:lnTo>
                  <a:pt x="1927225" y="0"/>
                </a:lnTo>
                <a:lnTo>
                  <a:pt x="1927225" y="28575"/>
                </a:lnTo>
                <a:lnTo>
                  <a:pt x="1927225" y="468312"/>
                </a:lnTo>
                <a:lnTo>
                  <a:pt x="1312862" y="468312"/>
                </a:lnTo>
                <a:lnTo>
                  <a:pt x="1312862" y="28575"/>
                </a:lnTo>
                <a:lnTo>
                  <a:pt x="1927225" y="28575"/>
                </a:lnTo>
                <a:lnTo>
                  <a:pt x="1927225" y="0"/>
                </a:lnTo>
                <a:lnTo>
                  <a:pt x="1312862" y="0"/>
                </a:lnTo>
                <a:lnTo>
                  <a:pt x="1284287" y="0"/>
                </a:lnTo>
                <a:lnTo>
                  <a:pt x="1284287" y="28575"/>
                </a:lnTo>
                <a:lnTo>
                  <a:pt x="1284287" y="468312"/>
                </a:lnTo>
                <a:lnTo>
                  <a:pt x="28575" y="468312"/>
                </a:lnTo>
                <a:lnTo>
                  <a:pt x="2857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0" y="0"/>
                </a:lnTo>
                <a:lnTo>
                  <a:pt x="0" y="496887"/>
                </a:lnTo>
                <a:lnTo>
                  <a:pt x="1284287" y="496887"/>
                </a:lnTo>
                <a:lnTo>
                  <a:pt x="1312862" y="496887"/>
                </a:lnTo>
                <a:lnTo>
                  <a:pt x="3240087" y="496887"/>
                </a:lnTo>
                <a:lnTo>
                  <a:pt x="3240087" y="482600"/>
                </a:lnTo>
                <a:lnTo>
                  <a:pt x="3240087" y="468312"/>
                </a:lnTo>
                <a:lnTo>
                  <a:pt x="3240087" y="28575"/>
                </a:lnTo>
                <a:lnTo>
                  <a:pt x="3240087" y="14287"/>
                </a:lnTo>
                <a:lnTo>
                  <a:pt x="3240087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0984" y="5159533"/>
            <a:ext cx="2870835" cy="85979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647065" algn="l"/>
                <a:tab pos="1300480" algn="l"/>
                <a:tab pos="1935480" algn="l"/>
                <a:tab pos="2640965" algn="l"/>
              </a:tabLst>
            </a:pP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11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9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09040">
              <a:lnSpc>
                <a:spcPct val="100000"/>
              </a:lnSpc>
              <a:spcBef>
                <a:spcPts val="700"/>
              </a:spcBef>
              <a:tabLst>
                <a:tab pos="1859280" algn="l"/>
                <a:tab pos="2552065" algn="l"/>
              </a:tabLst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b="1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latin typeface="Times New Roman" panose="02020603050405020304"/>
                <a:cs typeface="Times New Roman" panose="02020603050405020304"/>
              </a:rPr>
              <a:t>DF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latin typeface="Times New Roman" panose="02020603050405020304"/>
                <a:cs typeface="Times New Roman" panose="02020603050405020304"/>
              </a:rPr>
              <a:t>IF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273425" y="5599138"/>
            <a:ext cx="669925" cy="497205"/>
          </a:xfrm>
          <a:custGeom>
            <a:avLst/>
            <a:gdLst/>
            <a:ahLst/>
            <a:cxnLst/>
            <a:rect l="l" t="t" r="r" b="b"/>
            <a:pathLst>
              <a:path w="669925" h="497204">
                <a:moveTo>
                  <a:pt x="669925" y="496887"/>
                </a:moveTo>
                <a:lnTo>
                  <a:pt x="0" y="496887"/>
                </a:lnTo>
                <a:lnTo>
                  <a:pt x="0" y="0"/>
                </a:lnTo>
                <a:lnTo>
                  <a:pt x="669925" y="0"/>
                </a:lnTo>
                <a:lnTo>
                  <a:pt x="66992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68312"/>
                </a:lnTo>
                <a:lnTo>
                  <a:pt x="14287" y="468312"/>
                </a:lnTo>
                <a:lnTo>
                  <a:pt x="28575" y="482600"/>
                </a:lnTo>
                <a:lnTo>
                  <a:pt x="669925" y="482600"/>
                </a:lnTo>
                <a:lnTo>
                  <a:pt x="669925" y="496887"/>
                </a:lnTo>
                <a:close/>
              </a:path>
              <a:path w="669925" h="4972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669925" h="497204">
                <a:moveTo>
                  <a:pt x="64135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641350" y="14287"/>
                </a:lnTo>
                <a:lnTo>
                  <a:pt x="641350" y="28575"/>
                </a:lnTo>
                <a:close/>
              </a:path>
              <a:path w="669925" h="497204">
                <a:moveTo>
                  <a:pt x="641350" y="482600"/>
                </a:moveTo>
                <a:lnTo>
                  <a:pt x="641350" y="14287"/>
                </a:lnTo>
                <a:lnTo>
                  <a:pt x="655637" y="28575"/>
                </a:lnTo>
                <a:lnTo>
                  <a:pt x="669925" y="28575"/>
                </a:lnTo>
                <a:lnTo>
                  <a:pt x="669925" y="468312"/>
                </a:lnTo>
                <a:lnTo>
                  <a:pt x="655637" y="468312"/>
                </a:lnTo>
                <a:lnTo>
                  <a:pt x="641350" y="482600"/>
                </a:lnTo>
                <a:close/>
              </a:path>
              <a:path w="669925" h="497204">
                <a:moveTo>
                  <a:pt x="669925" y="28575"/>
                </a:moveTo>
                <a:lnTo>
                  <a:pt x="655637" y="28575"/>
                </a:lnTo>
                <a:lnTo>
                  <a:pt x="641350" y="14287"/>
                </a:lnTo>
                <a:lnTo>
                  <a:pt x="669925" y="14287"/>
                </a:lnTo>
                <a:lnTo>
                  <a:pt x="669925" y="28575"/>
                </a:lnTo>
                <a:close/>
              </a:path>
              <a:path w="669925" h="497204">
                <a:moveTo>
                  <a:pt x="28575" y="482600"/>
                </a:moveTo>
                <a:lnTo>
                  <a:pt x="14287" y="468312"/>
                </a:lnTo>
                <a:lnTo>
                  <a:pt x="28575" y="468312"/>
                </a:lnTo>
                <a:lnTo>
                  <a:pt x="28575" y="482600"/>
                </a:lnTo>
                <a:close/>
              </a:path>
              <a:path w="669925" h="497204">
                <a:moveTo>
                  <a:pt x="641350" y="482600"/>
                </a:moveTo>
                <a:lnTo>
                  <a:pt x="28575" y="482600"/>
                </a:lnTo>
                <a:lnTo>
                  <a:pt x="28575" y="468312"/>
                </a:lnTo>
                <a:lnTo>
                  <a:pt x="641350" y="468312"/>
                </a:lnTo>
                <a:lnTo>
                  <a:pt x="641350" y="482600"/>
                </a:lnTo>
                <a:close/>
              </a:path>
              <a:path w="669925" h="497204">
                <a:moveTo>
                  <a:pt x="669925" y="482600"/>
                </a:moveTo>
                <a:lnTo>
                  <a:pt x="641350" y="482600"/>
                </a:lnTo>
                <a:lnTo>
                  <a:pt x="655637" y="468312"/>
                </a:lnTo>
                <a:lnTo>
                  <a:pt x="669925" y="468312"/>
                </a:lnTo>
                <a:lnTo>
                  <a:pt x="669925" y="48260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384232" y="5166835"/>
            <a:ext cx="448309" cy="88201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630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8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6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TF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14775" y="5599137"/>
            <a:ext cx="1314450" cy="497205"/>
          </a:xfrm>
          <a:custGeom>
            <a:avLst/>
            <a:gdLst/>
            <a:ahLst/>
            <a:cxnLst/>
            <a:rect l="l" t="t" r="r" b="b"/>
            <a:pathLst>
              <a:path w="1314450" h="497204">
                <a:moveTo>
                  <a:pt x="1314450" y="0"/>
                </a:moveTo>
                <a:lnTo>
                  <a:pt x="1285875" y="0"/>
                </a:lnTo>
                <a:lnTo>
                  <a:pt x="1285875" y="28575"/>
                </a:lnTo>
                <a:lnTo>
                  <a:pt x="1285875" y="468312"/>
                </a:lnTo>
                <a:lnTo>
                  <a:pt x="671512" y="468312"/>
                </a:lnTo>
                <a:lnTo>
                  <a:pt x="671512" y="28575"/>
                </a:lnTo>
                <a:lnTo>
                  <a:pt x="1285875" y="28575"/>
                </a:lnTo>
                <a:lnTo>
                  <a:pt x="1285875" y="0"/>
                </a:lnTo>
                <a:lnTo>
                  <a:pt x="671512" y="0"/>
                </a:lnTo>
                <a:lnTo>
                  <a:pt x="642937" y="0"/>
                </a:lnTo>
                <a:lnTo>
                  <a:pt x="642937" y="28575"/>
                </a:lnTo>
                <a:lnTo>
                  <a:pt x="642937" y="468312"/>
                </a:lnTo>
                <a:lnTo>
                  <a:pt x="28575" y="468312"/>
                </a:lnTo>
                <a:lnTo>
                  <a:pt x="28575" y="28575"/>
                </a:lnTo>
                <a:lnTo>
                  <a:pt x="642937" y="28575"/>
                </a:lnTo>
                <a:lnTo>
                  <a:pt x="642937" y="0"/>
                </a:lnTo>
                <a:lnTo>
                  <a:pt x="0" y="0"/>
                </a:lnTo>
                <a:lnTo>
                  <a:pt x="0" y="496887"/>
                </a:lnTo>
                <a:lnTo>
                  <a:pt x="642937" y="496887"/>
                </a:lnTo>
                <a:lnTo>
                  <a:pt x="671512" y="496887"/>
                </a:lnTo>
                <a:lnTo>
                  <a:pt x="1314450" y="496887"/>
                </a:lnTo>
                <a:lnTo>
                  <a:pt x="1314450" y="482600"/>
                </a:lnTo>
                <a:lnTo>
                  <a:pt x="1314450" y="468312"/>
                </a:lnTo>
                <a:lnTo>
                  <a:pt x="1314450" y="28575"/>
                </a:lnTo>
                <a:lnTo>
                  <a:pt x="1314450" y="14287"/>
                </a:lnTo>
                <a:lnTo>
                  <a:pt x="1314450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059872" y="5159533"/>
            <a:ext cx="1040765" cy="85979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685"/>
              </a:spcBef>
              <a:tabLst>
                <a:tab pos="769620" algn="l"/>
              </a:tabLst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  <a:tabLst>
                <a:tab pos="638175" algn="l"/>
              </a:tabLst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SF</a:t>
            </a:r>
            <a:r>
              <a:rPr sz="2400" b="1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ZF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00650" y="5599137"/>
            <a:ext cx="1313180" cy="497205"/>
          </a:xfrm>
          <a:custGeom>
            <a:avLst/>
            <a:gdLst/>
            <a:ahLst/>
            <a:cxnLst/>
            <a:rect l="l" t="t" r="r" b="b"/>
            <a:pathLst>
              <a:path w="1313179" h="497204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8312"/>
                </a:lnTo>
                <a:lnTo>
                  <a:pt x="669925" y="468312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8312"/>
                </a:lnTo>
                <a:lnTo>
                  <a:pt x="28575" y="468312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887"/>
                </a:lnTo>
                <a:lnTo>
                  <a:pt x="641350" y="496887"/>
                </a:lnTo>
                <a:lnTo>
                  <a:pt x="669925" y="496887"/>
                </a:lnTo>
                <a:lnTo>
                  <a:pt x="1312862" y="496887"/>
                </a:lnTo>
                <a:lnTo>
                  <a:pt x="1312862" y="482600"/>
                </a:lnTo>
                <a:lnTo>
                  <a:pt x="1312862" y="468312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59412" y="5233695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44552" y="5166835"/>
            <a:ext cx="466725" cy="88201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30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600" b="1" spc="-2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AF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84937" y="5599137"/>
            <a:ext cx="1313180" cy="497205"/>
          </a:xfrm>
          <a:custGeom>
            <a:avLst/>
            <a:gdLst/>
            <a:ahLst/>
            <a:cxnLst/>
            <a:rect l="l" t="t" r="r" b="b"/>
            <a:pathLst>
              <a:path w="1313179" h="497204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8312"/>
                </a:lnTo>
                <a:lnTo>
                  <a:pt x="669925" y="468312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8312"/>
                </a:lnTo>
                <a:lnTo>
                  <a:pt x="28575" y="468312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887"/>
                </a:lnTo>
                <a:lnTo>
                  <a:pt x="641350" y="496887"/>
                </a:lnTo>
                <a:lnTo>
                  <a:pt x="669925" y="496887"/>
                </a:lnTo>
                <a:lnTo>
                  <a:pt x="1312862" y="496887"/>
                </a:lnTo>
                <a:lnTo>
                  <a:pt x="1312862" y="482600"/>
                </a:lnTo>
                <a:lnTo>
                  <a:pt x="1312862" y="468312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743700" y="5233695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63130" y="5159533"/>
            <a:ext cx="398145" cy="85979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PF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769225" y="5599137"/>
            <a:ext cx="1313180" cy="497205"/>
          </a:xfrm>
          <a:custGeom>
            <a:avLst/>
            <a:gdLst/>
            <a:ahLst/>
            <a:cxnLst/>
            <a:rect l="l" t="t" r="r" b="b"/>
            <a:pathLst>
              <a:path w="1313179" h="497204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8312"/>
                </a:lnTo>
                <a:lnTo>
                  <a:pt x="669925" y="468312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8312"/>
                </a:lnTo>
                <a:lnTo>
                  <a:pt x="28575" y="468312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887"/>
                </a:lnTo>
                <a:lnTo>
                  <a:pt x="641350" y="496887"/>
                </a:lnTo>
                <a:lnTo>
                  <a:pt x="669925" y="496887"/>
                </a:lnTo>
                <a:lnTo>
                  <a:pt x="1312862" y="496887"/>
                </a:lnTo>
                <a:lnTo>
                  <a:pt x="1312862" y="482600"/>
                </a:lnTo>
                <a:lnTo>
                  <a:pt x="1312862" y="468312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027987" y="5233695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  <p:sp>
        <p:nvSpPr>
          <p:cNvPr id="20" name="object 20"/>
          <p:cNvSpPr txBox="1"/>
          <p:nvPr/>
        </p:nvSpPr>
        <p:spPr>
          <a:xfrm>
            <a:off x="8530272" y="5159533"/>
            <a:ext cx="432434" cy="85979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0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700"/>
              </a:spcBef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CF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197993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(3</a:t>
            </a:r>
            <a:r>
              <a:rPr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) 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指令中断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07754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961464"/>
            <a:ext cx="208915" cy="209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7890" y="971550"/>
            <a:ext cx="7729220" cy="174371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pPr marL="12700" marR="12700">
              <a:lnSpc>
                <a:spcPct val="100000"/>
              </a:lnSpc>
              <a:spcBef>
                <a:spcPts val="100"/>
              </a:spcBef>
            </a:pPr>
            <a:r>
              <a:rPr sz="2400" spc="-55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在执行中断调用指令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spc="-4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时产生的一个向量号为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~ 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255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的内部中断，称为指令中断。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ts val="2860"/>
              </a:lnSpc>
              <a:spcBef>
                <a:spcPts val="131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其中向量号为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的指令中断（指令代码：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11001100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常用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于程序调试，称为断点中断。</a:t>
            </a:r>
            <a:endParaRPr sz="2400">
              <a:latin typeface="Noto Sans Mono CJK HK"/>
              <a:cs typeface="Noto Sans Mono CJK HK"/>
            </a:endParaRPr>
          </a:p>
          <a:p>
            <a:pPr marL="967740" marR="194945" indent="-942975">
              <a:lnSpc>
                <a:spcPct val="100000"/>
              </a:lnSpc>
              <a:spcBef>
                <a:spcPts val="2755"/>
              </a:spcBef>
            </a:pP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18808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(4)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溢出中断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104900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750887" y="2519362"/>
            <a:ext cx="8074025" cy="1819275"/>
          </a:xfrm>
          <a:custGeom>
            <a:avLst/>
            <a:gdLst/>
            <a:ahLst/>
            <a:cxnLst/>
            <a:rect l="l" t="t" r="r" b="b"/>
            <a:pathLst>
              <a:path w="8074025" h="1819275">
                <a:moveTo>
                  <a:pt x="9525" y="1814512"/>
                </a:moveTo>
                <a:lnTo>
                  <a:pt x="0" y="1814512"/>
                </a:lnTo>
                <a:lnTo>
                  <a:pt x="0" y="1776412"/>
                </a:lnTo>
                <a:lnTo>
                  <a:pt x="9525" y="1776412"/>
                </a:lnTo>
                <a:lnTo>
                  <a:pt x="9525" y="1814512"/>
                </a:lnTo>
                <a:close/>
              </a:path>
              <a:path w="8074025" h="1819275">
                <a:moveTo>
                  <a:pt x="9525" y="1747837"/>
                </a:moveTo>
                <a:lnTo>
                  <a:pt x="0" y="1747837"/>
                </a:lnTo>
                <a:lnTo>
                  <a:pt x="0" y="1738312"/>
                </a:lnTo>
                <a:lnTo>
                  <a:pt x="9525" y="1738312"/>
                </a:lnTo>
                <a:lnTo>
                  <a:pt x="9525" y="1747837"/>
                </a:lnTo>
                <a:close/>
              </a:path>
              <a:path w="8074025" h="1819275">
                <a:moveTo>
                  <a:pt x="9525" y="1709737"/>
                </a:moveTo>
                <a:lnTo>
                  <a:pt x="0" y="1709737"/>
                </a:lnTo>
                <a:lnTo>
                  <a:pt x="0" y="1671637"/>
                </a:lnTo>
                <a:lnTo>
                  <a:pt x="9525" y="1671637"/>
                </a:lnTo>
                <a:lnTo>
                  <a:pt x="9525" y="1709737"/>
                </a:lnTo>
                <a:close/>
              </a:path>
              <a:path w="8074025" h="1819275">
                <a:moveTo>
                  <a:pt x="9525" y="1643062"/>
                </a:moveTo>
                <a:lnTo>
                  <a:pt x="0" y="1643062"/>
                </a:lnTo>
                <a:lnTo>
                  <a:pt x="0" y="1633537"/>
                </a:lnTo>
                <a:lnTo>
                  <a:pt x="9525" y="1633537"/>
                </a:lnTo>
                <a:lnTo>
                  <a:pt x="9525" y="1643062"/>
                </a:lnTo>
                <a:close/>
              </a:path>
              <a:path w="8074025" h="1819275">
                <a:moveTo>
                  <a:pt x="9525" y="1604962"/>
                </a:moveTo>
                <a:lnTo>
                  <a:pt x="0" y="1604962"/>
                </a:lnTo>
                <a:lnTo>
                  <a:pt x="0" y="1566862"/>
                </a:lnTo>
                <a:lnTo>
                  <a:pt x="9525" y="1566862"/>
                </a:lnTo>
                <a:lnTo>
                  <a:pt x="9525" y="1604962"/>
                </a:lnTo>
                <a:close/>
              </a:path>
              <a:path w="8074025" h="1819275">
                <a:moveTo>
                  <a:pt x="9525" y="1538287"/>
                </a:moveTo>
                <a:lnTo>
                  <a:pt x="0" y="1538287"/>
                </a:lnTo>
                <a:lnTo>
                  <a:pt x="0" y="1528762"/>
                </a:lnTo>
                <a:lnTo>
                  <a:pt x="9525" y="1528762"/>
                </a:lnTo>
                <a:lnTo>
                  <a:pt x="9525" y="1538287"/>
                </a:lnTo>
                <a:close/>
              </a:path>
              <a:path w="8074025" h="1819275">
                <a:moveTo>
                  <a:pt x="9525" y="1500187"/>
                </a:moveTo>
                <a:lnTo>
                  <a:pt x="0" y="1500187"/>
                </a:lnTo>
                <a:lnTo>
                  <a:pt x="0" y="1462087"/>
                </a:lnTo>
                <a:lnTo>
                  <a:pt x="9525" y="1462087"/>
                </a:lnTo>
                <a:lnTo>
                  <a:pt x="9525" y="1500187"/>
                </a:lnTo>
                <a:close/>
              </a:path>
              <a:path w="8074025" h="1819275">
                <a:moveTo>
                  <a:pt x="9525" y="1433512"/>
                </a:moveTo>
                <a:lnTo>
                  <a:pt x="0" y="1433512"/>
                </a:lnTo>
                <a:lnTo>
                  <a:pt x="0" y="1423987"/>
                </a:lnTo>
                <a:lnTo>
                  <a:pt x="9525" y="1423987"/>
                </a:lnTo>
                <a:lnTo>
                  <a:pt x="9525" y="1433512"/>
                </a:lnTo>
                <a:close/>
              </a:path>
              <a:path w="8074025" h="1819275">
                <a:moveTo>
                  <a:pt x="9525" y="1395412"/>
                </a:moveTo>
                <a:lnTo>
                  <a:pt x="0" y="1395412"/>
                </a:lnTo>
                <a:lnTo>
                  <a:pt x="0" y="1357312"/>
                </a:lnTo>
                <a:lnTo>
                  <a:pt x="9525" y="1357312"/>
                </a:lnTo>
                <a:lnTo>
                  <a:pt x="9525" y="1395412"/>
                </a:lnTo>
                <a:close/>
              </a:path>
              <a:path w="8074025" h="1819275">
                <a:moveTo>
                  <a:pt x="9525" y="1328737"/>
                </a:moveTo>
                <a:lnTo>
                  <a:pt x="0" y="1328737"/>
                </a:lnTo>
                <a:lnTo>
                  <a:pt x="0" y="1319212"/>
                </a:lnTo>
                <a:lnTo>
                  <a:pt x="9525" y="1319212"/>
                </a:lnTo>
                <a:lnTo>
                  <a:pt x="9525" y="1328737"/>
                </a:lnTo>
                <a:close/>
              </a:path>
              <a:path w="8074025" h="1819275">
                <a:moveTo>
                  <a:pt x="9525" y="1290637"/>
                </a:moveTo>
                <a:lnTo>
                  <a:pt x="0" y="1290637"/>
                </a:lnTo>
                <a:lnTo>
                  <a:pt x="0" y="1252537"/>
                </a:lnTo>
                <a:lnTo>
                  <a:pt x="9525" y="1252537"/>
                </a:lnTo>
                <a:lnTo>
                  <a:pt x="9525" y="1290637"/>
                </a:lnTo>
                <a:close/>
              </a:path>
              <a:path w="8074025" h="1819275">
                <a:moveTo>
                  <a:pt x="9525" y="1223962"/>
                </a:moveTo>
                <a:lnTo>
                  <a:pt x="0" y="1223962"/>
                </a:lnTo>
                <a:lnTo>
                  <a:pt x="0" y="1214437"/>
                </a:lnTo>
                <a:lnTo>
                  <a:pt x="9525" y="1214437"/>
                </a:lnTo>
                <a:lnTo>
                  <a:pt x="9525" y="1223962"/>
                </a:lnTo>
                <a:close/>
              </a:path>
              <a:path w="8074025" h="1819275">
                <a:moveTo>
                  <a:pt x="9525" y="1185862"/>
                </a:moveTo>
                <a:lnTo>
                  <a:pt x="0" y="1185862"/>
                </a:lnTo>
                <a:lnTo>
                  <a:pt x="0" y="1147762"/>
                </a:lnTo>
                <a:lnTo>
                  <a:pt x="9525" y="1147762"/>
                </a:lnTo>
                <a:lnTo>
                  <a:pt x="9525" y="1185862"/>
                </a:lnTo>
                <a:close/>
              </a:path>
              <a:path w="8074025" h="1819275">
                <a:moveTo>
                  <a:pt x="9525" y="1119187"/>
                </a:moveTo>
                <a:lnTo>
                  <a:pt x="0" y="1119187"/>
                </a:lnTo>
                <a:lnTo>
                  <a:pt x="0" y="1109662"/>
                </a:lnTo>
                <a:lnTo>
                  <a:pt x="9525" y="1109662"/>
                </a:lnTo>
                <a:lnTo>
                  <a:pt x="9525" y="1119187"/>
                </a:lnTo>
                <a:close/>
              </a:path>
              <a:path w="8074025" h="1819275">
                <a:moveTo>
                  <a:pt x="9525" y="1081087"/>
                </a:moveTo>
                <a:lnTo>
                  <a:pt x="0" y="1081087"/>
                </a:lnTo>
                <a:lnTo>
                  <a:pt x="0" y="1042987"/>
                </a:lnTo>
                <a:lnTo>
                  <a:pt x="9525" y="1042987"/>
                </a:lnTo>
                <a:lnTo>
                  <a:pt x="9525" y="1081087"/>
                </a:lnTo>
                <a:close/>
              </a:path>
              <a:path w="8074025" h="1819275">
                <a:moveTo>
                  <a:pt x="9525" y="1014412"/>
                </a:moveTo>
                <a:lnTo>
                  <a:pt x="0" y="1014412"/>
                </a:lnTo>
                <a:lnTo>
                  <a:pt x="0" y="1004887"/>
                </a:lnTo>
                <a:lnTo>
                  <a:pt x="9525" y="1004887"/>
                </a:lnTo>
                <a:lnTo>
                  <a:pt x="9525" y="1014412"/>
                </a:lnTo>
                <a:close/>
              </a:path>
              <a:path w="8074025" h="1819275">
                <a:moveTo>
                  <a:pt x="9525" y="976312"/>
                </a:moveTo>
                <a:lnTo>
                  <a:pt x="0" y="976312"/>
                </a:lnTo>
                <a:lnTo>
                  <a:pt x="0" y="938212"/>
                </a:lnTo>
                <a:lnTo>
                  <a:pt x="9525" y="938212"/>
                </a:lnTo>
                <a:lnTo>
                  <a:pt x="9525" y="976312"/>
                </a:lnTo>
                <a:close/>
              </a:path>
              <a:path w="8074025" h="1819275">
                <a:moveTo>
                  <a:pt x="9525" y="909637"/>
                </a:moveTo>
                <a:lnTo>
                  <a:pt x="0" y="909637"/>
                </a:lnTo>
                <a:lnTo>
                  <a:pt x="0" y="900112"/>
                </a:lnTo>
                <a:lnTo>
                  <a:pt x="9525" y="900112"/>
                </a:lnTo>
                <a:lnTo>
                  <a:pt x="9525" y="909637"/>
                </a:lnTo>
                <a:close/>
              </a:path>
              <a:path w="8074025" h="1819275">
                <a:moveTo>
                  <a:pt x="9525" y="871537"/>
                </a:moveTo>
                <a:lnTo>
                  <a:pt x="0" y="871537"/>
                </a:lnTo>
                <a:lnTo>
                  <a:pt x="0" y="833437"/>
                </a:lnTo>
                <a:lnTo>
                  <a:pt x="9525" y="833437"/>
                </a:lnTo>
                <a:lnTo>
                  <a:pt x="9525" y="871537"/>
                </a:lnTo>
                <a:close/>
              </a:path>
              <a:path w="8074025" h="1819275">
                <a:moveTo>
                  <a:pt x="9525" y="804862"/>
                </a:moveTo>
                <a:lnTo>
                  <a:pt x="0" y="804862"/>
                </a:lnTo>
                <a:lnTo>
                  <a:pt x="0" y="795337"/>
                </a:lnTo>
                <a:lnTo>
                  <a:pt x="9525" y="795337"/>
                </a:lnTo>
                <a:lnTo>
                  <a:pt x="9525" y="804862"/>
                </a:lnTo>
                <a:close/>
              </a:path>
              <a:path w="8074025" h="1819275">
                <a:moveTo>
                  <a:pt x="9525" y="766762"/>
                </a:moveTo>
                <a:lnTo>
                  <a:pt x="0" y="766762"/>
                </a:lnTo>
                <a:lnTo>
                  <a:pt x="0" y="728662"/>
                </a:lnTo>
                <a:lnTo>
                  <a:pt x="9525" y="728662"/>
                </a:lnTo>
                <a:lnTo>
                  <a:pt x="9525" y="766762"/>
                </a:lnTo>
                <a:close/>
              </a:path>
              <a:path w="8074025" h="1819275">
                <a:moveTo>
                  <a:pt x="9525" y="700087"/>
                </a:moveTo>
                <a:lnTo>
                  <a:pt x="0" y="700087"/>
                </a:lnTo>
                <a:lnTo>
                  <a:pt x="0" y="690562"/>
                </a:lnTo>
                <a:lnTo>
                  <a:pt x="9525" y="690562"/>
                </a:lnTo>
                <a:lnTo>
                  <a:pt x="9525" y="700087"/>
                </a:lnTo>
                <a:close/>
              </a:path>
              <a:path w="8074025" h="1819275">
                <a:moveTo>
                  <a:pt x="9525" y="661987"/>
                </a:moveTo>
                <a:lnTo>
                  <a:pt x="0" y="661987"/>
                </a:lnTo>
                <a:lnTo>
                  <a:pt x="0" y="623887"/>
                </a:lnTo>
                <a:lnTo>
                  <a:pt x="9525" y="623887"/>
                </a:lnTo>
                <a:lnTo>
                  <a:pt x="9525" y="661987"/>
                </a:lnTo>
                <a:close/>
              </a:path>
              <a:path w="8074025" h="1819275">
                <a:moveTo>
                  <a:pt x="9525" y="595312"/>
                </a:moveTo>
                <a:lnTo>
                  <a:pt x="0" y="595312"/>
                </a:lnTo>
                <a:lnTo>
                  <a:pt x="0" y="585787"/>
                </a:lnTo>
                <a:lnTo>
                  <a:pt x="9525" y="585787"/>
                </a:lnTo>
                <a:lnTo>
                  <a:pt x="9525" y="595312"/>
                </a:lnTo>
                <a:close/>
              </a:path>
              <a:path w="8074025" h="1819275">
                <a:moveTo>
                  <a:pt x="9525" y="557212"/>
                </a:moveTo>
                <a:lnTo>
                  <a:pt x="0" y="557212"/>
                </a:lnTo>
                <a:lnTo>
                  <a:pt x="0" y="519112"/>
                </a:lnTo>
                <a:lnTo>
                  <a:pt x="9525" y="519112"/>
                </a:lnTo>
                <a:lnTo>
                  <a:pt x="9525" y="557212"/>
                </a:lnTo>
                <a:close/>
              </a:path>
              <a:path w="8074025" h="1819275">
                <a:moveTo>
                  <a:pt x="9525" y="490537"/>
                </a:moveTo>
                <a:lnTo>
                  <a:pt x="0" y="490537"/>
                </a:lnTo>
                <a:lnTo>
                  <a:pt x="0" y="481012"/>
                </a:lnTo>
                <a:lnTo>
                  <a:pt x="9525" y="481012"/>
                </a:lnTo>
                <a:lnTo>
                  <a:pt x="9525" y="490537"/>
                </a:lnTo>
                <a:close/>
              </a:path>
              <a:path w="8074025" h="1819275">
                <a:moveTo>
                  <a:pt x="9525" y="452437"/>
                </a:moveTo>
                <a:lnTo>
                  <a:pt x="0" y="452437"/>
                </a:lnTo>
                <a:lnTo>
                  <a:pt x="0" y="414337"/>
                </a:lnTo>
                <a:lnTo>
                  <a:pt x="9525" y="414337"/>
                </a:lnTo>
                <a:lnTo>
                  <a:pt x="9525" y="452437"/>
                </a:lnTo>
                <a:close/>
              </a:path>
              <a:path w="8074025" h="1819275">
                <a:moveTo>
                  <a:pt x="9525" y="385762"/>
                </a:moveTo>
                <a:lnTo>
                  <a:pt x="0" y="385762"/>
                </a:lnTo>
                <a:lnTo>
                  <a:pt x="0" y="376237"/>
                </a:lnTo>
                <a:lnTo>
                  <a:pt x="9525" y="376237"/>
                </a:lnTo>
                <a:lnTo>
                  <a:pt x="9525" y="385762"/>
                </a:lnTo>
                <a:close/>
              </a:path>
              <a:path w="8074025" h="1819275">
                <a:moveTo>
                  <a:pt x="9525" y="347662"/>
                </a:moveTo>
                <a:lnTo>
                  <a:pt x="0" y="347662"/>
                </a:lnTo>
                <a:lnTo>
                  <a:pt x="0" y="309562"/>
                </a:lnTo>
                <a:lnTo>
                  <a:pt x="9525" y="309562"/>
                </a:lnTo>
                <a:lnTo>
                  <a:pt x="9525" y="347662"/>
                </a:lnTo>
                <a:close/>
              </a:path>
              <a:path w="8074025" h="1819275">
                <a:moveTo>
                  <a:pt x="9525" y="280987"/>
                </a:moveTo>
                <a:lnTo>
                  <a:pt x="0" y="280987"/>
                </a:lnTo>
                <a:lnTo>
                  <a:pt x="0" y="271462"/>
                </a:lnTo>
                <a:lnTo>
                  <a:pt x="9525" y="271462"/>
                </a:lnTo>
                <a:lnTo>
                  <a:pt x="9525" y="280987"/>
                </a:lnTo>
                <a:close/>
              </a:path>
              <a:path w="8074025" h="1819275">
                <a:moveTo>
                  <a:pt x="9525" y="242887"/>
                </a:moveTo>
                <a:lnTo>
                  <a:pt x="0" y="242887"/>
                </a:lnTo>
                <a:lnTo>
                  <a:pt x="0" y="204787"/>
                </a:lnTo>
                <a:lnTo>
                  <a:pt x="9525" y="204787"/>
                </a:lnTo>
                <a:lnTo>
                  <a:pt x="9525" y="242887"/>
                </a:lnTo>
                <a:close/>
              </a:path>
              <a:path w="8074025" h="1819275">
                <a:moveTo>
                  <a:pt x="9525" y="176212"/>
                </a:moveTo>
                <a:lnTo>
                  <a:pt x="0" y="176212"/>
                </a:lnTo>
                <a:lnTo>
                  <a:pt x="0" y="166687"/>
                </a:lnTo>
                <a:lnTo>
                  <a:pt x="9525" y="166687"/>
                </a:lnTo>
                <a:lnTo>
                  <a:pt x="9525" y="176212"/>
                </a:lnTo>
                <a:close/>
              </a:path>
              <a:path w="8074025" h="1819275">
                <a:moveTo>
                  <a:pt x="9525" y="138112"/>
                </a:moveTo>
                <a:lnTo>
                  <a:pt x="0" y="138112"/>
                </a:lnTo>
                <a:lnTo>
                  <a:pt x="0" y="100012"/>
                </a:lnTo>
                <a:lnTo>
                  <a:pt x="9525" y="100012"/>
                </a:lnTo>
                <a:lnTo>
                  <a:pt x="9525" y="138112"/>
                </a:lnTo>
                <a:close/>
              </a:path>
              <a:path w="8074025" h="1819275">
                <a:moveTo>
                  <a:pt x="9525" y="71437"/>
                </a:moveTo>
                <a:lnTo>
                  <a:pt x="0" y="71437"/>
                </a:lnTo>
                <a:lnTo>
                  <a:pt x="0" y="61912"/>
                </a:lnTo>
                <a:lnTo>
                  <a:pt x="9525" y="61912"/>
                </a:lnTo>
                <a:lnTo>
                  <a:pt x="9525" y="71437"/>
                </a:lnTo>
                <a:close/>
              </a:path>
              <a:path w="8074025" h="1819275">
                <a:moveTo>
                  <a:pt x="9525" y="33337"/>
                </a:moveTo>
                <a:lnTo>
                  <a:pt x="0" y="33337"/>
                </a:lnTo>
                <a:lnTo>
                  <a:pt x="0" y="0"/>
                </a:lnTo>
                <a:lnTo>
                  <a:pt x="14287" y="0"/>
                </a:lnTo>
                <a:lnTo>
                  <a:pt x="14287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33337"/>
                </a:lnTo>
                <a:close/>
              </a:path>
              <a:path w="8074025" h="181927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8074025" h="1819275">
                <a:moveTo>
                  <a:pt x="14287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14287" y="4762"/>
                </a:lnTo>
                <a:lnTo>
                  <a:pt x="14287" y="9525"/>
                </a:lnTo>
                <a:close/>
              </a:path>
              <a:path w="8074025" h="1819275">
                <a:moveTo>
                  <a:pt x="52387" y="9525"/>
                </a:moveTo>
                <a:lnTo>
                  <a:pt x="42862" y="9525"/>
                </a:lnTo>
                <a:lnTo>
                  <a:pt x="42862" y="0"/>
                </a:lnTo>
                <a:lnTo>
                  <a:pt x="52387" y="0"/>
                </a:lnTo>
                <a:lnTo>
                  <a:pt x="52387" y="9525"/>
                </a:lnTo>
                <a:close/>
              </a:path>
              <a:path w="8074025" h="1819275">
                <a:moveTo>
                  <a:pt x="119062" y="9525"/>
                </a:moveTo>
                <a:lnTo>
                  <a:pt x="80962" y="9525"/>
                </a:lnTo>
                <a:lnTo>
                  <a:pt x="80962" y="0"/>
                </a:lnTo>
                <a:lnTo>
                  <a:pt x="119062" y="0"/>
                </a:lnTo>
                <a:lnTo>
                  <a:pt x="119062" y="9525"/>
                </a:lnTo>
                <a:close/>
              </a:path>
              <a:path w="8074025" h="1819275">
                <a:moveTo>
                  <a:pt x="157162" y="9525"/>
                </a:moveTo>
                <a:lnTo>
                  <a:pt x="147637" y="9525"/>
                </a:lnTo>
                <a:lnTo>
                  <a:pt x="147637" y="0"/>
                </a:lnTo>
                <a:lnTo>
                  <a:pt x="157162" y="0"/>
                </a:lnTo>
                <a:lnTo>
                  <a:pt x="157162" y="9525"/>
                </a:lnTo>
                <a:close/>
              </a:path>
              <a:path w="8074025" h="1819275">
                <a:moveTo>
                  <a:pt x="223837" y="9525"/>
                </a:moveTo>
                <a:lnTo>
                  <a:pt x="185737" y="9525"/>
                </a:lnTo>
                <a:lnTo>
                  <a:pt x="185737" y="0"/>
                </a:lnTo>
                <a:lnTo>
                  <a:pt x="223837" y="0"/>
                </a:lnTo>
                <a:lnTo>
                  <a:pt x="223837" y="9525"/>
                </a:lnTo>
                <a:close/>
              </a:path>
              <a:path w="8074025" h="1819275">
                <a:moveTo>
                  <a:pt x="261937" y="9525"/>
                </a:moveTo>
                <a:lnTo>
                  <a:pt x="252412" y="9525"/>
                </a:lnTo>
                <a:lnTo>
                  <a:pt x="252412" y="0"/>
                </a:lnTo>
                <a:lnTo>
                  <a:pt x="261937" y="0"/>
                </a:lnTo>
                <a:lnTo>
                  <a:pt x="261937" y="9525"/>
                </a:lnTo>
                <a:close/>
              </a:path>
              <a:path w="8074025" h="1819275">
                <a:moveTo>
                  <a:pt x="328612" y="9525"/>
                </a:moveTo>
                <a:lnTo>
                  <a:pt x="290512" y="9525"/>
                </a:lnTo>
                <a:lnTo>
                  <a:pt x="290512" y="0"/>
                </a:lnTo>
                <a:lnTo>
                  <a:pt x="328612" y="0"/>
                </a:lnTo>
                <a:lnTo>
                  <a:pt x="328612" y="9525"/>
                </a:lnTo>
                <a:close/>
              </a:path>
              <a:path w="8074025" h="1819275">
                <a:moveTo>
                  <a:pt x="366712" y="9525"/>
                </a:moveTo>
                <a:lnTo>
                  <a:pt x="357187" y="9525"/>
                </a:lnTo>
                <a:lnTo>
                  <a:pt x="357187" y="0"/>
                </a:lnTo>
                <a:lnTo>
                  <a:pt x="366712" y="0"/>
                </a:lnTo>
                <a:lnTo>
                  <a:pt x="366712" y="9525"/>
                </a:lnTo>
                <a:close/>
              </a:path>
              <a:path w="8074025" h="1819275">
                <a:moveTo>
                  <a:pt x="433387" y="9525"/>
                </a:moveTo>
                <a:lnTo>
                  <a:pt x="395287" y="9525"/>
                </a:lnTo>
                <a:lnTo>
                  <a:pt x="395287" y="0"/>
                </a:lnTo>
                <a:lnTo>
                  <a:pt x="433387" y="0"/>
                </a:lnTo>
                <a:lnTo>
                  <a:pt x="433387" y="9525"/>
                </a:lnTo>
                <a:close/>
              </a:path>
              <a:path w="8074025" h="1819275">
                <a:moveTo>
                  <a:pt x="471487" y="9525"/>
                </a:moveTo>
                <a:lnTo>
                  <a:pt x="461962" y="9525"/>
                </a:lnTo>
                <a:lnTo>
                  <a:pt x="461962" y="0"/>
                </a:lnTo>
                <a:lnTo>
                  <a:pt x="471487" y="0"/>
                </a:lnTo>
                <a:lnTo>
                  <a:pt x="471487" y="9525"/>
                </a:lnTo>
                <a:close/>
              </a:path>
              <a:path w="8074025" h="1819275">
                <a:moveTo>
                  <a:pt x="538162" y="9525"/>
                </a:moveTo>
                <a:lnTo>
                  <a:pt x="500062" y="9525"/>
                </a:lnTo>
                <a:lnTo>
                  <a:pt x="500062" y="0"/>
                </a:lnTo>
                <a:lnTo>
                  <a:pt x="538162" y="0"/>
                </a:lnTo>
                <a:lnTo>
                  <a:pt x="538162" y="9525"/>
                </a:lnTo>
                <a:close/>
              </a:path>
              <a:path w="8074025" h="1819275">
                <a:moveTo>
                  <a:pt x="576262" y="9525"/>
                </a:moveTo>
                <a:lnTo>
                  <a:pt x="566737" y="9525"/>
                </a:lnTo>
                <a:lnTo>
                  <a:pt x="566737" y="0"/>
                </a:lnTo>
                <a:lnTo>
                  <a:pt x="576262" y="0"/>
                </a:lnTo>
                <a:lnTo>
                  <a:pt x="576262" y="9525"/>
                </a:lnTo>
                <a:close/>
              </a:path>
              <a:path w="8074025" h="1819275">
                <a:moveTo>
                  <a:pt x="642937" y="9525"/>
                </a:moveTo>
                <a:lnTo>
                  <a:pt x="604837" y="9525"/>
                </a:lnTo>
                <a:lnTo>
                  <a:pt x="604837" y="0"/>
                </a:lnTo>
                <a:lnTo>
                  <a:pt x="642937" y="0"/>
                </a:lnTo>
                <a:lnTo>
                  <a:pt x="642937" y="9525"/>
                </a:lnTo>
                <a:close/>
              </a:path>
              <a:path w="8074025" h="1819275">
                <a:moveTo>
                  <a:pt x="681037" y="9525"/>
                </a:moveTo>
                <a:lnTo>
                  <a:pt x="671512" y="9525"/>
                </a:lnTo>
                <a:lnTo>
                  <a:pt x="671512" y="0"/>
                </a:lnTo>
                <a:lnTo>
                  <a:pt x="681037" y="0"/>
                </a:lnTo>
                <a:lnTo>
                  <a:pt x="681037" y="9525"/>
                </a:lnTo>
                <a:close/>
              </a:path>
              <a:path w="8074025" h="1819275">
                <a:moveTo>
                  <a:pt x="747712" y="9525"/>
                </a:moveTo>
                <a:lnTo>
                  <a:pt x="709612" y="9525"/>
                </a:lnTo>
                <a:lnTo>
                  <a:pt x="709612" y="0"/>
                </a:lnTo>
                <a:lnTo>
                  <a:pt x="747712" y="0"/>
                </a:lnTo>
                <a:lnTo>
                  <a:pt x="747712" y="9525"/>
                </a:lnTo>
                <a:close/>
              </a:path>
              <a:path w="8074025" h="1819275">
                <a:moveTo>
                  <a:pt x="785812" y="9525"/>
                </a:moveTo>
                <a:lnTo>
                  <a:pt x="776287" y="9525"/>
                </a:lnTo>
                <a:lnTo>
                  <a:pt x="776287" y="0"/>
                </a:lnTo>
                <a:lnTo>
                  <a:pt x="785812" y="0"/>
                </a:lnTo>
                <a:lnTo>
                  <a:pt x="785812" y="9525"/>
                </a:lnTo>
                <a:close/>
              </a:path>
              <a:path w="8074025" h="1819275">
                <a:moveTo>
                  <a:pt x="852487" y="9525"/>
                </a:moveTo>
                <a:lnTo>
                  <a:pt x="814387" y="9525"/>
                </a:lnTo>
                <a:lnTo>
                  <a:pt x="814387" y="0"/>
                </a:lnTo>
                <a:lnTo>
                  <a:pt x="852487" y="0"/>
                </a:lnTo>
                <a:lnTo>
                  <a:pt x="852487" y="9525"/>
                </a:lnTo>
                <a:close/>
              </a:path>
              <a:path w="8074025" h="1819275">
                <a:moveTo>
                  <a:pt x="890587" y="9525"/>
                </a:moveTo>
                <a:lnTo>
                  <a:pt x="881062" y="9525"/>
                </a:lnTo>
                <a:lnTo>
                  <a:pt x="881062" y="0"/>
                </a:lnTo>
                <a:lnTo>
                  <a:pt x="890587" y="0"/>
                </a:lnTo>
                <a:lnTo>
                  <a:pt x="890587" y="9525"/>
                </a:lnTo>
                <a:close/>
              </a:path>
              <a:path w="8074025" h="1819275">
                <a:moveTo>
                  <a:pt x="957262" y="9525"/>
                </a:moveTo>
                <a:lnTo>
                  <a:pt x="919162" y="9525"/>
                </a:lnTo>
                <a:lnTo>
                  <a:pt x="919162" y="0"/>
                </a:lnTo>
                <a:lnTo>
                  <a:pt x="957262" y="0"/>
                </a:lnTo>
                <a:lnTo>
                  <a:pt x="957262" y="9525"/>
                </a:lnTo>
                <a:close/>
              </a:path>
              <a:path w="8074025" h="1819275">
                <a:moveTo>
                  <a:pt x="995362" y="9525"/>
                </a:moveTo>
                <a:lnTo>
                  <a:pt x="985837" y="9525"/>
                </a:lnTo>
                <a:lnTo>
                  <a:pt x="985837" y="0"/>
                </a:lnTo>
                <a:lnTo>
                  <a:pt x="995362" y="0"/>
                </a:lnTo>
                <a:lnTo>
                  <a:pt x="995362" y="9525"/>
                </a:lnTo>
                <a:close/>
              </a:path>
              <a:path w="8074025" h="1819275">
                <a:moveTo>
                  <a:pt x="1062037" y="9525"/>
                </a:moveTo>
                <a:lnTo>
                  <a:pt x="1023937" y="9525"/>
                </a:lnTo>
                <a:lnTo>
                  <a:pt x="1023937" y="0"/>
                </a:lnTo>
                <a:lnTo>
                  <a:pt x="1062037" y="0"/>
                </a:lnTo>
                <a:lnTo>
                  <a:pt x="1062037" y="9525"/>
                </a:lnTo>
                <a:close/>
              </a:path>
              <a:path w="8074025" h="1819275">
                <a:moveTo>
                  <a:pt x="1100137" y="9525"/>
                </a:moveTo>
                <a:lnTo>
                  <a:pt x="1090612" y="9525"/>
                </a:lnTo>
                <a:lnTo>
                  <a:pt x="1090612" y="0"/>
                </a:lnTo>
                <a:lnTo>
                  <a:pt x="1100137" y="0"/>
                </a:lnTo>
                <a:lnTo>
                  <a:pt x="1100137" y="9525"/>
                </a:lnTo>
                <a:close/>
              </a:path>
              <a:path w="8074025" h="1819275">
                <a:moveTo>
                  <a:pt x="1166812" y="9525"/>
                </a:moveTo>
                <a:lnTo>
                  <a:pt x="1128712" y="9525"/>
                </a:lnTo>
                <a:lnTo>
                  <a:pt x="1128712" y="0"/>
                </a:lnTo>
                <a:lnTo>
                  <a:pt x="1166812" y="0"/>
                </a:lnTo>
                <a:lnTo>
                  <a:pt x="1166812" y="9525"/>
                </a:lnTo>
                <a:close/>
              </a:path>
              <a:path w="8074025" h="1819275">
                <a:moveTo>
                  <a:pt x="1204912" y="9525"/>
                </a:moveTo>
                <a:lnTo>
                  <a:pt x="1195387" y="9525"/>
                </a:lnTo>
                <a:lnTo>
                  <a:pt x="1195387" y="0"/>
                </a:lnTo>
                <a:lnTo>
                  <a:pt x="1204912" y="0"/>
                </a:lnTo>
                <a:lnTo>
                  <a:pt x="1204912" y="9525"/>
                </a:lnTo>
                <a:close/>
              </a:path>
              <a:path w="8074025" h="1819275">
                <a:moveTo>
                  <a:pt x="1271587" y="9525"/>
                </a:moveTo>
                <a:lnTo>
                  <a:pt x="1233487" y="9525"/>
                </a:lnTo>
                <a:lnTo>
                  <a:pt x="1233487" y="0"/>
                </a:lnTo>
                <a:lnTo>
                  <a:pt x="1271587" y="0"/>
                </a:lnTo>
                <a:lnTo>
                  <a:pt x="1271587" y="9525"/>
                </a:lnTo>
                <a:close/>
              </a:path>
              <a:path w="8074025" h="1819275">
                <a:moveTo>
                  <a:pt x="1309687" y="9525"/>
                </a:moveTo>
                <a:lnTo>
                  <a:pt x="1300162" y="9525"/>
                </a:lnTo>
                <a:lnTo>
                  <a:pt x="1300162" y="0"/>
                </a:lnTo>
                <a:lnTo>
                  <a:pt x="1309687" y="0"/>
                </a:lnTo>
                <a:lnTo>
                  <a:pt x="1309687" y="9525"/>
                </a:lnTo>
                <a:close/>
              </a:path>
              <a:path w="8074025" h="1819275">
                <a:moveTo>
                  <a:pt x="1376362" y="9525"/>
                </a:moveTo>
                <a:lnTo>
                  <a:pt x="1338262" y="9525"/>
                </a:lnTo>
                <a:lnTo>
                  <a:pt x="1338262" y="0"/>
                </a:lnTo>
                <a:lnTo>
                  <a:pt x="1376362" y="0"/>
                </a:lnTo>
                <a:lnTo>
                  <a:pt x="1376362" y="9525"/>
                </a:lnTo>
                <a:close/>
              </a:path>
              <a:path w="8074025" h="1819275">
                <a:moveTo>
                  <a:pt x="1414462" y="9525"/>
                </a:moveTo>
                <a:lnTo>
                  <a:pt x="1404937" y="9525"/>
                </a:lnTo>
                <a:lnTo>
                  <a:pt x="1404937" y="0"/>
                </a:lnTo>
                <a:lnTo>
                  <a:pt x="1414462" y="0"/>
                </a:lnTo>
                <a:lnTo>
                  <a:pt x="1414462" y="9525"/>
                </a:lnTo>
                <a:close/>
              </a:path>
              <a:path w="8074025" h="1819275">
                <a:moveTo>
                  <a:pt x="1481137" y="9525"/>
                </a:moveTo>
                <a:lnTo>
                  <a:pt x="1443037" y="9525"/>
                </a:lnTo>
                <a:lnTo>
                  <a:pt x="1443037" y="0"/>
                </a:lnTo>
                <a:lnTo>
                  <a:pt x="1481137" y="0"/>
                </a:lnTo>
                <a:lnTo>
                  <a:pt x="1481137" y="9525"/>
                </a:lnTo>
                <a:close/>
              </a:path>
              <a:path w="8074025" h="1819275">
                <a:moveTo>
                  <a:pt x="1519237" y="9525"/>
                </a:moveTo>
                <a:lnTo>
                  <a:pt x="1509712" y="9525"/>
                </a:lnTo>
                <a:lnTo>
                  <a:pt x="1509712" y="0"/>
                </a:lnTo>
                <a:lnTo>
                  <a:pt x="1519237" y="0"/>
                </a:lnTo>
                <a:lnTo>
                  <a:pt x="1519237" y="9525"/>
                </a:lnTo>
                <a:close/>
              </a:path>
              <a:path w="8074025" h="1819275">
                <a:moveTo>
                  <a:pt x="1585912" y="9525"/>
                </a:moveTo>
                <a:lnTo>
                  <a:pt x="1547812" y="9525"/>
                </a:lnTo>
                <a:lnTo>
                  <a:pt x="1547812" y="0"/>
                </a:lnTo>
                <a:lnTo>
                  <a:pt x="1585912" y="0"/>
                </a:lnTo>
                <a:lnTo>
                  <a:pt x="1585912" y="9525"/>
                </a:lnTo>
                <a:close/>
              </a:path>
              <a:path w="8074025" h="1819275">
                <a:moveTo>
                  <a:pt x="1624012" y="9525"/>
                </a:moveTo>
                <a:lnTo>
                  <a:pt x="1614487" y="9525"/>
                </a:lnTo>
                <a:lnTo>
                  <a:pt x="1614487" y="0"/>
                </a:lnTo>
                <a:lnTo>
                  <a:pt x="1624012" y="0"/>
                </a:lnTo>
                <a:lnTo>
                  <a:pt x="1624012" y="9525"/>
                </a:lnTo>
                <a:close/>
              </a:path>
              <a:path w="8074025" h="1819275">
                <a:moveTo>
                  <a:pt x="1690687" y="9525"/>
                </a:moveTo>
                <a:lnTo>
                  <a:pt x="1652587" y="9525"/>
                </a:lnTo>
                <a:lnTo>
                  <a:pt x="1652587" y="0"/>
                </a:lnTo>
                <a:lnTo>
                  <a:pt x="1690687" y="0"/>
                </a:lnTo>
                <a:lnTo>
                  <a:pt x="1690687" y="9525"/>
                </a:lnTo>
                <a:close/>
              </a:path>
              <a:path w="8074025" h="1819275">
                <a:moveTo>
                  <a:pt x="1728787" y="9525"/>
                </a:moveTo>
                <a:lnTo>
                  <a:pt x="1719262" y="9525"/>
                </a:lnTo>
                <a:lnTo>
                  <a:pt x="1719262" y="0"/>
                </a:lnTo>
                <a:lnTo>
                  <a:pt x="1728787" y="0"/>
                </a:lnTo>
                <a:lnTo>
                  <a:pt x="1728787" y="9525"/>
                </a:lnTo>
                <a:close/>
              </a:path>
              <a:path w="8074025" h="1819275">
                <a:moveTo>
                  <a:pt x="1795462" y="9525"/>
                </a:moveTo>
                <a:lnTo>
                  <a:pt x="1757362" y="9525"/>
                </a:lnTo>
                <a:lnTo>
                  <a:pt x="1757362" y="0"/>
                </a:lnTo>
                <a:lnTo>
                  <a:pt x="1795462" y="0"/>
                </a:lnTo>
                <a:lnTo>
                  <a:pt x="1795462" y="9525"/>
                </a:lnTo>
                <a:close/>
              </a:path>
              <a:path w="8074025" h="1819275">
                <a:moveTo>
                  <a:pt x="1833562" y="9525"/>
                </a:moveTo>
                <a:lnTo>
                  <a:pt x="1824037" y="9525"/>
                </a:lnTo>
                <a:lnTo>
                  <a:pt x="1824037" y="0"/>
                </a:lnTo>
                <a:lnTo>
                  <a:pt x="1833562" y="0"/>
                </a:lnTo>
                <a:lnTo>
                  <a:pt x="1833562" y="9525"/>
                </a:lnTo>
                <a:close/>
              </a:path>
              <a:path w="8074025" h="1819275">
                <a:moveTo>
                  <a:pt x="1900237" y="9525"/>
                </a:moveTo>
                <a:lnTo>
                  <a:pt x="1862137" y="9525"/>
                </a:lnTo>
                <a:lnTo>
                  <a:pt x="1862137" y="0"/>
                </a:lnTo>
                <a:lnTo>
                  <a:pt x="1900237" y="0"/>
                </a:lnTo>
                <a:lnTo>
                  <a:pt x="1900237" y="9525"/>
                </a:lnTo>
                <a:close/>
              </a:path>
              <a:path w="8074025" h="1819275">
                <a:moveTo>
                  <a:pt x="1938337" y="9525"/>
                </a:moveTo>
                <a:lnTo>
                  <a:pt x="1928812" y="9525"/>
                </a:lnTo>
                <a:lnTo>
                  <a:pt x="1928812" y="0"/>
                </a:lnTo>
                <a:lnTo>
                  <a:pt x="1938337" y="0"/>
                </a:lnTo>
                <a:lnTo>
                  <a:pt x="1938337" y="9525"/>
                </a:lnTo>
                <a:close/>
              </a:path>
              <a:path w="8074025" h="1819275">
                <a:moveTo>
                  <a:pt x="2005012" y="9525"/>
                </a:moveTo>
                <a:lnTo>
                  <a:pt x="1966912" y="9525"/>
                </a:lnTo>
                <a:lnTo>
                  <a:pt x="1966912" y="0"/>
                </a:lnTo>
                <a:lnTo>
                  <a:pt x="2005012" y="0"/>
                </a:lnTo>
                <a:lnTo>
                  <a:pt x="2005012" y="9525"/>
                </a:lnTo>
                <a:close/>
              </a:path>
              <a:path w="8074025" h="1819275">
                <a:moveTo>
                  <a:pt x="2043112" y="9525"/>
                </a:moveTo>
                <a:lnTo>
                  <a:pt x="2033587" y="9525"/>
                </a:lnTo>
                <a:lnTo>
                  <a:pt x="2033587" y="0"/>
                </a:lnTo>
                <a:lnTo>
                  <a:pt x="2043112" y="0"/>
                </a:lnTo>
                <a:lnTo>
                  <a:pt x="2043112" y="9525"/>
                </a:lnTo>
                <a:close/>
              </a:path>
              <a:path w="8074025" h="1819275">
                <a:moveTo>
                  <a:pt x="2109787" y="9525"/>
                </a:moveTo>
                <a:lnTo>
                  <a:pt x="2071687" y="9525"/>
                </a:lnTo>
                <a:lnTo>
                  <a:pt x="2071687" y="0"/>
                </a:lnTo>
                <a:lnTo>
                  <a:pt x="2109787" y="0"/>
                </a:lnTo>
                <a:lnTo>
                  <a:pt x="2109787" y="9525"/>
                </a:lnTo>
                <a:close/>
              </a:path>
              <a:path w="8074025" h="1819275">
                <a:moveTo>
                  <a:pt x="2147887" y="9525"/>
                </a:moveTo>
                <a:lnTo>
                  <a:pt x="2138362" y="9525"/>
                </a:lnTo>
                <a:lnTo>
                  <a:pt x="2138362" y="0"/>
                </a:lnTo>
                <a:lnTo>
                  <a:pt x="2147887" y="0"/>
                </a:lnTo>
                <a:lnTo>
                  <a:pt x="2147887" y="9525"/>
                </a:lnTo>
                <a:close/>
              </a:path>
              <a:path w="8074025" h="1819275">
                <a:moveTo>
                  <a:pt x="2214562" y="9525"/>
                </a:moveTo>
                <a:lnTo>
                  <a:pt x="2176462" y="9525"/>
                </a:lnTo>
                <a:lnTo>
                  <a:pt x="2176462" y="0"/>
                </a:lnTo>
                <a:lnTo>
                  <a:pt x="2214562" y="0"/>
                </a:lnTo>
                <a:lnTo>
                  <a:pt x="2214562" y="9525"/>
                </a:lnTo>
                <a:close/>
              </a:path>
              <a:path w="8074025" h="1819275">
                <a:moveTo>
                  <a:pt x="2252662" y="9525"/>
                </a:moveTo>
                <a:lnTo>
                  <a:pt x="2243137" y="9525"/>
                </a:lnTo>
                <a:lnTo>
                  <a:pt x="2243137" y="0"/>
                </a:lnTo>
                <a:lnTo>
                  <a:pt x="2252662" y="0"/>
                </a:lnTo>
                <a:lnTo>
                  <a:pt x="2252662" y="9525"/>
                </a:lnTo>
                <a:close/>
              </a:path>
              <a:path w="8074025" h="1819275">
                <a:moveTo>
                  <a:pt x="2319337" y="9525"/>
                </a:moveTo>
                <a:lnTo>
                  <a:pt x="2281237" y="9525"/>
                </a:lnTo>
                <a:lnTo>
                  <a:pt x="2281237" y="0"/>
                </a:lnTo>
                <a:lnTo>
                  <a:pt x="2319337" y="0"/>
                </a:lnTo>
                <a:lnTo>
                  <a:pt x="2319337" y="9525"/>
                </a:lnTo>
                <a:close/>
              </a:path>
              <a:path w="8074025" h="1819275">
                <a:moveTo>
                  <a:pt x="2357437" y="9525"/>
                </a:moveTo>
                <a:lnTo>
                  <a:pt x="2347912" y="9525"/>
                </a:lnTo>
                <a:lnTo>
                  <a:pt x="2347912" y="0"/>
                </a:lnTo>
                <a:lnTo>
                  <a:pt x="2357437" y="0"/>
                </a:lnTo>
                <a:lnTo>
                  <a:pt x="2357437" y="9525"/>
                </a:lnTo>
                <a:close/>
              </a:path>
              <a:path w="8074025" h="1819275">
                <a:moveTo>
                  <a:pt x="2424112" y="9525"/>
                </a:moveTo>
                <a:lnTo>
                  <a:pt x="2386012" y="9525"/>
                </a:lnTo>
                <a:lnTo>
                  <a:pt x="2386012" y="0"/>
                </a:lnTo>
                <a:lnTo>
                  <a:pt x="2424112" y="0"/>
                </a:lnTo>
                <a:lnTo>
                  <a:pt x="2424112" y="9525"/>
                </a:lnTo>
                <a:close/>
              </a:path>
              <a:path w="8074025" h="1819275">
                <a:moveTo>
                  <a:pt x="2462212" y="9525"/>
                </a:moveTo>
                <a:lnTo>
                  <a:pt x="2452687" y="9525"/>
                </a:lnTo>
                <a:lnTo>
                  <a:pt x="2452687" y="0"/>
                </a:lnTo>
                <a:lnTo>
                  <a:pt x="2462212" y="0"/>
                </a:lnTo>
                <a:lnTo>
                  <a:pt x="2462212" y="9525"/>
                </a:lnTo>
                <a:close/>
              </a:path>
              <a:path w="8074025" h="1819275">
                <a:moveTo>
                  <a:pt x="2528887" y="9525"/>
                </a:moveTo>
                <a:lnTo>
                  <a:pt x="2490787" y="9525"/>
                </a:lnTo>
                <a:lnTo>
                  <a:pt x="2490787" y="0"/>
                </a:lnTo>
                <a:lnTo>
                  <a:pt x="2528887" y="0"/>
                </a:lnTo>
                <a:lnTo>
                  <a:pt x="2528887" y="9525"/>
                </a:lnTo>
                <a:close/>
              </a:path>
              <a:path w="8074025" h="1819275">
                <a:moveTo>
                  <a:pt x="2566987" y="9525"/>
                </a:moveTo>
                <a:lnTo>
                  <a:pt x="2557462" y="9525"/>
                </a:lnTo>
                <a:lnTo>
                  <a:pt x="2557462" y="0"/>
                </a:lnTo>
                <a:lnTo>
                  <a:pt x="2566987" y="0"/>
                </a:lnTo>
                <a:lnTo>
                  <a:pt x="2566987" y="9525"/>
                </a:lnTo>
                <a:close/>
              </a:path>
              <a:path w="8074025" h="1819275">
                <a:moveTo>
                  <a:pt x="2633662" y="9525"/>
                </a:moveTo>
                <a:lnTo>
                  <a:pt x="2595562" y="9525"/>
                </a:lnTo>
                <a:lnTo>
                  <a:pt x="2595562" y="0"/>
                </a:lnTo>
                <a:lnTo>
                  <a:pt x="2633662" y="0"/>
                </a:lnTo>
                <a:lnTo>
                  <a:pt x="2633662" y="9525"/>
                </a:lnTo>
                <a:close/>
              </a:path>
              <a:path w="8074025" h="1819275">
                <a:moveTo>
                  <a:pt x="2671762" y="9525"/>
                </a:moveTo>
                <a:lnTo>
                  <a:pt x="2662237" y="9525"/>
                </a:lnTo>
                <a:lnTo>
                  <a:pt x="2662237" y="0"/>
                </a:lnTo>
                <a:lnTo>
                  <a:pt x="2671762" y="0"/>
                </a:lnTo>
                <a:lnTo>
                  <a:pt x="2671762" y="9525"/>
                </a:lnTo>
                <a:close/>
              </a:path>
              <a:path w="8074025" h="1819275">
                <a:moveTo>
                  <a:pt x="2738437" y="9525"/>
                </a:moveTo>
                <a:lnTo>
                  <a:pt x="2700337" y="9525"/>
                </a:lnTo>
                <a:lnTo>
                  <a:pt x="2700337" y="0"/>
                </a:lnTo>
                <a:lnTo>
                  <a:pt x="2738437" y="0"/>
                </a:lnTo>
                <a:lnTo>
                  <a:pt x="2738437" y="9525"/>
                </a:lnTo>
                <a:close/>
              </a:path>
              <a:path w="8074025" h="1819275">
                <a:moveTo>
                  <a:pt x="2776537" y="9525"/>
                </a:moveTo>
                <a:lnTo>
                  <a:pt x="2767012" y="9525"/>
                </a:lnTo>
                <a:lnTo>
                  <a:pt x="2767012" y="0"/>
                </a:lnTo>
                <a:lnTo>
                  <a:pt x="2776537" y="0"/>
                </a:lnTo>
                <a:lnTo>
                  <a:pt x="2776537" y="9525"/>
                </a:lnTo>
                <a:close/>
              </a:path>
              <a:path w="8074025" h="1819275">
                <a:moveTo>
                  <a:pt x="2843212" y="9525"/>
                </a:moveTo>
                <a:lnTo>
                  <a:pt x="2805112" y="9525"/>
                </a:lnTo>
                <a:lnTo>
                  <a:pt x="2805112" y="0"/>
                </a:lnTo>
                <a:lnTo>
                  <a:pt x="2843212" y="0"/>
                </a:lnTo>
                <a:lnTo>
                  <a:pt x="2843212" y="9525"/>
                </a:lnTo>
                <a:close/>
              </a:path>
              <a:path w="8074025" h="1819275">
                <a:moveTo>
                  <a:pt x="2881312" y="9525"/>
                </a:moveTo>
                <a:lnTo>
                  <a:pt x="2871787" y="9525"/>
                </a:lnTo>
                <a:lnTo>
                  <a:pt x="2871787" y="0"/>
                </a:lnTo>
                <a:lnTo>
                  <a:pt x="2881312" y="0"/>
                </a:lnTo>
                <a:lnTo>
                  <a:pt x="2881312" y="9525"/>
                </a:lnTo>
                <a:close/>
              </a:path>
              <a:path w="8074025" h="1819275">
                <a:moveTo>
                  <a:pt x="2947987" y="9525"/>
                </a:moveTo>
                <a:lnTo>
                  <a:pt x="2909887" y="9525"/>
                </a:lnTo>
                <a:lnTo>
                  <a:pt x="2909887" y="0"/>
                </a:lnTo>
                <a:lnTo>
                  <a:pt x="2947987" y="0"/>
                </a:lnTo>
                <a:lnTo>
                  <a:pt x="2947987" y="9525"/>
                </a:lnTo>
                <a:close/>
              </a:path>
              <a:path w="8074025" h="1819275">
                <a:moveTo>
                  <a:pt x="2986087" y="9525"/>
                </a:moveTo>
                <a:lnTo>
                  <a:pt x="2976562" y="9525"/>
                </a:lnTo>
                <a:lnTo>
                  <a:pt x="2976562" y="0"/>
                </a:lnTo>
                <a:lnTo>
                  <a:pt x="2986087" y="0"/>
                </a:lnTo>
                <a:lnTo>
                  <a:pt x="2986087" y="9525"/>
                </a:lnTo>
                <a:close/>
              </a:path>
              <a:path w="8074025" h="1819275">
                <a:moveTo>
                  <a:pt x="3052762" y="9525"/>
                </a:moveTo>
                <a:lnTo>
                  <a:pt x="3014662" y="9525"/>
                </a:lnTo>
                <a:lnTo>
                  <a:pt x="3014662" y="0"/>
                </a:lnTo>
                <a:lnTo>
                  <a:pt x="3052762" y="0"/>
                </a:lnTo>
                <a:lnTo>
                  <a:pt x="3052762" y="9525"/>
                </a:lnTo>
                <a:close/>
              </a:path>
              <a:path w="8074025" h="1819275">
                <a:moveTo>
                  <a:pt x="3090862" y="9525"/>
                </a:moveTo>
                <a:lnTo>
                  <a:pt x="3081337" y="9525"/>
                </a:lnTo>
                <a:lnTo>
                  <a:pt x="3081337" y="0"/>
                </a:lnTo>
                <a:lnTo>
                  <a:pt x="3090862" y="0"/>
                </a:lnTo>
                <a:lnTo>
                  <a:pt x="3090862" y="9525"/>
                </a:lnTo>
                <a:close/>
              </a:path>
              <a:path w="8074025" h="1819275">
                <a:moveTo>
                  <a:pt x="3157537" y="9525"/>
                </a:moveTo>
                <a:lnTo>
                  <a:pt x="3119437" y="9525"/>
                </a:lnTo>
                <a:lnTo>
                  <a:pt x="3119437" y="0"/>
                </a:lnTo>
                <a:lnTo>
                  <a:pt x="3157537" y="0"/>
                </a:lnTo>
                <a:lnTo>
                  <a:pt x="3157537" y="9525"/>
                </a:lnTo>
                <a:close/>
              </a:path>
              <a:path w="8074025" h="1819275">
                <a:moveTo>
                  <a:pt x="3195637" y="9525"/>
                </a:moveTo>
                <a:lnTo>
                  <a:pt x="3186112" y="9525"/>
                </a:lnTo>
                <a:lnTo>
                  <a:pt x="3186112" y="0"/>
                </a:lnTo>
                <a:lnTo>
                  <a:pt x="3195637" y="0"/>
                </a:lnTo>
                <a:lnTo>
                  <a:pt x="3195637" y="9525"/>
                </a:lnTo>
                <a:close/>
              </a:path>
              <a:path w="8074025" h="1819275">
                <a:moveTo>
                  <a:pt x="3262312" y="9525"/>
                </a:moveTo>
                <a:lnTo>
                  <a:pt x="3224212" y="9525"/>
                </a:lnTo>
                <a:lnTo>
                  <a:pt x="3224212" y="0"/>
                </a:lnTo>
                <a:lnTo>
                  <a:pt x="3262312" y="0"/>
                </a:lnTo>
                <a:lnTo>
                  <a:pt x="3262312" y="9525"/>
                </a:lnTo>
                <a:close/>
              </a:path>
              <a:path w="8074025" h="1819275">
                <a:moveTo>
                  <a:pt x="3300412" y="9525"/>
                </a:moveTo>
                <a:lnTo>
                  <a:pt x="3290887" y="9525"/>
                </a:lnTo>
                <a:lnTo>
                  <a:pt x="3290887" y="0"/>
                </a:lnTo>
                <a:lnTo>
                  <a:pt x="3300412" y="0"/>
                </a:lnTo>
                <a:lnTo>
                  <a:pt x="3300412" y="9525"/>
                </a:lnTo>
                <a:close/>
              </a:path>
              <a:path w="8074025" h="1819275">
                <a:moveTo>
                  <a:pt x="3367087" y="9525"/>
                </a:moveTo>
                <a:lnTo>
                  <a:pt x="3328987" y="9525"/>
                </a:lnTo>
                <a:lnTo>
                  <a:pt x="3328987" y="0"/>
                </a:lnTo>
                <a:lnTo>
                  <a:pt x="3367087" y="0"/>
                </a:lnTo>
                <a:lnTo>
                  <a:pt x="3367087" y="9525"/>
                </a:lnTo>
                <a:close/>
              </a:path>
              <a:path w="8074025" h="1819275">
                <a:moveTo>
                  <a:pt x="3405187" y="9525"/>
                </a:moveTo>
                <a:lnTo>
                  <a:pt x="3395662" y="9525"/>
                </a:lnTo>
                <a:lnTo>
                  <a:pt x="3395662" y="0"/>
                </a:lnTo>
                <a:lnTo>
                  <a:pt x="3405187" y="0"/>
                </a:lnTo>
                <a:lnTo>
                  <a:pt x="3405187" y="9525"/>
                </a:lnTo>
                <a:close/>
              </a:path>
              <a:path w="8074025" h="1819275">
                <a:moveTo>
                  <a:pt x="3471862" y="9525"/>
                </a:moveTo>
                <a:lnTo>
                  <a:pt x="3433762" y="9525"/>
                </a:lnTo>
                <a:lnTo>
                  <a:pt x="3433762" y="0"/>
                </a:lnTo>
                <a:lnTo>
                  <a:pt x="3471862" y="0"/>
                </a:lnTo>
                <a:lnTo>
                  <a:pt x="3471862" y="9525"/>
                </a:lnTo>
                <a:close/>
              </a:path>
              <a:path w="8074025" h="1819275">
                <a:moveTo>
                  <a:pt x="3509962" y="9525"/>
                </a:moveTo>
                <a:lnTo>
                  <a:pt x="3500437" y="9525"/>
                </a:lnTo>
                <a:lnTo>
                  <a:pt x="3500437" y="0"/>
                </a:lnTo>
                <a:lnTo>
                  <a:pt x="3509962" y="0"/>
                </a:lnTo>
                <a:lnTo>
                  <a:pt x="3509962" y="9525"/>
                </a:lnTo>
                <a:close/>
              </a:path>
              <a:path w="8074025" h="1819275">
                <a:moveTo>
                  <a:pt x="3576637" y="9525"/>
                </a:moveTo>
                <a:lnTo>
                  <a:pt x="3538537" y="9525"/>
                </a:lnTo>
                <a:lnTo>
                  <a:pt x="3538537" y="0"/>
                </a:lnTo>
                <a:lnTo>
                  <a:pt x="3576637" y="0"/>
                </a:lnTo>
                <a:lnTo>
                  <a:pt x="3576637" y="9525"/>
                </a:lnTo>
                <a:close/>
              </a:path>
              <a:path w="8074025" h="1819275">
                <a:moveTo>
                  <a:pt x="3614737" y="9525"/>
                </a:moveTo>
                <a:lnTo>
                  <a:pt x="3605212" y="9525"/>
                </a:lnTo>
                <a:lnTo>
                  <a:pt x="3605212" y="0"/>
                </a:lnTo>
                <a:lnTo>
                  <a:pt x="3614737" y="0"/>
                </a:lnTo>
                <a:lnTo>
                  <a:pt x="3614737" y="9525"/>
                </a:lnTo>
                <a:close/>
              </a:path>
              <a:path w="8074025" h="1819275">
                <a:moveTo>
                  <a:pt x="3681412" y="9525"/>
                </a:moveTo>
                <a:lnTo>
                  <a:pt x="3643312" y="9525"/>
                </a:lnTo>
                <a:lnTo>
                  <a:pt x="3643312" y="0"/>
                </a:lnTo>
                <a:lnTo>
                  <a:pt x="3681412" y="0"/>
                </a:lnTo>
                <a:lnTo>
                  <a:pt x="3681412" y="9525"/>
                </a:lnTo>
                <a:close/>
              </a:path>
              <a:path w="8074025" h="1819275">
                <a:moveTo>
                  <a:pt x="3719512" y="9525"/>
                </a:moveTo>
                <a:lnTo>
                  <a:pt x="3709987" y="9525"/>
                </a:lnTo>
                <a:lnTo>
                  <a:pt x="3709987" y="0"/>
                </a:lnTo>
                <a:lnTo>
                  <a:pt x="3719512" y="0"/>
                </a:lnTo>
                <a:lnTo>
                  <a:pt x="3719512" y="9525"/>
                </a:lnTo>
                <a:close/>
              </a:path>
              <a:path w="8074025" h="1819275">
                <a:moveTo>
                  <a:pt x="3786187" y="9525"/>
                </a:moveTo>
                <a:lnTo>
                  <a:pt x="3748087" y="9525"/>
                </a:lnTo>
                <a:lnTo>
                  <a:pt x="3748087" y="0"/>
                </a:lnTo>
                <a:lnTo>
                  <a:pt x="3786187" y="0"/>
                </a:lnTo>
                <a:lnTo>
                  <a:pt x="3786187" y="9525"/>
                </a:lnTo>
                <a:close/>
              </a:path>
              <a:path w="8074025" h="1819275">
                <a:moveTo>
                  <a:pt x="3824287" y="9525"/>
                </a:moveTo>
                <a:lnTo>
                  <a:pt x="3814762" y="9525"/>
                </a:lnTo>
                <a:lnTo>
                  <a:pt x="3814762" y="0"/>
                </a:lnTo>
                <a:lnTo>
                  <a:pt x="3824287" y="0"/>
                </a:lnTo>
                <a:lnTo>
                  <a:pt x="3824287" y="9525"/>
                </a:lnTo>
                <a:close/>
              </a:path>
              <a:path w="8074025" h="1819275">
                <a:moveTo>
                  <a:pt x="3890962" y="9525"/>
                </a:moveTo>
                <a:lnTo>
                  <a:pt x="3852862" y="9525"/>
                </a:lnTo>
                <a:lnTo>
                  <a:pt x="3852862" y="0"/>
                </a:lnTo>
                <a:lnTo>
                  <a:pt x="3890962" y="0"/>
                </a:lnTo>
                <a:lnTo>
                  <a:pt x="3890962" y="9525"/>
                </a:lnTo>
                <a:close/>
              </a:path>
              <a:path w="8074025" h="1819275">
                <a:moveTo>
                  <a:pt x="3929062" y="9525"/>
                </a:moveTo>
                <a:lnTo>
                  <a:pt x="3919537" y="9525"/>
                </a:lnTo>
                <a:lnTo>
                  <a:pt x="3919537" y="0"/>
                </a:lnTo>
                <a:lnTo>
                  <a:pt x="3929062" y="0"/>
                </a:lnTo>
                <a:lnTo>
                  <a:pt x="3929062" y="9525"/>
                </a:lnTo>
                <a:close/>
              </a:path>
              <a:path w="8074025" h="1819275">
                <a:moveTo>
                  <a:pt x="3995737" y="9525"/>
                </a:moveTo>
                <a:lnTo>
                  <a:pt x="3957637" y="9525"/>
                </a:lnTo>
                <a:lnTo>
                  <a:pt x="3957637" y="0"/>
                </a:lnTo>
                <a:lnTo>
                  <a:pt x="3995737" y="0"/>
                </a:lnTo>
                <a:lnTo>
                  <a:pt x="3995737" y="9525"/>
                </a:lnTo>
                <a:close/>
              </a:path>
              <a:path w="8074025" h="1819275">
                <a:moveTo>
                  <a:pt x="4033837" y="9525"/>
                </a:moveTo>
                <a:lnTo>
                  <a:pt x="4024312" y="9525"/>
                </a:lnTo>
                <a:lnTo>
                  <a:pt x="4024312" y="0"/>
                </a:lnTo>
                <a:lnTo>
                  <a:pt x="4033837" y="0"/>
                </a:lnTo>
                <a:lnTo>
                  <a:pt x="4033837" y="9525"/>
                </a:lnTo>
                <a:close/>
              </a:path>
              <a:path w="8074025" h="1819275">
                <a:moveTo>
                  <a:pt x="4100512" y="9525"/>
                </a:moveTo>
                <a:lnTo>
                  <a:pt x="4062412" y="9525"/>
                </a:lnTo>
                <a:lnTo>
                  <a:pt x="4062412" y="0"/>
                </a:lnTo>
                <a:lnTo>
                  <a:pt x="4100512" y="0"/>
                </a:lnTo>
                <a:lnTo>
                  <a:pt x="4100512" y="9525"/>
                </a:lnTo>
                <a:close/>
              </a:path>
              <a:path w="8074025" h="1819275">
                <a:moveTo>
                  <a:pt x="4138612" y="9525"/>
                </a:moveTo>
                <a:lnTo>
                  <a:pt x="4129087" y="9525"/>
                </a:lnTo>
                <a:lnTo>
                  <a:pt x="4129087" y="0"/>
                </a:lnTo>
                <a:lnTo>
                  <a:pt x="4138612" y="0"/>
                </a:lnTo>
                <a:lnTo>
                  <a:pt x="4138612" y="9525"/>
                </a:lnTo>
                <a:close/>
              </a:path>
              <a:path w="8074025" h="1819275">
                <a:moveTo>
                  <a:pt x="4205287" y="9525"/>
                </a:moveTo>
                <a:lnTo>
                  <a:pt x="4167187" y="9525"/>
                </a:lnTo>
                <a:lnTo>
                  <a:pt x="4167187" y="0"/>
                </a:lnTo>
                <a:lnTo>
                  <a:pt x="4205287" y="0"/>
                </a:lnTo>
                <a:lnTo>
                  <a:pt x="4205287" y="9525"/>
                </a:lnTo>
                <a:close/>
              </a:path>
              <a:path w="8074025" h="1819275">
                <a:moveTo>
                  <a:pt x="4243387" y="9525"/>
                </a:moveTo>
                <a:lnTo>
                  <a:pt x="4233862" y="9525"/>
                </a:lnTo>
                <a:lnTo>
                  <a:pt x="4233862" y="0"/>
                </a:lnTo>
                <a:lnTo>
                  <a:pt x="4243387" y="0"/>
                </a:lnTo>
                <a:lnTo>
                  <a:pt x="4243387" y="9525"/>
                </a:lnTo>
                <a:close/>
              </a:path>
              <a:path w="8074025" h="1819275">
                <a:moveTo>
                  <a:pt x="4310062" y="9525"/>
                </a:moveTo>
                <a:lnTo>
                  <a:pt x="4271962" y="9525"/>
                </a:lnTo>
                <a:lnTo>
                  <a:pt x="4271962" y="0"/>
                </a:lnTo>
                <a:lnTo>
                  <a:pt x="4310062" y="0"/>
                </a:lnTo>
                <a:lnTo>
                  <a:pt x="4310062" y="9525"/>
                </a:lnTo>
                <a:close/>
              </a:path>
              <a:path w="8074025" h="1819275">
                <a:moveTo>
                  <a:pt x="4348162" y="9525"/>
                </a:moveTo>
                <a:lnTo>
                  <a:pt x="4338637" y="9525"/>
                </a:lnTo>
                <a:lnTo>
                  <a:pt x="4338637" y="0"/>
                </a:lnTo>
                <a:lnTo>
                  <a:pt x="4348162" y="0"/>
                </a:lnTo>
                <a:lnTo>
                  <a:pt x="4348162" y="9525"/>
                </a:lnTo>
                <a:close/>
              </a:path>
              <a:path w="8074025" h="1819275">
                <a:moveTo>
                  <a:pt x="4414837" y="9525"/>
                </a:moveTo>
                <a:lnTo>
                  <a:pt x="4376737" y="9525"/>
                </a:lnTo>
                <a:lnTo>
                  <a:pt x="4376737" y="0"/>
                </a:lnTo>
                <a:lnTo>
                  <a:pt x="4414837" y="0"/>
                </a:lnTo>
                <a:lnTo>
                  <a:pt x="4414837" y="9525"/>
                </a:lnTo>
                <a:close/>
              </a:path>
              <a:path w="8074025" h="1819275">
                <a:moveTo>
                  <a:pt x="4452937" y="9525"/>
                </a:moveTo>
                <a:lnTo>
                  <a:pt x="4443412" y="9525"/>
                </a:lnTo>
                <a:lnTo>
                  <a:pt x="4443412" y="0"/>
                </a:lnTo>
                <a:lnTo>
                  <a:pt x="4452937" y="0"/>
                </a:lnTo>
                <a:lnTo>
                  <a:pt x="4452937" y="9525"/>
                </a:lnTo>
                <a:close/>
              </a:path>
              <a:path w="8074025" h="1819275">
                <a:moveTo>
                  <a:pt x="4519612" y="9525"/>
                </a:moveTo>
                <a:lnTo>
                  <a:pt x="4481512" y="9525"/>
                </a:lnTo>
                <a:lnTo>
                  <a:pt x="4481512" y="0"/>
                </a:lnTo>
                <a:lnTo>
                  <a:pt x="4519612" y="0"/>
                </a:lnTo>
                <a:lnTo>
                  <a:pt x="4519612" y="9525"/>
                </a:lnTo>
                <a:close/>
              </a:path>
              <a:path w="8074025" h="1819275">
                <a:moveTo>
                  <a:pt x="4557712" y="9525"/>
                </a:moveTo>
                <a:lnTo>
                  <a:pt x="4548187" y="9525"/>
                </a:lnTo>
                <a:lnTo>
                  <a:pt x="4548187" y="0"/>
                </a:lnTo>
                <a:lnTo>
                  <a:pt x="4557712" y="0"/>
                </a:lnTo>
                <a:lnTo>
                  <a:pt x="4557712" y="9525"/>
                </a:lnTo>
                <a:close/>
              </a:path>
              <a:path w="8074025" h="1819275">
                <a:moveTo>
                  <a:pt x="4624387" y="9525"/>
                </a:moveTo>
                <a:lnTo>
                  <a:pt x="4586287" y="9525"/>
                </a:lnTo>
                <a:lnTo>
                  <a:pt x="4586287" y="0"/>
                </a:lnTo>
                <a:lnTo>
                  <a:pt x="4624387" y="0"/>
                </a:lnTo>
                <a:lnTo>
                  <a:pt x="4624387" y="9525"/>
                </a:lnTo>
                <a:close/>
              </a:path>
              <a:path w="8074025" h="1819275">
                <a:moveTo>
                  <a:pt x="4662487" y="9525"/>
                </a:moveTo>
                <a:lnTo>
                  <a:pt x="4652962" y="9525"/>
                </a:lnTo>
                <a:lnTo>
                  <a:pt x="4652962" y="0"/>
                </a:lnTo>
                <a:lnTo>
                  <a:pt x="4662487" y="0"/>
                </a:lnTo>
                <a:lnTo>
                  <a:pt x="4662487" y="9525"/>
                </a:lnTo>
                <a:close/>
              </a:path>
              <a:path w="8074025" h="1819275">
                <a:moveTo>
                  <a:pt x="4729162" y="9525"/>
                </a:moveTo>
                <a:lnTo>
                  <a:pt x="4691062" y="9525"/>
                </a:lnTo>
                <a:lnTo>
                  <a:pt x="4691062" y="0"/>
                </a:lnTo>
                <a:lnTo>
                  <a:pt x="4729162" y="0"/>
                </a:lnTo>
                <a:lnTo>
                  <a:pt x="4729162" y="9525"/>
                </a:lnTo>
                <a:close/>
              </a:path>
              <a:path w="8074025" h="1819275">
                <a:moveTo>
                  <a:pt x="4767262" y="9525"/>
                </a:moveTo>
                <a:lnTo>
                  <a:pt x="4757737" y="9525"/>
                </a:lnTo>
                <a:lnTo>
                  <a:pt x="4757737" y="0"/>
                </a:lnTo>
                <a:lnTo>
                  <a:pt x="4767262" y="0"/>
                </a:lnTo>
                <a:lnTo>
                  <a:pt x="4767262" y="9525"/>
                </a:lnTo>
                <a:close/>
              </a:path>
              <a:path w="8074025" h="1819275">
                <a:moveTo>
                  <a:pt x="4833937" y="9525"/>
                </a:moveTo>
                <a:lnTo>
                  <a:pt x="4795837" y="9525"/>
                </a:lnTo>
                <a:lnTo>
                  <a:pt x="4795837" y="0"/>
                </a:lnTo>
                <a:lnTo>
                  <a:pt x="4833937" y="0"/>
                </a:lnTo>
                <a:lnTo>
                  <a:pt x="4833937" y="9525"/>
                </a:lnTo>
                <a:close/>
              </a:path>
              <a:path w="8074025" h="1819275">
                <a:moveTo>
                  <a:pt x="4872037" y="9525"/>
                </a:moveTo>
                <a:lnTo>
                  <a:pt x="4862512" y="9525"/>
                </a:lnTo>
                <a:lnTo>
                  <a:pt x="4862512" y="0"/>
                </a:lnTo>
                <a:lnTo>
                  <a:pt x="4872037" y="0"/>
                </a:lnTo>
                <a:lnTo>
                  <a:pt x="4872037" y="9525"/>
                </a:lnTo>
                <a:close/>
              </a:path>
              <a:path w="8074025" h="1819275">
                <a:moveTo>
                  <a:pt x="4938712" y="9525"/>
                </a:moveTo>
                <a:lnTo>
                  <a:pt x="4900612" y="9525"/>
                </a:lnTo>
                <a:lnTo>
                  <a:pt x="4900612" y="0"/>
                </a:lnTo>
                <a:lnTo>
                  <a:pt x="4938712" y="0"/>
                </a:lnTo>
                <a:lnTo>
                  <a:pt x="4938712" y="9525"/>
                </a:lnTo>
                <a:close/>
              </a:path>
              <a:path w="8074025" h="1819275">
                <a:moveTo>
                  <a:pt x="4976812" y="9525"/>
                </a:moveTo>
                <a:lnTo>
                  <a:pt x="4967287" y="9525"/>
                </a:lnTo>
                <a:lnTo>
                  <a:pt x="4967287" y="0"/>
                </a:lnTo>
                <a:lnTo>
                  <a:pt x="4976812" y="0"/>
                </a:lnTo>
                <a:lnTo>
                  <a:pt x="4976812" y="9525"/>
                </a:lnTo>
                <a:close/>
              </a:path>
              <a:path w="8074025" h="1819275">
                <a:moveTo>
                  <a:pt x="5043487" y="9525"/>
                </a:moveTo>
                <a:lnTo>
                  <a:pt x="5005387" y="9525"/>
                </a:lnTo>
                <a:lnTo>
                  <a:pt x="5005387" y="0"/>
                </a:lnTo>
                <a:lnTo>
                  <a:pt x="5043487" y="0"/>
                </a:lnTo>
                <a:lnTo>
                  <a:pt x="5043487" y="9525"/>
                </a:lnTo>
                <a:close/>
              </a:path>
              <a:path w="8074025" h="1819275">
                <a:moveTo>
                  <a:pt x="5081587" y="9525"/>
                </a:moveTo>
                <a:lnTo>
                  <a:pt x="5072062" y="9525"/>
                </a:lnTo>
                <a:lnTo>
                  <a:pt x="5072062" y="0"/>
                </a:lnTo>
                <a:lnTo>
                  <a:pt x="5081587" y="0"/>
                </a:lnTo>
                <a:lnTo>
                  <a:pt x="5081587" y="9525"/>
                </a:lnTo>
                <a:close/>
              </a:path>
              <a:path w="8074025" h="1819275">
                <a:moveTo>
                  <a:pt x="5148262" y="9525"/>
                </a:moveTo>
                <a:lnTo>
                  <a:pt x="5110162" y="9525"/>
                </a:lnTo>
                <a:lnTo>
                  <a:pt x="5110162" y="0"/>
                </a:lnTo>
                <a:lnTo>
                  <a:pt x="5148262" y="0"/>
                </a:lnTo>
                <a:lnTo>
                  <a:pt x="5148262" y="9525"/>
                </a:lnTo>
                <a:close/>
              </a:path>
              <a:path w="8074025" h="1819275">
                <a:moveTo>
                  <a:pt x="5186362" y="9525"/>
                </a:moveTo>
                <a:lnTo>
                  <a:pt x="5176837" y="9525"/>
                </a:lnTo>
                <a:lnTo>
                  <a:pt x="5176837" y="0"/>
                </a:lnTo>
                <a:lnTo>
                  <a:pt x="5186362" y="0"/>
                </a:lnTo>
                <a:lnTo>
                  <a:pt x="5186362" y="9525"/>
                </a:lnTo>
                <a:close/>
              </a:path>
              <a:path w="8074025" h="1819275">
                <a:moveTo>
                  <a:pt x="5253037" y="9525"/>
                </a:moveTo>
                <a:lnTo>
                  <a:pt x="5214937" y="9525"/>
                </a:lnTo>
                <a:lnTo>
                  <a:pt x="5214937" y="0"/>
                </a:lnTo>
                <a:lnTo>
                  <a:pt x="5253037" y="0"/>
                </a:lnTo>
                <a:lnTo>
                  <a:pt x="5253037" y="9525"/>
                </a:lnTo>
                <a:close/>
              </a:path>
              <a:path w="8074025" h="1819275">
                <a:moveTo>
                  <a:pt x="5291137" y="9525"/>
                </a:moveTo>
                <a:lnTo>
                  <a:pt x="5281612" y="9525"/>
                </a:lnTo>
                <a:lnTo>
                  <a:pt x="5281612" y="0"/>
                </a:lnTo>
                <a:lnTo>
                  <a:pt x="5291137" y="0"/>
                </a:lnTo>
                <a:lnTo>
                  <a:pt x="5291137" y="9525"/>
                </a:lnTo>
                <a:close/>
              </a:path>
              <a:path w="8074025" h="1819275">
                <a:moveTo>
                  <a:pt x="5357812" y="9525"/>
                </a:moveTo>
                <a:lnTo>
                  <a:pt x="5319712" y="9525"/>
                </a:lnTo>
                <a:lnTo>
                  <a:pt x="5319712" y="0"/>
                </a:lnTo>
                <a:lnTo>
                  <a:pt x="5357812" y="0"/>
                </a:lnTo>
                <a:lnTo>
                  <a:pt x="5357812" y="9525"/>
                </a:lnTo>
                <a:close/>
              </a:path>
              <a:path w="8074025" h="1819275">
                <a:moveTo>
                  <a:pt x="5395912" y="9525"/>
                </a:moveTo>
                <a:lnTo>
                  <a:pt x="5386387" y="9525"/>
                </a:lnTo>
                <a:lnTo>
                  <a:pt x="5386387" y="0"/>
                </a:lnTo>
                <a:lnTo>
                  <a:pt x="5395912" y="0"/>
                </a:lnTo>
                <a:lnTo>
                  <a:pt x="5395912" y="9525"/>
                </a:lnTo>
                <a:close/>
              </a:path>
              <a:path w="8074025" h="1819275">
                <a:moveTo>
                  <a:pt x="5462587" y="9525"/>
                </a:moveTo>
                <a:lnTo>
                  <a:pt x="5424487" y="9525"/>
                </a:lnTo>
                <a:lnTo>
                  <a:pt x="5424487" y="0"/>
                </a:lnTo>
                <a:lnTo>
                  <a:pt x="5462587" y="0"/>
                </a:lnTo>
                <a:lnTo>
                  <a:pt x="5462587" y="9525"/>
                </a:lnTo>
                <a:close/>
              </a:path>
              <a:path w="8074025" h="1819275">
                <a:moveTo>
                  <a:pt x="5500687" y="9525"/>
                </a:moveTo>
                <a:lnTo>
                  <a:pt x="5491162" y="9525"/>
                </a:lnTo>
                <a:lnTo>
                  <a:pt x="5491162" y="0"/>
                </a:lnTo>
                <a:lnTo>
                  <a:pt x="5500687" y="0"/>
                </a:lnTo>
                <a:lnTo>
                  <a:pt x="5500687" y="9525"/>
                </a:lnTo>
                <a:close/>
              </a:path>
              <a:path w="8074025" h="1819275">
                <a:moveTo>
                  <a:pt x="5567362" y="9525"/>
                </a:moveTo>
                <a:lnTo>
                  <a:pt x="5529262" y="9525"/>
                </a:lnTo>
                <a:lnTo>
                  <a:pt x="5529262" y="0"/>
                </a:lnTo>
                <a:lnTo>
                  <a:pt x="5567362" y="0"/>
                </a:lnTo>
                <a:lnTo>
                  <a:pt x="5567362" y="9525"/>
                </a:lnTo>
                <a:close/>
              </a:path>
              <a:path w="8074025" h="1819275">
                <a:moveTo>
                  <a:pt x="5605462" y="9525"/>
                </a:moveTo>
                <a:lnTo>
                  <a:pt x="5595937" y="9525"/>
                </a:lnTo>
                <a:lnTo>
                  <a:pt x="5595937" y="0"/>
                </a:lnTo>
                <a:lnTo>
                  <a:pt x="5605462" y="0"/>
                </a:lnTo>
                <a:lnTo>
                  <a:pt x="5605462" y="9525"/>
                </a:lnTo>
                <a:close/>
              </a:path>
              <a:path w="8074025" h="1819275">
                <a:moveTo>
                  <a:pt x="5672137" y="9525"/>
                </a:moveTo>
                <a:lnTo>
                  <a:pt x="5634037" y="9525"/>
                </a:lnTo>
                <a:lnTo>
                  <a:pt x="5634037" y="0"/>
                </a:lnTo>
                <a:lnTo>
                  <a:pt x="5672137" y="0"/>
                </a:lnTo>
                <a:lnTo>
                  <a:pt x="5672137" y="9525"/>
                </a:lnTo>
                <a:close/>
              </a:path>
              <a:path w="8074025" h="1819275">
                <a:moveTo>
                  <a:pt x="5710237" y="9525"/>
                </a:moveTo>
                <a:lnTo>
                  <a:pt x="5700712" y="9525"/>
                </a:lnTo>
                <a:lnTo>
                  <a:pt x="5700712" y="0"/>
                </a:lnTo>
                <a:lnTo>
                  <a:pt x="5710237" y="0"/>
                </a:lnTo>
                <a:lnTo>
                  <a:pt x="5710237" y="9525"/>
                </a:lnTo>
                <a:close/>
              </a:path>
              <a:path w="8074025" h="1819275">
                <a:moveTo>
                  <a:pt x="5776912" y="9525"/>
                </a:moveTo>
                <a:lnTo>
                  <a:pt x="5738812" y="9525"/>
                </a:lnTo>
                <a:lnTo>
                  <a:pt x="5738812" y="0"/>
                </a:lnTo>
                <a:lnTo>
                  <a:pt x="5776912" y="0"/>
                </a:lnTo>
                <a:lnTo>
                  <a:pt x="5776912" y="9525"/>
                </a:lnTo>
                <a:close/>
              </a:path>
              <a:path w="8074025" h="1819275">
                <a:moveTo>
                  <a:pt x="5815012" y="9525"/>
                </a:moveTo>
                <a:lnTo>
                  <a:pt x="5805487" y="9525"/>
                </a:lnTo>
                <a:lnTo>
                  <a:pt x="5805487" y="0"/>
                </a:lnTo>
                <a:lnTo>
                  <a:pt x="5815012" y="0"/>
                </a:lnTo>
                <a:lnTo>
                  <a:pt x="5815012" y="9525"/>
                </a:lnTo>
                <a:close/>
              </a:path>
              <a:path w="8074025" h="1819275">
                <a:moveTo>
                  <a:pt x="5881687" y="9525"/>
                </a:moveTo>
                <a:lnTo>
                  <a:pt x="5843587" y="9525"/>
                </a:lnTo>
                <a:lnTo>
                  <a:pt x="5843587" y="0"/>
                </a:lnTo>
                <a:lnTo>
                  <a:pt x="5881687" y="0"/>
                </a:lnTo>
                <a:lnTo>
                  <a:pt x="5881687" y="9525"/>
                </a:lnTo>
                <a:close/>
              </a:path>
              <a:path w="8074025" h="1819275">
                <a:moveTo>
                  <a:pt x="5919787" y="9525"/>
                </a:moveTo>
                <a:lnTo>
                  <a:pt x="5910262" y="9525"/>
                </a:lnTo>
                <a:lnTo>
                  <a:pt x="5910262" y="0"/>
                </a:lnTo>
                <a:lnTo>
                  <a:pt x="5919787" y="0"/>
                </a:lnTo>
                <a:lnTo>
                  <a:pt x="5919787" y="9525"/>
                </a:lnTo>
                <a:close/>
              </a:path>
              <a:path w="8074025" h="1819275">
                <a:moveTo>
                  <a:pt x="5986462" y="9525"/>
                </a:moveTo>
                <a:lnTo>
                  <a:pt x="5948362" y="9525"/>
                </a:lnTo>
                <a:lnTo>
                  <a:pt x="5948362" y="0"/>
                </a:lnTo>
                <a:lnTo>
                  <a:pt x="5986462" y="0"/>
                </a:lnTo>
                <a:lnTo>
                  <a:pt x="5986462" y="9525"/>
                </a:lnTo>
                <a:close/>
              </a:path>
              <a:path w="8074025" h="1819275">
                <a:moveTo>
                  <a:pt x="6024562" y="9525"/>
                </a:moveTo>
                <a:lnTo>
                  <a:pt x="6015037" y="9525"/>
                </a:lnTo>
                <a:lnTo>
                  <a:pt x="6015037" y="0"/>
                </a:lnTo>
                <a:lnTo>
                  <a:pt x="6024562" y="0"/>
                </a:lnTo>
                <a:lnTo>
                  <a:pt x="6024562" y="9525"/>
                </a:lnTo>
                <a:close/>
              </a:path>
              <a:path w="8074025" h="1819275">
                <a:moveTo>
                  <a:pt x="6091237" y="9525"/>
                </a:moveTo>
                <a:lnTo>
                  <a:pt x="6053137" y="9525"/>
                </a:lnTo>
                <a:lnTo>
                  <a:pt x="6053137" y="0"/>
                </a:lnTo>
                <a:lnTo>
                  <a:pt x="6091237" y="0"/>
                </a:lnTo>
                <a:lnTo>
                  <a:pt x="6091237" y="9525"/>
                </a:lnTo>
                <a:close/>
              </a:path>
              <a:path w="8074025" h="1819275">
                <a:moveTo>
                  <a:pt x="6129337" y="9525"/>
                </a:moveTo>
                <a:lnTo>
                  <a:pt x="6119812" y="9525"/>
                </a:lnTo>
                <a:lnTo>
                  <a:pt x="6119812" y="0"/>
                </a:lnTo>
                <a:lnTo>
                  <a:pt x="6129337" y="0"/>
                </a:lnTo>
                <a:lnTo>
                  <a:pt x="6129337" y="9525"/>
                </a:lnTo>
                <a:close/>
              </a:path>
              <a:path w="8074025" h="1819275">
                <a:moveTo>
                  <a:pt x="6196012" y="9525"/>
                </a:moveTo>
                <a:lnTo>
                  <a:pt x="6157912" y="9525"/>
                </a:lnTo>
                <a:lnTo>
                  <a:pt x="6157912" y="0"/>
                </a:lnTo>
                <a:lnTo>
                  <a:pt x="6196012" y="0"/>
                </a:lnTo>
                <a:lnTo>
                  <a:pt x="6196012" y="9525"/>
                </a:lnTo>
                <a:close/>
              </a:path>
              <a:path w="8074025" h="1819275">
                <a:moveTo>
                  <a:pt x="6234112" y="9525"/>
                </a:moveTo>
                <a:lnTo>
                  <a:pt x="6224587" y="9525"/>
                </a:lnTo>
                <a:lnTo>
                  <a:pt x="6224587" y="0"/>
                </a:lnTo>
                <a:lnTo>
                  <a:pt x="6234112" y="0"/>
                </a:lnTo>
                <a:lnTo>
                  <a:pt x="6234112" y="9525"/>
                </a:lnTo>
                <a:close/>
              </a:path>
              <a:path w="8074025" h="1819275">
                <a:moveTo>
                  <a:pt x="6300787" y="9525"/>
                </a:moveTo>
                <a:lnTo>
                  <a:pt x="6262687" y="9525"/>
                </a:lnTo>
                <a:lnTo>
                  <a:pt x="6262687" y="0"/>
                </a:lnTo>
                <a:lnTo>
                  <a:pt x="6300787" y="0"/>
                </a:lnTo>
                <a:lnTo>
                  <a:pt x="6300787" y="9525"/>
                </a:lnTo>
                <a:close/>
              </a:path>
              <a:path w="8074025" h="1819275">
                <a:moveTo>
                  <a:pt x="6338887" y="9525"/>
                </a:moveTo>
                <a:lnTo>
                  <a:pt x="6329362" y="9525"/>
                </a:lnTo>
                <a:lnTo>
                  <a:pt x="6329362" y="0"/>
                </a:lnTo>
                <a:lnTo>
                  <a:pt x="6338887" y="0"/>
                </a:lnTo>
                <a:lnTo>
                  <a:pt x="6338887" y="9525"/>
                </a:lnTo>
                <a:close/>
              </a:path>
              <a:path w="8074025" h="1819275">
                <a:moveTo>
                  <a:pt x="6405562" y="9525"/>
                </a:moveTo>
                <a:lnTo>
                  <a:pt x="6367462" y="9525"/>
                </a:lnTo>
                <a:lnTo>
                  <a:pt x="6367462" y="0"/>
                </a:lnTo>
                <a:lnTo>
                  <a:pt x="6405562" y="0"/>
                </a:lnTo>
                <a:lnTo>
                  <a:pt x="6405562" y="9525"/>
                </a:lnTo>
                <a:close/>
              </a:path>
              <a:path w="8074025" h="1819275">
                <a:moveTo>
                  <a:pt x="6443662" y="9525"/>
                </a:moveTo>
                <a:lnTo>
                  <a:pt x="6434137" y="9525"/>
                </a:lnTo>
                <a:lnTo>
                  <a:pt x="6434137" y="0"/>
                </a:lnTo>
                <a:lnTo>
                  <a:pt x="6443662" y="0"/>
                </a:lnTo>
                <a:lnTo>
                  <a:pt x="6443662" y="9525"/>
                </a:lnTo>
                <a:close/>
              </a:path>
              <a:path w="8074025" h="1819275">
                <a:moveTo>
                  <a:pt x="6510337" y="9525"/>
                </a:moveTo>
                <a:lnTo>
                  <a:pt x="6472237" y="9525"/>
                </a:lnTo>
                <a:lnTo>
                  <a:pt x="6472237" y="0"/>
                </a:lnTo>
                <a:lnTo>
                  <a:pt x="6510337" y="0"/>
                </a:lnTo>
                <a:lnTo>
                  <a:pt x="6510337" y="9525"/>
                </a:lnTo>
                <a:close/>
              </a:path>
              <a:path w="8074025" h="1819275">
                <a:moveTo>
                  <a:pt x="6548437" y="9525"/>
                </a:moveTo>
                <a:lnTo>
                  <a:pt x="6538912" y="9525"/>
                </a:lnTo>
                <a:lnTo>
                  <a:pt x="6538912" y="0"/>
                </a:lnTo>
                <a:lnTo>
                  <a:pt x="6548437" y="0"/>
                </a:lnTo>
                <a:lnTo>
                  <a:pt x="6548437" y="9525"/>
                </a:lnTo>
                <a:close/>
              </a:path>
              <a:path w="8074025" h="1819275">
                <a:moveTo>
                  <a:pt x="6615112" y="9525"/>
                </a:moveTo>
                <a:lnTo>
                  <a:pt x="6577012" y="9525"/>
                </a:lnTo>
                <a:lnTo>
                  <a:pt x="6577012" y="0"/>
                </a:lnTo>
                <a:lnTo>
                  <a:pt x="6615112" y="0"/>
                </a:lnTo>
                <a:lnTo>
                  <a:pt x="6615112" y="9525"/>
                </a:lnTo>
                <a:close/>
              </a:path>
              <a:path w="8074025" h="1819275">
                <a:moveTo>
                  <a:pt x="6653212" y="9525"/>
                </a:moveTo>
                <a:lnTo>
                  <a:pt x="6643687" y="9525"/>
                </a:lnTo>
                <a:lnTo>
                  <a:pt x="6643687" y="0"/>
                </a:lnTo>
                <a:lnTo>
                  <a:pt x="6653212" y="0"/>
                </a:lnTo>
                <a:lnTo>
                  <a:pt x="6653212" y="9525"/>
                </a:lnTo>
                <a:close/>
              </a:path>
              <a:path w="8074025" h="1819275">
                <a:moveTo>
                  <a:pt x="6719887" y="9525"/>
                </a:moveTo>
                <a:lnTo>
                  <a:pt x="6681787" y="9525"/>
                </a:lnTo>
                <a:lnTo>
                  <a:pt x="6681787" y="0"/>
                </a:lnTo>
                <a:lnTo>
                  <a:pt x="6719887" y="0"/>
                </a:lnTo>
                <a:lnTo>
                  <a:pt x="6719887" y="9525"/>
                </a:lnTo>
                <a:close/>
              </a:path>
              <a:path w="8074025" h="1819275">
                <a:moveTo>
                  <a:pt x="6757987" y="9525"/>
                </a:moveTo>
                <a:lnTo>
                  <a:pt x="6748462" y="9525"/>
                </a:lnTo>
                <a:lnTo>
                  <a:pt x="6748462" y="0"/>
                </a:lnTo>
                <a:lnTo>
                  <a:pt x="6757987" y="0"/>
                </a:lnTo>
                <a:lnTo>
                  <a:pt x="6757987" y="9525"/>
                </a:lnTo>
                <a:close/>
              </a:path>
              <a:path w="8074025" h="1819275">
                <a:moveTo>
                  <a:pt x="6824662" y="9525"/>
                </a:moveTo>
                <a:lnTo>
                  <a:pt x="6786562" y="9525"/>
                </a:lnTo>
                <a:lnTo>
                  <a:pt x="6786562" y="0"/>
                </a:lnTo>
                <a:lnTo>
                  <a:pt x="6824662" y="0"/>
                </a:lnTo>
                <a:lnTo>
                  <a:pt x="6824662" y="9525"/>
                </a:lnTo>
                <a:close/>
              </a:path>
              <a:path w="8074025" h="1819275">
                <a:moveTo>
                  <a:pt x="6862762" y="9525"/>
                </a:moveTo>
                <a:lnTo>
                  <a:pt x="6853237" y="9525"/>
                </a:lnTo>
                <a:lnTo>
                  <a:pt x="6853237" y="0"/>
                </a:lnTo>
                <a:lnTo>
                  <a:pt x="6862762" y="0"/>
                </a:lnTo>
                <a:lnTo>
                  <a:pt x="6862762" y="9525"/>
                </a:lnTo>
                <a:close/>
              </a:path>
              <a:path w="8074025" h="1819275">
                <a:moveTo>
                  <a:pt x="6929437" y="9525"/>
                </a:moveTo>
                <a:lnTo>
                  <a:pt x="6891337" y="9525"/>
                </a:lnTo>
                <a:lnTo>
                  <a:pt x="6891337" y="0"/>
                </a:lnTo>
                <a:lnTo>
                  <a:pt x="6929437" y="0"/>
                </a:lnTo>
                <a:lnTo>
                  <a:pt x="6929437" y="9525"/>
                </a:lnTo>
                <a:close/>
              </a:path>
              <a:path w="8074025" h="1819275">
                <a:moveTo>
                  <a:pt x="6967537" y="9525"/>
                </a:moveTo>
                <a:lnTo>
                  <a:pt x="6958012" y="9525"/>
                </a:lnTo>
                <a:lnTo>
                  <a:pt x="6958012" y="0"/>
                </a:lnTo>
                <a:lnTo>
                  <a:pt x="6967537" y="0"/>
                </a:lnTo>
                <a:lnTo>
                  <a:pt x="6967537" y="9525"/>
                </a:lnTo>
                <a:close/>
              </a:path>
              <a:path w="8074025" h="1819275">
                <a:moveTo>
                  <a:pt x="7034212" y="9525"/>
                </a:moveTo>
                <a:lnTo>
                  <a:pt x="6996112" y="9525"/>
                </a:lnTo>
                <a:lnTo>
                  <a:pt x="6996112" y="0"/>
                </a:lnTo>
                <a:lnTo>
                  <a:pt x="7034212" y="0"/>
                </a:lnTo>
                <a:lnTo>
                  <a:pt x="7034212" y="9525"/>
                </a:lnTo>
                <a:close/>
              </a:path>
              <a:path w="8074025" h="1819275">
                <a:moveTo>
                  <a:pt x="7072312" y="9525"/>
                </a:moveTo>
                <a:lnTo>
                  <a:pt x="7062787" y="9525"/>
                </a:lnTo>
                <a:lnTo>
                  <a:pt x="7062787" y="0"/>
                </a:lnTo>
                <a:lnTo>
                  <a:pt x="7072312" y="0"/>
                </a:lnTo>
                <a:lnTo>
                  <a:pt x="7072312" y="9525"/>
                </a:lnTo>
                <a:close/>
              </a:path>
              <a:path w="8074025" h="1819275">
                <a:moveTo>
                  <a:pt x="7138987" y="9525"/>
                </a:moveTo>
                <a:lnTo>
                  <a:pt x="7100887" y="9525"/>
                </a:lnTo>
                <a:lnTo>
                  <a:pt x="7100887" y="0"/>
                </a:lnTo>
                <a:lnTo>
                  <a:pt x="7138987" y="0"/>
                </a:lnTo>
                <a:lnTo>
                  <a:pt x="7138987" y="9525"/>
                </a:lnTo>
                <a:close/>
              </a:path>
              <a:path w="8074025" h="1819275">
                <a:moveTo>
                  <a:pt x="7177087" y="9525"/>
                </a:moveTo>
                <a:lnTo>
                  <a:pt x="7167562" y="9525"/>
                </a:lnTo>
                <a:lnTo>
                  <a:pt x="7167562" y="0"/>
                </a:lnTo>
                <a:lnTo>
                  <a:pt x="7177087" y="0"/>
                </a:lnTo>
                <a:lnTo>
                  <a:pt x="7177087" y="9525"/>
                </a:lnTo>
                <a:close/>
              </a:path>
              <a:path w="8074025" h="1819275">
                <a:moveTo>
                  <a:pt x="7243762" y="9525"/>
                </a:moveTo>
                <a:lnTo>
                  <a:pt x="7205662" y="9525"/>
                </a:lnTo>
                <a:lnTo>
                  <a:pt x="7205662" y="0"/>
                </a:lnTo>
                <a:lnTo>
                  <a:pt x="7243762" y="0"/>
                </a:lnTo>
                <a:lnTo>
                  <a:pt x="7243762" y="9525"/>
                </a:lnTo>
                <a:close/>
              </a:path>
              <a:path w="8074025" h="1819275">
                <a:moveTo>
                  <a:pt x="7281862" y="9525"/>
                </a:moveTo>
                <a:lnTo>
                  <a:pt x="7272337" y="9525"/>
                </a:lnTo>
                <a:lnTo>
                  <a:pt x="7272337" y="0"/>
                </a:lnTo>
                <a:lnTo>
                  <a:pt x="7281862" y="0"/>
                </a:lnTo>
                <a:lnTo>
                  <a:pt x="7281862" y="9525"/>
                </a:lnTo>
                <a:close/>
              </a:path>
              <a:path w="8074025" h="1819275">
                <a:moveTo>
                  <a:pt x="7348537" y="9525"/>
                </a:moveTo>
                <a:lnTo>
                  <a:pt x="7310437" y="9525"/>
                </a:lnTo>
                <a:lnTo>
                  <a:pt x="7310437" y="0"/>
                </a:lnTo>
                <a:lnTo>
                  <a:pt x="7348537" y="0"/>
                </a:lnTo>
                <a:lnTo>
                  <a:pt x="7348537" y="9525"/>
                </a:lnTo>
                <a:close/>
              </a:path>
              <a:path w="8074025" h="1819275">
                <a:moveTo>
                  <a:pt x="7386637" y="9525"/>
                </a:moveTo>
                <a:lnTo>
                  <a:pt x="7377112" y="9525"/>
                </a:lnTo>
                <a:lnTo>
                  <a:pt x="7377112" y="0"/>
                </a:lnTo>
                <a:lnTo>
                  <a:pt x="7386637" y="0"/>
                </a:lnTo>
                <a:lnTo>
                  <a:pt x="7386637" y="9525"/>
                </a:lnTo>
                <a:close/>
              </a:path>
              <a:path w="8074025" h="1819275">
                <a:moveTo>
                  <a:pt x="7453312" y="9525"/>
                </a:moveTo>
                <a:lnTo>
                  <a:pt x="7415212" y="9525"/>
                </a:lnTo>
                <a:lnTo>
                  <a:pt x="7415212" y="0"/>
                </a:lnTo>
                <a:lnTo>
                  <a:pt x="7453312" y="0"/>
                </a:lnTo>
                <a:lnTo>
                  <a:pt x="7453312" y="9525"/>
                </a:lnTo>
                <a:close/>
              </a:path>
              <a:path w="8074025" h="1819275">
                <a:moveTo>
                  <a:pt x="7491412" y="9525"/>
                </a:moveTo>
                <a:lnTo>
                  <a:pt x="7481887" y="9525"/>
                </a:lnTo>
                <a:lnTo>
                  <a:pt x="7481887" y="0"/>
                </a:lnTo>
                <a:lnTo>
                  <a:pt x="7491412" y="0"/>
                </a:lnTo>
                <a:lnTo>
                  <a:pt x="7491412" y="9525"/>
                </a:lnTo>
                <a:close/>
              </a:path>
              <a:path w="8074025" h="1819275">
                <a:moveTo>
                  <a:pt x="7558087" y="9525"/>
                </a:moveTo>
                <a:lnTo>
                  <a:pt x="7519987" y="9525"/>
                </a:lnTo>
                <a:lnTo>
                  <a:pt x="7519987" y="0"/>
                </a:lnTo>
                <a:lnTo>
                  <a:pt x="7558087" y="0"/>
                </a:lnTo>
                <a:lnTo>
                  <a:pt x="7558087" y="9525"/>
                </a:lnTo>
                <a:close/>
              </a:path>
              <a:path w="8074025" h="1819275">
                <a:moveTo>
                  <a:pt x="7596187" y="9525"/>
                </a:moveTo>
                <a:lnTo>
                  <a:pt x="7586662" y="9525"/>
                </a:lnTo>
                <a:lnTo>
                  <a:pt x="7586662" y="0"/>
                </a:lnTo>
                <a:lnTo>
                  <a:pt x="7596187" y="0"/>
                </a:lnTo>
                <a:lnTo>
                  <a:pt x="7596187" y="9525"/>
                </a:lnTo>
                <a:close/>
              </a:path>
              <a:path w="8074025" h="1819275">
                <a:moveTo>
                  <a:pt x="7662862" y="9525"/>
                </a:moveTo>
                <a:lnTo>
                  <a:pt x="7624762" y="9525"/>
                </a:lnTo>
                <a:lnTo>
                  <a:pt x="7624762" y="0"/>
                </a:lnTo>
                <a:lnTo>
                  <a:pt x="7662862" y="0"/>
                </a:lnTo>
                <a:lnTo>
                  <a:pt x="7662862" y="9525"/>
                </a:lnTo>
                <a:close/>
              </a:path>
              <a:path w="8074025" h="1819275">
                <a:moveTo>
                  <a:pt x="7700962" y="9525"/>
                </a:moveTo>
                <a:lnTo>
                  <a:pt x="7691437" y="9525"/>
                </a:lnTo>
                <a:lnTo>
                  <a:pt x="7691437" y="0"/>
                </a:lnTo>
                <a:lnTo>
                  <a:pt x="7700962" y="0"/>
                </a:lnTo>
                <a:lnTo>
                  <a:pt x="7700962" y="9525"/>
                </a:lnTo>
                <a:close/>
              </a:path>
              <a:path w="8074025" h="1819275">
                <a:moveTo>
                  <a:pt x="7767637" y="9525"/>
                </a:moveTo>
                <a:lnTo>
                  <a:pt x="7729537" y="9525"/>
                </a:lnTo>
                <a:lnTo>
                  <a:pt x="7729537" y="0"/>
                </a:lnTo>
                <a:lnTo>
                  <a:pt x="7767637" y="0"/>
                </a:lnTo>
                <a:lnTo>
                  <a:pt x="7767637" y="9525"/>
                </a:lnTo>
                <a:close/>
              </a:path>
              <a:path w="8074025" h="1819275">
                <a:moveTo>
                  <a:pt x="7805737" y="9525"/>
                </a:moveTo>
                <a:lnTo>
                  <a:pt x="7796212" y="9525"/>
                </a:lnTo>
                <a:lnTo>
                  <a:pt x="7796212" y="0"/>
                </a:lnTo>
                <a:lnTo>
                  <a:pt x="7805737" y="0"/>
                </a:lnTo>
                <a:lnTo>
                  <a:pt x="7805737" y="9525"/>
                </a:lnTo>
                <a:close/>
              </a:path>
              <a:path w="8074025" h="1819275">
                <a:moveTo>
                  <a:pt x="7872412" y="9525"/>
                </a:moveTo>
                <a:lnTo>
                  <a:pt x="7834312" y="9525"/>
                </a:lnTo>
                <a:lnTo>
                  <a:pt x="7834312" y="0"/>
                </a:lnTo>
                <a:lnTo>
                  <a:pt x="7872412" y="0"/>
                </a:lnTo>
                <a:lnTo>
                  <a:pt x="7872412" y="9525"/>
                </a:lnTo>
                <a:close/>
              </a:path>
              <a:path w="8074025" h="1819275">
                <a:moveTo>
                  <a:pt x="7910512" y="9525"/>
                </a:moveTo>
                <a:lnTo>
                  <a:pt x="7900987" y="9525"/>
                </a:lnTo>
                <a:lnTo>
                  <a:pt x="7900987" y="0"/>
                </a:lnTo>
                <a:lnTo>
                  <a:pt x="7910512" y="0"/>
                </a:lnTo>
                <a:lnTo>
                  <a:pt x="7910512" y="9525"/>
                </a:lnTo>
                <a:close/>
              </a:path>
              <a:path w="8074025" h="1819275">
                <a:moveTo>
                  <a:pt x="7977187" y="9525"/>
                </a:moveTo>
                <a:lnTo>
                  <a:pt x="7939087" y="9525"/>
                </a:lnTo>
                <a:lnTo>
                  <a:pt x="7939087" y="0"/>
                </a:lnTo>
                <a:lnTo>
                  <a:pt x="7977187" y="0"/>
                </a:lnTo>
                <a:lnTo>
                  <a:pt x="7977187" y="9525"/>
                </a:lnTo>
                <a:close/>
              </a:path>
              <a:path w="8074025" h="1819275">
                <a:moveTo>
                  <a:pt x="8015287" y="9525"/>
                </a:moveTo>
                <a:lnTo>
                  <a:pt x="8005762" y="9525"/>
                </a:lnTo>
                <a:lnTo>
                  <a:pt x="8005762" y="0"/>
                </a:lnTo>
                <a:lnTo>
                  <a:pt x="8015287" y="0"/>
                </a:lnTo>
                <a:lnTo>
                  <a:pt x="8015287" y="9525"/>
                </a:lnTo>
                <a:close/>
              </a:path>
              <a:path w="8074025" h="1819275">
                <a:moveTo>
                  <a:pt x="8064500" y="9525"/>
                </a:moveTo>
                <a:lnTo>
                  <a:pt x="8043862" y="9525"/>
                </a:lnTo>
                <a:lnTo>
                  <a:pt x="8043862" y="0"/>
                </a:lnTo>
                <a:lnTo>
                  <a:pt x="8074025" y="0"/>
                </a:lnTo>
                <a:lnTo>
                  <a:pt x="8074025" y="4762"/>
                </a:lnTo>
                <a:lnTo>
                  <a:pt x="8064500" y="4762"/>
                </a:lnTo>
                <a:lnTo>
                  <a:pt x="8064500" y="9525"/>
                </a:lnTo>
                <a:close/>
              </a:path>
              <a:path w="8074025" h="1819275">
                <a:moveTo>
                  <a:pt x="8074025" y="17462"/>
                </a:moveTo>
                <a:lnTo>
                  <a:pt x="8064500" y="17462"/>
                </a:lnTo>
                <a:lnTo>
                  <a:pt x="8064500" y="4762"/>
                </a:lnTo>
                <a:lnTo>
                  <a:pt x="8069262" y="9525"/>
                </a:lnTo>
                <a:lnTo>
                  <a:pt x="8074025" y="9525"/>
                </a:lnTo>
                <a:lnTo>
                  <a:pt x="8074025" y="17462"/>
                </a:lnTo>
                <a:close/>
              </a:path>
              <a:path w="8074025" h="1819275">
                <a:moveTo>
                  <a:pt x="8074025" y="9525"/>
                </a:moveTo>
                <a:lnTo>
                  <a:pt x="8069262" y="9525"/>
                </a:lnTo>
                <a:lnTo>
                  <a:pt x="8064500" y="4762"/>
                </a:lnTo>
                <a:lnTo>
                  <a:pt x="8074025" y="4762"/>
                </a:lnTo>
                <a:lnTo>
                  <a:pt x="8074025" y="9525"/>
                </a:lnTo>
                <a:close/>
              </a:path>
              <a:path w="8074025" h="1819275">
                <a:moveTo>
                  <a:pt x="8074025" y="55562"/>
                </a:moveTo>
                <a:lnTo>
                  <a:pt x="8064500" y="55562"/>
                </a:lnTo>
                <a:lnTo>
                  <a:pt x="8064500" y="46037"/>
                </a:lnTo>
                <a:lnTo>
                  <a:pt x="8074025" y="46037"/>
                </a:lnTo>
                <a:lnTo>
                  <a:pt x="8074025" y="55562"/>
                </a:lnTo>
                <a:close/>
              </a:path>
              <a:path w="8074025" h="1819275">
                <a:moveTo>
                  <a:pt x="8074025" y="122237"/>
                </a:moveTo>
                <a:lnTo>
                  <a:pt x="8064500" y="122237"/>
                </a:lnTo>
                <a:lnTo>
                  <a:pt x="8064500" y="84137"/>
                </a:lnTo>
                <a:lnTo>
                  <a:pt x="8074025" y="84137"/>
                </a:lnTo>
                <a:lnTo>
                  <a:pt x="8074025" y="122237"/>
                </a:lnTo>
                <a:close/>
              </a:path>
              <a:path w="8074025" h="1819275">
                <a:moveTo>
                  <a:pt x="8074025" y="160337"/>
                </a:moveTo>
                <a:lnTo>
                  <a:pt x="8064500" y="160337"/>
                </a:lnTo>
                <a:lnTo>
                  <a:pt x="8064500" y="150812"/>
                </a:lnTo>
                <a:lnTo>
                  <a:pt x="8074025" y="150812"/>
                </a:lnTo>
                <a:lnTo>
                  <a:pt x="8074025" y="160337"/>
                </a:lnTo>
                <a:close/>
              </a:path>
              <a:path w="8074025" h="1819275">
                <a:moveTo>
                  <a:pt x="8074025" y="227012"/>
                </a:moveTo>
                <a:lnTo>
                  <a:pt x="8064500" y="227012"/>
                </a:lnTo>
                <a:lnTo>
                  <a:pt x="8064500" y="188912"/>
                </a:lnTo>
                <a:lnTo>
                  <a:pt x="8074025" y="188912"/>
                </a:lnTo>
                <a:lnTo>
                  <a:pt x="8074025" y="227012"/>
                </a:lnTo>
                <a:close/>
              </a:path>
              <a:path w="8074025" h="1819275">
                <a:moveTo>
                  <a:pt x="8074025" y="265112"/>
                </a:moveTo>
                <a:lnTo>
                  <a:pt x="8064500" y="265112"/>
                </a:lnTo>
                <a:lnTo>
                  <a:pt x="8064500" y="255587"/>
                </a:lnTo>
                <a:lnTo>
                  <a:pt x="8074025" y="255587"/>
                </a:lnTo>
                <a:lnTo>
                  <a:pt x="8074025" y="265112"/>
                </a:lnTo>
                <a:close/>
              </a:path>
              <a:path w="8074025" h="1819275">
                <a:moveTo>
                  <a:pt x="8074025" y="331787"/>
                </a:moveTo>
                <a:lnTo>
                  <a:pt x="8064500" y="331787"/>
                </a:lnTo>
                <a:lnTo>
                  <a:pt x="8064500" y="293687"/>
                </a:lnTo>
                <a:lnTo>
                  <a:pt x="8074025" y="293687"/>
                </a:lnTo>
                <a:lnTo>
                  <a:pt x="8074025" y="331787"/>
                </a:lnTo>
                <a:close/>
              </a:path>
              <a:path w="8074025" h="1819275">
                <a:moveTo>
                  <a:pt x="8074025" y="369887"/>
                </a:moveTo>
                <a:lnTo>
                  <a:pt x="8064500" y="369887"/>
                </a:lnTo>
                <a:lnTo>
                  <a:pt x="8064500" y="360362"/>
                </a:lnTo>
                <a:lnTo>
                  <a:pt x="8074025" y="360362"/>
                </a:lnTo>
                <a:lnTo>
                  <a:pt x="8074025" y="369887"/>
                </a:lnTo>
                <a:close/>
              </a:path>
              <a:path w="8074025" h="1819275">
                <a:moveTo>
                  <a:pt x="8074025" y="436562"/>
                </a:moveTo>
                <a:lnTo>
                  <a:pt x="8064500" y="436562"/>
                </a:lnTo>
                <a:lnTo>
                  <a:pt x="8064500" y="398462"/>
                </a:lnTo>
                <a:lnTo>
                  <a:pt x="8074025" y="398462"/>
                </a:lnTo>
                <a:lnTo>
                  <a:pt x="8074025" y="436562"/>
                </a:lnTo>
                <a:close/>
              </a:path>
              <a:path w="8074025" h="1819275">
                <a:moveTo>
                  <a:pt x="8074025" y="474662"/>
                </a:moveTo>
                <a:lnTo>
                  <a:pt x="8064500" y="474662"/>
                </a:lnTo>
                <a:lnTo>
                  <a:pt x="8064500" y="465137"/>
                </a:lnTo>
                <a:lnTo>
                  <a:pt x="8074025" y="465137"/>
                </a:lnTo>
                <a:lnTo>
                  <a:pt x="8074025" y="474662"/>
                </a:lnTo>
                <a:close/>
              </a:path>
              <a:path w="8074025" h="1819275">
                <a:moveTo>
                  <a:pt x="8074025" y="541337"/>
                </a:moveTo>
                <a:lnTo>
                  <a:pt x="8064500" y="541337"/>
                </a:lnTo>
                <a:lnTo>
                  <a:pt x="8064500" y="503237"/>
                </a:lnTo>
                <a:lnTo>
                  <a:pt x="8074025" y="503237"/>
                </a:lnTo>
                <a:lnTo>
                  <a:pt x="8074025" y="541337"/>
                </a:lnTo>
                <a:close/>
              </a:path>
              <a:path w="8074025" h="1819275">
                <a:moveTo>
                  <a:pt x="8074025" y="579437"/>
                </a:moveTo>
                <a:lnTo>
                  <a:pt x="8064500" y="579437"/>
                </a:lnTo>
                <a:lnTo>
                  <a:pt x="8064500" y="569912"/>
                </a:lnTo>
                <a:lnTo>
                  <a:pt x="8074025" y="569912"/>
                </a:lnTo>
                <a:lnTo>
                  <a:pt x="8074025" y="579437"/>
                </a:lnTo>
                <a:close/>
              </a:path>
              <a:path w="8074025" h="1819275">
                <a:moveTo>
                  <a:pt x="8074025" y="646112"/>
                </a:moveTo>
                <a:lnTo>
                  <a:pt x="8064500" y="646112"/>
                </a:lnTo>
                <a:lnTo>
                  <a:pt x="8064500" y="608012"/>
                </a:lnTo>
                <a:lnTo>
                  <a:pt x="8074025" y="608012"/>
                </a:lnTo>
                <a:lnTo>
                  <a:pt x="8074025" y="646112"/>
                </a:lnTo>
                <a:close/>
              </a:path>
              <a:path w="8074025" h="1819275">
                <a:moveTo>
                  <a:pt x="8074025" y="684212"/>
                </a:moveTo>
                <a:lnTo>
                  <a:pt x="8064500" y="684212"/>
                </a:lnTo>
                <a:lnTo>
                  <a:pt x="8064500" y="674687"/>
                </a:lnTo>
                <a:lnTo>
                  <a:pt x="8074025" y="674687"/>
                </a:lnTo>
                <a:lnTo>
                  <a:pt x="8074025" y="684212"/>
                </a:lnTo>
                <a:close/>
              </a:path>
              <a:path w="8074025" h="1819275">
                <a:moveTo>
                  <a:pt x="8074025" y="750887"/>
                </a:moveTo>
                <a:lnTo>
                  <a:pt x="8064500" y="750887"/>
                </a:lnTo>
                <a:lnTo>
                  <a:pt x="8064500" y="712787"/>
                </a:lnTo>
                <a:lnTo>
                  <a:pt x="8074025" y="712787"/>
                </a:lnTo>
                <a:lnTo>
                  <a:pt x="8074025" y="750887"/>
                </a:lnTo>
                <a:close/>
              </a:path>
              <a:path w="8074025" h="1819275">
                <a:moveTo>
                  <a:pt x="8074025" y="788987"/>
                </a:moveTo>
                <a:lnTo>
                  <a:pt x="8064500" y="788987"/>
                </a:lnTo>
                <a:lnTo>
                  <a:pt x="8064500" y="779462"/>
                </a:lnTo>
                <a:lnTo>
                  <a:pt x="8074025" y="779462"/>
                </a:lnTo>
                <a:lnTo>
                  <a:pt x="8074025" y="788987"/>
                </a:lnTo>
                <a:close/>
              </a:path>
              <a:path w="8074025" h="1819275">
                <a:moveTo>
                  <a:pt x="8074025" y="855662"/>
                </a:moveTo>
                <a:lnTo>
                  <a:pt x="8064500" y="855662"/>
                </a:lnTo>
                <a:lnTo>
                  <a:pt x="8064500" y="817562"/>
                </a:lnTo>
                <a:lnTo>
                  <a:pt x="8074025" y="817562"/>
                </a:lnTo>
                <a:lnTo>
                  <a:pt x="8074025" y="855662"/>
                </a:lnTo>
                <a:close/>
              </a:path>
              <a:path w="8074025" h="1819275">
                <a:moveTo>
                  <a:pt x="8074025" y="893762"/>
                </a:moveTo>
                <a:lnTo>
                  <a:pt x="8064500" y="893762"/>
                </a:lnTo>
                <a:lnTo>
                  <a:pt x="8064500" y="884237"/>
                </a:lnTo>
                <a:lnTo>
                  <a:pt x="8074025" y="884237"/>
                </a:lnTo>
                <a:lnTo>
                  <a:pt x="8074025" y="893762"/>
                </a:lnTo>
                <a:close/>
              </a:path>
              <a:path w="8074025" h="1819275">
                <a:moveTo>
                  <a:pt x="8074025" y="960437"/>
                </a:moveTo>
                <a:lnTo>
                  <a:pt x="8064500" y="960437"/>
                </a:lnTo>
                <a:lnTo>
                  <a:pt x="8064500" y="922337"/>
                </a:lnTo>
                <a:lnTo>
                  <a:pt x="8074025" y="922337"/>
                </a:lnTo>
                <a:lnTo>
                  <a:pt x="8074025" y="960437"/>
                </a:lnTo>
                <a:close/>
              </a:path>
              <a:path w="8074025" h="1819275">
                <a:moveTo>
                  <a:pt x="8074025" y="998537"/>
                </a:moveTo>
                <a:lnTo>
                  <a:pt x="8064500" y="998537"/>
                </a:lnTo>
                <a:lnTo>
                  <a:pt x="8064500" y="989012"/>
                </a:lnTo>
                <a:lnTo>
                  <a:pt x="8074025" y="989012"/>
                </a:lnTo>
                <a:lnTo>
                  <a:pt x="8074025" y="998537"/>
                </a:lnTo>
                <a:close/>
              </a:path>
              <a:path w="8074025" h="1819275">
                <a:moveTo>
                  <a:pt x="8074025" y="1065212"/>
                </a:moveTo>
                <a:lnTo>
                  <a:pt x="8064500" y="1065212"/>
                </a:lnTo>
                <a:lnTo>
                  <a:pt x="8064500" y="1027112"/>
                </a:lnTo>
                <a:lnTo>
                  <a:pt x="8074025" y="1027112"/>
                </a:lnTo>
                <a:lnTo>
                  <a:pt x="8074025" y="1065212"/>
                </a:lnTo>
                <a:close/>
              </a:path>
              <a:path w="8074025" h="1819275">
                <a:moveTo>
                  <a:pt x="8074025" y="1103312"/>
                </a:moveTo>
                <a:lnTo>
                  <a:pt x="8064500" y="1103312"/>
                </a:lnTo>
                <a:lnTo>
                  <a:pt x="8064500" y="1093787"/>
                </a:lnTo>
                <a:lnTo>
                  <a:pt x="8074025" y="1093787"/>
                </a:lnTo>
                <a:lnTo>
                  <a:pt x="8074025" y="1103312"/>
                </a:lnTo>
                <a:close/>
              </a:path>
              <a:path w="8074025" h="1819275">
                <a:moveTo>
                  <a:pt x="8074025" y="1169987"/>
                </a:moveTo>
                <a:lnTo>
                  <a:pt x="8064500" y="1169987"/>
                </a:lnTo>
                <a:lnTo>
                  <a:pt x="8064500" y="1131887"/>
                </a:lnTo>
                <a:lnTo>
                  <a:pt x="8074025" y="1131887"/>
                </a:lnTo>
                <a:lnTo>
                  <a:pt x="8074025" y="1169987"/>
                </a:lnTo>
                <a:close/>
              </a:path>
              <a:path w="8074025" h="1819275">
                <a:moveTo>
                  <a:pt x="8074025" y="1208087"/>
                </a:moveTo>
                <a:lnTo>
                  <a:pt x="8064500" y="1208087"/>
                </a:lnTo>
                <a:lnTo>
                  <a:pt x="8064500" y="1198562"/>
                </a:lnTo>
                <a:lnTo>
                  <a:pt x="8074025" y="1198562"/>
                </a:lnTo>
                <a:lnTo>
                  <a:pt x="8074025" y="1208087"/>
                </a:lnTo>
                <a:close/>
              </a:path>
              <a:path w="8074025" h="1819275">
                <a:moveTo>
                  <a:pt x="8074025" y="1274762"/>
                </a:moveTo>
                <a:lnTo>
                  <a:pt x="8064500" y="1274762"/>
                </a:lnTo>
                <a:lnTo>
                  <a:pt x="8064500" y="1236662"/>
                </a:lnTo>
                <a:lnTo>
                  <a:pt x="8074025" y="1236662"/>
                </a:lnTo>
                <a:lnTo>
                  <a:pt x="8074025" y="1274762"/>
                </a:lnTo>
                <a:close/>
              </a:path>
              <a:path w="8074025" h="1819275">
                <a:moveTo>
                  <a:pt x="8074025" y="1312862"/>
                </a:moveTo>
                <a:lnTo>
                  <a:pt x="8064500" y="1312862"/>
                </a:lnTo>
                <a:lnTo>
                  <a:pt x="8064500" y="1303337"/>
                </a:lnTo>
                <a:lnTo>
                  <a:pt x="8074025" y="1303337"/>
                </a:lnTo>
                <a:lnTo>
                  <a:pt x="8074025" y="1312862"/>
                </a:lnTo>
                <a:close/>
              </a:path>
              <a:path w="8074025" h="1819275">
                <a:moveTo>
                  <a:pt x="8074025" y="1379537"/>
                </a:moveTo>
                <a:lnTo>
                  <a:pt x="8064500" y="1379537"/>
                </a:lnTo>
                <a:lnTo>
                  <a:pt x="8064500" y="1341437"/>
                </a:lnTo>
                <a:lnTo>
                  <a:pt x="8074025" y="1341437"/>
                </a:lnTo>
                <a:lnTo>
                  <a:pt x="8074025" y="1379537"/>
                </a:lnTo>
                <a:close/>
              </a:path>
              <a:path w="8074025" h="1819275">
                <a:moveTo>
                  <a:pt x="8074025" y="1417637"/>
                </a:moveTo>
                <a:lnTo>
                  <a:pt x="8064500" y="1417637"/>
                </a:lnTo>
                <a:lnTo>
                  <a:pt x="8064500" y="1408112"/>
                </a:lnTo>
                <a:lnTo>
                  <a:pt x="8074025" y="1408112"/>
                </a:lnTo>
                <a:lnTo>
                  <a:pt x="8074025" y="1417637"/>
                </a:lnTo>
                <a:close/>
              </a:path>
              <a:path w="8074025" h="1819275">
                <a:moveTo>
                  <a:pt x="8074025" y="1484312"/>
                </a:moveTo>
                <a:lnTo>
                  <a:pt x="8064500" y="1484312"/>
                </a:lnTo>
                <a:lnTo>
                  <a:pt x="8064500" y="1446212"/>
                </a:lnTo>
                <a:lnTo>
                  <a:pt x="8074025" y="1446212"/>
                </a:lnTo>
                <a:lnTo>
                  <a:pt x="8074025" y="1484312"/>
                </a:lnTo>
                <a:close/>
              </a:path>
              <a:path w="8074025" h="1819275">
                <a:moveTo>
                  <a:pt x="8074025" y="1522412"/>
                </a:moveTo>
                <a:lnTo>
                  <a:pt x="8064500" y="1522412"/>
                </a:lnTo>
                <a:lnTo>
                  <a:pt x="8064500" y="1512887"/>
                </a:lnTo>
                <a:lnTo>
                  <a:pt x="8074025" y="1512887"/>
                </a:lnTo>
                <a:lnTo>
                  <a:pt x="8074025" y="1522412"/>
                </a:lnTo>
                <a:close/>
              </a:path>
              <a:path w="8074025" h="1819275">
                <a:moveTo>
                  <a:pt x="8074025" y="1589087"/>
                </a:moveTo>
                <a:lnTo>
                  <a:pt x="8064500" y="1589087"/>
                </a:lnTo>
                <a:lnTo>
                  <a:pt x="8064500" y="1550987"/>
                </a:lnTo>
                <a:lnTo>
                  <a:pt x="8074025" y="1550987"/>
                </a:lnTo>
                <a:lnTo>
                  <a:pt x="8074025" y="1589087"/>
                </a:lnTo>
                <a:close/>
              </a:path>
              <a:path w="8074025" h="1819275">
                <a:moveTo>
                  <a:pt x="8074025" y="1627187"/>
                </a:moveTo>
                <a:lnTo>
                  <a:pt x="8064500" y="1627187"/>
                </a:lnTo>
                <a:lnTo>
                  <a:pt x="8064500" y="1617662"/>
                </a:lnTo>
                <a:lnTo>
                  <a:pt x="8074025" y="1617662"/>
                </a:lnTo>
                <a:lnTo>
                  <a:pt x="8074025" y="1627187"/>
                </a:lnTo>
                <a:close/>
              </a:path>
              <a:path w="8074025" h="1819275">
                <a:moveTo>
                  <a:pt x="8074025" y="1693862"/>
                </a:moveTo>
                <a:lnTo>
                  <a:pt x="8064500" y="1693862"/>
                </a:lnTo>
                <a:lnTo>
                  <a:pt x="8064500" y="1655762"/>
                </a:lnTo>
                <a:lnTo>
                  <a:pt x="8074025" y="1655762"/>
                </a:lnTo>
                <a:lnTo>
                  <a:pt x="8074025" y="1693862"/>
                </a:lnTo>
                <a:close/>
              </a:path>
              <a:path w="8074025" h="1819275">
                <a:moveTo>
                  <a:pt x="8074025" y="1731962"/>
                </a:moveTo>
                <a:lnTo>
                  <a:pt x="8064500" y="1731962"/>
                </a:lnTo>
                <a:lnTo>
                  <a:pt x="8064500" y="1722437"/>
                </a:lnTo>
                <a:lnTo>
                  <a:pt x="8074025" y="1722437"/>
                </a:lnTo>
                <a:lnTo>
                  <a:pt x="8074025" y="1731962"/>
                </a:lnTo>
                <a:close/>
              </a:path>
              <a:path w="8074025" h="1819275">
                <a:moveTo>
                  <a:pt x="8074025" y="1798637"/>
                </a:moveTo>
                <a:lnTo>
                  <a:pt x="8064500" y="1798637"/>
                </a:lnTo>
                <a:lnTo>
                  <a:pt x="8064500" y="1760537"/>
                </a:lnTo>
                <a:lnTo>
                  <a:pt x="8074025" y="1760537"/>
                </a:lnTo>
                <a:lnTo>
                  <a:pt x="8074025" y="1798637"/>
                </a:lnTo>
                <a:close/>
              </a:path>
              <a:path w="8074025" h="1819275">
                <a:moveTo>
                  <a:pt x="8056562" y="1819275"/>
                </a:moveTo>
                <a:lnTo>
                  <a:pt x="8047037" y="1819275"/>
                </a:lnTo>
                <a:lnTo>
                  <a:pt x="8047037" y="1809750"/>
                </a:lnTo>
                <a:lnTo>
                  <a:pt x="8056562" y="1809750"/>
                </a:lnTo>
                <a:lnTo>
                  <a:pt x="8056562" y="1819275"/>
                </a:lnTo>
                <a:close/>
              </a:path>
              <a:path w="8074025" h="1819275">
                <a:moveTo>
                  <a:pt x="8018462" y="1819275"/>
                </a:moveTo>
                <a:lnTo>
                  <a:pt x="7980362" y="1819275"/>
                </a:lnTo>
                <a:lnTo>
                  <a:pt x="7980362" y="1809750"/>
                </a:lnTo>
                <a:lnTo>
                  <a:pt x="8018462" y="1809750"/>
                </a:lnTo>
                <a:lnTo>
                  <a:pt x="8018462" y="1819275"/>
                </a:lnTo>
                <a:close/>
              </a:path>
              <a:path w="8074025" h="1819275">
                <a:moveTo>
                  <a:pt x="7951787" y="1819275"/>
                </a:moveTo>
                <a:lnTo>
                  <a:pt x="7942262" y="1819275"/>
                </a:lnTo>
                <a:lnTo>
                  <a:pt x="7942262" y="1809750"/>
                </a:lnTo>
                <a:lnTo>
                  <a:pt x="7951787" y="1809750"/>
                </a:lnTo>
                <a:lnTo>
                  <a:pt x="7951787" y="1819275"/>
                </a:lnTo>
                <a:close/>
              </a:path>
              <a:path w="8074025" h="1819275">
                <a:moveTo>
                  <a:pt x="7913687" y="1819275"/>
                </a:moveTo>
                <a:lnTo>
                  <a:pt x="7875587" y="1819275"/>
                </a:lnTo>
                <a:lnTo>
                  <a:pt x="7875587" y="1809750"/>
                </a:lnTo>
                <a:lnTo>
                  <a:pt x="7913687" y="1809750"/>
                </a:lnTo>
                <a:lnTo>
                  <a:pt x="7913687" y="1819275"/>
                </a:lnTo>
                <a:close/>
              </a:path>
              <a:path w="8074025" h="1819275">
                <a:moveTo>
                  <a:pt x="7847012" y="1819275"/>
                </a:moveTo>
                <a:lnTo>
                  <a:pt x="7837487" y="1819275"/>
                </a:lnTo>
                <a:lnTo>
                  <a:pt x="7837487" y="1809750"/>
                </a:lnTo>
                <a:lnTo>
                  <a:pt x="7847012" y="1809750"/>
                </a:lnTo>
                <a:lnTo>
                  <a:pt x="7847012" y="1819275"/>
                </a:lnTo>
                <a:close/>
              </a:path>
              <a:path w="8074025" h="1819275">
                <a:moveTo>
                  <a:pt x="7808912" y="1819275"/>
                </a:moveTo>
                <a:lnTo>
                  <a:pt x="7770812" y="1819275"/>
                </a:lnTo>
                <a:lnTo>
                  <a:pt x="7770812" y="1809750"/>
                </a:lnTo>
                <a:lnTo>
                  <a:pt x="7808912" y="1809750"/>
                </a:lnTo>
                <a:lnTo>
                  <a:pt x="7808912" y="1819275"/>
                </a:lnTo>
                <a:close/>
              </a:path>
              <a:path w="8074025" h="1819275">
                <a:moveTo>
                  <a:pt x="7742237" y="1819275"/>
                </a:moveTo>
                <a:lnTo>
                  <a:pt x="7732712" y="1819275"/>
                </a:lnTo>
                <a:lnTo>
                  <a:pt x="7732712" y="1809750"/>
                </a:lnTo>
                <a:lnTo>
                  <a:pt x="7742237" y="1809750"/>
                </a:lnTo>
                <a:lnTo>
                  <a:pt x="7742237" y="1819275"/>
                </a:lnTo>
                <a:close/>
              </a:path>
              <a:path w="8074025" h="1819275">
                <a:moveTo>
                  <a:pt x="7704137" y="1819275"/>
                </a:moveTo>
                <a:lnTo>
                  <a:pt x="7666037" y="1819275"/>
                </a:lnTo>
                <a:lnTo>
                  <a:pt x="7666037" y="1809750"/>
                </a:lnTo>
                <a:lnTo>
                  <a:pt x="7704137" y="1809750"/>
                </a:lnTo>
                <a:lnTo>
                  <a:pt x="7704137" y="1819275"/>
                </a:lnTo>
                <a:close/>
              </a:path>
              <a:path w="8074025" h="1819275">
                <a:moveTo>
                  <a:pt x="7637462" y="1819275"/>
                </a:moveTo>
                <a:lnTo>
                  <a:pt x="7627937" y="1819275"/>
                </a:lnTo>
                <a:lnTo>
                  <a:pt x="7627937" y="1809750"/>
                </a:lnTo>
                <a:lnTo>
                  <a:pt x="7637462" y="1809750"/>
                </a:lnTo>
                <a:lnTo>
                  <a:pt x="7637462" y="1819275"/>
                </a:lnTo>
                <a:close/>
              </a:path>
              <a:path w="8074025" h="1819275">
                <a:moveTo>
                  <a:pt x="7599362" y="1819275"/>
                </a:moveTo>
                <a:lnTo>
                  <a:pt x="7561262" y="1819275"/>
                </a:lnTo>
                <a:lnTo>
                  <a:pt x="7561262" y="1809750"/>
                </a:lnTo>
                <a:lnTo>
                  <a:pt x="7599362" y="1809750"/>
                </a:lnTo>
                <a:lnTo>
                  <a:pt x="7599362" y="1819275"/>
                </a:lnTo>
                <a:close/>
              </a:path>
              <a:path w="8074025" h="1819275">
                <a:moveTo>
                  <a:pt x="7532687" y="1819275"/>
                </a:moveTo>
                <a:lnTo>
                  <a:pt x="7523162" y="1819275"/>
                </a:lnTo>
                <a:lnTo>
                  <a:pt x="7523162" y="1809750"/>
                </a:lnTo>
                <a:lnTo>
                  <a:pt x="7532687" y="1809750"/>
                </a:lnTo>
                <a:lnTo>
                  <a:pt x="7532687" y="1819275"/>
                </a:lnTo>
                <a:close/>
              </a:path>
              <a:path w="8074025" h="1819275">
                <a:moveTo>
                  <a:pt x="7494587" y="1819275"/>
                </a:moveTo>
                <a:lnTo>
                  <a:pt x="7456487" y="1819275"/>
                </a:lnTo>
                <a:lnTo>
                  <a:pt x="7456487" y="1809750"/>
                </a:lnTo>
                <a:lnTo>
                  <a:pt x="7494587" y="1809750"/>
                </a:lnTo>
                <a:lnTo>
                  <a:pt x="7494587" y="1819275"/>
                </a:lnTo>
                <a:close/>
              </a:path>
              <a:path w="8074025" h="1819275">
                <a:moveTo>
                  <a:pt x="7427912" y="1819275"/>
                </a:moveTo>
                <a:lnTo>
                  <a:pt x="7418387" y="1819275"/>
                </a:lnTo>
                <a:lnTo>
                  <a:pt x="7418387" y="1809750"/>
                </a:lnTo>
                <a:lnTo>
                  <a:pt x="7427912" y="1809750"/>
                </a:lnTo>
                <a:lnTo>
                  <a:pt x="7427912" y="1819275"/>
                </a:lnTo>
                <a:close/>
              </a:path>
              <a:path w="8074025" h="1819275">
                <a:moveTo>
                  <a:pt x="7389812" y="1819275"/>
                </a:moveTo>
                <a:lnTo>
                  <a:pt x="7351712" y="1819275"/>
                </a:lnTo>
                <a:lnTo>
                  <a:pt x="7351712" y="1809750"/>
                </a:lnTo>
                <a:lnTo>
                  <a:pt x="7389812" y="1809750"/>
                </a:lnTo>
                <a:lnTo>
                  <a:pt x="7389812" y="1819275"/>
                </a:lnTo>
                <a:close/>
              </a:path>
              <a:path w="8074025" h="1819275">
                <a:moveTo>
                  <a:pt x="7323137" y="1819275"/>
                </a:moveTo>
                <a:lnTo>
                  <a:pt x="7313612" y="1819275"/>
                </a:lnTo>
                <a:lnTo>
                  <a:pt x="7313612" y="1809750"/>
                </a:lnTo>
                <a:lnTo>
                  <a:pt x="7323137" y="1809750"/>
                </a:lnTo>
                <a:lnTo>
                  <a:pt x="7323137" y="1819275"/>
                </a:lnTo>
                <a:close/>
              </a:path>
              <a:path w="8074025" h="1819275">
                <a:moveTo>
                  <a:pt x="7285037" y="1819275"/>
                </a:moveTo>
                <a:lnTo>
                  <a:pt x="7246937" y="1819275"/>
                </a:lnTo>
                <a:lnTo>
                  <a:pt x="7246937" y="1809750"/>
                </a:lnTo>
                <a:lnTo>
                  <a:pt x="7285037" y="1809750"/>
                </a:lnTo>
                <a:lnTo>
                  <a:pt x="7285037" y="1819275"/>
                </a:lnTo>
                <a:close/>
              </a:path>
              <a:path w="8074025" h="1819275">
                <a:moveTo>
                  <a:pt x="7218362" y="1819275"/>
                </a:moveTo>
                <a:lnTo>
                  <a:pt x="7208837" y="1819275"/>
                </a:lnTo>
                <a:lnTo>
                  <a:pt x="7208837" y="1809750"/>
                </a:lnTo>
                <a:lnTo>
                  <a:pt x="7218362" y="1809750"/>
                </a:lnTo>
                <a:lnTo>
                  <a:pt x="7218362" y="1819275"/>
                </a:lnTo>
                <a:close/>
              </a:path>
              <a:path w="8074025" h="1819275">
                <a:moveTo>
                  <a:pt x="7180262" y="1819275"/>
                </a:moveTo>
                <a:lnTo>
                  <a:pt x="7142162" y="1819275"/>
                </a:lnTo>
                <a:lnTo>
                  <a:pt x="7142162" y="1809750"/>
                </a:lnTo>
                <a:lnTo>
                  <a:pt x="7180262" y="1809750"/>
                </a:lnTo>
                <a:lnTo>
                  <a:pt x="7180262" y="1819275"/>
                </a:lnTo>
                <a:close/>
              </a:path>
              <a:path w="8074025" h="1819275">
                <a:moveTo>
                  <a:pt x="7113587" y="1819275"/>
                </a:moveTo>
                <a:lnTo>
                  <a:pt x="7104062" y="1819275"/>
                </a:lnTo>
                <a:lnTo>
                  <a:pt x="7104062" y="1809750"/>
                </a:lnTo>
                <a:lnTo>
                  <a:pt x="7113587" y="1809750"/>
                </a:lnTo>
                <a:lnTo>
                  <a:pt x="7113587" y="1819275"/>
                </a:lnTo>
                <a:close/>
              </a:path>
              <a:path w="8074025" h="1819275">
                <a:moveTo>
                  <a:pt x="7075487" y="1819275"/>
                </a:moveTo>
                <a:lnTo>
                  <a:pt x="7037387" y="1819275"/>
                </a:lnTo>
                <a:lnTo>
                  <a:pt x="7037387" y="1809750"/>
                </a:lnTo>
                <a:lnTo>
                  <a:pt x="7075487" y="1809750"/>
                </a:lnTo>
                <a:lnTo>
                  <a:pt x="7075487" y="1819275"/>
                </a:lnTo>
                <a:close/>
              </a:path>
              <a:path w="8074025" h="1819275">
                <a:moveTo>
                  <a:pt x="7008812" y="1819275"/>
                </a:moveTo>
                <a:lnTo>
                  <a:pt x="6999287" y="1819275"/>
                </a:lnTo>
                <a:lnTo>
                  <a:pt x="6999287" y="1809750"/>
                </a:lnTo>
                <a:lnTo>
                  <a:pt x="7008812" y="1809750"/>
                </a:lnTo>
                <a:lnTo>
                  <a:pt x="7008812" y="1819275"/>
                </a:lnTo>
                <a:close/>
              </a:path>
              <a:path w="8074025" h="1819275">
                <a:moveTo>
                  <a:pt x="6970712" y="1819275"/>
                </a:moveTo>
                <a:lnTo>
                  <a:pt x="6932612" y="1819275"/>
                </a:lnTo>
                <a:lnTo>
                  <a:pt x="6932612" y="1809750"/>
                </a:lnTo>
                <a:lnTo>
                  <a:pt x="6970712" y="1809750"/>
                </a:lnTo>
                <a:lnTo>
                  <a:pt x="6970712" y="1819275"/>
                </a:lnTo>
                <a:close/>
              </a:path>
              <a:path w="8074025" h="1819275">
                <a:moveTo>
                  <a:pt x="6904037" y="1819275"/>
                </a:moveTo>
                <a:lnTo>
                  <a:pt x="6894512" y="1819275"/>
                </a:lnTo>
                <a:lnTo>
                  <a:pt x="6894512" y="1809750"/>
                </a:lnTo>
                <a:lnTo>
                  <a:pt x="6904037" y="1809750"/>
                </a:lnTo>
                <a:lnTo>
                  <a:pt x="6904037" y="1819275"/>
                </a:lnTo>
                <a:close/>
              </a:path>
              <a:path w="8074025" h="1819275">
                <a:moveTo>
                  <a:pt x="6865937" y="1819275"/>
                </a:moveTo>
                <a:lnTo>
                  <a:pt x="6827837" y="1819275"/>
                </a:lnTo>
                <a:lnTo>
                  <a:pt x="6827837" y="1809750"/>
                </a:lnTo>
                <a:lnTo>
                  <a:pt x="6865937" y="1809750"/>
                </a:lnTo>
                <a:lnTo>
                  <a:pt x="6865937" y="1819275"/>
                </a:lnTo>
                <a:close/>
              </a:path>
              <a:path w="8074025" h="1819275">
                <a:moveTo>
                  <a:pt x="6799262" y="1819275"/>
                </a:moveTo>
                <a:lnTo>
                  <a:pt x="6789737" y="1819275"/>
                </a:lnTo>
                <a:lnTo>
                  <a:pt x="6789737" y="1809750"/>
                </a:lnTo>
                <a:lnTo>
                  <a:pt x="6799262" y="1809750"/>
                </a:lnTo>
                <a:lnTo>
                  <a:pt x="6799262" y="1819275"/>
                </a:lnTo>
                <a:close/>
              </a:path>
              <a:path w="8074025" h="1819275">
                <a:moveTo>
                  <a:pt x="6761162" y="1819275"/>
                </a:moveTo>
                <a:lnTo>
                  <a:pt x="6723062" y="1819275"/>
                </a:lnTo>
                <a:lnTo>
                  <a:pt x="6723062" y="1809750"/>
                </a:lnTo>
                <a:lnTo>
                  <a:pt x="6761162" y="1809750"/>
                </a:lnTo>
                <a:lnTo>
                  <a:pt x="6761162" y="1819275"/>
                </a:lnTo>
                <a:close/>
              </a:path>
              <a:path w="8074025" h="1819275">
                <a:moveTo>
                  <a:pt x="6694487" y="1819275"/>
                </a:moveTo>
                <a:lnTo>
                  <a:pt x="6684962" y="1819275"/>
                </a:lnTo>
                <a:lnTo>
                  <a:pt x="6684962" y="1809750"/>
                </a:lnTo>
                <a:lnTo>
                  <a:pt x="6694487" y="1809750"/>
                </a:lnTo>
                <a:lnTo>
                  <a:pt x="6694487" y="1819275"/>
                </a:lnTo>
                <a:close/>
              </a:path>
              <a:path w="8074025" h="1819275">
                <a:moveTo>
                  <a:pt x="6656387" y="1819275"/>
                </a:moveTo>
                <a:lnTo>
                  <a:pt x="6618287" y="1819275"/>
                </a:lnTo>
                <a:lnTo>
                  <a:pt x="6618287" y="1809750"/>
                </a:lnTo>
                <a:lnTo>
                  <a:pt x="6656387" y="1809750"/>
                </a:lnTo>
                <a:lnTo>
                  <a:pt x="6656387" y="1819275"/>
                </a:lnTo>
                <a:close/>
              </a:path>
              <a:path w="8074025" h="1819275">
                <a:moveTo>
                  <a:pt x="6589712" y="1819275"/>
                </a:moveTo>
                <a:lnTo>
                  <a:pt x="6580187" y="1819275"/>
                </a:lnTo>
                <a:lnTo>
                  <a:pt x="6580187" y="1809750"/>
                </a:lnTo>
                <a:lnTo>
                  <a:pt x="6589712" y="1809750"/>
                </a:lnTo>
                <a:lnTo>
                  <a:pt x="6589712" y="1819275"/>
                </a:lnTo>
                <a:close/>
              </a:path>
              <a:path w="8074025" h="1819275">
                <a:moveTo>
                  <a:pt x="6551612" y="1819275"/>
                </a:moveTo>
                <a:lnTo>
                  <a:pt x="6513512" y="1819275"/>
                </a:lnTo>
                <a:lnTo>
                  <a:pt x="6513512" y="1809750"/>
                </a:lnTo>
                <a:lnTo>
                  <a:pt x="6551612" y="1809750"/>
                </a:lnTo>
                <a:lnTo>
                  <a:pt x="6551612" y="1819275"/>
                </a:lnTo>
                <a:close/>
              </a:path>
              <a:path w="8074025" h="1819275">
                <a:moveTo>
                  <a:pt x="6484937" y="1819275"/>
                </a:moveTo>
                <a:lnTo>
                  <a:pt x="6475412" y="1819275"/>
                </a:lnTo>
                <a:lnTo>
                  <a:pt x="6475412" y="1809750"/>
                </a:lnTo>
                <a:lnTo>
                  <a:pt x="6484937" y="1809750"/>
                </a:lnTo>
                <a:lnTo>
                  <a:pt x="6484937" y="1819275"/>
                </a:lnTo>
                <a:close/>
              </a:path>
              <a:path w="8074025" h="1819275">
                <a:moveTo>
                  <a:pt x="6446837" y="1819275"/>
                </a:moveTo>
                <a:lnTo>
                  <a:pt x="6408737" y="1819275"/>
                </a:lnTo>
                <a:lnTo>
                  <a:pt x="6408737" y="1809750"/>
                </a:lnTo>
                <a:lnTo>
                  <a:pt x="6446837" y="1809750"/>
                </a:lnTo>
                <a:lnTo>
                  <a:pt x="6446837" y="1819275"/>
                </a:lnTo>
                <a:close/>
              </a:path>
              <a:path w="8074025" h="1819275">
                <a:moveTo>
                  <a:pt x="6380162" y="1819275"/>
                </a:moveTo>
                <a:lnTo>
                  <a:pt x="6370637" y="1819275"/>
                </a:lnTo>
                <a:lnTo>
                  <a:pt x="6370637" y="1809750"/>
                </a:lnTo>
                <a:lnTo>
                  <a:pt x="6380162" y="1809750"/>
                </a:lnTo>
                <a:lnTo>
                  <a:pt x="6380162" y="1819275"/>
                </a:lnTo>
                <a:close/>
              </a:path>
              <a:path w="8074025" h="1819275">
                <a:moveTo>
                  <a:pt x="6342062" y="1819275"/>
                </a:moveTo>
                <a:lnTo>
                  <a:pt x="6303962" y="1819275"/>
                </a:lnTo>
                <a:lnTo>
                  <a:pt x="6303962" y="1809750"/>
                </a:lnTo>
                <a:lnTo>
                  <a:pt x="6342062" y="1809750"/>
                </a:lnTo>
                <a:lnTo>
                  <a:pt x="6342062" y="1819275"/>
                </a:lnTo>
                <a:close/>
              </a:path>
              <a:path w="8074025" h="1819275">
                <a:moveTo>
                  <a:pt x="6275387" y="1819275"/>
                </a:moveTo>
                <a:lnTo>
                  <a:pt x="6265862" y="1819275"/>
                </a:lnTo>
                <a:lnTo>
                  <a:pt x="6265862" y="1809750"/>
                </a:lnTo>
                <a:lnTo>
                  <a:pt x="6275387" y="1809750"/>
                </a:lnTo>
                <a:lnTo>
                  <a:pt x="6275387" y="1819275"/>
                </a:lnTo>
                <a:close/>
              </a:path>
              <a:path w="8074025" h="1819275">
                <a:moveTo>
                  <a:pt x="6237287" y="1819275"/>
                </a:moveTo>
                <a:lnTo>
                  <a:pt x="6199187" y="1819275"/>
                </a:lnTo>
                <a:lnTo>
                  <a:pt x="6199187" y="1809750"/>
                </a:lnTo>
                <a:lnTo>
                  <a:pt x="6237287" y="1809750"/>
                </a:lnTo>
                <a:lnTo>
                  <a:pt x="6237287" y="1819275"/>
                </a:lnTo>
                <a:close/>
              </a:path>
              <a:path w="8074025" h="1819275">
                <a:moveTo>
                  <a:pt x="6170612" y="1819275"/>
                </a:moveTo>
                <a:lnTo>
                  <a:pt x="6161087" y="1819275"/>
                </a:lnTo>
                <a:lnTo>
                  <a:pt x="6161087" y="1809750"/>
                </a:lnTo>
                <a:lnTo>
                  <a:pt x="6170612" y="1809750"/>
                </a:lnTo>
                <a:lnTo>
                  <a:pt x="6170612" y="1819275"/>
                </a:lnTo>
                <a:close/>
              </a:path>
              <a:path w="8074025" h="1819275">
                <a:moveTo>
                  <a:pt x="6132512" y="1819275"/>
                </a:moveTo>
                <a:lnTo>
                  <a:pt x="6094412" y="1819275"/>
                </a:lnTo>
                <a:lnTo>
                  <a:pt x="6094412" y="1809750"/>
                </a:lnTo>
                <a:lnTo>
                  <a:pt x="6132512" y="1809750"/>
                </a:lnTo>
                <a:lnTo>
                  <a:pt x="6132512" y="1819275"/>
                </a:lnTo>
                <a:close/>
              </a:path>
              <a:path w="8074025" h="1819275">
                <a:moveTo>
                  <a:pt x="6065837" y="1819275"/>
                </a:moveTo>
                <a:lnTo>
                  <a:pt x="6056312" y="1819275"/>
                </a:lnTo>
                <a:lnTo>
                  <a:pt x="6056312" y="1809750"/>
                </a:lnTo>
                <a:lnTo>
                  <a:pt x="6065837" y="1809750"/>
                </a:lnTo>
                <a:lnTo>
                  <a:pt x="6065837" y="1819275"/>
                </a:lnTo>
                <a:close/>
              </a:path>
              <a:path w="8074025" h="1819275">
                <a:moveTo>
                  <a:pt x="6027737" y="1819275"/>
                </a:moveTo>
                <a:lnTo>
                  <a:pt x="5989637" y="1819275"/>
                </a:lnTo>
                <a:lnTo>
                  <a:pt x="5989637" y="1809750"/>
                </a:lnTo>
                <a:lnTo>
                  <a:pt x="6027737" y="1809750"/>
                </a:lnTo>
                <a:lnTo>
                  <a:pt x="6027737" y="1819275"/>
                </a:lnTo>
                <a:close/>
              </a:path>
              <a:path w="8074025" h="1819275">
                <a:moveTo>
                  <a:pt x="5961062" y="1819275"/>
                </a:moveTo>
                <a:lnTo>
                  <a:pt x="5951537" y="1819275"/>
                </a:lnTo>
                <a:lnTo>
                  <a:pt x="5951537" y="1809750"/>
                </a:lnTo>
                <a:lnTo>
                  <a:pt x="5961062" y="1809750"/>
                </a:lnTo>
                <a:lnTo>
                  <a:pt x="5961062" y="1819275"/>
                </a:lnTo>
                <a:close/>
              </a:path>
              <a:path w="8074025" h="1819275">
                <a:moveTo>
                  <a:pt x="5922962" y="1819275"/>
                </a:moveTo>
                <a:lnTo>
                  <a:pt x="5884862" y="1819275"/>
                </a:lnTo>
                <a:lnTo>
                  <a:pt x="5884862" y="1809750"/>
                </a:lnTo>
                <a:lnTo>
                  <a:pt x="5922962" y="1809750"/>
                </a:lnTo>
                <a:lnTo>
                  <a:pt x="5922962" y="1819275"/>
                </a:lnTo>
                <a:close/>
              </a:path>
              <a:path w="8074025" h="1819275">
                <a:moveTo>
                  <a:pt x="5856287" y="1819275"/>
                </a:moveTo>
                <a:lnTo>
                  <a:pt x="5846762" y="1819275"/>
                </a:lnTo>
                <a:lnTo>
                  <a:pt x="5846762" y="1809750"/>
                </a:lnTo>
                <a:lnTo>
                  <a:pt x="5856287" y="1809750"/>
                </a:lnTo>
                <a:lnTo>
                  <a:pt x="5856287" y="1819275"/>
                </a:lnTo>
                <a:close/>
              </a:path>
              <a:path w="8074025" h="1819275">
                <a:moveTo>
                  <a:pt x="5818187" y="1819275"/>
                </a:moveTo>
                <a:lnTo>
                  <a:pt x="5780087" y="1819275"/>
                </a:lnTo>
                <a:lnTo>
                  <a:pt x="5780087" y="1809750"/>
                </a:lnTo>
                <a:lnTo>
                  <a:pt x="5818187" y="1809750"/>
                </a:lnTo>
                <a:lnTo>
                  <a:pt x="5818187" y="1819275"/>
                </a:lnTo>
                <a:close/>
              </a:path>
              <a:path w="8074025" h="1819275">
                <a:moveTo>
                  <a:pt x="5751512" y="1819275"/>
                </a:moveTo>
                <a:lnTo>
                  <a:pt x="5741987" y="1819275"/>
                </a:lnTo>
                <a:lnTo>
                  <a:pt x="5741987" y="1809750"/>
                </a:lnTo>
                <a:lnTo>
                  <a:pt x="5751512" y="1809750"/>
                </a:lnTo>
                <a:lnTo>
                  <a:pt x="5751512" y="1819275"/>
                </a:lnTo>
                <a:close/>
              </a:path>
              <a:path w="8074025" h="1819275">
                <a:moveTo>
                  <a:pt x="5713412" y="1819275"/>
                </a:moveTo>
                <a:lnTo>
                  <a:pt x="5675312" y="1819275"/>
                </a:lnTo>
                <a:lnTo>
                  <a:pt x="5675312" y="1809750"/>
                </a:lnTo>
                <a:lnTo>
                  <a:pt x="5713412" y="1809750"/>
                </a:lnTo>
                <a:lnTo>
                  <a:pt x="5713412" y="1819275"/>
                </a:lnTo>
                <a:close/>
              </a:path>
              <a:path w="8074025" h="1819275">
                <a:moveTo>
                  <a:pt x="5646737" y="1819275"/>
                </a:moveTo>
                <a:lnTo>
                  <a:pt x="5637212" y="1819275"/>
                </a:lnTo>
                <a:lnTo>
                  <a:pt x="5637212" y="1809750"/>
                </a:lnTo>
                <a:lnTo>
                  <a:pt x="5646737" y="1809750"/>
                </a:lnTo>
                <a:lnTo>
                  <a:pt x="5646737" y="1819275"/>
                </a:lnTo>
                <a:close/>
              </a:path>
              <a:path w="8074025" h="1819275">
                <a:moveTo>
                  <a:pt x="5608637" y="1819275"/>
                </a:moveTo>
                <a:lnTo>
                  <a:pt x="5570537" y="1819275"/>
                </a:lnTo>
                <a:lnTo>
                  <a:pt x="5570537" y="1809750"/>
                </a:lnTo>
                <a:lnTo>
                  <a:pt x="5608637" y="1809750"/>
                </a:lnTo>
                <a:lnTo>
                  <a:pt x="5608637" y="1819275"/>
                </a:lnTo>
                <a:close/>
              </a:path>
              <a:path w="8074025" h="1819275">
                <a:moveTo>
                  <a:pt x="5541962" y="1819275"/>
                </a:moveTo>
                <a:lnTo>
                  <a:pt x="5532437" y="1819275"/>
                </a:lnTo>
                <a:lnTo>
                  <a:pt x="5532437" y="1809750"/>
                </a:lnTo>
                <a:lnTo>
                  <a:pt x="5541962" y="1809750"/>
                </a:lnTo>
                <a:lnTo>
                  <a:pt x="5541962" y="1819275"/>
                </a:lnTo>
                <a:close/>
              </a:path>
              <a:path w="8074025" h="1819275">
                <a:moveTo>
                  <a:pt x="5503862" y="1819275"/>
                </a:moveTo>
                <a:lnTo>
                  <a:pt x="5465762" y="1819275"/>
                </a:lnTo>
                <a:lnTo>
                  <a:pt x="5465762" y="1809750"/>
                </a:lnTo>
                <a:lnTo>
                  <a:pt x="5503862" y="1809750"/>
                </a:lnTo>
                <a:lnTo>
                  <a:pt x="5503862" y="1819275"/>
                </a:lnTo>
                <a:close/>
              </a:path>
              <a:path w="8074025" h="1819275">
                <a:moveTo>
                  <a:pt x="5437187" y="1819275"/>
                </a:moveTo>
                <a:lnTo>
                  <a:pt x="5427662" y="1819275"/>
                </a:lnTo>
                <a:lnTo>
                  <a:pt x="5427662" y="1809750"/>
                </a:lnTo>
                <a:lnTo>
                  <a:pt x="5437187" y="1809750"/>
                </a:lnTo>
                <a:lnTo>
                  <a:pt x="5437187" y="1819275"/>
                </a:lnTo>
                <a:close/>
              </a:path>
              <a:path w="8074025" h="1819275">
                <a:moveTo>
                  <a:pt x="5399087" y="1819275"/>
                </a:moveTo>
                <a:lnTo>
                  <a:pt x="5360987" y="1819275"/>
                </a:lnTo>
                <a:lnTo>
                  <a:pt x="5360987" y="1809750"/>
                </a:lnTo>
                <a:lnTo>
                  <a:pt x="5399087" y="1809750"/>
                </a:lnTo>
                <a:lnTo>
                  <a:pt x="5399087" y="1819275"/>
                </a:lnTo>
                <a:close/>
              </a:path>
              <a:path w="8074025" h="1819275">
                <a:moveTo>
                  <a:pt x="5332412" y="1819275"/>
                </a:moveTo>
                <a:lnTo>
                  <a:pt x="5322887" y="1819275"/>
                </a:lnTo>
                <a:lnTo>
                  <a:pt x="5322887" y="1809750"/>
                </a:lnTo>
                <a:lnTo>
                  <a:pt x="5332412" y="1809750"/>
                </a:lnTo>
                <a:lnTo>
                  <a:pt x="5332412" y="1819275"/>
                </a:lnTo>
                <a:close/>
              </a:path>
              <a:path w="8074025" h="1819275">
                <a:moveTo>
                  <a:pt x="5294312" y="1819275"/>
                </a:moveTo>
                <a:lnTo>
                  <a:pt x="5256212" y="1819275"/>
                </a:lnTo>
                <a:lnTo>
                  <a:pt x="5256212" y="1809750"/>
                </a:lnTo>
                <a:lnTo>
                  <a:pt x="5294312" y="1809750"/>
                </a:lnTo>
                <a:lnTo>
                  <a:pt x="5294312" y="1819275"/>
                </a:lnTo>
                <a:close/>
              </a:path>
              <a:path w="8074025" h="1819275">
                <a:moveTo>
                  <a:pt x="5227637" y="1819275"/>
                </a:moveTo>
                <a:lnTo>
                  <a:pt x="5218112" y="1819275"/>
                </a:lnTo>
                <a:lnTo>
                  <a:pt x="5218112" y="1809750"/>
                </a:lnTo>
                <a:lnTo>
                  <a:pt x="5227637" y="1809750"/>
                </a:lnTo>
                <a:lnTo>
                  <a:pt x="5227637" y="1819275"/>
                </a:lnTo>
                <a:close/>
              </a:path>
              <a:path w="8074025" h="1819275">
                <a:moveTo>
                  <a:pt x="5189537" y="1819275"/>
                </a:moveTo>
                <a:lnTo>
                  <a:pt x="5151437" y="1819275"/>
                </a:lnTo>
                <a:lnTo>
                  <a:pt x="5151437" y="1809750"/>
                </a:lnTo>
                <a:lnTo>
                  <a:pt x="5189537" y="1809750"/>
                </a:lnTo>
                <a:lnTo>
                  <a:pt x="5189537" y="1819275"/>
                </a:lnTo>
                <a:close/>
              </a:path>
              <a:path w="8074025" h="1819275">
                <a:moveTo>
                  <a:pt x="5122862" y="1819275"/>
                </a:moveTo>
                <a:lnTo>
                  <a:pt x="5113337" y="1819275"/>
                </a:lnTo>
                <a:lnTo>
                  <a:pt x="5113337" y="1809750"/>
                </a:lnTo>
                <a:lnTo>
                  <a:pt x="5122862" y="1809750"/>
                </a:lnTo>
                <a:lnTo>
                  <a:pt x="5122862" y="1819275"/>
                </a:lnTo>
                <a:close/>
              </a:path>
              <a:path w="8074025" h="1819275">
                <a:moveTo>
                  <a:pt x="5084762" y="1819275"/>
                </a:moveTo>
                <a:lnTo>
                  <a:pt x="5046662" y="1819275"/>
                </a:lnTo>
                <a:lnTo>
                  <a:pt x="5046662" y="1809750"/>
                </a:lnTo>
                <a:lnTo>
                  <a:pt x="5084762" y="1809750"/>
                </a:lnTo>
                <a:lnTo>
                  <a:pt x="5084762" y="1819275"/>
                </a:lnTo>
                <a:close/>
              </a:path>
              <a:path w="8074025" h="1819275">
                <a:moveTo>
                  <a:pt x="5018087" y="1819275"/>
                </a:moveTo>
                <a:lnTo>
                  <a:pt x="5008562" y="1819275"/>
                </a:lnTo>
                <a:lnTo>
                  <a:pt x="5008562" y="1809750"/>
                </a:lnTo>
                <a:lnTo>
                  <a:pt x="5018087" y="1809750"/>
                </a:lnTo>
                <a:lnTo>
                  <a:pt x="5018087" y="1819275"/>
                </a:lnTo>
                <a:close/>
              </a:path>
              <a:path w="8074025" h="1819275">
                <a:moveTo>
                  <a:pt x="4979987" y="1819275"/>
                </a:moveTo>
                <a:lnTo>
                  <a:pt x="4941887" y="1819275"/>
                </a:lnTo>
                <a:lnTo>
                  <a:pt x="4941887" y="1809750"/>
                </a:lnTo>
                <a:lnTo>
                  <a:pt x="4979987" y="1809750"/>
                </a:lnTo>
                <a:lnTo>
                  <a:pt x="4979987" y="1819275"/>
                </a:lnTo>
                <a:close/>
              </a:path>
              <a:path w="8074025" h="1819275">
                <a:moveTo>
                  <a:pt x="4913312" y="1819275"/>
                </a:moveTo>
                <a:lnTo>
                  <a:pt x="4903787" y="1819275"/>
                </a:lnTo>
                <a:lnTo>
                  <a:pt x="4903787" y="1809750"/>
                </a:lnTo>
                <a:lnTo>
                  <a:pt x="4913312" y="1809750"/>
                </a:lnTo>
                <a:lnTo>
                  <a:pt x="4913312" y="1819275"/>
                </a:lnTo>
                <a:close/>
              </a:path>
              <a:path w="8074025" h="1819275">
                <a:moveTo>
                  <a:pt x="4875212" y="1819275"/>
                </a:moveTo>
                <a:lnTo>
                  <a:pt x="4837112" y="1819275"/>
                </a:lnTo>
                <a:lnTo>
                  <a:pt x="4837112" y="1809750"/>
                </a:lnTo>
                <a:lnTo>
                  <a:pt x="4875212" y="1809750"/>
                </a:lnTo>
                <a:lnTo>
                  <a:pt x="4875212" y="1819275"/>
                </a:lnTo>
                <a:close/>
              </a:path>
              <a:path w="8074025" h="1819275">
                <a:moveTo>
                  <a:pt x="4808537" y="1819275"/>
                </a:moveTo>
                <a:lnTo>
                  <a:pt x="4799012" y="1819275"/>
                </a:lnTo>
                <a:lnTo>
                  <a:pt x="4799012" y="1809750"/>
                </a:lnTo>
                <a:lnTo>
                  <a:pt x="4808537" y="1809750"/>
                </a:lnTo>
                <a:lnTo>
                  <a:pt x="4808537" y="1819275"/>
                </a:lnTo>
                <a:close/>
              </a:path>
              <a:path w="8074025" h="1819275">
                <a:moveTo>
                  <a:pt x="4770437" y="1819275"/>
                </a:moveTo>
                <a:lnTo>
                  <a:pt x="4732337" y="1819275"/>
                </a:lnTo>
                <a:lnTo>
                  <a:pt x="4732337" y="1809750"/>
                </a:lnTo>
                <a:lnTo>
                  <a:pt x="4770437" y="1809750"/>
                </a:lnTo>
                <a:lnTo>
                  <a:pt x="4770437" y="1819275"/>
                </a:lnTo>
                <a:close/>
              </a:path>
              <a:path w="8074025" h="1819275">
                <a:moveTo>
                  <a:pt x="4703762" y="1819275"/>
                </a:moveTo>
                <a:lnTo>
                  <a:pt x="4694237" y="1819275"/>
                </a:lnTo>
                <a:lnTo>
                  <a:pt x="4694237" y="1809750"/>
                </a:lnTo>
                <a:lnTo>
                  <a:pt x="4703762" y="1809750"/>
                </a:lnTo>
                <a:lnTo>
                  <a:pt x="4703762" y="1819275"/>
                </a:lnTo>
                <a:close/>
              </a:path>
              <a:path w="8074025" h="1819275">
                <a:moveTo>
                  <a:pt x="4665662" y="1819275"/>
                </a:moveTo>
                <a:lnTo>
                  <a:pt x="4627562" y="1819275"/>
                </a:lnTo>
                <a:lnTo>
                  <a:pt x="4627562" y="1809750"/>
                </a:lnTo>
                <a:lnTo>
                  <a:pt x="4665662" y="1809750"/>
                </a:lnTo>
                <a:lnTo>
                  <a:pt x="4665662" y="1819275"/>
                </a:lnTo>
                <a:close/>
              </a:path>
              <a:path w="8074025" h="1819275">
                <a:moveTo>
                  <a:pt x="4598987" y="1819275"/>
                </a:moveTo>
                <a:lnTo>
                  <a:pt x="4589462" y="1819275"/>
                </a:lnTo>
                <a:lnTo>
                  <a:pt x="4589462" y="1809750"/>
                </a:lnTo>
                <a:lnTo>
                  <a:pt x="4598987" y="1809750"/>
                </a:lnTo>
                <a:lnTo>
                  <a:pt x="4598987" y="1819275"/>
                </a:lnTo>
                <a:close/>
              </a:path>
              <a:path w="8074025" h="1819275">
                <a:moveTo>
                  <a:pt x="4560887" y="1819275"/>
                </a:moveTo>
                <a:lnTo>
                  <a:pt x="4522787" y="1819275"/>
                </a:lnTo>
                <a:lnTo>
                  <a:pt x="4522787" y="1809750"/>
                </a:lnTo>
                <a:lnTo>
                  <a:pt x="4560887" y="1809750"/>
                </a:lnTo>
                <a:lnTo>
                  <a:pt x="4560887" y="1819275"/>
                </a:lnTo>
                <a:close/>
              </a:path>
              <a:path w="8074025" h="1819275">
                <a:moveTo>
                  <a:pt x="4494212" y="1819275"/>
                </a:moveTo>
                <a:lnTo>
                  <a:pt x="4484687" y="1819275"/>
                </a:lnTo>
                <a:lnTo>
                  <a:pt x="4484687" y="1809750"/>
                </a:lnTo>
                <a:lnTo>
                  <a:pt x="4494212" y="1809750"/>
                </a:lnTo>
                <a:lnTo>
                  <a:pt x="4494212" y="1819275"/>
                </a:lnTo>
                <a:close/>
              </a:path>
              <a:path w="8074025" h="1819275">
                <a:moveTo>
                  <a:pt x="4456112" y="1819275"/>
                </a:moveTo>
                <a:lnTo>
                  <a:pt x="4418012" y="1819275"/>
                </a:lnTo>
                <a:lnTo>
                  <a:pt x="4418012" y="1809750"/>
                </a:lnTo>
                <a:lnTo>
                  <a:pt x="4456112" y="1809750"/>
                </a:lnTo>
                <a:lnTo>
                  <a:pt x="4456112" y="1819275"/>
                </a:lnTo>
                <a:close/>
              </a:path>
              <a:path w="8074025" h="1819275">
                <a:moveTo>
                  <a:pt x="4389437" y="1819275"/>
                </a:moveTo>
                <a:lnTo>
                  <a:pt x="4379912" y="1819275"/>
                </a:lnTo>
                <a:lnTo>
                  <a:pt x="4379912" y="1809750"/>
                </a:lnTo>
                <a:lnTo>
                  <a:pt x="4389437" y="1809750"/>
                </a:lnTo>
                <a:lnTo>
                  <a:pt x="4389437" y="1819275"/>
                </a:lnTo>
                <a:close/>
              </a:path>
              <a:path w="8074025" h="1819275">
                <a:moveTo>
                  <a:pt x="4351337" y="1819275"/>
                </a:moveTo>
                <a:lnTo>
                  <a:pt x="4313237" y="1819275"/>
                </a:lnTo>
                <a:lnTo>
                  <a:pt x="4313237" y="1809750"/>
                </a:lnTo>
                <a:lnTo>
                  <a:pt x="4351337" y="1809750"/>
                </a:lnTo>
                <a:lnTo>
                  <a:pt x="4351337" y="1819275"/>
                </a:lnTo>
                <a:close/>
              </a:path>
              <a:path w="8074025" h="1819275">
                <a:moveTo>
                  <a:pt x="4284662" y="1819275"/>
                </a:moveTo>
                <a:lnTo>
                  <a:pt x="4275137" y="1819275"/>
                </a:lnTo>
                <a:lnTo>
                  <a:pt x="4275137" y="1809750"/>
                </a:lnTo>
                <a:lnTo>
                  <a:pt x="4284662" y="1809750"/>
                </a:lnTo>
                <a:lnTo>
                  <a:pt x="4284662" y="1819275"/>
                </a:lnTo>
                <a:close/>
              </a:path>
              <a:path w="8074025" h="1819275">
                <a:moveTo>
                  <a:pt x="4246562" y="1819275"/>
                </a:moveTo>
                <a:lnTo>
                  <a:pt x="4208462" y="1819275"/>
                </a:lnTo>
                <a:lnTo>
                  <a:pt x="4208462" y="1809750"/>
                </a:lnTo>
                <a:lnTo>
                  <a:pt x="4246562" y="1809750"/>
                </a:lnTo>
                <a:lnTo>
                  <a:pt x="4246562" y="1819275"/>
                </a:lnTo>
                <a:close/>
              </a:path>
              <a:path w="8074025" h="1819275">
                <a:moveTo>
                  <a:pt x="4179887" y="1819275"/>
                </a:moveTo>
                <a:lnTo>
                  <a:pt x="4170362" y="1819275"/>
                </a:lnTo>
                <a:lnTo>
                  <a:pt x="4170362" y="1809750"/>
                </a:lnTo>
                <a:lnTo>
                  <a:pt x="4179887" y="1809750"/>
                </a:lnTo>
                <a:lnTo>
                  <a:pt x="4179887" y="1819275"/>
                </a:lnTo>
                <a:close/>
              </a:path>
              <a:path w="8074025" h="1819275">
                <a:moveTo>
                  <a:pt x="4141787" y="1819275"/>
                </a:moveTo>
                <a:lnTo>
                  <a:pt x="4103687" y="1819275"/>
                </a:lnTo>
                <a:lnTo>
                  <a:pt x="4103687" y="1809750"/>
                </a:lnTo>
                <a:lnTo>
                  <a:pt x="4141787" y="1809750"/>
                </a:lnTo>
                <a:lnTo>
                  <a:pt x="4141787" y="1819275"/>
                </a:lnTo>
                <a:close/>
              </a:path>
              <a:path w="8074025" h="1819275">
                <a:moveTo>
                  <a:pt x="4075112" y="1819275"/>
                </a:moveTo>
                <a:lnTo>
                  <a:pt x="4065587" y="1819275"/>
                </a:lnTo>
                <a:lnTo>
                  <a:pt x="4065587" y="1809750"/>
                </a:lnTo>
                <a:lnTo>
                  <a:pt x="4075112" y="1809750"/>
                </a:lnTo>
                <a:lnTo>
                  <a:pt x="4075112" y="1819275"/>
                </a:lnTo>
                <a:close/>
              </a:path>
              <a:path w="8074025" h="1819275">
                <a:moveTo>
                  <a:pt x="4037012" y="1819275"/>
                </a:moveTo>
                <a:lnTo>
                  <a:pt x="3998912" y="1819275"/>
                </a:lnTo>
                <a:lnTo>
                  <a:pt x="3998912" y="1809750"/>
                </a:lnTo>
                <a:lnTo>
                  <a:pt x="4037012" y="1809750"/>
                </a:lnTo>
                <a:lnTo>
                  <a:pt x="4037012" y="1819275"/>
                </a:lnTo>
                <a:close/>
              </a:path>
              <a:path w="8074025" h="1819275">
                <a:moveTo>
                  <a:pt x="3970337" y="1819275"/>
                </a:moveTo>
                <a:lnTo>
                  <a:pt x="3960812" y="1819275"/>
                </a:lnTo>
                <a:lnTo>
                  <a:pt x="3960812" y="1809750"/>
                </a:lnTo>
                <a:lnTo>
                  <a:pt x="3970337" y="1809750"/>
                </a:lnTo>
                <a:lnTo>
                  <a:pt x="3970337" y="1819275"/>
                </a:lnTo>
                <a:close/>
              </a:path>
              <a:path w="8074025" h="1819275">
                <a:moveTo>
                  <a:pt x="3932237" y="1819275"/>
                </a:moveTo>
                <a:lnTo>
                  <a:pt x="3894137" y="1819275"/>
                </a:lnTo>
                <a:lnTo>
                  <a:pt x="3894137" y="1809750"/>
                </a:lnTo>
                <a:lnTo>
                  <a:pt x="3932237" y="1809750"/>
                </a:lnTo>
                <a:lnTo>
                  <a:pt x="3932237" y="1819275"/>
                </a:lnTo>
                <a:close/>
              </a:path>
              <a:path w="8074025" h="1819275">
                <a:moveTo>
                  <a:pt x="3865562" y="1819275"/>
                </a:moveTo>
                <a:lnTo>
                  <a:pt x="3856037" y="1819275"/>
                </a:lnTo>
                <a:lnTo>
                  <a:pt x="3856037" y="1809750"/>
                </a:lnTo>
                <a:lnTo>
                  <a:pt x="3865562" y="1809750"/>
                </a:lnTo>
                <a:lnTo>
                  <a:pt x="3865562" y="1819275"/>
                </a:lnTo>
                <a:close/>
              </a:path>
              <a:path w="8074025" h="1819275">
                <a:moveTo>
                  <a:pt x="3827462" y="1819275"/>
                </a:moveTo>
                <a:lnTo>
                  <a:pt x="3789362" y="1819275"/>
                </a:lnTo>
                <a:lnTo>
                  <a:pt x="3789362" y="1809750"/>
                </a:lnTo>
                <a:lnTo>
                  <a:pt x="3827462" y="1809750"/>
                </a:lnTo>
                <a:lnTo>
                  <a:pt x="3827462" y="1819275"/>
                </a:lnTo>
                <a:close/>
              </a:path>
              <a:path w="8074025" h="1819275">
                <a:moveTo>
                  <a:pt x="3760787" y="1819275"/>
                </a:moveTo>
                <a:lnTo>
                  <a:pt x="3751262" y="1819275"/>
                </a:lnTo>
                <a:lnTo>
                  <a:pt x="3751262" y="1809750"/>
                </a:lnTo>
                <a:lnTo>
                  <a:pt x="3760787" y="1809750"/>
                </a:lnTo>
                <a:lnTo>
                  <a:pt x="3760787" y="1819275"/>
                </a:lnTo>
                <a:close/>
              </a:path>
              <a:path w="8074025" h="1819275">
                <a:moveTo>
                  <a:pt x="3722687" y="1819275"/>
                </a:moveTo>
                <a:lnTo>
                  <a:pt x="3684587" y="1819275"/>
                </a:lnTo>
                <a:lnTo>
                  <a:pt x="3684587" y="1809750"/>
                </a:lnTo>
                <a:lnTo>
                  <a:pt x="3722687" y="1809750"/>
                </a:lnTo>
                <a:lnTo>
                  <a:pt x="3722687" y="1819275"/>
                </a:lnTo>
                <a:close/>
              </a:path>
              <a:path w="8074025" h="1819275">
                <a:moveTo>
                  <a:pt x="3656012" y="1819275"/>
                </a:moveTo>
                <a:lnTo>
                  <a:pt x="3646487" y="1819275"/>
                </a:lnTo>
                <a:lnTo>
                  <a:pt x="3646487" y="1809750"/>
                </a:lnTo>
                <a:lnTo>
                  <a:pt x="3656012" y="1809750"/>
                </a:lnTo>
                <a:lnTo>
                  <a:pt x="3656012" y="1819275"/>
                </a:lnTo>
                <a:close/>
              </a:path>
              <a:path w="8074025" h="1819275">
                <a:moveTo>
                  <a:pt x="3617912" y="1819275"/>
                </a:moveTo>
                <a:lnTo>
                  <a:pt x="3579812" y="1819275"/>
                </a:lnTo>
                <a:lnTo>
                  <a:pt x="3579812" y="1809750"/>
                </a:lnTo>
                <a:lnTo>
                  <a:pt x="3617912" y="1809750"/>
                </a:lnTo>
                <a:lnTo>
                  <a:pt x="3617912" y="1819275"/>
                </a:lnTo>
                <a:close/>
              </a:path>
              <a:path w="8074025" h="1819275">
                <a:moveTo>
                  <a:pt x="3551237" y="1819275"/>
                </a:moveTo>
                <a:lnTo>
                  <a:pt x="3541712" y="1819275"/>
                </a:lnTo>
                <a:lnTo>
                  <a:pt x="3541712" y="1809750"/>
                </a:lnTo>
                <a:lnTo>
                  <a:pt x="3551237" y="1809750"/>
                </a:lnTo>
                <a:lnTo>
                  <a:pt x="3551237" y="1819275"/>
                </a:lnTo>
                <a:close/>
              </a:path>
              <a:path w="8074025" h="1819275">
                <a:moveTo>
                  <a:pt x="3513137" y="1819275"/>
                </a:moveTo>
                <a:lnTo>
                  <a:pt x="3475037" y="1819275"/>
                </a:lnTo>
                <a:lnTo>
                  <a:pt x="3475037" y="1809750"/>
                </a:lnTo>
                <a:lnTo>
                  <a:pt x="3513137" y="1809750"/>
                </a:lnTo>
                <a:lnTo>
                  <a:pt x="3513137" y="1819275"/>
                </a:lnTo>
                <a:close/>
              </a:path>
              <a:path w="8074025" h="1819275">
                <a:moveTo>
                  <a:pt x="3446462" y="1819275"/>
                </a:moveTo>
                <a:lnTo>
                  <a:pt x="3436937" y="1819275"/>
                </a:lnTo>
                <a:lnTo>
                  <a:pt x="3436937" y="1809750"/>
                </a:lnTo>
                <a:lnTo>
                  <a:pt x="3446462" y="1809750"/>
                </a:lnTo>
                <a:lnTo>
                  <a:pt x="3446462" y="1819275"/>
                </a:lnTo>
                <a:close/>
              </a:path>
              <a:path w="8074025" h="1819275">
                <a:moveTo>
                  <a:pt x="3408362" y="1819275"/>
                </a:moveTo>
                <a:lnTo>
                  <a:pt x="3370262" y="1819275"/>
                </a:lnTo>
                <a:lnTo>
                  <a:pt x="3370262" y="1809750"/>
                </a:lnTo>
                <a:lnTo>
                  <a:pt x="3408362" y="1809750"/>
                </a:lnTo>
                <a:lnTo>
                  <a:pt x="3408362" y="1819275"/>
                </a:lnTo>
                <a:close/>
              </a:path>
              <a:path w="8074025" h="1819275">
                <a:moveTo>
                  <a:pt x="3341687" y="1819275"/>
                </a:moveTo>
                <a:lnTo>
                  <a:pt x="3332162" y="1819275"/>
                </a:lnTo>
                <a:lnTo>
                  <a:pt x="3332162" y="1809750"/>
                </a:lnTo>
                <a:lnTo>
                  <a:pt x="3341687" y="1809750"/>
                </a:lnTo>
                <a:lnTo>
                  <a:pt x="3341687" y="1819275"/>
                </a:lnTo>
                <a:close/>
              </a:path>
              <a:path w="8074025" h="1819275">
                <a:moveTo>
                  <a:pt x="3303587" y="1819275"/>
                </a:moveTo>
                <a:lnTo>
                  <a:pt x="3265487" y="1819275"/>
                </a:lnTo>
                <a:lnTo>
                  <a:pt x="3265487" y="1809750"/>
                </a:lnTo>
                <a:lnTo>
                  <a:pt x="3303587" y="1809750"/>
                </a:lnTo>
                <a:lnTo>
                  <a:pt x="3303587" y="1819275"/>
                </a:lnTo>
                <a:close/>
              </a:path>
              <a:path w="8074025" h="1819275">
                <a:moveTo>
                  <a:pt x="3236912" y="1819275"/>
                </a:moveTo>
                <a:lnTo>
                  <a:pt x="3227387" y="1819275"/>
                </a:lnTo>
                <a:lnTo>
                  <a:pt x="3227387" y="1809750"/>
                </a:lnTo>
                <a:lnTo>
                  <a:pt x="3236912" y="1809750"/>
                </a:lnTo>
                <a:lnTo>
                  <a:pt x="3236912" y="1819275"/>
                </a:lnTo>
                <a:close/>
              </a:path>
              <a:path w="8074025" h="1819275">
                <a:moveTo>
                  <a:pt x="3198812" y="1819275"/>
                </a:moveTo>
                <a:lnTo>
                  <a:pt x="3160712" y="1819275"/>
                </a:lnTo>
                <a:lnTo>
                  <a:pt x="3160712" y="1809750"/>
                </a:lnTo>
                <a:lnTo>
                  <a:pt x="3198812" y="1809750"/>
                </a:lnTo>
                <a:lnTo>
                  <a:pt x="3198812" y="1819275"/>
                </a:lnTo>
                <a:close/>
              </a:path>
              <a:path w="8074025" h="1819275">
                <a:moveTo>
                  <a:pt x="3132137" y="1819275"/>
                </a:moveTo>
                <a:lnTo>
                  <a:pt x="3122612" y="1819275"/>
                </a:lnTo>
                <a:lnTo>
                  <a:pt x="3122612" y="1809750"/>
                </a:lnTo>
                <a:lnTo>
                  <a:pt x="3132137" y="1809750"/>
                </a:lnTo>
                <a:lnTo>
                  <a:pt x="3132137" y="1819275"/>
                </a:lnTo>
                <a:close/>
              </a:path>
              <a:path w="8074025" h="1819275">
                <a:moveTo>
                  <a:pt x="3094037" y="1819275"/>
                </a:moveTo>
                <a:lnTo>
                  <a:pt x="3055937" y="1819275"/>
                </a:lnTo>
                <a:lnTo>
                  <a:pt x="3055937" y="1809750"/>
                </a:lnTo>
                <a:lnTo>
                  <a:pt x="3094037" y="1809750"/>
                </a:lnTo>
                <a:lnTo>
                  <a:pt x="3094037" y="1819275"/>
                </a:lnTo>
                <a:close/>
              </a:path>
              <a:path w="8074025" h="1819275">
                <a:moveTo>
                  <a:pt x="3027362" y="1819275"/>
                </a:moveTo>
                <a:lnTo>
                  <a:pt x="3017837" y="1819275"/>
                </a:lnTo>
                <a:lnTo>
                  <a:pt x="3017837" y="1809750"/>
                </a:lnTo>
                <a:lnTo>
                  <a:pt x="3027362" y="1809750"/>
                </a:lnTo>
                <a:lnTo>
                  <a:pt x="3027362" y="1819275"/>
                </a:lnTo>
                <a:close/>
              </a:path>
              <a:path w="8074025" h="1819275">
                <a:moveTo>
                  <a:pt x="2989262" y="1819275"/>
                </a:moveTo>
                <a:lnTo>
                  <a:pt x="2951162" y="1819275"/>
                </a:lnTo>
                <a:lnTo>
                  <a:pt x="2951162" y="1809750"/>
                </a:lnTo>
                <a:lnTo>
                  <a:pt x="2989262" y="1809750"/>
                </a:lnTo>
                <a:lnTo>
                  <a:pt x="2989262" y="1819275"/>
                </a:lnTo>
                <a:close/>
              </a:path>
              <a:path w="8074025" h="1819275">
                <a:moveTo>
                  <a:pt x="2922587" y="1819275"/>
                </a:moveTo>
                <a:lnTo>
                  <a:pt x="2913062" y="1819275"/>
                </a:lnTo>
                <a:lnTo>
                  <a:pt x="2913062" y="1809750"/>
                </a:lnTo>
                <a:lnTo>
                  <a:pt x="2922587" y="1809750"/>
                </a:lnTo>
                <a:lnTo>
                  <a:pt x="2922587" y="1819275"/>
                </a:lnTo>
                <a:close/>
              </a:path>
              <a:path w="8074025" h="1819275">
                <a:moveTo>
                  <a:pt x="2884487" y="1819275"/>
                </a:moveTo>
                <a:lnTo>
                  <a:pt x="2846387" y="1819275"/>
                </a:lnTo>
                <a:lnTo>
                  <a:pt x="2846387" y="1809750"/>
                </a:lnTo>
                <a:lnTo>
                  <a:pt x="2884487" y="1809750"/>
                </a:lnTo>
                <a:lnTo>
                  <a:pt x="2884487" y="1819275"/>
                </a:lnTo>
                <a:close/>
              </a:path>
              <a:path w="8074025" h="1819275">
                <a:moveTo>
                  <a:pt x="2817812" y="1819275"/>
                </a:moveTo>
                <a:lnTo>
                  <a:pt x="2808287" y="1819275"/>
                </a:lnTo>
                <a:lnTo>
                  <a:pt x="2808287" y="1809750"/>
                </a:lnTo>
                <a:lnTo>
                  <a:pt x="2817812" y="1809750"/>
                </a:lnTo>
                <a:lnTo>
                  <a:pt x="2817812" y="1819275"/>
                </a:lnTo>
                <a:close/>
              </a:path>
              <a:path w="8074025" h="1819275">
                <a:moveTo>
                  <a:pt x="2779712" y="1819275"/>
                </a:moveTo>
                <a:lnTo>
                  <a:pt x="2741612" y="1819275"/>
                </a:lnTo>
                <a:lnTo>
                  <a:pt x="2741612" y="1809750"/>
                </a:lnTo>
                <a:lnTo>
                  <a:pt x="2779712" y="1809750"/>
                </a:lnTo>
                <a:lnTo>
                  <a:pt x="2779712" y="1819275"/>
                </a:lnTo>
                <a:close/>
              </a:path>
              <a:path w="8074025" h="1819275">
                <a:moveTo>
                  <a:pt x="2713037" y="1819275"/>
                </a:moveTo>
                <a:lnTo>
                  <a:pt x="2703512" y="1819275"/>
                </a:lnTo>
                <a:lnTo>
                  <a:pt x="2703512" y="1809750"/>
                </a:lnTo>
                <a:lnTo>
                  <a:pt x="2713037" y="1809750"/>
                </a:lnTo>
                <a:lnTo>
                  <a:pt x="2713037" y="1819275"/>
                </a:lnTo>
                <a:close/>
              </a:path>
              <a:path w="8074025" h="1819275">
                <a:moveTo>
                  <a:pt x="2674937" y="1819275"/>
                </a:moveTo>
                <a:lnTo>
                  <a:pt x="2636837" y="1819275"/>
                </a:lnTo>
                <a:lnTo>
                  <a:pt x="2636837" y="1809750"/>
                </a:lnTo>
                <a:lnTo>
                  <a:pt x="2674937" y="1809750"/>
                </a:lnTo>
                <a:lnTo>
                  <a:pt x="2674937" y="1819275"/>
                </a:lnTo>
                <a:close/>
              </a:path>
              <a:path w="8074025" h="1819275">
                <a:moveTo>
                  <a:pt x="2608262" y="1819275"/>
                </a:moveTo>
                <a:lnTo>
                  <a:pt x="2598737" y="1819275"/>
                </a:lnTo>
                <a:lnTo>
                  <a:pt x="2598737" y="1809750"/>
                </a:lnTo>
                <a:lnTo>
                  <a:pt x="2608262" y="1809750"/>
                </a:lnTo>
                <a:lnTo>
                  <a:pt x="2608262" y="1819275"/>
                </a:lnTo>
                <a:close/>
              </a:path>
              <a:path w="8074025" h="1819275">
                <a:moveTo>
                  <a:pt x="2570162" y="1819275"/>
                </a:moveTo>
                <a:lnTo>
                  <a:pt x="2532062" y="1819275"/>
                </a:lnTo>
                <a:lnTo>
                  <a:pt x="2532062" y="1809750"/>
                </a:lnTo>
                <a:lnTo>
                  <a:pt x="2570162" y="1809750"/>
                </a:lnTo>
                <a:lnTo>
                  <a:pt x="2570162" y="1819275"/>
                </a:lnTo>
                <a:close/>
              </a:path>
              <a:path w="8074025" h="1819275">
                <a:moveTo>
                  <a:pt x="2503487" y="1819275"/>
                </a:moveTo>
                <a:lnTo>
                  <a:pt x="2493962" y="1819275"/>
                </a:lnTo>
                <a:lnTo>
                  <a:pt x="2493962" y="1809750"/>
                </a:lnTo>
                <a:lnTo>
                  <a:pt x="2503487" y="1809750"/>
                </a:lnTo>
                <a:lnTo>
                  <a:pt x="2503487" y="1819275"/>
                </a:lnTo>
                <a:close/>
              </a:path>
              <a:path w="8074025" h="1819275">
                <a:moveTo>
                  <a:pt x="2465387" y="1819275"/>
                </a:moveTo>
                <a:lnTo>
                  <a:pt x="2427287" y="1819275"/>
                </a:lnTo>
                <a:lnTo>
                  <a:pt x="2427287" y="1809750"/>
                </a:lnTo>
                <a:lnTo>
                  <a:pt x="2465387" y="1809750"/>
                </a:lnTo>
                <a:lnTo>
                  <a:pt x="2465387" y="1819275"/>
                </a:lnTo>
                <a:close/>
              </a:path>
              <a:path w="8074025" h="1819275">
                <a:moveTo>
                  <a:pt x="2398712" y="1819275"/>
                </a:moveTo>
                <a:lnTo>
                  <a:pt x="2389187" y="1819275"/>
                </a:lnTo>
                <a:lnTo>
                  <a:pt x="2389187" y="1809750"/>
                </a:lnTo>
                <a:lnTo>
                  <a:pt x="2398712" y="1809750"/>
                </a:lnTo>
                <a:lnTo>
                  <a:pt x="2398712" y="1819275"/>
                </a:lnTo>
                <a:close/>
              </a:path>
              <a:path w="8074025" h="1819275">
                <a:moveTo>
                  <a:pt x="2360612" y="1819275"/>
                </a:moveTo>
                <a:lnTo>
                  <a:pt x="2322512" y="1819275"/>
                </a:lnTo>
                <a:lnTo>
                  <a:pt x="2322512" y="1809750"/>
                </a:lnTo>
                <a:lnTo>
                  <a:pt x="2360612" y="1809750"/>
                </a:lnTo>
                <a:lnTo>
                  <a:pt x="2360612" y="1819275"/>
                </a:lnTo>
                <a:close/>
              </a:path>
              <a:path w="8074025" h="1819275">
                <a:moveTo>
                  <a:pt x="2293937" y="1819275"/>
                </a:moveTo>
                <a:lnTo>
                  <a:pt x="2284412" y="1819275"/>
                </a:lnTo>
                <a:lnTo>
                  <a:pt x="2284412" y="1809750"/>
                </a:lnTo>
                <a:lnTo>
                  <a:pt x="2293937" y="1809750"/>
                </a:lnTo>
                <a:lnTo>
                  <a:pt x="2293937" y="1819275"/>
                </a:lnTo>
                <a:close/>
              </a:path>
              <a:path w="8074025" h="1819275">
                <a:moveTo>
                  <a:pt x="2255837" y="1819275"/>
                </a:moveTo>
                <a:lnTo>
                  <a:pt x="2217737" y="1819275"/>
                </a:lnTo>
                <a:lnTo>
                  <a:pt x="2217737" y="1809750"/>
                </a:lnTo>
                <a:lnTo>
                  <a:pt x="2255837" y="1809750"/>
                </a:lnTo>
                <a:lnTo>
                  <a:pt x="2255837" y="1819275"/>
                </a:lnTo>
                <a:close/>
              </a:path>
              <a:path w="8074025" h="1819275">
                <a:moveTo>
                  <a:pt x="2189162" y="1819275"/>
                </a:moveTo>
                <a:lnTo>
                  <a:pt x="2179637" y="1819275"/>
                </a:lnTo>
                <a:lnTo>
                  <a:pt x="2179637" y="1809750"/>
                </a:lnTo>
                <a:lnTo>
                  <a:pt x="2189162" y="1809750"/>
                </a:lnTo>
                <a:lnTo>
                  <a:pt x="2189162" y="1819275"/>
                </a:lnTo>
                <a:close/>
              </a:path>
              <a:path w="8074025" h="1819275">
                <a:moveTo>
                  <a:pt x="2151062" y="1819275"/>
                </a:moveTo>
                <a:lnTo>
                  <a:pt x="2112962" y="1819275"/>
                </a:lnTo>
                <a:lnTo>
                  <a:pt x="2112962" y="1809750"/>
                </a:lnTo>
                <a:lnTo>
                  <a:pt x="2151062" y="1809750"/>
                </a:lnTo>
                <a:lnTo>
                  <a:pt x="2151062" y="1819275"/>
                </a:lnTo>
                <a:close/>
              </a:path>
              <a:path w="8074025" h="1819275">
                <a:moveTo>
                  <a:pt x="2084387" y="1819275"/>
                </a:moveTo>
                <a:lnTo>
                  <a:pt x="2074862" y="1819275"/>
                </a:lnTo>
                <a:lnTo>
                  <a:pt x="2074862" y="1809750"/>
                </a:lnTo>
                <a:lnTo>
                  <a:pt x="2084387" y="1809750"/>
                </a:lnTo>
                <a:lnTo>
                  <a:pt x="2084387" y="1819275"/>
                </a:lnTo>
                <a:close/>
              </a:path>
              <a:path w="8074025" h="1819275">
                <a:moveTo>
                  <a:pt x="2046287" y="1819275"/>
                </a:moveTo>
                <a:lnTo>
                  <a:pt x="2008187" y="1819275"/>
                </a:lnTo>
                <a:lnTo>
                  <a:pt x="2008187" y="1809750"/>
                </a:lnTo>
                <a:lnTo>
                  <a:pt x="2046287" y="1809750"/>
                </a:lnTo>
                <a:lnTo>
                  <a:pt x="2046287" y="1819275"/>
                </a:lnTo>
                <a:close/>
              </a:path>
              <a:path w="8074025" h="1819275">
                <a:moveTo>
                  <a:pt x="1979612" y="1819275"/>
                </a:moveTo>
                <a:lnTo>
                  <a:pt x="1970087" y="1819275"/>
                </a:lnTo>
                <a:lnTo>
                  <a:pt x="1970087" y="1809750"/>
                </a:lnTo>
                <a:lnTo>
                  <a:pt x="1979612" y="1809750"/>
                </a:lnTo>
                <a:lnTo>
                  <a:pt x="1979612" y="1819275"/>
                </a:lnTo>
                <a:close/>
              </a:path>
              <a:path w="8074025" h="1819275">
                <a:moveTo>
                  <a:pt x="1941512" y="1819275"/>
                </a:moveTo>
                <a:lnTo>
                  <a:pt x="1903412" y="1819275"/>
                </a:lnTo>
                <a:lnTo>
                  <a:pt x="1903412" y="1809750"/>
                </a:lnTo>
                <a:lnTo>
                  <a:pt x="1941512" y="1809750"/>
                </a:lnTo>
                <a:lnTo>
                  <a:pt x="1941512" y="1819275"/>
                </a:lnTo>
                <a:close/>
              </a:path>
              <a:path w="8074025" h="1819275">
                <a:moveTo>
                  <a:pt x="1874837" y="1819275"/>
                </a:moveTo>
                <a:lnTo>
                  <a:pt x="1865312" y="1819275"/>
                </a:lnTo>
                <a:lnTo>
                  <a:pt x="1865312" y="1809750"/>
                </a:lnTo>
                <a:lnTo>
                  <a:pt x="1874837" y="1809750"/>
                </a:lnTo>
                <a:lnTo>
                  <a:pt x="1874837" y="1819275"/>
                </a:lnTo>
                <a:close/>
              </a:path>
              <a:path w="8074025" h="1819275">
                <a:moveTo>
                  <a:pt x="1836737" y="1819275"/>
                </a:moveTo>
                <a:lnTo>
                  <a:pt x="1798637" y="1819275"/>
                </a:lnTo>
                <a:lnTo>
                  <a:pt x="1798637" y="1809750"/>
                </a:lnTo>
                <a:lnTo>
                  <a:pt x="1836737" y="1809750"/>
                </a:lnTo>
                <a:lnTo>
                  <a:pt x="1836737" y="1819275"/>
                </a:lnTo>
                <a:close/>
              </a:path>
              <a:path w="8074025" h="1819275">
                <a:moveTo>
                  <a:pt x="1770062" y="1819275"/>
                </a:moveTo>
                <a:lnTo>
                  <a:pt x="1760537" y="1819275"/>
                </a:lnTo>
                <a:lnTo>
                  <a:pt x="1760537" y="1809750"/>
                </a:lnTo>
                <a:lnTo>
                  <a:pt x="1770062" y="1809750"/>
                </a:lnTo>
                <a:lnTo>
                  <a:pt x="1770062" y="1819275"/>
                </a:lnTo>
                <a:close/>
              </a:path>
              <a:path w="8074025" h="1819275">
                <a:moveTo>
                  <a:pt x="1731962" y="1819275"/>
                </a:moveTo>
                <a:lnTo>
                  <a:pt x="1693862" y="1819275"/>
                </a:lnTo>
                <a:lnTo>
                  <a:pt x="1693862" y="1809750"/>
                </a:lnTo>
                <a:lnTo>
                  <a:pt x="1731962" y="1809750"/>
                </a:lnTo>
                <a:lnTo>
                  <a:pt x="1731962" y="1819275"/>
                </a:lnTo>
                <a:close/>
              </a:path>
              <a:path w="8074025" h="1819275">
                <a:moveTo>
                  <a:pt x="1665287" y="1819275"/>
                </a:moveTo>
                <a:lnTo>
                  <a:pt x="1655762" y="1819275"/>
                </a:lnTo>
                <a:lnTo>
                  <a:pt x="1655762" y="1809750"/>
                </a:lnTo>
                <a:lnTo>
                  <a:pt x="1665287" y="1809750"/>
                </a:lnTo>
                <a:lnTo>
                  <a:pt x="1665287" y="1819275"/>
                </a:lnTo>
                <a:close/>
              </a:path>
              <a:path w="8074025" h="1819275">
                <a:moveTo>
                  <a:pt x="1627187" y="1819275"/>
                </a:moveTo>
                <a:lnTo>
                  <a:pt x="1589087" y="1819275"/>
                </a:lnTo>
                <a:lnTo>
                  <a:pt x="1589087" y="1809750"/>
                </a:lnTo>
                <a:lnTo>
                  <a:pt x="1627187" y="1809750"/>
                </a:lnTo>
                <a:lnTo>
                  <a:pt x="1627187" y="1819275"/>
                </a:lnTo>
                <a:close/>
              </a:path>
              <a:path w="8074025" h="1819275">
                <a:moveTo>
                  <a:pt x="1560512" y="1819275"/>
                </a:moveTo>
                <a:lnTo>
                  <a:pt x="1550987" y="1819275"/>
                </a:lnTo>
                <a:lnTo>
                  <a:pt x="1550987" y="1809750"/>
                </a:lnTo>
                <a:lnTo>
                  <a:pt x="1560512" y="1809750"/>
                </a:lnTo>
                <a:lnTo>
                  <a:pt x="1560512" y="1819275"/>
                </a:lnTo>
                <a:close/>
              </a:path>
              <a:path w="8074025" h="1819275">
                <a:moveTo>
                  <a:pt x="1522412" y="1819275"/>
                </a:moveTo>
                <a:lnTo>
                  <a:pt x="1484312" y="1819275"/>
                </a:lnTo>
                <a:lnTo>
                  <a:pt x="1484312" y="1809750"/>
                </a:lnTo>
                <a:lnTo>
                  <a:pt x="1522412" y="1809750"/>
                </a:lnTo>
                <a:lnTo>
                  <a:pt x="1522412" y="1819275"/>
                </a:lnTo>
                <a:close/>
              </a:path>
              <a:path w="8074025" h="1819275">
                <a:moveTo>
                  <a:pt x="1455737" y="1819275"/>
                </a:moveTo>
                <a:lnTo>
                  <a:pt x="1446212" y="1819275"/>
                </a:lnTo>
                <a:lnTo>
                  <a:pt x="1446212" y="1809750"/>
                </a:lnTo>
                <a:lnTo>
                  <a:pt x="1455737" y="1809750"/>
                </a:lnTo>
                <a:lnTo>
                  <a:pt x="1455737" y="1819275"/>
                </a:lnTo>
                <a:close/>
              </a:path>
              <a:path w="8074025" h="1819275">
                <a:moveTo>
                  <a:pt x="1417637" y="1819275"/>
                </a:moveTo>
                <a:lnTo>
                  <a:pt x="1379537" y="1819275"/>
                </a:lnTo>
                <a:lnTo>
                  <a:pt x="1379537" y="1809750"/>
                </a:lnTo>
                <a:lnTo>
                  <a:pt x="1417637" y="1809750"/>
                </a:lnTo>
                <a:lnTo>
                  <a:pt x="1417637" y="1819275"/>
                </a:lnTo>
                <a:close/>
              </a:path>
              <a:path w="8074025" h="1819275">
                <a:moveTo>
                  <a:pt x="1350962" y="1819275"/>
                </a:moveTo>
                <a:lnTo>
                  <a:pt x="1341437" y="1819275"/>
                </a:lnTo>
                <a:lnTo>
                  <a:pt x="1341437" y="1809750"/>
                </a:lnTo>
                <a:lnTo>
                  <a:pt x="1350962" y="1809750"/>
                </a:lnTo>
                <a:lnTo>
                  <a:pt x="1350962" y="1819275"/>
                </a:lnTo>
                <a:close/>
              </a:path>
              <a:path w="8074025" h="1819275">
                <a:moveTo>
                  <a:pt x="1312862" y="1819275"/>
                </a:moveTo>
                <a:lnTo>
                  <a:pt x="1274762" y="1819275"/>
                </a:lnTo>
                <a:lnTo>
                  <a:pt x="1274762" y="1809750"/>
                </a:lnTo>
                <a:lnTo>
                  <a:pt x="1312862" y="1809750"/>
                </a:lnTo>
                <a:lnTo>
                  <a:pt x="1312862" y="1819275"/>
                </a:lnTo>
                <a:close/>
              </a:path>
              <a:path w="8074025" h="1819275">
                <a:moveTo>
                  <a:pt x="1246187" y="1819275"/>
                </a:moveTo>
                <a:lnTo>
                  <a:pt x="1236662" y="1819275"/>
                </a:lnTo>
                <a:lnTo>
                  <a:pt x="1236662" y="1809750"/>
                </a:lnTo>
                <a:lnTo>
                  <a:pt x="1246187" y="1809750"/>
                </a:lnTo>
                <a:lnTo>
                  <a:pt x="1246187" y="1819275"/>
                </a:lnTo>
                <a:close/>
              </a:path>
              <a:path w="8074025" h="1819275">
                <a:moveTo>
                  <a:pt x="1208087" y="1819275"/>
                </a:moveTo>
                <a:lnTo>
                  <a:pt x="1169987" y="1819275"/>
                </a:lnTo>
                <a:lnTo>
                  <a:pt x="1169987" y="1809750"/>
                </a:lnTo>
                <a:lnTo>
                  <a:pt x="1208087" y="1809750"/>
                </a:lnTo>
                <a:lnTo>
                  <a:pt x="1208087" y="1819275"/>
                </a:lnTo>
                <a:close/>
              </a:path>
              <a:path w="8074025" h="1819275">
                <a:moveTo>
                  <a:pt x="1141412" y="1819275"/>
                </a:moveTo>
                <a:lnTo>
                  <a:pt x="1131887" y="1819275"/>
                </a:lnTo>
                <a:lnTo>
                  <a:pt x="1131887" y="1809750"/>
                </a:lnTo>
                <a:lnTo>
                  <a:pt x="1141412" y="1809750"/>
                </a:lnTo>
                <a:lnTo>
                  <a:pt x="1141412" y="1819275"/>
                </a:lnTo>
                <a:close/>
              </a:path>
              <a:path w="8074025" h="1819275">
                <a:moveTo>
                  <a:pt x="1103312" y="1819275"/>
                </a:moveTo>
                <a:lnTo>
                  <a:pt x="1065212" y="1819275"/>
                </a:lnTo>
                <a:lnTo>
                  <a:pt x="1065212" y="1809750"/>
                </a:lnTo>
                <a:lnTo>
                  <a:pt x="1103312" y="1809750"/>
                </a:lnTo>
                <a:lnTo>
                  <a:pt x="1103312" y="1819275"/>
                </a:lnTo>
                <a:close/>
              </a:path>
              <a:path w="8074025" h="1819275">
                <a:moveTo>
                  <a:pt x="1036637" y="1819275"/>
                </a:moveTo>
                <a:lnTo>
                  <a:pt x="1027112" y="1819275"/>
                </a:lnTo>
                <a:lnTo>
                  <a:pt x="1027112" y="1809750"/>
                </a:lnTo>
                <a:lnTo>
                  <a:pt x="1036637" y="1809750"/>
                </a:lnTo>
                <a:lnTo>
                  <a:pt x="1036637" y="1819275"/>
                </a:lnTo>
                <a:close/>
              </a:path>
              <a:path w="8074025" h="1819275">
                <a:moveTo>
                  <a:pt x="998537" y="1819275"/>
                </a:moveTo>
                <a:lnTo>
                  <a:pt x="960437" y="1819275"/>
                </a:lnTo>
                <a:lnTo>
                  <a:pt x="960437" y="1809750"/>
                </a:lnTo>
                <a:lnTo>
                  <a:pt x="998537" y="1809750"/>
                </a:lnTo>
                <a:lnTo>
                  <a:pt x="998537" y="1819275"/>
                </a:lnTo>
                <a:close/>
              </a:path>
              <a:path w="8074025" h="1819275">
                <a:moveTo>
                  <a:pt x="931862" y="1819275"/>
                </a:moveTo>
                <a:lnTo>
                  <a:pt x="922337" y="1819275"/>
                </a:lnTo>
                <a:lnTo>
                  <a:pt x="922337" y="1809750"/>
                </a:lnTo>
                <a:lnTo>
                  <a:pt x="931862" y="1809750"/>
                </a:lnTo>
                <a:lnTo>
                  <a:pt x="931862" y="1819275"/>
                </a:lnTo>
                <a:close/>
              </a:path>
              <a:path w="8074025" h="1819275">
                <a:moveTo>
                  <a:pt x="893762" y="1819275"/>
                </a:moveTo>
                <a:lnTo>
                  <a:pt x="855662" y="1819275"/>
                </a:lnTo>
                <a:lnTo>
                  <a:pt x="855662" y="1809750"/>
                </a:lnTo>
                <a:lnTo>
                  <a:pt x="893762" y="1809750"/>
                </a:lnTo>
                <a:lnTo>
                  <a:pt x="893762" y="1819275"/>
                </a:lnTo>
                <a:close/>
              </a:path>
              <a:path w="8074025" h="1819275">
                <a:moveTo>
                  <a:pt x="827087" y="1819275"/>
                </a:moveTo>
                <a:lnTo>
                  <a:pt x="817562" y="1819275"/>
                </a:lnTo>
                <a:lnTo>
                  <a:pt x="817562" y="1809750"/>
                </a:lnTo>
                <a:lnTo>
                  <a:pt x="827087" y="1809750"/>
                </a:lnTo>
                <a:lnTo>
                  <a:pt x="827087" y="1819275"/>
                </a:lnTo>
                <a:close/>
              </a:path>
              <a:path w="8074025" h="1819275">
                <a:moveTo>
                  <a:pt x="788987" y="1819275"/>
                </a:moveTo>
                <a:lnTo>
                  <a:pt x="750887" y="1819275"/>
                </a:lnTo>
                <a:lnTo>
                  <a:pt x="750887" y="1809750"/>
                </a:lnTo>
                <a:lnTo>
                  <a:pt x="788987" y="1809750"/>
                </a:lnTo>
                <a:lnTo>
                  <a:pt x="788987" y="1819275"/>
                </a:lnTo>
                <a:close/>
              </a:path>
              <a:path w="8074025" h="1819275">
                <a:moveTo>
                  <a:pt x="722312" y="1819275"/>
                </a:moveTo>
                <a:lnTo>
                  <a:pt x="712787" y="1819275"/>
                </a:lnTo>
                <a:lnTo>
                  <a:pt x="712787" y="1809750"/>
                </a:lnTo>
                <a:lnTo>
                  <a:pt x="722312" y="1809750"/>
                </a:lnTo>
                <a:lnTo>
                  <a:pt x="722312" y="1819275"/>
                </a:lnTo>
                <a:close/>
              </a:path>
              <a:path w="8074025" h="1819275">
                <a:moveTo>
                  <a:pt x="684212" y="1819275"/>
                </a:moveTo>
                <a:lnTo>
                  <a:pt x="646112" y="1819275"/>
                </a:lnTo>
                <a:lnTo>
                  <a:pt x="646112" y="1809750"/>
                </a:lnTo>
                <a:lnTo>
                  <a:pt x="684212" y="1809750"/>
                </a:lnTo>
                <a:lnTo>
                  <a:pt x="684212" y="1819275"/>
                </a:lnTo>
                <a:close/>
              </a:path>
              <a:path w="8074025" h="1819275">
                <a:moveTo>
                  <a:pt x="617537" y="1819275"/>
                </a:moveTo>
                <a:lnTo>
                  <a:pt x="608012" y="1819275"/>
                </a:lnTo>
                <a:lnTo>
                  <a:pt x="608012" y="1809750"/>
                </a:lnTo>
                <a:lnTo>
                  <a:pt x="617537" y="1809750"/>
                </a:lnTo>
                <a:lnTo>
                  <a:pt x="617537" y="1819275"/>
                </a:lnTo>
                <a:close/>
              </a:path>
              <a:path w="8074025" h="1819275">
                <a:moveTo>
                  <a:pt x="579437" y="1819275"/>
                </a:moveTo>
                <a:lnTo>
                  <a:pt x="541337" y="1819275"/>
                </a:lnTo>
                <a:lnTo>
                  <a:pt x="541337" y="1809750"/>
                </a:lnTo>
                <a:lnTo>
                  <a:pt x="579437" y="1809750"/>
                </a:lnTo>
                <a:lnTo>
                  <a:pt x="579437" y="1819275"/>
                </a:lnTo>
                <a:close/>
              </a:path>
              <a:path w="8074025" h="1819275">
                <a:moveTo>
                  <a:pt x="512762" y="1819275"/>
                </a:moveTo>
                <a:lnTo>
                  <a:pt x="503237" y="1819275"/>
                </a:lnTo>
                <a:lnTo>
                  <a:pt x="503237" y="1809750"/>
                </a:lnTo>
                <a:lnTo>
                  <a:pt x="512762" y="1809750"/>
                </a:lnTo>
                <a:lnTo>
                  <a:pt x="512762" y="1819275"/>
                </a:lnTo>
                <a:close/>
              </a:path>
              <a:path w="8074025" h="1819275">
                <a:moveTo>
                  <a:pt x="474662" y="1819275"/>
                </a:moveTo>
                <a:lnTo>
                  <a:pt x="436562" y="1819275"/>
                </a:lnTo>
                <a:lnTo>
                  <a:pt x="436562" y="1809750"/>
                </a:lnTo>
                <a:lnTo>
                  <a:pt x="474662" y="1809750"/>
                </a:lnTo>
                <a:lnTo>
                  <a:pt x="474662" y="1819275"/>
                </a:lnTo>
                <a:close/>
              </a:path>
              <a:path w="8074025" h="1819275">
                <a:moveTo>
                  <a:pt x="407987" y="1819275"/>
                </a:moveTo>
                <a:lnTo>
                  <a:pt x="398462" y="1819275"/>
                </a:lnTo>
                <a:lnTo>
                  <a:pt x="398462" y="1809750"/>
                </a:lnTo>
                <a:lnTo>
                  <a:pt x="407987" y="1809750"/>
                </a:lnTo>
                <a:lnTo>
                  <a:pt x="407987" y="1819275"/>
                </a:lnTo>
                <a:close/>
              </a:path>
              <a:path w="8074025" h="1819275">
                <a:moveTo>
                  <a:pt x="369887" y="1819275"/>
                </a:moveTo>
                <a:lnTo>
                  <a:pt x="331787" y="1819275"/>
                </a:lnTo>
                <a:lnTo>
                  <a:pt x="331787" y="1809750"/>
                </a:lnTo>
                <a:lnTo>
                  <a:pt x="369887" y="1809750"/>
                </a:lnTo>
                <a:lnTo>
                  <a:pt x="369887" y="1819275"/>
                </a:lnTo>
                <a:close/>
              </a:path>
              <a:path w="8074025" h="1819275">
                <a:moveTo>
                  <a:pt x="303212" y="1819275"/>
                </a:moveTo>
                <a:lnTo>
                  <a:pt x="293687" y="1819275"/>
                </a:lnTo>
                <a:lnTo>
                  <a:pt x="293687" y="1809750"/>
                </a:lnTo>
                <a:lnTo>
                  <a:pt x="303212" y="1809750"/>
                </a:lnTo>
                <a:lnTo>
                  <a:pt x="303212" y="1819275"/>
                </a:lnTo>
                <a:close/>
              </a:path>
              <a:path w="8074025" h="1819275">
                <a:moveTo>
                  <a:pt x="265112" y="1819275"/>
                </a:moveTo>
                <a:lnTo>
                  <a:pt x="227012" y="1819275"/>
                </a:lnTo>
                <a:lnTo>
                  <a:pt x="227012" y="1809750"/>
                </a:lnTo>
                <a:lnTo>
                  <a:pt x="265112" y="1809750"/>
                </a:lnTo>
                <a:lnTo>
                  <a:pt x="265112" y="1819275"/>
                </a:lnTo>
                <a:close/>
              </a:path>
              <a:path w="8074025" h="1819275">
                <a:moveTo>
                  <a:pt x="198437" y="1819275"/>
                </a:moveTo>
                <a:lnTo>
                  <a:pt x="188912" y="1819275"/>
                </a:lnTo>
                <a:lnTo>
                  <a:pt x="188912" y="1809750"/>
                </a:lnTo>
                <a:lnTo>
                  <a:pt x="198437" y="1809750"/>
                </a:lnTo>
                <a:lnTo>
                  <a:pt x="198437" y="1819275"/>
                </a:lnTo>
                <a:close/>
              </a:path>
              <a:path w="8074025" h="1819275">
                <a:moveTo>
                  <a:pt x="160337" y="1819275"/>
                </a:moveTo>
                <a:lnTo>
                  <a:pt x="122237" y="1819275"/>
                </a:lnTo>
                <a:lnTo>
                  <a:pt x="122237" y="1809750"/>
                </a:lnTo>
                <a:lnTo>
                  <a:pt x="160337" y="1809750"/>
                </a:lnTo>
                <a:lnTo>
                  <a:pt x="160337" y="1819275"/>
                </a:lnTo>
                <a:close/>
              </a:path>
              <a:path w="8074025" h="1819275">
                <a:moveTo>
                  <a:pt x="93662" y="1819275"/>
                </a:moveTo>
                <a:lnTo>
                  <a:pt x="84137" y="1819275"/>
                </a:lnTo>
                <a:lnTo>
                  <a:pt x="84137" y="1809750"/>
                </a:lnTo>
                <a:lnTo>
                  <a:pt x="93662" y="1809750"/>
                </a:lnTo>
                <a:lnTo>
                  <a:pt x="93662" y="1819275"/>
                </a:lnTo>
                <a:close/>
              </a:path>
              <a:path w="8074025" h="1819275">
                <a:moveTo>
                  <a:pt x="55562" y="1819275"/>
                </a:moveTo>
                <a:lnTo>
                  <a:pt x="17462" y="1819275"/>
                </a:lnTo>
                <a:lnTo>
                  <a:pt x="17462" y="1809750"/>
                </a:lnTo>
                <a:lnTo>
                  <a:pt x="55562" y="1809750"/>
                </a:lnTo>
                <a:lnTo>
                  <a:pt x="55562" y="1819275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47052" y="998854"/>
            <a:ext cx="8072120" cy="3272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>
              <a:lnSpc>
                <a:spcPct val="100000"/>
              </a:lnSpc>
              <a:spcBef>
                <a:spcPts val="100"/>
              </a:spcBef>
            </a:pPr>
            <a:r>
              <a:rPr sz="2400" spc="85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在执行溢出中断指令</a:t>
            </a:r>
            <a:r>
              <a:rPr sz="2400" spc="7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400" spc="85" dirty="0">
                <a:solidFill>
                  <a:srgbClr val="000099"/>
                </a:solidFill>
                <a:latin typeface="Noto Sans Mono CJK HK"/>
                <a:cs typeface="Noto Sans Mono CJK HK"/>
              </a:rPr>
              <a:t>时，若溢出标志</a:t>
            </a:r>
            <a:r>
              <a:rPr sz="2400" spc="8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400" spc="9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为</a:t>
            </a:r>
            <a:r>
              <a:rPr sz="2400" spc="8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4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，则产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生一个向量号为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的内部中断，被称为溢出中断。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例如：</a:t>
            </a:r>
            <a:endParaRPr sz="2400">
              <a:latin typeface="Noto Sans Mono CJK HK"/>
              <a:cs typeface="Noto Sans Mono CJK HK"/>
            </a:endParaRPr>
          </a:p>
          <a:p>
            <a:pPr marL="299720" marR="5511800">
              <a:lnSpc>
                <a:spcPct val="100000"/>
              </a:lnSpc>
              <a:spcBef>
                <a:spcPts val="2300"/>
              </a:spcBef>
              <a:tabLst>
                <a:tab pos="1090295" algn="l"/>
              </a:tabLst>
            </a:pP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5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ax,2000h 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add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ax,7000h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299720" marR="12065" indent="1076325">
              <a:lnSpc>
                <a:spcPct val="100000"/>
              </a:lnSpc>
              <a:tabLst>
                <a:tab pos="1376045" algn="l"/>
              </a:tabLst>
            </a:pP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；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2000H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＋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7000H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＝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9000H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，</a:t>
            </a: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溢出</a:t>
            </a:r>
            <a:r>
              <a:rPr sz="2800" spc="-10" dirty="0">
                <a:solidFill>
                  <a:srgbClr val="0066FF"/>
                </a:solidFill>
                <a:latin typeface="Noto Serif CJK JP"/>
                <a:cs typeface="Noto Serif CJK JP"/>
              </a:rPr>
              <a:t>：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10" dirty="0">
                <a:solidFill>
                  <a:srgbClr val="0066FF"/>
                </a:solidFill>
                <a:latin typeface="Noto Serif CJK JP"/>
                <a:cs typeface="Noto Serif CJK JP"/>
              </a:rPr>
              <a:t>＝</a:t>
            </a:r>
            <a:r>
              <a:rPr sz="2800" spc="-1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1 </a:t>
            </a:r>
            <a:r>
              <a:rPr sz="2800" spc="-2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into</a:t>
            </a:r>
            <a:r>
              <a:rPr sz="2800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；因为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OF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＝</a:t>
            </a:r>
            <a:r>
              <a:rPr sz="28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800" spc="-25" dirty="0">
                <a:solidFill>
                  <a:srgbClr val="0066FF"/>
                </a:solidFill>
                <a:latin typeface="Noto Serif CJK JP"/>
                <a:cs typeface="Noto Serif CJK JP"/>
              </a:rPr>
              <a:t>，</a:t>
            </a:r>
            <a:r>
              <a:rPr sz="2800" spc="-30" dirty="0">
                <a:solidFill>
                  <a:srgbClr val="0066FF"/>
                </a:solidFill>
                <a:latin typeface="Noto Serif CJK JP"/>
                <a:cs typeface="Noto Serif CJK JP"/>
              </a:rPr>
              <a:t>所以产生溢出中</a:t>
            </a:r>
            <a:r>
              <a:rPr sz="2800" spc="-50" dirty="0">
                <a:solidFill>
                  <a:srgbClr val="0066FF"/>
                </a:solidFill>
                <a:latin typeface="Noto Serif CJK JP"/>
                <a:cs typeface="Noto Serif CJK JP"/>
              </a:rPr>
              <a:t>断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12" y="5578944"/>
            <a:ext cx="5167630" cy="496570"/>
          </a:xfrm>
          <a:custGeom>
            <a:avLst/>
            <a:gdLst/>
            <a:ahLst/>
            <a:cxnLst/>
            <a:rect l="l" t="t" r="r" b="b"/>
            <a:pathLst>
              <a:path w="5167630" h="496570">
                <a:moveTo>
                  <a:pt x="5167312" y="0"/>
                </a:moveTo>
                <a:lnTo>
                  <a:pt x="5138737" y="0"/>
                </a:lnTo>
                <a:lnTo>
                  <a:pt x="5138737" y="28575"/>
                </a:lnTo>
                <a:lnTo>
                  <a:pt x="5138737" y="467664"/>
                </a:lnTo>
                <a:lnTo>
                  <a:pt x="4524375" y="467664"/>
                </a:lnTo>
                <a:lnTo>
                  <a:pt x="4524375" y="28575"/>
                </a:lnTo>
                <a:lnTo>
                  <a:pt x="5138737" y="28575"/>
                </a:lnTo>
                <a:lnTo>
                  <a:pt x="5138737" y="0"/>
                </a:lnTo>
                <a:lnTo>
                  <a:pt x="4524375" y="0"/>
                </a:lnTo>
                <a:lnTo>
                  <a:pt x="4495800" y="0"/>
                </a:lnTo>
                <a:lnTo>
                  <a:pt x="4495800" y="28575"/>
                </a:lnTo>
                <a:lnTo>
                  <a:pt x="4495800" y="467664"/>
                </a:lnTo>
                <a:lnTo>
                  <a:pt x="3881437" y="467664"/>
                </a:lnTo>
                <a:lnTo>
                  <a:pt x="3881437" y="28575"/>
                </a:lnTo>
                <a:lnTo>
                  <a:pt x="4495800" y="28575"/>
                </a:lnTo>
                <a:lnTo>
                  <a:pt x="4495800" y="0"/>
                </a:lnTo>
                <a:lnTo>
                  <a:pt x="3881437" y="0"/>
                </a:lnTo>
                <a:lnTo>
                  <a:pt x="3852862" y="0"/>
                </a:lnTo>
                <a:lnTo>
                  <a:pt x="3852862" y="28575"/>
                </a:lnTo>
                <a:lnTo>
                  <a:pt x="3852862" y="467664"/>
                </a:lnTo>
                <a:lnTo>
                  <a:pt x="3240087" y="467664"/>
                </a:lnTo>
                <a:lnTo>
                  <a:pt x="3240087" y="28575"/>
                </a:lnTo>
                <a:lnTo>
                  <a:pt x="3852862" y="28575"/>
                </a:lnTo>
                <a:lnTo>
                  <a:pt x="3852862" y="0"/>
                </a:lnTo>
                <a:lnTo>
                  <a:pt x="3240087" y="0"/>
                </a:lnTo>
                <a:lnTo>
                  <a:pt x="3211512" y="0"/>
                </a:lnTo>
                <a:lnTo>
                  <a:pt x="3211512" y="28575"/>
                </a:lnTo>
                <a:lnTo>
                  <a:pt x="3211512" y="467664"/>
                </a:lnTo>
                <a:lnTo>
                  <a:pt x="2597150" y="467664"/>
                </a:lnTo>
                <a:lnTo>
                  <a:pt x="2597150" y="28575"/>
                </a:lnTo>
                <a:lnTo>
                  <a:pt x="3211512" y="28575"/>
                </a:lnTo>
                <a:lnTo>
                  <a:pt x="3211512" y="0"/>
                </a:lnTo>
                <a:lnTo>
                  <a:pt x="2597150" y="0"/>
                </a:lnTo>
                <a:lnTo>
                  <a:pt x="2568575" y="0"/>
                </a:lnTo>
                <a:lnTo>
                  <a:pt x="2568575" y="28575"/>
                </a:lnTo>
                <a:lnTo>
                  <a:pt x="2568575" y="467664"/>
                </a:lnTo>
                <a:lnTo>
                  <a:pt x="1955800" y="467664"/>
                </a:lnTo>
                <a:lnTo>
                  <a:pt x="1955800" y="28575"/>
                </a:lnTo>
                <a:lnTo>
                  <a:pt x="2568575" y="28575"/>
                </a:lnTo>
                <a:lnTo>
                  <a:pt x="2568575" y="0"/>
                </a:lnTo>
                <a:lnTo>
                  <a:pt x="1955800" y="0"/>
                </a:lnTo>
                <a:lnTo>
                  <a:pt x="1927225" y="0"/>
                </a:lnTo>
                <a:lnTo>
                  <a:pt x="1927225" y="28575"/>
                </a:lnTo>
                <a:lnTo>
                  <a:pt x="1927225" y="467664"/>
                </a:lnTo>
                <a:lnTo>
                  <a:pt x="1312862" y="467664"/>
                </a:lnTo>
                <a:lnTo>
                  <a:pt x="1312862" y="28575"/>
                </a:lnTo>
                <a:lnTo>
                  <a:pt x="1927225" y="28575"/>
                </a:lnTo>
                <a:lnTo>
                  <a:pt x="1927225" y="0"/>
                </a:lnTo>
                <a:lnTo>
                  <a:pt x="1312862" y="0"/>
                </a:lnTo>
                <a:lnTo>
                  <a:pt x="1284287" y="0"/>
                </a:lnTo>
                <a:lnTo>
                  <a:pt x="1284287" y="28575"/>
                </a:lnTo>
                <a:lnTo>
                  <a:pt x="1284287" y="467664"/>
                </a:lnTo>
                <a:lnTo>
                  <a:pt x="28575" y="467664"/>
                </a:lnTo>
                <a:lnTo>
                  <a:pt x="2857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0" y="0"/>
                </a:lnTo>
                <a:lnTo>
                  <a:pt x="0" y="496239"/>
                </a:lnTo>
                <a:lnTo>
                  <a:pt x="1284287" y="496239"/>
                </a:lnTo>
                <a:lnTo>
                  <a:pt x="1312862" y="496239"/>
                </a:lnTo>
                <a:lnTo>
                  <a:pt x="5167312" y="496239"/>
                </a:lnTo>
                <a:lnTo>
                  <a:pt x="5167312" y="481952"/>
                </a:lnTo>
                <a:lnTo>
                  <a:pt x="5167312" y="467664"/>
                </a:lnTo>
                <a:lnTo>
                  <a:pt x="5167312" y="28575"/>
                </a:lnTo>
                <a:lnTo>
                  <a:pt x="5167312" y="14287"/>
                </a:lnTo>
                <a:lnTo>
                  <a:pt x="516731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0984" y="5109479"/>
            <a:ext cx="4839970" cy="889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647065" algn="l"/>
                <a:tab pos="1300480" algn="l"/>
                <a:tab pos="1935480" algn="l"/>
                <a:tab pos="2640965" algn="l"/>
                <a:tab pos="3283585" algn="l"/>
                <a:tab pos="3925570" algn="l"/>
                <a:tab pos="4568190" algn="l"/>
              </a:tabLst>
            </a:pP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15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12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11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25" dirty="0">
                <a:latin typeface="Times New Roman" panose="02020603050405020304"/>
                <a:cs typeface="Times New Roman" panose="02020603050405020304"/>
              </a:rPr>
              <a:t>10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9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7</a:t>
            </a:r>
            <a:r>
              <a:rPr sz="20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6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09040">
              <a:lnSpc>
                <a:spcPct val="100000"/>
              </a:lnSpc>
              <a:spcBef>
                <a:spcPts val="830"/>
              </a:spcBef>
              <a:tabLst>
                <a:tab pos="1859280" algn="l"/>
                <a:tab pos="2552065" algn="l"/>
                <a:tab pos="3152140" algn="l"/>
                <a:tab pos="3811270" algn="l"/>
                <a:tab pos="4436745" algn="l"/>
              </a:tabLst>
            </a:pPr>
            <a:r>
              <a:rPr sz="2400" b="1" spc="-25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sz="24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latin typeface="Times New Roman" panose="02020603050405020304"/>
                <a:cs typeface="Times New Roman" panose="02020603050405020304"/>
              </a:rPr>
              <a:t>DF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latin typeface="Times New Roman" panose="02020603050405020304"/>
                <a:cs typeface="Times New Roman" panose="02020603050405020304"/>
              </a:rPr>
              <a:t>TF</a:t>
            </a:r>
            <a:r>
              <a:rPr sz="2400" b="1" dirty="0"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SF</a:t>
            </a:r>
            <a:r>
              <a:rPr sz="2400" b="1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ZF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00650" y="5578944"/>
            <a:ext cx="1313180" cy="496570"/>
          </a:xfrm>
          <a:custGeom>
            <a:avLst/>
            <a:gdLst/>
            <a:ahLst/>
            <a:cxnLst/>
            <a:rect l="l" t="t" r="r" b="b"/>
            <a:pathLst>
              <a:path w="1313179" h="496570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7664"/>
                </a:lnTo>
                <a:lnTo>
                  <a:pt x="669925" y="467664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7664"/>
                </a:lnTo>
                <a:lnTo>
                  <a:pt x="28575" y="467664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239"/>
                </a:lnTo>
                <a:lnTo>
                  <a:pt x="641350" y="496239"/>
                </a:lnTo>
                <a:lnTo>
                  <a:pt x="669925" y="496239"/>
                </a:lnTo>
                <a:lnTo>
                  <a:pt x="1312862" y="496239"/>
                </a:lnTo>
                <a:lnTo>
                  <a:pt x="1312862" y="481952"/>
                </a:lnTo>
                <a:lnTo>
                  <a:pt x="1312862" y="467664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59412" y="5197233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5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44552" y="5117851"/>
            <a:ext cx="466725" cy="91059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4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815"/>
              </a:spcBef>
            </a:pPr>
            <a:r>
              <a:rPr sz="2600" b="1" spc="-25" dirty="0">
                <a:solidFill>
                  <a:srgbClr val="00AF50"/>
                </a:solidFill>
                <a:latin typeface="Times New Roman" panose="02020603050405020304"/>
                <a:cs typeface="Times New Roman" panose="02020603050405020304"/>
              </a:rPr>
              <a:t>AF</a:t>
            </a:r>
            <a:endParaRPr sz="2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484937" y="5578944"/>
            <a:ext cx="1313180" cy="496570"/>
          </a:xfrm>
          <a:custGeom>
            <a:avLst/>
            <a:gdLst/>
            <a:ahLst/>
            <a:cxnLst/>
            <a:rect l="l" t="t" r="r" b="b"/>
            <a:pathLst>
              <a:path w="1313179" h="496570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7664"/>
                </a:lnTo>
                <a:lnTo>
                  <a:pt x="669925" y="467664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7664"/>
                </a:lnTo>
                <a:lnTo>
                  <a:pt x="28575" y="467664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239"/>
                </a:lnTo>
                <a:lnTo>
                  <a:pt x="641350" y="496239"/>
                </a:lnTo>
                <a:lnTo>
                  <a:pt x="669925" y="496239"/>
                </a:lnTo>
                <a:lnTo>
                  <a:pt x="1312862" y="496239"/>
                </a:lnTo>
                <a:lnTo>
                  <a:pt x="1312862" y="481952"/>
                </a:lnTo>
                <a:lnTo>
                  <a:pt x="1312862" y="467664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743700" y="5197233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3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63130" y="5109479"/>
            <a:ext cx="398145" cy="889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2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PF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769225" y="5578944"/>
            <a:ext cx="1313180" cy="496570"/>
          </a:xfrm>
          <a:custGeom>
            <a:avLst/>
            <a:gdLst/>
            <a:ahLst/>
            <a:cxnLst/>
            <a:rect l="l" t="t" r="r" b="b"/>
            <a:pathLst>
              <a:path w="1313179" h="496570">
                <a:moveTo>
                  <a:pt x="1312862" y="0"/>
                </a:moveTo>
                <a:lnTo>
                  <a:pt x="1284287" y="0"/>
                </a:lnTo>
                <a:lnTo>
                  <a:pt x="1284287" y="28575"/>
                </a:lnTo>
                <a:lnTo>
                  <a:pt x="1284287" y="467664"/>
                </a:lnTo>
                <a:lnTo>
                  <a:pt x="669925" y="467664"/>
                </a:lnTo>
                <a:lnTo>
                  <a:pt x="669925" y="28575"/>
                </a:lnTo>
                <a:lnTo>
                  <a:pt x="1284287" y="28575"/>
                </a:lnTo>
                <a:lnTo>
                  <a:pt x="1284287" y="0"/>
                </a:lnTo>
                <a:lnTo>
                  <a:pt x="669925" y="0"/>
                </a:lnTo>
                <a:lnTo>
                  <a:pt x="641350" y="0"/>
                </a:lnTo>
                <a:lnTo>
                  <a:pt x="641350" y="28575"/>
                </a:lnTo>
                <a:lnTo>
                  <a:pt x="641350" y="467664"/>
                </a:lnTo>
                <a:lnTo>
                  <a:pt x="28575" y="467664"/>
                </a:lnTo>
                <a:lnTo>
                  <a:pt x="28575" y="28575"/>
                </a:lnTo>
                <a:lnTo>
                  <a:pt x="641350" y="28575"/>
                </a:lnTo>
                <a:lnTo>
                  <a:pt x="641350" y="0"/>
                </a:lnTo>
                <a:lnTo>
                  <a:pt x="0" y="0"/>
                </a:lnTo>
                <a:lnTo>
                  <a:pt x="0" y="496239"/>
                </a:lnTo>
                <a:lnTo>
                  <a:pt x="641350" y="496239"/>
                </a:lnTo>
                <a:lnTo>
                  <a:pt x="669925" y="496239"/>
                </a:lnTo>
                <a:lnTo>
                  <a:pt x="1312862" y="496239"/>
                </a:lnTo>
                <a:lnTo>
                  <a:pt x="1312862" y="481952"/>
                </a:lnTo>
                <a:lnTo>
                  <a:pt x="1312862" y="467664"/>
                </a:lnTo>
                <a:lnTo>
                  <a:pt x="1312862" y="28575"/>
                </a:lnTo>
                <a:lnTo>
                  <a:pt x="1312862" y="14287"/>
                </a:lnTo>
                <a:lnTo>
                  <a:pt x="1312862" y="0"/>
                </a:lnTo>
                <a:close/>
              </a:path>
            </a:pathLst>
          </a:custGeom>
          <a:solidFill>
            <a:srgbClr val="0000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8027987" y="5197233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1</a:t>
            </a:r>
            <a:endParaRPr sz="20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8530272" y="5109479"/>
            <a:ext cx="432434" cy="8896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5"/>
              </a:spcBef>
            </a:pPr>
            <a:r>
              <a:rPr sz="2000" b="1" spc="-50" dirty="0">
                <a:latin typeface="Times New Roman" panose="02020603050405020304"/>
                <a:cs typeface="Times New Roman" panose="02020603050405020304"/>
              </a:rPr>
              <a:t>0</a:t>
            </a: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2400" b="1" spc="-25" dirty="0">
                <a:solidFill>
                  <a:srgbClr val="339933"/>
                </a:solidFill>
                <a:latin typeface="Times New Roman" panose="02020603050405020304"/>
                <a:cs typeface="Times New Roman" panose="02020603050405020304"/>
              </a:rPr>
              <a:t>CF</a:t>
            </a:r>
            <a:endParaRPr sz="2400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184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pc="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 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外部中断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153744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182" y="1047699"/>
            <a:ext cx="7729220" cy="361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外部中断是由于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外部提出中断请求引起的程序中断。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25000"/>
              </a:lnSpc>
              <a:spcBef>
                <a:spcPts val="118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利用外部中断，微机系统可以实时响应外部设备的数据传送请求，能够及时处理外部意外或紧急事件。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400" spc="120" dirty="0">
                <a:solidFill>
                  <a:srgbClr val="000099"/>
                </a:solidFill>
                <a:latin typeface="Noto Sans Mono CJK HK"/>
                <a:cs typeface="Noto Sans Mono CJK HK"/>
              </a:rPr>
              <a:t>外部中断是处理器外部随机产生的，所以是真正的中断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i="1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Interrupt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25000"/>
              </a:lnSpc>
              <a:spcBef>
                <a:spcPts val="121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内部中断是处理器执行程序出现异常导致的，所以经常被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称为异常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i="1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Exception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763344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2830144"/>
            <a:ext cx="208915" cy="209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896944"/>
            <a:ext cx="208915" cy="209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65735"/>
            <a:ext cx="33204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3399"/>
                </a:solidFill>
                <a:latin typeface="Noto Serif CJK JP"/>
                <a:cs typeface="Noto Serif CJK JP"/>
              </a:rPr>
              <a:t>⑴ 非屏蔽中断</a:t>
            </a:r>
            <a:endParaRPr spc="-20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15374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2677744"/>
            <a:ext cx="208915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744544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4366470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4976070"/>
            <a:ext cx="184897" cy="1848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98182" y="954354"/>
            <a:ext cx="7729220" cy="4321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通过非屏蔽中断请求信号输入引脚向微处理器提出的中断请求，微处理器无法禁止，将在当前指令执行结束予以响应，这个中断被称为非屏蔽中断。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25000"/>
              </a:lnSpc>
              <a:spcBef>
                <a:spcPts val="1215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的非屏蔽中断的向量号为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，非屏蔽中断请求信号为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 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NMI</a:t>
            </a:r>
            <a:r>
              <a:rPr sz="2400" u="none" spc="-6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412750" marR="698500" indent="-400050">
              <a:lnSpc>
                <a:spcPts val="4800"/>
              </a:lnSpc>
              <a:spcBef>
                <a:spcPts val="46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非屏蔽中断主要用于处理系统的意外或故障。例如：电源掉电前的数据保护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144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存储器读写错误的处理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65735"/>
            <a:ext cx="32499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3399"/>
                </a:solidFill>
                <a:latin typeface="Noto Serif CJK JP"/>
                <a:cs typeface="Noto Serif CJK JP"/>
              </a:rPr>
              <a:t>⑵ 可屏蔽中断</a:t>
            </a:r>
            <a:endParaRPr spc="-20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153744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182" y="958164"/>
            <a:ext cx="7729220" cy="46323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85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IO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设备接口电路通过可屏蔽中断请求信号输入引脚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INTR</a:t>
            </a:r>
            <a:r>
              <a:rPr sz="2400" u="none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400" u="none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向微处理器发出的中断请求，微处理器在允许可屏蔽中断</a:t>
            </a:r>
            <a:r>
              <a:rPr sz="2400" u="none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的条件下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(IF=1)</a:t>
            </a:r>
            <a:r>
              <a:rPr sz="2400" u="none" spc="3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，在当前指令执行结束时予以响应，同时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输出可屏蔽中断响应信号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INTA*</a:t>
            </a:r>
            <a:r>
              <a:rPr sz="2400" u="none" spc="-3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 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25000"/>
              </a:lnSpc>
              <a:spcBef>
                <a:spcPts val="1215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用中断允许标志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控制是否响应可屏蔽中断请求；如果响应，由外部中断控制器接口电路提供中断向量号。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25000"/>
              </a:lnSpc>
              <a:spcBef>
                <a:spcPts val="1225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通常需要在中断控制器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的配合下共同处理可屏</a:t>
            </a:r>
            <a:r>
              <a:rPr sz="2400" u="none" spc="-15" dirty="0">
                <a:solidFill>
                  <a:srgbClr val="000099"/>
                </a:solidFill>
                <a:latin typeface="Noto Sans Mono CJK HK"/>
                <a:cs typeface="Noto Sans Mono CJK HK"/>
              </a:rPr>
              <a:t>蔽中断。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可屏蔽中断主要用于主机与外设交换数据。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134944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4201744"/>
            <a:ext cx="208915" cy="209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5268544"/>
            <a:ext cx="208915" cy="209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5413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rgbClr val="003399"/>
                </a:solidFill>
                <a:latin typeface="Noto Serif CJK JP"/>
                <a:cs typeface="Noto Serif CJK JP"/>
              </a:rPr>
              <a:t>中断允许标志</a:t>
            </a:r>
            <a:r>
              <a:rPr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pc="-40" dirty="0">
                <a:solidFill>
                  <a:srgbClr val="003399"/>
                </a:solidFill>
                <a:latin typeface="Noto Serif CJK JP"/>
                <a:cs typeface="Noto Serif CJK JP"/>
              </a:rPr>
              <a:t>的状态</a:t>
            </a:r>
            <a:endParaRPr spc="-40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07754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1528655"/>
            <a:ext cx="184897" cy="184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1967440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2406225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2845010"/>
            <a:ext cx="184897" cy="1848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271469"/>
            <a:ext cx="208915" cy="2095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3722580"/>
            <a:ext cx="184897" cy="1848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4161365"/>
            <a:ext cx="184897" cy="18489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98182" y="900379"/>
            <a:ext cx="6521450" cy="397256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：可屏蔽中断不会被响应</a:t>
            </a:r>
            <a:endParaRPr sz="2400">
              <a:latin typeface="Noto Sans Mono CJK HK"/>
              <a:cs typeface="Noto Sans Mono CJK HK"/>
            </a:endParaRPr>
          </a:p>
          <a:p>
            <a:pPr marL="412750" marR="5080">
              <a:lnSpc>
                <a:spcPts val="3470"/>
              </a:lnSpc>
              <a:spcBef>
                <a:spcPts val="18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系统此时称为关中断、禁止中断或中断屏蔽；系统复位时，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；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36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任何一个中断被响应，使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；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执行指令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CLI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，使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：可屏蔽中断会被响应</a:t>
            </a:r>
            <a:endParaRPr sz="2400">
              <a:latin typeface="Noto Sans Mono CJK HK"/>
              <a:cs typeface="Noto Sans Mono CJK HK"/>
            </a:endParaRPr>
          </a:p>
          <a:p>
            <a:pPr marL="412750" marR="5080">
              <a:lnSpc>
                <a:spcPts val="3470"/>
              </a:lnSpc>
              <a:spcBef>
                <a:spcPts val="18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系统此时称为开中断、允许中断或中断开放；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执行指令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STI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，使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执行指令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IRET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恢复原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状态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4587824"/>
            <a:ext cx="208915" cy="209550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3439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pc="3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 </a:t>
            </a: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pc="-40" dirty="0">
                <a:solidFill>
                  <a:srgbClr val="003399"/>
                </a:solidFill>
                <a:latin typeface="Noto Serif CJK JP"/>
                <a:cs typeface="Noto Serif CJK JP"/>
              </a:rPr>
              <a:t>中断的优先级</a:t>
            </a:r>
            <a:endParaRPr spc="-40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710" y="2117610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5010" y="889520"/>
            <a:ext cx="6731000" cy="1508760"/>
          </a:xfrm>
          <a:prstGeom prst="rect">
            <a:avLst/>
          </a:prstGeom>
        </p:spPr>
        <p:txBody>
          <a:bodyPr vert="horz" wrap="square" lIns="0" tIns="1790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400" spc="-5" dirty="0">
                <a:solidFill>
                  <a:srgbClr val="003399"/>
                </a:solidFill>
                <a:latin typeface="Noto Sans Mono CJK HK"/>
                <a:cs typeface="Noto Sans Mono CJK HK"/>
              </a:rPr>
              <a:t>查询中断源的顺序，决定了各种中断的优先级别。</a:t>
            </a:r>
            <a:endParaRPr sz="2400">
              <a:latin typeface="Noto Sans Mono CJK HK"/>
              <a:cs typeface="Noto Sans Mono CJK HK"/>
            </a:endParaRPr>
          </a:p>
          <a:p>
            <a:pPr marL="355600" marR="546100" indent="-342900">
              <a:lnSpc>
                <a:spcPct val="115000"/>
              </a:lnSpc>
              <a:spcBef>
                <a:spcPts val="870"/>
              </a:spcBef>
            </a:pP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的各种中断按优先级</a:t>
            </a: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从高到低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排列如下：</a:t>
            </a:r>
            <a:r>
              <a:rPr sz="2400" spc="-15" dirty="0">
                <a:solidFill>
                  <a:srgbClr val="003399"/>
                </a:solidFill>
                <a:latin typeface="Noto Sans Mono CJK HK"/>
                <a:cs typeface="Noto Sans Mono CJK HK"/>
              </a:rPr>
              <a:t>软件中断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236" y="2608092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236" y="3010047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236" y="3412002"/>
            <a:ext cx="184897" cy="18489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7910" y="2451620"/>
            <a:ext cx="1949450" cy="2800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0" marR="5080">
              <a:lnSpc>
                <a:spcPct val="110000"/>
              </a:lnSpc>
              <a:spcBef>
                <a:spcPts val="100"/>
              </a:spcBef>
            </a:pPr>
            <a:r>
              <a:rPr sz="2400" spc="-10" dirty="0">
                <a:solidFill>
                  <a:srgbClr val="003399"/>
                </a:solidFill>
                <a:latin typeface="Noto Serif CJK JP"/>
                <a:cs typeface="Noto Serif CJK JP"/>
              </a:rPr>
              <a:t>除法错中断</a:t>
            </a:r>
            <a:r>
              <a:rPr sz="2400" spc="-15" dirty="0">
                <a:solidFill>
                  <a:srgbClr val="003399"/>
                </a:solidFill>
                <a:latin typeface="Noto Serif CJK JP"/>
                <a:cs typeface="Noto Serif CJK JP"/>
              </a:rPr>
              <a:t>指令中断</a:t>
            </a:r>
            <a:r>
              <a:rPr sz="2400" spc="-50" dirty="0">
                <a:solidFill>
                  <a:srgbClr val="003399"/>
                </a:solidFill>
                <a:latin typeface="Noto Serif CJK JP"/>
                <a:cs typeface="Noto Serif CJK JP"/>
              </a:rPr>
              <a:t> </a:t>
            </a:r>
            <a:r>
              <a:rPr sz="2400" spc="-15" dirty="0">
                <a:solidFill>
                  <a:srgbClr val="003399"/>
                </a:solidFill>
                <a:latin typeface="Noto Serif CJK JP"/>
                <a:cs typeface="Noto Serif CJK JP"/>
              </a:rPr>
              <a:t>溢出中断</a:t>
            </a:r>
            <a:endParaRPr sz="2400">
              <a:latin typeface="Noto Serif CJK JP"/>
              <a:cs typeface="Noto Serif CJK JP"/>
            </a:endParaRPr>
          </a:p>
          <a:p>
            <a:pPr marL="12700" marR="405130" algn="just">
              <a:lnSpc>
                <a:spcPts val="4180"/>
              </a:lnSpc>
            </a:pP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非屏蔽中断可屏蔽中断</a:t>
            </a:r>
            <a:r>
              <a:rPr sz="2400" spc="-15" dirty="0">
                <a:solidFill>
                  <a:srgbClr val="003399"/>
                </a:solidFill>
                <a:latin typeface="Noto Sans Mono CJK HK"/>
                <a:cs typeface="Noto Sans Mono CJK HK"/>
              </a:rPr>
              <a:t>单步中断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710" y="3908310"/>
            <a:ext cx="208914" cy="2095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710" y="4438535"/>
            <a:ext cx="208914" cy="2095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710" y="4968760"/>
            <a:ext cx="208914" cy="209550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3077019" y="2604414"/>
            <a:ext cx="274955" cy="999490"/>
          </a:xfrm>
          <a:custGeom>
            <a:avLst/>
            <a:gdLst/>
            <a:ahLst/>
            <a:cxnLst/>
            <a:rect l="l" t="t" r="r" b="b"/>
            <a:pathLst>
              <a:path w="274954" h="999489">
                <a:moveTo>
                  <a:pt x="51422" y="16510"/>
                </a:moveTo>
                <a:lnTo>
                  <a:pt x="45288" y="13969"/>
                </a:lnTo>
                <a:lnTo>
                  <a:pt x="45453" y="13969"/>
                </a:lnTo>
                <a:lnTo>
                  <a:pt x="39179" y="12700"/>
                </a:lnTo>
                <a:lnTo>
                  <a:pt x="39344" y="12700"/>
                </a:lnTo>
                <a:lnTo>
                  <a:pt x="32931" y="11430"/>
                </a:lnTo>
                <a:lnTo>
                  <a:pt x="33096" y="11430"/>
                </a:lnTo>
                <a:lnTo>
                  <a:pt x="26568" y="10160"/>
                </a:lnTo>
                <a:lnTo>
                  <a:pt x="20243" y="10160"/>
                </a:lnTo>
                <a:lnTo>
                  <a:pt x="13487" y="8889"/>
                </a:lnTo>
                <a:lnTo>
                  <a:pt x="0" y="8889"/>
                </a:lnTo>
                <a:lnTo>
                  <a:pt x="165" y="0"/>
                </a:lnTo>
                <a:lnTo>
                  <a:pt x="21221" y="0"/>
                </a:lnTo>
                <a:lnTo>
                  <a:pt x="47739" y="5080"/>
                </a:lnTo>
                <a:lnTo>
                  <a:pt x="54025" y="6350"/>
                </a:lnTo>
                <a:lnTo>
                  <a:pt x="60172" y="8889"/>
                </a:lnTo>
                <a:lnTo>
                  <a:pt x="66167" y="10160"/>
                </a:lnTo>
                <a:lnTo>
                  <a:pt x="71983" y="12700"/>
                </a:lnTo>
                <a:lnTo>
                  <a:pt x="77635" y="15239"/>
                </a:lnTo>
                <a:lnTo>
                  <a:pt x="51257" y="15239"/>
                </a:lnTo>
                <a:lnTo>
                  <a:pt x="51422" y="16510"/>
                </a:lnTo>
                <a:close/>
              </a:path>
              <a:path w="274954" h="999489">
                <a:moveTo>
                  <a:pt x="108762" y="48260"/>
                </a:moveTo>
                <a:lnTo>
                  <a:pt x="105003" y="44450"/>
                </a:lnTo>
                <a:lnTo>
                  <a:pt x="105181" y="44450"/>
                </a:lnTo>
                <a:lnTo>
                  <a:pt x="101168" y="40639"/>
                </a:lnTo>
                <a:lnTo>
                  <a:pt x="101345" y="40639"/>
                </a:lnTo>
                <a:lnTo>
                  <a:pt x="97104" y="38100"/>
                </a:lnTo>
                <a:lnTo>
                  <a:pt x="97281" y="38100"/>
                </a:lnTo>
                <a:lnTo>
                  <a:pt x="92811" y="34289"/>
                </a:lnTo>
                <a:lnTo>
                  <a:pt x="92976" y="34289"/>
                </a:lnTo>
                <a:lnTo>
                  <a:pt x="88290" y="31750"/>
                </a:lnTo>
                <a:lnTo>
                  <a:pt x="88468" y="31750"/>
                </a:lnTo>
                <a:lnTo>
                  <a:pt x="83566" y="29210"/>
                </a:lnTo>
                <a:lnTo>
                  <a:pt x="83743" y="29210"/>
                </a:lnTo>
                <a:lnTo>
                  <a:pt x="78638" y="26669"/>
                </a:lnTo>
                <a:lnTo>
                  <a:pt x="78803" y="26669"/>
                </a:lnTo>
                <a:lnTo>
                  <a:pt x="73520" y="24130"/>
                </a:lnTo>
                <a:lnTo>
                  <a:pt x="73685" y="24130"/>
                </a:lnTo>
                <a:lnTo>
                  <a:pt x="68211" y="21589"/>
                </a:lnTo>
                <a:lnTo>
                  <a:pt x="68376" y="21589"/>
                </a:lnTo>
                <a:lnTo>
                  <a:pt x="62725" y="19050"/>
                </a:lnTo>
                <a:lnTo>
                  <a:pt x="62890" y="19050"/>
                </a:lnTo>
                <a:lnTo>
                  <a:pt x="57061" y="17780"/>
                </a:lnTo>
                <a:lnTo>
                  <a:pt x="57238" y="17780"/>
                </a:lnTo>
                <a:lnTo>
                  <a:pt x="51257" y="15239"/>
                </a:lnTo>
                <a:lnTo>
                  <a:pt x="77635" y="15239"/>
                </a:lnTo>
                <a:lnTo>
                  <a:pt x="83096" y="17780"/>
                </a:lnTo>
                <a:lnTo>
                  <a:pt x="88366" y="20319"/>
                </a:lnTo>
                <a:lnTo>
                  <a:pt x="93446" y="24130"/>
                </a:lnTo>
                <a:lnTo>
                  <a:pt x="98310" y="26669"/>
                </a:lnTo>
                <a:lnTo>
                  <a:pt x="102958" y="30480"/>
                </a:lnTo>
                <a:lnTo>
                  <a:pt x="107378" y="34289"/>
                </a:lnTo>
                <a:lnTo>
                  <a:pt x="111556" y="36830"/>
                </a:lnTo>
                <a:lnTo>
                  <a:pt x="115493" y="40639"/>
                </a:lnTo>
                <a:lnTo>
                  <a:pt x="119176" y="44450"/>
                </a:lnTo>
                <a:lnTo>
                  <a:pt x="120891" y="46989"/>
                </a:lnTo>
                <a:lnTo>
                  <a:pt x="108597" y="46989"/>
                </a:lnTo>
                <a:lnTo>
                  <a:pt x="108762" y="48260"/>
                </a:lnTo>
                <a:close/>
              </a:path>
              <a:path w="274954" h="999489">
                <a:moveTo>
                  <a:pt x="126466" y="74930"/>
                </a:moveTo>
                <a:lnTo>
                  <a:pt x="124637" y="69850"/>
                </a:lnTo>
                <a:lnTo>
                  <a:pt x="124777" y="69850"/>
                </a:lnTo>
                <a:lnTo>
                  <a:pt x="122656" y="66039"/>
                </a:lnTo>
                <a:lnTo>
                  <a:pt x="122796" y="66039"/>
                </a:lnTo>
                <a:lnTo>
                  <a:pt x="120383" y="62230"/>
                </a:lnTo>
                <a:lnTo>
                  <a:pt x="120535" y="62230"/>
                </a:lnTo>
                <a:lnTo>
                  <a:pt x="117830" y="58419"/>
                </a:lnTo>
                <a:lnTo>
                  <a:pt x="117995" y="58419"/>
                </a:lnTo>
                <a:lnTo>
                  <a:pt x="115011" y="54610"/>
                </a:lnTo>
                <a:lnTo>
                  <a:pt x="115176" y="54610"/>
                </a:lnTo>
                <a:lnTo>
                  <a:pt x="111925" y="50800"/>
                </a:lnTo>
                <a:lnTo>
                  <a:pt x="112102" y="50800"/>
                </a:lnTo>
                <a:lnTo>
                  <a:pt x="108597" y="46989"/>
                </a:lnTo>
                <a:lnTo>
                  <a:pt x="120891" y="46989"/>
                </a:lnTo>
                <a:lnTo>
                  <a:pt x="122605" y="49530"/>
                </a:lnTo>
                <a:lnTo>
                  <a:pt x="125742" y="53339"/>
                </a:lnTo>
                <a:lnTo>
                  <a:pt x="136163" y="73660"/>
                </a:lnTo>
                <a:lnTo>
                  <a:pt x="126339" y="73660"/>
                </a:lnTo>
                <a:lnTo>
                  <a:pt x="126466" y="74930"/>
                </a:lnTo>
                <a:close/>
              </a:path>
              <a:path w="274954" h="999489">
                <a:moveTo>
                  <a:pt x="127850" y="78739"/>
                </a:moveTo>
                <a:lnTo>
                  <a:pt x="126339" y="73660"/>
                </a:lnTo>
                <a:lnTo>
                  <a:pt x="136163" y="73660"/>
                </a:lnTo>
                <a:lnTo>
                  <a:pt x="137363" y="77469"/>
                </a:lnTo>
                <a:lnTo>
                  <a:pt x="127749" y="77469"/>
                </a:lnTo>
                <a:lnTo>
                  <a:pt x="127850" y="78739"/>
                </a:lnTo>
                <a:close/>
              </a:path>
              <a:path w="274954" h="999489">
                <a:moveTo>
                  <a:pt x="225767" y="462931"/>
                </a:moveTo>
                <a:lnTo>
                  <a:pt x="222465" y="462280"/>
                </a:lnTo>
                <a:lnTo>
                  <a:pt x="216179" y="459739"/>
                </a:lnTo>
                <a:lnTo>
                  <a:pt x="210032" y="458469"/>
                </a:lnTo>
                <a:lnTo>
                  <a:pt x="204038" y="455930"/>
                </a:lnTo>
                <a:lnTo>
                  <a:pt x="198221" y="453389"/>
                </a:lnTo>
                <a:lnTo>
                  <a:pt x="192735" y="450850"/>
                </a:lnTo>
                <a:lnTo>
                  <a:pt x="187109" y="448310"/>
                </a:lnTo>
                <a:lnTo>
                  <a:pt x="181838" y="445769"/>
                </a:lnTo>
                <a:lnTo>
                  <a:pt x="176758" y="443230"/>
                </a:lnTo>
                <a:lnTo>
                  <a:pt x="171894" y="439419"/>
                </a:lnTo>
                <a:lnTo>
                  <a:pt x="167246" y="436880"/>
                </a:lnTo>
                <a:lnTo>
                  <a:pt x="139179" y="405130"/>
                </a:lnTo>
                <a:lnTo>
                  <a:pt x="136779" y="400050"/>
                </a:lnTo>
                <a:lnTo>
                  <a:pt x="134848" y="396239"/>
                </a:lnTo>
                <a:lnTo>
                  <a:pt x="133235" y="391160"/>
                </a:lnTo>
                <a:lnTo>
                  <a:pt x="132054" y="386080"/>
                </a:lnTo>
                <a:lnTo>
                  <a:pt x="131114" y="382269"/>
                </a:lnTo>
                <a:lnTo>
                  <a:pt x="130543" y="377189"/>
                </a:lnTo>
                <a:lnTo>
                  <a:pt x="130340" y="372110"/>
                </a:lnTo>
                <a:lnTo>
                  <a:pt x="130340" y="95250"/>
                </a:lnTo>
                <a:lnTo>
                  <a:pt x="130162" y="90169"/>
                </a:lnTo>
                <a:lnTo>
                  <a:pt x="129667" y="86360"/>
                </a:lnTo>
                <a:lnTo>
                  <a:pt x="128866" y="82550"/>
                </a:lnTo>
                <a:lnTo>
                  <a:pt x="127749" y="77469"/>
                </a:lnTo>
                <a:lnTo>
                  <a:pt x="137363" y="77469"/>
                </a:lnTo>
                <a:lnTo>
                  <a:pt x="139909" y="372110"/>
                </a:lnTo>
                <a:lnTo>
                  <a:pt x="140004" y="375919"/>
                </a:lnTo>
                <a:lnTo>
                  <a:pt x="140538" y="379730"/>
                </a:lnTo>
                <a:lnTo>
                  <a:pt x="141338" y="384810"/>
                </a:lnTo>
                <a:lnTo>
                  <a:pt x="142443" y="388619"/>
                </a:lnTo>
                <a:lnTo>
                  <a:pt x="143852" y="392430"/>
                </a:lnTo>
                <a:lnTo>
                  <a:pt x="145567" y="396239"/>
                </a:lnTo>
                <a:lnTo>
                  <a:pt x="145427" y="396239"/>
                </a:lnTo>
                <a:lnTo>
                  <a:pt x="147548" y="401319"/>
                </a:lnTo>
                <a:lnTo>
                  <a:pt x="148012" y="401319"/>
                </a:lnTo>
                <a:lnTo>
                  <a:pt x="149821" y="405130"/>
                </a:lnTo>
                <a:lnTo>
                  <a:pt x="150345" y="405130"/>
                </a:lnTo>
                <a:lnTo>
                  <a:pt x="152374" y="408939"/>
                </a:lnTo>
                <a:lnTo>
                  <a:pt x="153204" y="408939"/>
                </a:lnTo>
                <a:lnTo>
                  <a:pt x="155194" y="411480"/>
                </a:lnTo>
                <a:lnTo>
                  <a:pt x="155028" y="411480"/>
                </a:lnTo>
                <a:lnTo>
                  <a:pt x="158267" y="415289"/>
                </a:lnTo>
                <a:lnTo>
                  <a:pt x="158102" y="415289"/>
                </a:lnTo>
                <a:lnTo>
                  <a:pt x="161607" y="419100"/>
                </a:lnTo>
                <a:lnTo>
                  <a:pt x="161442" y="419100"/>
                </a:lnTo>
                <a:lnTo>
                  <a:pt x="165201" y="422910"/>
                </a:lnTo>
                <a:lnTo>
                  <a:pt x="165023" y="422910"/>
                </a:lnTo>
                <a:lnTo>
                  <a:pt x="169037" y="425450"/>
                </a:lnTo>
                <a:lnTo>
                  <a:pt x="168859" y="425450"/>
                </a:lnTo>
                <a:lnTo>
                  <a:pt x="173100" y="429260"/>
                </a:lnTo>
                <a:lnTo>
                  <a:pt x="172923" y="429260"/>
                </a:lnTo>
                <a:lnTo>
                  <a:pt x="177393" y="431800"/>
                </a:lnTo>
                <a:lnTo>
                  <a:pt x="177228" y="431800"/>
                </a:lnTo>
                <a:lnTo>
                  <a:pt x="181914" y="434339"/>
                </a:lnTo>
                <a:lnTo>
                  <a:pt x="181737" y="434339"/>
                </a:lnTo>
                <a:lnTo>
                  <a:pt x="186639" y="438150"/>
                </a:lnTo>
                <a:lnTo>
                  <a:pt x="186461" y="438150"/>
                </a:lnTo>
                <a:lnTo>
                  <a:pt x="191566" y="440689"/>
                </a:lnTo>
                <a:lnTo>
                  <a:pt x="191401" y="440689"/>
                </a:lnTo>
                <a:lnTo>
                  <a:pt x="196684" y="443230"/>
                </a:lnTo>
                <a:lnTo>
                  <a:pt x="196519" y="443230"/>
                </a:lnTo>
                <a:lnTo>
                  <a:pt x="201993" y="444500"/>
                </a:lnTo>
                <a:lnTo>
                  <a:pt x="201828" y="444500"/>
                </a:lnTo>
                <a:lnTo>
                  <a:pt x="207479" y="447039"/>
                </a:lnTo>
                <a:lnTo>
                  <a:pt x="207314" y="447039"/>
                </a:lnTo>
                <a:lnTo>
                  <a:pt x="213144" y="449580"/>
                </a:lnTo>
                <a:lnTo>
                  <a:pt x="212966" y="449580"/>
                </a:lnTo>
                <a:lnTo>
                  <a:pt x="218947" y="450850"/>
                </a:lnTo>
                <a:lnTo>
                  <a:pt x="218782" y="450850"/>
                </a:lnTo>
                <a:lnTo>
                  <a:pt x="224917" y="452119"/>
                </a:lnTo>
                <a:lnTo>
                  <a:pt x="224751" y="452119"/>
                </a:lnTo>
                <a:lnTo>
                  <a:pt x="231025" y="453389"/>
                </a:lnTo>
                <a:lnTo>
                  <a:pt x="230860" y="453389"/>
                </a:lnTo>
                <a:lnTo>
                  <a:pt x="237274" y="454660"/>
                </a:lnTo>
                <a:lnTo>
                  <a:pt x="237108" y="454660"/>
                </a:lnTo>
                <a:lnTo>
                  <a:pt x="243636" y="455930"/>
                </a:lnTo>
                <a:lnTo>
                  <a:pt x="243471" y="455930"/>
                </a:lnTo>
                <a:lnTo>
                  <a:pt x="250126" y="457200"/>
                </a:lnTo>
                <a:lnTo>
                  <a:pt x="263245" y="457200"/>
                </a:lnTo>
                <a:lnTo>
                  <a:pt x="270192" y="458469"/>
                </a:lnTo>
                <a:lnTo>
                  <a:pt x="249148" y="458469"/>
                </a:lnTo>
                <a:lnTo>
                  <a:pt x="225767" y="462931"/>
                </a:lnTo>
                <a:close/>
              </a:path>
              <a:path w="274954" h="999489">
                <a:moveTo>
                  <a:pt x="130200" y="91439"/>
                </a:moveTo>
                <a:lnTo>
                  <a:pt x="130067" y="90169"/>
                </a:lnTo>
                <a:lnTo>
                  <a:pt x="130200" y="91439"/>
                </a:lnTo>
                <a:close/>
              </a:path>
              <a:path w="274954" h="999489">
                <a:moveTo>
                  <a:pt x="139909" y="372110"/>
                </a:moveTo>
                <a:lnTo>
                  <a:pt x="139865" y="370839"/>
                </a:lnTo>
                <a:lnTo>
                  <a:pt x="139909" y="372110"/>
                </a:lnTo>
                <a:close/>
              </a:path>
              <a:path w="274954" h="999489">
                <a:moveTo>
                  <a:pt x="148012" y="401319"/>
                </a:moveTo>
                <a:lnTo>
                  <a:pt x="147548" y="401319"/>
                </a:lnTo>
                <a:lnTo>
                  <a:pt x="147408" y="400050"/>
                </a:lnTo>
                <a:lnTo>
                  <a:pt x="148012" y="401319"/>
                </a:lnTo>
                <a:close/>
              </a:path>
              <a:path w="274954" h="999489">
                <a:moveTo>
                  <a:pt x="150345" y="405130"/>
                </a:moveTo>
                <a:lnTo>
                  <a:pt x="149821" y="405130"/>
                </a:lnTo>
                <a:lnTo>
                  <a:pt x="149669" y="403860"/>
                </a:lnTo>
                <a:lnTo>
                  <a:pt x="150345" y="405130"/>
                </a:lnTo>
                <a:close/>
              </a:path>
              <a:path w="274954" h="999489">
                <a:moveTo>
                  <a:pt x="153204" y="408939"/>
                </a:moveTo>
                <a:lnTo>
                  <a:pt x="152374" y="408939"/>
                </a:lnTo>
                <a:lnTo>
                  <a:pt x="152209" y="407669"/>
                </a:lnTo>
                <a:lnTo>
                  <a:pt x="153204" y="408939"/>
                </a:lnTo>
                <a:close/>
              </a:path>
              <a:path w="274954" h="999489">
                <a:moveTo>
                  <a:pt x="270040" y="467360"/>
                </a:moveTo>
                <a:lnTo>
                  <a:pt x="255905" y="467360"/>
                </a:lnTo>
                <a:lnTo>
                  <a:pt x="248983" y="466089"/>
                </a:lnTo>
                <a:lnTo>
                  <a:pt x="242176" y="466089"/>
                </a:lnTo>
                <a:lnTo>
                  <a:pt x="225767" y="462931"/>
                </a:lnTo>
                <a:lnTo>
                  <a:pt x="249148" y="458469"/>
                </a:lnTo>
                <a:lnTo>
                  <a:pt x="270040" y="458469"/>
                </a:lnTo>
                <a:lnTo>
                  <a:pt x="270040" y="467360"/>
                </a:lnTo>
                <a:close/>
              </a:path>
              <a:path w="274954" h="999489">
                <a:moveTo>
                  <a:pt x="271805" y="467360"/>
                </a:moveTo>
                <a:lnTo>
                  <a:pt x="270040" y="467360"/>
                </a:lnTo>
                <a:lnTo>
                  <a:pt x="270040" y="458469"/>
                </a:lnTo>
                <a:lnTo>
                  <a:pt x="273215" y="458469"/>
                </a:lnTo>
                <a:lnTo>
                  <a:pt x="274256" y="459739"/>
                </a:lnTo>
                <a:lnTo>
                  <a:pt x="274815" y="462280"/>
                </a:lnTo>
                <a:lnTo>
                  <a:pt x="274815" y="463550"/>
                </a:lnTo>
                <a:lnTo>
                  <a:pt x="274256" y="464819"/>
                </a:lnTo>
                <a:lnTo>
                  <a:pt x="273215" y="466089"/>
                </a:lnTo>
                <a:lnTo>
                  <a:pt x="271805" y="467360"/>
                </a:lnTo>
                <a:close/>
              </a:path>
              <a:path w="274954" h="999489">
                <a:moveTo>
                  <a:pt x="139661" y="908050"/>
                </a:moveTo>
                <a:lnTo>
                  <a:pt x="130162" y="908050"/>
                </a:lnTo>
                <a:lnTo>
                  <a:pt x="130340" y="902970"/>
                </a:lnTo>
                <a:lnTo>
                  <a:pt x="130340" y="553719"/>
                </a:lnTo>
                <a:lnTo>
                  <a:pt x="141757" y="515619"/>
                </a:lnTo>
                <a:lnTo>
                  <a:pt x="144627" y="511810"/>
                </a:lnTo>
                <a:lnTo>
                  <a:pt x="147777" y="506730"/>
                </a:lnTo>
                <a:lnTo>
                  <a:pt x="167424" y="488950"/>
                </a:lnTo>
                <a:lnTo>
                  <a:pt x="172072" y="485139"/>
                </a:lnTo>
                <a:lnTo>
                  <a:pt x="176936" y="482600"/>
                </a:lnTo>
                <a:lnTo>
                  <a:pt x="182003" y="478789"/>
                </a:lnTo>
                <a:lnTo>
                  <a:pt x="187274" y="476250"/>
                </a:lnTo>
                <a:lnTo>
                  <a:pt x="192735" y="473710"/>
                </a:lnTo>
                <a:lnTo>
                  <a:pt x="198386" y="471169"/>
                </a:lnTo>
                <a:lnTo>
                  <a:pt x="204203" y="468630"/>
                </a:lnTo>
                <a:lnTo>
                  <a:pt x="210197" y="467360"/>
                </a:lnTo>
                <a:lnTo>
                  <a:pt x="216344" y="464819"/>
                </a:lnTo>
                <a:lnTo>
                  <a:pt x="225767" y="462931"/>
                </a:lnTo>
                <a:lnTo>
                  <a:pt x="242176" y="466089"/>
                </a:lnTo>
                <a:lnTo>
                  <a:pt x="248983" y="466089"/>
                </a:lnTo>
                <a:lnTo>
                  <a:pt x="255905" y="467360"/>
                </a:lnTo>
                <a:lnTo>
                  <a:pt x="256717" y="467360"/>
                </a:lnTo>
                <a:lnTo>
                  <a:pt x="249961" y="468630"/>
                </a:lnTo>
                <a:lnTo>
                  <a:pt x="243636" y="468630"/>
                </a:lnTo>
                <a:lnTo>
                  <a:pt x="237108" y="469900"/>
                </a:lnTo>
                <a:lnTo>
                  <a:pt x="237274" y="469900"/>
                </a:lnTo>
                <a:lnTo>
                  <a:pt x="230860" y="471169"/>
                </a:lnTo>
                <a:lnTo>
                  <a:pt x="231025" y="471169"/>
                </a:lnTo>
                <a:lnTo>
                  <a:pt x="224751" y="472439"/>
                </a:lnTo>
                <a:lnTo>
                  <a:pt x="224917" y="472439"/>
                </a:lnTo>
                <a:lnTo>
                  <a:pt x="221849" y="473710"/>
                </a:lnTo>
                <a:lnTo>
                  <a:pt x="218947" y="473710"/>
                </a:lnTo>
                <a:lnTo>
                  <a:pt x="212966" y="476250"/>
                </a:lnTo>
                <a:lnTo>
                  <a:pt x="213144" y="476250"/>
                </a:lnTo>
                <a:lnTo>
                  <a:pt x="207314" y="477519"/>
                </a:lnTo>
                <a:lnTo>
                  <a:pt x="207479" y="477519"/>
                </a:lnTo>
                <a:lnTo>
                  <a:pt x="201828" y="480060"/>
                </a:lnTo>
                <a:lnTo>
                  <a:pt x="201993" y="480060"/>
                </a:lnTo>
                <a:lnTo>
                  <a:pt x="196519" y="482600"/>
                </a:lnTo>
                <a:lnTo>
                  <a:pt x="196684" y="482600"/>
                </a:lnTo>
                <a:lnTo>
                  <a:pt x="191401" y="485139"/>
                </a:lnTo>
                <a:lnTo>
                  <a:pt x="191566" y="485139"/>
                </a:lnTo>
                <a:lnTo>
                  <a:pt x="186461" y="487680"/>
                </a:lnTo>
                <a:lnTo>
                  <a:pt x="186639" y="487680"/>
                </a:lnTo>
                <a:lnTo>
                  <a:pt x="181737" y="490219"/>
                </a:lnTo>
                <a:lnTo>
                  <a:pt x="181914" y="490219"/>
                </a:lnTo>
                <a:lnTo>
                  <a:pt x="177228" y="492760"/>
                </a:lnTo>
                <a:lnTo>
                  <a:pt x="177393" y="492760"/>
                </a:lnTo>
                <a:lnTo>
                  <a:pt x="172923" y="496569"/>
                </a:lnTo>
                <a:lnTo>
                  <a:pt x="173100" y="496569"/>
                </a:lnTo>
                <a:lnTo>
                  <a:pt x="168859" y="499110"/>
                </a:lnTo>
                <a:lnTo>
                  <a:pt x="169037" y="499110"/>
                </a:lnTo>
                <a:lnTo>
                  <a:pt x="165023" y="502919"/>
                </a:lnTo>
                <a:lnTo>
                  <a:pt x="165201" y="502919"/>
                </a:lnTo>
                <a:lnTo>
                  <a:pt x="162695" y="505460"/>
                </a:lnTo>
                <a:lnTo>
                  <a:pt x="161607" y="505460"/>
                </a:lnTo>
                <a:lnTo>
                  <a:pt x="158102" y="509269"/>
                </a:lnTo>
                <a:lnTo>
                  <a:pt x="158267" y="509269"/>
                </a:lnTo>
                <a:lnTo>
                  <a:pt x="155028" y="513080"/>
                </a:lnTo>
                <a:lnTo>
                  <a:pt x="155194" y="513080"/>
                </a:lnTo>
                <a:lnTo>
                  <a:pt x="152209" y="516889"/>
                </a:lnTo>
                <a:lnTo>
                  <a:pt x="152374" y="516889"/>
                </a:lnTo>
                <a:lnTo>
                  <a:pt x="149669" y="520700"/>
                </a:lnTo>
                <a:lnTo>
                  <a:pt x="149821" y="520700"/>
                </a:lnTo>
                <a:lnTo>
                  <a:pt x="147408" y="524510"/>
                </a:lnTo>
                <a:lnTo>
                  <a:pt x="147548" y="524510"/>
                </a:lnTo>
                <a:lnTo>
                  <a:pt x="145427" y="528319"/>
                </a:lnTo>
                <a:lnTo>
                  <a:pt x="145567" y="528319"/>
                </a:lnTo>
                <a:lnTo>
                  <a:pt x="144195" y="532130"/>
                </a:lnTo>
                <a:lnTo>
                  <a:pt x="143852" y="532130"/>
                </a:lnTo>
                <a:lnTo>
                  <a:pt x="142728" y="535939"/>
                </a:lnTo>
                <a:lnTo>
                  <a:pt x="142443" y="535939"/>
                </a:lnTo>
                <a:lnTo>
                  <a:pt x="141262" y="541019"/>
                </a:lnTo>
                <a:lnTo>
                  <a:pt x="140474" y="544830"/>
                </a:lnTo>
                <a:lnTo>
                  <a:pt x="140138" y="548639"/>
                </a:lnTo>
                <a:lnTo>
                  <a:pt x="139865" y="553719"/>
                </a:lnTo>
                <a:lnTo>
                  <a:pt x="139865" y="902970"/>
                </a:lnTo>
                <a:lnTo>
                  <a:pt x="139661" y="908050"/>
                </a:lnTo>
                <a:close/>
              </a:path>
              <a:path w="274954" h="999489">
                <a:moveTo>
                  <a:pt x="218782" y="474980"/>
                </a:moveTo>
                <a:lnTo>
                  <a:pt x="218947" y="473710"/>
                </a:lnTo>
                <a:lnTo>
                  <a:pt x="221849" y="473710"/>
                </a:lnTo>
                <a:lnTo>
                  <a:pt x="218782" y="474980"/>
                </a:lnTo>
                <a:close/>
              </a:path>
              <a:path w="274954" h="999489">
                <a:moveTo>
                  <a:pt x="161442" y="506730"/>
                </a:moveTo>
                <a:lnTo>
                  <a:pt x="161607" y="505460"/>
                </a:lnTo>
                <a:lnTo>
                  <a:pt x="162695" y="505460"/>
                </a:lnTo>
                <a:lnTo>
                  <a:pt x="161442" y="506730"/>
                </a:lnTo>
                <a:close/>
              </a:path>
              <a:path w="274954" h="999489">
                <a:moveTo>
                  <a:pt x="143738" y="533400"/>
                </a:moveTo>
                <a:lnTo>
                  <a:pt x="143852" y="532130"/>
                </a:lnTo>
                <a:lnTo>
                  <a:pt x="144195" y="532130"/>
                </a:lnTo>
                <a:lnTo>
                  <a:pt x="143738" y="533400"/>
                </a:lnTo>
                <a:close/>
              </a:path>
              <a:path w="274954" h="999489">
                <a:moveTo>
                  <a:pt x="142354" y="537210"/>
                </a:moveTo>
                <a:lnTo>
                  <a:pt x="142443" y="535939"/>
                </a:lnTo>
                <a:lnTo>
                  <a:pt x="142728" y="535939"/>
                </a:lnTo>
                <a:lnTo>
                  <a:pt x="142354" y="537210"/>
                </a:lnTo>
                <a:close/>
              </a:path>
              <a:path w="274954" h="999489">
                <a:moveTo>
                  <a:pt x="140004" y="549910"/>
                </a:moveTo>
                <a:lnTo>
                  <a:pt x="140042" y="548639"/>
                </a:lnTo>
                <a:lnTo>
                  <a:pt x="140004" y="549910"/>
                </a:lnTo>
                <a:close/>
              </a:path>
              <a:path w="274954" h="999489">
                <a:moveTo>
                  <a:pt x="137560" y="920750"/>
                </a:moveTo>
                <a:lnTo>
                  <a:pt x="127749" y="920750"/>
                </a:lnTo>
                <a:lnTo>
                  <a:pt x="128943" y="915670"/>
                </a:lnTo>
                <a:lnTo>
                  <a:pt x="129730" y="911860"/>
                </a:lnTo>
                <a:lnTo>
                  <a:pt x="130200" y="906779"/>
                </a:lnTo>
                <a:lnTo>
                  <a:pt x="130162" y="908050"/>
                </a:lnTo>
                <a:lnTo>
                  <a:pt x="139661" y="908050"/>
                </a:lnTo>
                <a:lnTo>
                  <a:pt x="139090" y="913129"/>
                </a:lnTo>
                <a:lnTo>
                  <a:pt x="138150" y="918210"/>
                </a:lnTo>
                <a:lnTo>
                  <a:pt x="137560" y="920750"/>
                </a:lnTo>
                <a:close/>
              </a:path>
              <a:path w="274954" h="999489">
                <a:moveTo>
                  <a:pt x="7277" y="999489"/>
                </a:moveTo>
                <a:lnTo>
                  <a:pt x="165" y="999489"/>
                </a:lnTo>
                <a:lnTo>
                  <a:pt x="0" y="989329"/>
                </a:lnTo>
                <a:lnTo>
                  <a:pt x="13487" y="989329"/>
                </a:lnTo>
                <a:lnTo>
                  <a:pt x="20243" y="988060"/>
                </a:lnTo>
                <a:lnTo>
                  <a:pt x="26568" y="988060"/>
                </a:lnTo>
                <a:lnTo>
                  <a:pt x="33096" y="986789"/>
                </a:lnTo>
                <a:lnTo>
                  <a:pt x="32931" y="986789"/>
                </a:lnTo>
                <a:lnTo>
                  <a:pt x="39344" y="985520"/>
                </a:lnTo>
                <a:lnTo>
                  <a:pt x="39179" y="985520"/>
                </a:lnTo>
                <a:lnTo>
                  <a:pt x="45453" y="984250"/>
                </a:lnTo>
                <a:lnTo>
                  <a:pt x="45288" y="984250"/>
                </a:lnTo>
                <a:lnTo>
                  <a:pt x="51422" y="982979"/>
                </a:lnTo>
                <a:lnTo>
                  <a:pt x="51257" y="982979"/>
                </a:lnTo>
                <a:lnTo>
                  <a:pt x="57238" y="980439"/>
                </a:lnTo>
                <a:lnTo>
                  <a:pt x="57061" y="980439"/>
                </a:lnTo>
                <a:lnTo>
                  <a:pt x="62890" y="979170"/>
                </a:lnTo>
                <a:lnTo>
                  <a:pt x="62725" y="979170"/>
                </a:lnTo>
                <a:lnTo>
                  <a:pt x="68376" y="976629"/>
                </a:lnTo>
                <a:lnTo>
                  <a:pt x="68211" y="976629"/>
                </a:lnTo>
                <a:lnTo>
                  <a:pt x="73685" y="974089"/>
                </a:lnTo>
                <a:lnTo>
                  <a:pt x="73520" y="974089"/>
                </a:lnTo>
                <a:lnTo>
                  <a:pt x="78803" y="971550"/>
                </a:lnTo>
                <a:lnTo>
                  <a:pt x="78638" y="971550"/>
                </a:lnTo>
                <a:lnTo>
                  <a:pt x="83743" y="969010"/>
                </a:lnTo>
                <a:lnTo>
                  <a:pt x="83566" y="969010"/>
                </a:lnTo>
                <a:lnTo>
                  <a:pt x="88468" y="966470"/>
                </a:lnTo>
                <a:lnTo>
                  <a:pt x="88290" y="966470"/>
                </a:lnTo>
                <a:lnTo>
                  <a:pt x="92976" y="963929"/>
                </a:lnTo>
                <a:lnTo>
                  <a:pt x="92811" y="963929"/>
                </a:lnTo>
                <a:lnTo>
                  <a:pt x="97281" y="960120"/>
                </a:lnTo>
                <a:lnTo>
                  <a:pt x="97104" y="960120"/>
                </a:lnTo>
                <a:lnTo>
                  <a:pt x="101345" y="957579"/>
                </a:lnTo>
                <a:lnTo>
                  <a:pt x="101168" y="957579"/>
                </a:lnTo>
                <a:lnTo>
                  <a:pt x="105181" y="953770"/>
                </a:lnTo>
                <a:lnTo>
                  <a:pt x="105003" y="953770"/>
                </a:lnTo>
                <a:lnTo>
                  <a:pt x="108762" y="951229"/>
                </a:lnTo>
                <a:lnTo>
                  <a:pt x="108597" y="951229"/>
                </a:lnTo>
                <a:lnTo>
                  <a:pt x="112102" y="947420"/>
                </a:lnTo>
                <a:lnTo>
                  <a:pt x="111925" y="947420"/>
                </a:lnTo>
                <a:lnTo>
                  <a:pt x="115176" y="943610"/>
                </a:lnTo>
                <a:lnTo>
                  <a:pt x="115011" y="943610"/>
                </a:lnTo>
                <a:lnTo>
                  <a:pt x="117995" y="939800"/>
                </a:lnTo>
                <a:lnTo>
                  <a:pt x="117830" y="939800"/>
                </a:lnTo>
                <a:lnTo>
                  <a:pt x="120535" y="935989"/>
                </a:lnTo>
                <a:lnTo>
                  <a:pt x="120383" y="935989"/>
                </a:lnTo>
                <a:lnTo>
                  <a:pt x="122796" y="932179"/>
                </a:lnTo>
                <a:lnTo>
                  <a:pt x="122656" y="932179"/>
                </a:lnTo>
                <a:lnTo>
                  <a:pt x="124777" y="928370"/>
                </a:lnTo>
                <a:lnTo>
                  <a:pt x="124637" y="928370"/>
                </a:lnTo>
                <a:lnTo>
                  <a:pt x="126466" y="924560"/>
                </a:lnTo>
                <a:lnTo>
                  <a:pt x="127850" y="919479"/>
                </a:lnTo>
                <a:lnTo>
                  <a:pt x="127749" y="920750"/>
                </a:lnTo>
                <a:lnTo>
                  <a:pt x="137560" y="920750"/>
                </a:lnTo>
                <a:lnTo>
                  <a:pt x="136969" y="923289"/>
                </a:lnTo>
                <a:lnTo>
                  <a:pt x="135242" y="928370"/>
                </a:lnTo>
                <a:lnTo>
                  <a:pt x="131025" y="937260"/>
                </a:lnTo>
                <a:lnTo>
                  <a:pt x="128447" y="941070"/>
                </a:lnTo>
                <a:lnTo>
                  <a:pt x="125577" y="946150"/>
                </a:lnTo>
                <a:lnTo>
                  <a:pt x="102781" y="967739"/>
                </a:lnTo>
                <a:lnTo>
                  <a:pt x="98132" y="971550"/>
                </a:lnTo>
                <a:lnTo>
                  <a:pt x="93268" y="974089"/>
                </a:lnTo>
                <a:lnTo>
                  <a:pt x="88201" y="977900"/>
                </a:lnTo>
                <a:lnTo>
                  <a:pt x="82931" y="980439"/>
                </a:lnTo>
                <a:lnTo>
                  <a:pt x="77469" y="982979"/>
                </a:lnTo>
                <a:lnTo>
                  <a:pt x="71818" y="985520"/>
                </a:lnTo>
                <a:lnTo>
                  <a:pt x="66001" y="988060"/>
                </a:lnTo>
                <a:lnTo>
                  <a:pt x="60007" y="989329"/>
                </a:lnTo>
                <a:lnTo>
                  <a:pt x="53860" y="991870"/>
                </a:lnTo>
                <a:lnTo>
                  <a:pt x="21056" y="998220"/>
                </a:lnTo>
                <a:lnTo>
                  <a:pt x="14135" y="998220"/>
                </a:lnTo>
                <a:lnTo>
                  <a:pt x="7277" y="999489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515880" y="2696070"/>
            <a:ext cx="2938145" cy="7550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0"/>
              </a:spcBef>
            </a:pPr>
            <a:r>
              <a:rPr sz="2400" dirty="0">
                <a:solidFill>
                  <a:srgbClr val="0000FF"/>
                </a:solidFill>
                <a:latin typeface="Noto Serif CJK JP"/>
                <a:cs typeface="Noto Serif CJK JP"/>
              </a:rPr>
              <a:t>这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种为同级中断，不会同时发生</a:t>
            </a:r>
            <a:endParaRPr sz="2400">
              <a:latin typeface="Noto Serif CJK JP"/>
              <a:cs typeface="Noto Serif CJK JP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8379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.1.2</a:t>
            </a:r>
            <a:r>
              <a:rPr spc="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的中断向量表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07754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53" y="1608030"/>
            <a:ext cx="184897" cy="184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53" y="2126190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2997784"/>
            <a:ext cx="208915" cy="20955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860602" y="4676444"/>
            <a:ext cx="7729855" cy="889000"/>
          </a:xfrm>
          <a:custGeom>
            <a:avLst/>
            <a:gdLst/>
            <a:ahLst/>
            <a:cxnLst/>
            <a:rect l="l" t="t" r="r" b="b"/>
            <a:pathLst>
              <a:path w="7729855" h="889000">
                <a:moveTo>
                  <a:pt x="7604150" y="2539"/>
                </a:moveTo>
                <a:lnTo>
                  <a:pt x="125399" y="2539"/>
                </a:lnTo>
                <a:lnTo>
                  <a:pt x="133121" y="1270"/>
                </a:lnTo>
                <a:lnTo>
                  <a:pt x="140322" y="0"/>
                </a:lnTo>
                <a:lnTo>
                  <a:pt x="7589227" y="0"/>
                </a:lnTo>
                <a:lnTo>
                  <a:pt x="7596428" y="1270"/>
                </a:lnTo>
                <a:lnTo>
                  <a:pt x="7604150" y="2539"/>
                </a:lnTo>
                <a:close/>
              </a:path>
              <a:path w="7729855" h="889000">
                <a:moveTo>
                  <a:pt x="7619174" y="6350"/>
                </a:moveTo>
                <a:lnTo>
                  <a:pt x="110375" y="6350"/>
                </a:lnTo>
                <a:lnTo>
                  <a:pt x="117195" y="3810"/>
                </a:lnTo>
                <a:lnTo>
                  <a:pt x="124777" y="2539"/>
                </a:lnTo>
                <a:lnTo>
                  <a:pt x="7604772" y="2539"/>
                </a:lnTo>
                <a:lnTo>
                  <a:pt x="7612341" y="3810"/>
                </a:lnTo>
                <a:lnTo>
                  <a:pt x="7619174" y="6350"/>
                </a:lnTo>
                <a:close/>
              </a:path>
              <a:path w="7729855" h="889000">
                <a:moveTo>
                  <a:pt x="7619784" y="881380"/>
                </a:moveTo>
                <a:lnTo>
                  <a:pt x="109766" y="881380"/>
                </a:lnTo>
                <a:lnTo>
                  <a:pt x="95377" y="876300"/>
                </a:lnTo>
                <a:lnTo>
                  <a:pt x="89001" y="872489"/>
                </a:lnTo>
                <a:lnTo>
                  <a:pt x="81699" y="868680"/>
                </a:lnTo>
                <a:lnTo>
                  <a:pt x="75145" y="866139"/>
                </a:lnTo>
                <a:lnTo>
                  <a:pt x="68808" y="861060"/>
                </a:lnTo>
                <a:lnTo>
                  <a:pt x="63157" y="857250"/>
                </a:lnTo>
                <a:lnTo>
                  <a:pt x="57238" y="852169"/>
                </a:lnTo>
                <a:lnTo>
                  <a:pt x="51092" y="847089"/>
                </a:lnTo>
                <a:lnTo>
                  <a:pt x="46101" y="843280"/>
                </a:lnTo>
                <a:lnTo>
                  <a:pt x="45669" y="842010"/>
                </a:lnTo>
                <a:lnTo>
                  <a:pt x="40906" y="836930"/>
                </a:lnTo>
                <a:lnTo>
                  <a:pt x="35585" y="830580"/>
                </a:lnTo>
                <a:lnTo>
                  <a:pt x="30949" y="825500"/>
                </a:lnTo>
                <a:lnTo>
                  <a:pt x="26936" y="819150"/>
                </a:lnTo>
                <a:lnTo>
                  <a:pt x="22847" y="812800"/>
                </a:lnTo>
                <a:lnTo>
                  <a:pt x="19062" y="806450"/>
                </a:lnTo>
                <a:lnTo>
                  <a:pt x="15328" y="798829"/>
                </a:lnTo>
                <a:lnTo>
                  <a:pt x="12446" y="792479"/>
                </a:lnTo>
                <a:lnTo>
                  <a:pt x="9626" y="786129"/>
                </a:lnTo>
                <a:lnTo>
                  <a:pt x="7150" y="778510"/>
                </a:lnTo>
                <a:lnTo>
                  <a:pt x="6959" y="778510"/>
                </a:lnTo>
                <a:lnTo>
                  <a:pt x="5016" y="770889"/>
                </a:lnTo>
                <a:lnTo>
                  <a:pt x="3251" y="763270"/>
                </a:lnTo>
                <a:lnTo>
                  <a:pt x="1765" y="755650"/>
                </a:lnTo>
                <a:lnTo>
                  <a:pt x="850" y="748029"/>
                </a:lnTo>
                <a:lnTo>
                  <a:pt x="275" y="740410"/>
                </a:lnTo>
                <a:lnTo>
                  <a:pt x="158" y="737870"/>
                </a:lnTo>
                <a:lnTo>
                  <a:pt x="0" y="731520"/>
                </a:lnTo>
                <a:lnTo>
                  <a:pt x="12" y="156210"/>
                </a:lnTo>
                <a:lnTo>
                  <a:pt x="160" y="149860"/>
                </a:lnTo>
                <a:lnTo>
                  <a:pt x="275" y="147320"/>
                </a:lnTo>
                <a:lnTo>
                  <a:pt x="787" y="139700"/>
                </a:lnTo>
                <a:lnTo>
                  <a:pt x="1765" y="132079"/>
                </a:lnTo>
                <a:lnTo>
                  <a:pt x="3124" y="124460"/>
                </a:lnTo>
                <a:lnTo>
                  <a:pt x="5016" y="116839"/>
                </a:lnTo>
                <a:lnTo>
                  <a:pt x="6959" y="109220"/>
                </a:lnTo>
                <a:lnTo>
                  <a:pt x="7150" y="109220"/>
                </a:lnTo>
                <a:lnTo>
                  <a:pt x="9626" y="101600"/>
                </a:lnTo>
                <a:lnTo>
                  <a:pt x="12204" y="95250"/>
                </a:lnTo>
                <a:lnTo>
                  <a:pt x="12446" y="95250"/>
                </a:lnTo>
                <a:lnTo>
                  <a:pt x="15595" y="87629"/>
                </a:lnTo>
                <a:lnTo>
                  <a:pt x="22529" y="74929"/>
                </a:lnTo>
                <a:lnTo>
                  <a:pt x="22847" y="74929"/>
                </a:lnTo>
                <a:lnTo>
                  <a:pt x="26593" y="68579"/>
                </a:lnTo>
                <a:lnTo>
                  <a:pt x="26936" y="68579"/>
                </a:lnTo>
                <a:lnTo>
                  <a:pt x="31318" y="62229"/>
                </a:lnTo>
                <a:lnTo>
                  <a:pt x="35585" y="57150"/>
                </a:lnTo>
                <a:lnTo>
                  <a:pt x="40500" y="50800"/>
                </a:lnTo>
                <a:lnTo>
                  <a:pt x="45669" y="45720"/>
                </a:lnTo>
                <a:lnTo>
                  <a:pt x="46101" y="44450"/>
                </a:lnTo>
                <a:lnTo>
                  <a:pt x="51092" y="40639"/>
                </a:lnTo>
                <a:lnTo>
                  <a:pt x="57238" y="35560"/>
                </a:lnTo>
                <a:lnTo>
                  <a:pt x="63157" y="30479"/>
                </a:lnTo>
                <a:lnTo>
                  <a:pt x="68808" y="26670"/>
                </a:lnTo>
                <a:lnTo>
                  <a:pt x="69316" y="25400"/>
                </a:lnTo>
                <a:lnTo>
                  <a:pt x="75679" y="21589"/>
                </a:lnTo>
                <a:lnTo>
                  <a:pt x="82245" y="17779"/>
                </a:lnTo>
                <a:lnTo>
                  <a:pt x="89001" y="15239"/>
                </a:lnTo>
                <a:lnTo>
                  <a:pt x="95377" y="11429"/>
                </a:lnTo>
                <a:lnTo>
                  <a:pt x="109766" y="6350"/>
                </a:lnTo>
                <a:lnTo>
                  <a:pt x="7619784" y="6350"/>
                </a:lnTo>
                <a:lnTo>
                  <a:pt x="7626464" y="8889"/>
                </a:lnTo>
                <a:lnTo>
                  <a:pt x="7633588" y="11429"/>
                </a:lnTo>
                <a:lnTo>
                  <a:pt x="7634160" y="11429"/>
                </a:lnTo>
                <a:lnTo>
                  <a:pt x="7641094" y="15239"/>
                </a:lnTo>
                <a:lnTo>
                  <a:pt x="7647305" y="17779"/>
                </a:lnTo>
                <a:lnTo>
                  <a:pt x="7653870" y="21589"/>
                </a:lnTo>
                <a:lnTo>
                  <a:pt x="7658112" y="24129"/>
                </a:lnTo>
                <a:lnTo>
                  <a:pt x="156959" y="24129"/>
                </a:lnTo>
                <a:lnTo>
                  <a:pt x="149555" y="25400"/>
                </a:lnTo>
                <a:lnTo>
                  <a:pt x="143522" y="25400"/>
                </a:lnTo>
                <a:lnTo>
                  <a:pt x="136321" y="26670"/>
                </a:lnTo>
                <a:lnTo>
                  <a:pt x="136956" y="26670"/>
                </a:lnTo>
                <a:lnTo>
                  <a:pt x="129870" y="27939"/>
                </a:lnTo>
                <a:lnTo>
                  <a:pt x="130492" y="27939"/>
                </a:lnTo>
                <a:lnTo>
                  <a:pt x="123520" y="29210"/>
                </a:lnTo>
                <a:lnTo>
                  <a:pt x="124142" y="29210"/>
                </a:lnTo>
                <a:lnTo>
                  <a:pt x="117309" y="30479"/>
                </a:lnTo>
                <a:lnTo>
                  <a:pt x="117906" y="30479"/>
                </a:lnTo>
                <a:lnTo>
                  <a:pt x="111226" y="33020"/>
                </a:lnTo>
                <a:lnTo>
                  <a:pt x="111810" y="33020"/>
                </a:lnTo>
                <a:lnTo>
                  <a:pt x="105270" y="35560"/>
                </a:lnTo>
                <a:lnTo>
                  <a:pt x="105841" y="35560"/>
                </a:lnTo>
                <a:lnTo>
                  <a:pt x="99466" y="38100"/>
                </a:lnTo>
                <a:lnTo>
                  <a:pt x="100025" y="38100"/>
                </a:lnTo>
                <a:lnTo>
                  <a:pt x="93827" y="40639"/>
                </a:lnTo>
                <a:lnTo>
                  <a:pt x="94361" y="40639"/>
                </a:lnTo>
                <a:lnTo>
                  <a:pt x="90347" y="43179"/>
                </a:lnTo>
                <a:lnTo>
                  <a:pt x="88861" y="43179"/>
                </a:lnTo>
                <a:lnTo>
                  <a:pt x="83019" y="46989"/>
                </a:lnTo>
                <a:lnTo>
                  <a:pt x="83527" y="46989"/>
                </a:lnTo>
                <a:lnTo>
                  <a:pt x="77876" y="50800"/>
                </a:lnTo>
                <a:lnTo>
                  <a:pt x="78371" y="50800"/>
                </a:lnTo>
                <a:lnTo>
                  <a:pt x="72936" y="54610"/>
                </a:lnTo>
                <a:lnTo>
                  <a:pt x="73406" y="54610"/>
                </a:lnTo>
                <a:lnTo>
                  <a:pt x="68173" y="58420"/>
                </a:lnTo>
                <a:lnTo>
                  <a:pt x="68630" y="58420"/>
                </a:lnTo>
                <a:lnTo>
                  <a:pt x="63627" y="63500"/>
                </a:lnTo>
                <a:lnTo>
                  <a:pt x="64058" y="63500"/>
                </a:lnTo>
                <a:lnTo>
                  <a:pt x="60477" y="67310"/>
                </a:lnTo>
                <a:lnTo>
                  <a:pt x="59702" y="67310"/>
                </a:lnTo>
                <a:lnTo>
                  <a:pt x="55168" y="72389"/>
                </a:lnTo>
                <a:lnTo>
                  <a:pt x="55562" y="72389"/>
                </a:lnTo>
                <a:lnTo>
                  <a:pt x="51282" y="77470"/>
                </a:lnTo>
                <a:lnTo>
                  <a:pt x="51650" y="77470"/>
                </a:lnTo>
                <a:lnTo>
                  <a:pt x="47637" y="82550"/>
                </a:lnTo>
                <a:lnTo>
                  <a:pt x="47980" y="82550"/>
                </a:lnTo>
                <a:lnTo>
                  <a:pt x="44234" y="87629"/>
                </a:lnTo>
                <a:lnTo>
                  <a:pt x="44551" y="87629"/>
                </a:lnTo>
                <a:lnTo>
                  <a:pt x="41777" y="92710"/>
                </a:lnTo>
                <a:lnTo>
                  <a:pt x="41376" y="92710"/>
                </a:lnTo>
                <a:lnTo>
                  <a:pt x="38201" y="99060"/>
                </a:lnTo>
                <a:lnTo>
                  <a:pt x="38468" y="99060"/>
                </a:lnTo>
                <a:lnTo>
                  <a:pt x="36161" y="104139"/>
                </a:lnTo>
                <a:lnTo>
                  <a:pt x="35826" y="104139"/>
                </a:lnTo>
                <a:lnTo>
                  <a:pt x="33678" y="110489"/>
                </a:lnTo>
                <a:lnTo>
                  <a:pt x="33464" y="110489"/>
                </a:lnTo>
                <a:lnTo>
                  <a:pt x="31203" y="116839"/>
                </a:lnTo>
                <a:lnTo>
                  <a:pt x="31394" y="116839"/>
                </a:lnTo>
                <a:lnTo>
                  <a:pt x="29451" y="123189"/>
                </a:lnTo>
                <a:lnTo>
                  <a:pt x="29616" y="123189"/>
                </a:lnTo>
                <a:lnTo>
                  <a:pt x="28003" y="129539"/>
                </a:lnTo>
                <a:lnTo>
                  <a:pt x="28130" y="129539"/>
                </a:lnTo>
                <a:lnTo>
                  <a:pt x="26860" y="135889"/>
                </a:lnTo>
                <a:lnTo>
                  <a:pt x="26200" y="142239"/>
                </a:lnTo>
                <a:lnTo>
                  <a:pt x="25645" y="148589"/>
                </a:lnTo>
                <a:lnTo>
                  <a:pt x="25400" y="156210"/>
                </a:lnTo>
                <a:lnTo>
                  <a:pt x="25400" y="731520"/>
                </a:lnTo>
                <a:lnTo>
                  <a:pt x="25558" y="737870"/>
                </a:lnTo>
                <a:lnTo>
                  <a:pt x="26111" y="745489"/>
                </a:lnTo>
                <a:lnTo>
                  <a:pt x="26962" y="751839"/>
                </a:lnTo>
                <a:lnTo>
                  <a:pt x="28130" y="758189"/>
                </a:lnTo>
                <a:lnTo>
                  <a:pt x="28003" y="758189"/>
                </a:lnTo>
                <a:lnTo>
                  <a:pt x="29616" y="764539"/>
                </a:lnTo>
                <a:lnTo>
                  <a:pt x="29451" y="764539"/>
                </a:lnTo>
                <a:lnTo>
                  <a:pt x="31394" y="770889"/>
                </a:lnTo>
                <a:lnTo>
                  <a:pt x="31203" y="770889"/>
                </a:lnTo>
                <a:lnTo>
                  <a:pt x="33464" y="777239"/>
                </a:lnTo>
                <a:lnTo>
                  <a:pt x="33678" y="777239"/>
                </a:lnTo>
                <a:lnTo>
                  <a:pt x="35826" y="783589"/>
                </a:lnTo>
                <a:lnTo>
                  <a:pt x="36161" y="783589"/>
                </a:lnTo>
                <a:lnTo>
                  <a:pt x="38468" y="788670"/>
                </a:lnTo>
                <a:lnTo>
                  <a:pt x="38201" y="788670"/>
                </a:lnTo>
                <a:lnTo>
                  <a:pt x="41376" y="795020"/>
                </a:lnTo>
                <a:lnTo>
                  <a:pt x="41777" y="795020"/>
                </a:lnTo>
                <a:lnTo>
                  <a:pt x="44551" y="800100"/>
                </a:lnTo>
                <a:lnTo>
                  <a:pt x="44234" y="800100"/>
                </a:lnTo>
                <a:lnTo>
                  <a:pt x="47980" y="805179"/>
                </a:lnTo>
                <a:lnTo>
                  <a:pt x="47637" y="805179"/>
                </a:lnTo>
                <a:lnTo>
                  <a:pt x="51650" y="810260"/>
                </a:lnTo>
                <a:lnTo>
                  <a:pt x="51282" y="810260"/>
                </a:lnTo>
                <a:lnTo>
                  <a:pt x="55562" y="815339"/>
                </a:lnTo>
                <a:lnTo>
                  <a:pt x="55168" y="815339"/>
                </a:lnTo>
                <a:lnTo>
                  <a:pt x="59702" y="820419"/>
                </a:lnTo>
                <a:lnTo>
                  <a:pt x="60477" y="820419"/>
                </a:lnTo>
                <a:lnTo>
                  <a:pt x="64058" y="824230"/>
                </a:lnTo>
                <a:lnTo>
                  <a:pt x="63627" y="824230"/>
                </a:lnTo>
                <a:lnTo>
                  <a:pt x="68630" y="829310"/>
                </a:lnTo>
                <a:lnTo>
                  <a:pt x="69481" y="829310"/>
                </a:lnTo>
                <a:lnTo>
                  <a:pt x="73406" y="833119"/>
                </a:lnTo>
                <a:lnTo>
                  <a:pt x="72936" y="833119"/>
                </a:lnTo>
                <a:lnTo>
                  <a:pt x="78371" y="836930"/>
                </a:lnTo>
                <a:lnTo>
                  <a:pt x="77876" y="836930"/>
                </a:lnTo>
                <a:lnTo>
                  <a:pt x="83527" y="840739"/>
                </a:lnTo>
                <a:lnTo>
                  <a:pt x="83019" y="840739"/>
                </a:lnTo>
                <a:lnTo>
                  <a:pt x="88861" y="844550"/>
                </a:lnTo>
                <a:lnTo>
                  <a:pt x="90347" y="844550"/>
                </a:lnTo>
                <a:lnTo>
                  <a:pt x="94361" y="847089"/>
                </a:lnTo>
                <a:lnTo>
                  <a:pt x="93827" y="847089"/>
                </a:lnTo>
                <a:lnTo>
                  <a:pt x="100025" y="849630"/>
                </a:lnTo>
                <a:lnTo>
                  <a:pt x="99466" y="849630"/>
                </a:lnTo>
                <a:lnTo>
                  <a:pt x="105841" y="852169"/>
                </a:lnTo>
                <a:lnTo>
                  <a:pt x="105270" y="852169"/>
                </a:lnTo>
                <a:lnTo>
                  <a:pt x="111810" y="854710"/>
                </a:lnTo>
                <a:lnTo>
                  <a:pt x="111226" y="854710"/>
                </a:lnTo>
                <a:lnTo>
                  <a:pt x="117906" y="857250"/>
                </a:lnTo>
                <a:lnTo>
                  <a:pt x="117309" y="857250"/>
                </a:lnTo>
                <a:lnTo>
                  <a:pt x="124142" y="858519"/>
                </a:lnTo>
                <a:lnTo>
                  <a:pt x="123520" y="858519"/>
                </a:lnTo>
                <a:lnTo>
                  <a:pt x="130492" y="859789"/>
                </a:lnTo>
                <a:lnTo>
                  <a:pt x="129870" y="859789"/>
                </a:lnTo>
                <a:lnTo>
                  <a:pt x="136956" y="861060"/>
                </a:lnTo>
                <a:lnTo>
                  <a:pt x="136321" y="861060"/>
                </a:lnTo>
                <a:lnTo>
                  <a:pt x="143522" y="862330"/>
                </a:lnTo>
                <a:lnTo>
                  <a:pt x="149555" y="862330"/>
                </a:lnTo>
                <a:lnTo>
                  <a:pt x="156959" y="863600"/>
                </a:lnTo>
                <a:lnTo>
                  <a:pt x="7658286" y="863600"/>
                </a:lnTo>
                <a:lnTo>
                  <a:pt x="7654391" y="866139"/>
                </a:lnTo>
                <a:lnTo>
                  <a:pt x="7653870" y="866139"/>
                </a:lnTo>
                <a:lnTo>
                  <a:pt x="7647305" y="869950"/>
                </a:lnTo>
                <a:lnTo>
                  <a:pt x="7641094" y="872489"/>
                </a:lnTo>
                <a:lnTo>
                  <a:pt x="7634160" y="876300"/>
                </a:lnTo>
                <a:lnTo>
                  <a:pt x="7633588" y="876300"/>
                </a:lnTo>
                <a:lnTo>
                  <a:pt x="7626464" y="878839"/>
                </a:lnTo>
                <a:lnTo>
                  <a:pt x="7619784" y="881380"/>
                </a:lnTo>
                <a:close/>
              </a:path>
              <a:path w="7729855" h="889000">
                <a:moveTo>
                  <a:pt x="7572908" y="25400"/>
                </a:moveTo>
                <a:lnTo>
                  <a:pt x="156641" y="25400"/>
                </a:lnTo>
                <a:lnTo>
                  <a:pt x="156959" y="24129"/>
                </a:lnTo>
                <a:lnTo>
                  <a:pt x="7572578" y="24129"/>
                </a:lnTo>
                <a:lnTo>
                  <a:pt x="7572908" y="25400"/>
                </a:lnTo>
                <a:close/>
              </a:path>
              <a:path w="7729855" h="889000">
                <a:moveTo>
                  <a:pt x="7641208" y="44450"/>
                </a:moveTo>
                <a:lnTo>
                  <a:pt x="7635189" y="40639"/>
                </a:lnTo>
                <a:lnTo>
                  <a:pt x="7635722" y="40639"/>
                </a:lnTo>
                <a:lnTo>
                  <a:pt x="7629512" y="38100"/>
                </a:lnTo>
                <a:lnTo>
                  <a:pt x="7630071" y="38100"/>
                </a:lnTo>
                <a:lnTo>
                  <a:pt x="7623695" y="35560"/>
                </a:lnTo>
                <a:lnTo>
                  <a:pt x="7624279" y="35560"/>
                </a:lnTo>
                <a:lnTo>
                  <a:pt x="7617739" y="33020"/>
                </a:lnTo>
                <a:lnTo>
                  <a:pt x="7618323" y="33020"/>
                </a:lnTo>
                <a:lnTo>
                  <a:pt x="7611643" y="30479"/>
                </a:lnTo>
                <a:lnTo>
                  <a:pt x="7612240" y="30479"/>
                </a:lnTo>
                <a:lnTo>
                  <a:pt x="7605407" y="29210"/>
                </a:lnTo>
                <a:lnTo>
                  <a:pt x="7606017" y="29210"/>
                </a:lnTo>
                <a:lnTo>
                  <a:pt x="7599057" y="27939"/>
                </a:lnTo>
                <a:lnTo>
                  <a:pt x="7599680" y="27939"/>
                </a:lnTo>
                <a:lnTo>
                  <a:pt x="7592593" y="26670"/>
                </a:lnTo>
                <a:lnTo>
                  <a:pt x="7593228" y="26670"/>
                </a:lnTo>
                <a:lnTo>
                  <a:pt x="7586027" y="25400"/>
                </a:lnTo>
                <a:lnTo>
                  <a:pt x="7579995" y="25400"/>
                </a:lnTo>
                <a:lnTo>
                  <a:pt x="7572578" y="24129"/>
                </a:lnTo>
                <a:lnTo>
                  <a:pt x="7658112" y="24129"/>
                </a:lnTo>
                <a:lnTo>
                  <a:pt x="7660233" y="25400"/>
                </a:lnTo>
                <a:lnTo>
                  <a:pt x="7660741" y="26670"/>
                </a:lnTo>
                <a:lnTo>
                  <a:pt x="7666875" y="30479"/>
                </a:lnTo>
                <a:lnTo>
                  <a:pt x="7672311" y="35560"/>
                </a:lnTo>
                <a:lnTo>
                  <a:pt x="7678000" y="39370"/>
                </a:lnTo>
                <a:lnTo>
                  <a:pt x="7682087" y="43179"/>
                </a:lnTo>
                <a:lnTo>
                  <a:pt x="7640688" y="43179"/>
                </a:lnTo>
                <a:lnTo>
                  <a:pt x="7641208" y="44450"/>
                </a:lnTo>
                <a:close/>
              </a:path>
              <a:path w="7729855" h="889000">
                <a:moveTo>
                  <a:pt x="88341" y="44450"/>
                </a:moveTo>
                <a:lnTo>
                  <a:pt x="88861" y="43179"/>
                </a:lnTo>
                <a:lnTo>
                  <a:pt x="90347" y="43179"/>
                </a:lnTo>
                <a:lnTo>
                  <a:pt x="88341" y="44450"/>
                </a:lnTo>
                <a:close/>
              </a:path>
              <a:path w="7729855" h="889000">
                <a:moveTo>
                  <a:pt x="7670253" y="68579"/>
                </a:moveTo>
                <a:lnTo>
                  <a:pt x="7665491" y="63500"/>
                </a:lnTo>
                <a:lnTo>
                  <a:pt x="7665923" y="63500"/>
                </a:lnTo>
                <a:lnTo>
                  <a:pt x="7660919" y="58420"/>
                </a:lnTo>
                <a:lnTo>
                  <a:pt x="7661363" y="58420"/>
                </a:lnTo>
                <a:lnTo>
                  <a:pt x="7656144" y="54610"/>
                </a:lnTo>
                <a:lnTo>
                  <a:pt x="7656614" y="54610"/>
                </a:lnTo>
                <a:lnTo>
                  <a:pt x="7651178" y="50800"/>
                </a:lnTo>
                <a:lnTo>
                  <a:pt x="7651661" y="50800"/>
                </a:lnTo>
                <a:lnTo>
                  <a:pt x="7646022" y="46989"/>
                </a:lnTo>
                <a:lnTo>
                  <a:pt x="7646530" y="46989"/>
                </a:lnTo>
                <a:lnTo>
                  <a:pt x="7640688" y="43179"/>
                </a:lnTo>
                <a:lnTo>
                  <a:pt x="7682087" y="43179"/>
                </a:lnTo>
                <a:lnTo>
                  <a:pt x="7683449" y="44450"/>
                </a:lnTo>
                <a:lnTo>
                  <a:pt x="7683881" y="45720"/>
                </a:lnTo>
                <a:lnTo>
                  <a:pt x="7689049" y="50800"/>
                </a:lnTo>
                <a:lnTo>
                  <a:pt x="7693964" y="57150"/>
                </a:lnTo>
                <a:lnTo>
                  <a:pt x="7698232" y="62229"/>
                </a:lnTo>
                <a:lnTo>
                  <a:pt x="7701737" y="67310"/>
                </a:lnTo>
                <a:lnTo>
                  <a:pt x="7669847" y="67310"/>
                </a:lnTo>
                <a:lnTo>
                  <a:pt x="7670253" y="68579"/>
                </a:lnTo>
                <a:close/>
              </a:path>
              <a:path w="7729855" h="889000">
                <a:moveTo>
                  <a:pt x="59283" y="68579"/>
                </a:moveTo>
                <a:lnTo>
                  <a:pt x="59702" y="67310"/>
                </a:lnTo>
                <a:lnTo>
                  <a:pt x="60477" y="67310"/>
                </a:lnTo>
                <a:lnTo>
                  <a:pt x="59283" y="68579"/>
                </a:lnTo>
                <a:close/>
              </a:path>
              <a:path w="7729855" h="889000">
                <a:moveTo>
                  <a:pt x="7688453" y="93979"/>
                </a:moveTo>
                <a:lnTo>
                  <a:pt x="7684998" y="87629"/>
                </a:lnTo>
                <a:lnTo>
                  <a:pt x="7685316" y="87629"/>
                </a:lnTo>
                <a:lnTo>
                  <a:pt x="7681569" y="82550"/>
                </a:lnTo>
                <a:lnTo>
                  <a:pt x="7681912" y="82550"/>
                </a:lnTo>
                <a:lnTo>
                  <a:pt x="7677899" y="77470"/>
                </a:lnTo>
                <a:lnTo>
                  <a:pt x="7678267" y="77470"/>
                </a:lnTo>
                <a:lnTo>
                  <a:pt x="7673987" y="72389"/>
                </a:lnTo>
                <a:lnTo>
                  <a:pt x="7674368" y="72389"/>
                </a:lnTo>
                <a:lnTo>
                  <a:pt x="7669847" y="67310"/>
                </a:lnTo>
                <a:lnTo>
                  <a:pt x="7701737" y="67310"/>
                </a:lnTo>
                <a:lnTo>
                  <a:pt x="7702613" y="68579"/>
                </a:lnTo>
                <a:lnTo>
                  <a:pt x="7702956" y="68579"/>
                </a:lnTo>
                <a:lnTo>
                  <a:pt x="7707007" y="74929"/>
                </a:lnTo>
                <a:lnTo>
                  <a:pt x="7713954" y="87629"/>
                </a:lnTo>
                <a:lnTo>
                  <a:pt x="7716054" y="92710"/>
                </a:lnTo>
                <a:lnTo>
                  <a:pt x="7688160" y="92710"/>
                </a:lnTo>
                <a:lnTo>
                  <a:pt x="7688453" y="93979"/>
                </a:lnTo>
                <a:close/>
              </a:path>
              <a:path w="7729855" h="889000">
                <a:moveTo>
                  <a:pt x="41084" y="93979"/>
                </a:moveTo>
                <a:lnTo>
                  <a:pt x="41376" y="92710"/>
                </a:lnTo>
                <a:lnTo>
                  <a:pt x="41777" y="92710"/>
                </a:lnTo>
                <a:lnTo>
                  <a:pt x="41084" y="93979"/>
                </a:lnTo>
                <a:close/>
              </a:path>
              <a:path w="7729855" h="889000">
                <a:moveTo>
                  <a:pt x="7693952" y="105410"/>
                </a:moveTo>
                <a:lnTo>
                  <a:pt x="7691081" y="99060"/>
                </a:lnTo>
                <a:lnTo>
                  <a:pt x="7691348" y="99060"/>
                </a:lnTo>
                <a:lnTo>
                  <a:pt x="7688160" y="92710"/>
                </a:lnTo>
                <a:lnTo>
                  <a:pt x="7716054" y="92710"/>
                </a:lnTo>
                <a:lnTo>
                  <a:pt x="7717104" y="95250"/>
                </a:lnTo>
                <a:lnTo>
                  <a:pt x="7717345" y="95250"/>
                </a:lnTo>
                <a:lnTo>
                  <a:pt x="7719923" y="101600"/>
                </a:lnTo>
                <a:lnTo>
                  <a:pt x="7720749" y="104139"/>
                </a:lnTo>
                <a:lnTo>
                  <a:pt x="7693710" y="104139"/>
                </a:lnTo>
                <a:lnTo>
                  <a:pt x="7693952" y="105410"/>
                </a:lnTo>
                <a:close/>
              </a:path>
              <a:path w="7729855" h="889000">
                <a:moveTo>
                  <a:pt x="35585" y="105410"/>
                </a:moveTo>
                <a:lnTo>
                  <a:pt x="35826" y="104139"/>
                </a:lnTo>
                <a:lnTo>
                  <a:pt x="36161" y="104139"/>
                </a:lnTo>
                <a:lnTo>
                  <a:pt x="35585" y="105410"/>
                </a:lnTo>
                <a:close/>
              </a:path>
              <a:path w="7729855" h="889000">
                <a:moveTo>
                  <a:pt x="7696288" y="111760"/>
                </a:moveTo>
                <a:lnTo>
                  <a:pt x="7693710" y="104139"/>
                </a:lnTo>
                <a:lnTo>
                  <a:pt x="7720749" y="104139"/>
                </a:lnTo>
                <a:lnTo>
                  <a:pt x="7722400" y="109220"/>
                </a:lnTo>
                <a:lnTo>
                  <a:pt x="7722590" y="109220"/>
                </a:lnTo>
                <a:lnTo>
                  <a:pt x="7722914" y="110489"/>
                </a:lnTo>
                <a:lnTo>
                  <a:pt x="7696073" y="110489"/>
                </a:lnTo>
                <a:lnTo>
                  <a:pt x="7696288" y="111760"/>
                </a:lnTo>
                <a:close/>
              </a:path>
              <a:path w="7729855" h="889000">
                <a:moveTo>
                  <a:pt x="33248" y="111760"/>
                </a:moveTo>
                <a:lnTo>
                  <a:pt x="33464" y="110489"/>
                </a:lnTo>
                <a:lnTo>
                  <a:pt x="33678" y="110489"/>
                </a:lnTo>
                <a:lnTo>
                  <a:pt x="33248" y="111760"/>
                </a:lnTo>
                <a:close/>
              </a:path>
              <a:path w="7729855" h="889000">
                <a:moveTo>
                  <a:pt x="7729352" y="739139"/>
                </a:moveTo>
                <a:lnTo>
                  <a:pt x="7703959" y="739139"/>
                </a:lnTo>
                <a:lnTo>
                  <a:pt x="7704150" y="731520"/>
                </a:lnTo>
                <a:lnTo>
                  <a:pt x="7704137" y="156210"/>
                </a:lnTo>
                <a:lnTo>
                  <a:pt x="7703959" y="148589"/>
                </a:lnTo>
                <a:lnTo>
                  <a:pt x="7703438" y="142239"/>
                </a:lnTo>
                <a:lnTo>
                  <a:pt x="7702588" y="135889"/>
                </a:lnTo>
                <a:lnTo>
                  <a:pt x="7701419" y="129539"/>
                </a:lnTo>
                <a:lnTo>
                  <a:pt x="7699933" y="123189"/>
                </a:lnTo>
                <a:lnTo>
                  <a:pt x="7700098" y="123189"/>
                </a:lnTo>
                <a:lnTo>
                  <a:pt x="7698155" y="116839"/>
                </a:lnTo>
                <a:lnTo>
                  <a:pt x="7698346" y="116839"/>
                </a:lnTo>
                <a:lnTo>
                  <a:pt x="7696073" y="110489"/>
                </a:lnTo>
                <a:lnTo>
                  <a:pt x="7722914" y="110489"/>
                </a:lnTo>
                <a:lnTo>
                  <a:pt x="7724533" y="116839"/>
                </a:lnTo>
                <a:lnTo>
                  <a:pt x="7726286" y="124460"/>
                </a:lnTo>
                <a:lnTo>
                  <a:pt x="7727784" y="132079"/>
                </a:lnTo>
                <a:lnTo>
                  <a:pt x="7728699" y="139700"/>
                </a:lnTo>
                <a:lnTo>
                  <a:pt x="7729321" y="147320"/>
                </a:lnTo>
                <a:lnTo>
                  <a:pt x="7729537" y="156210"/>
                </a:lnTo>
                <a:lnTo>
                  <a:pt x="7729537" y="731520"/>
                </a:lnTo>
                <a:lnTo>
                  <a:pt x="7729352" y="739139"/>
                </a:lnTo>
                <a:close/>
              </a:path>
              <a:path w="7729855" h="889000">
                <a:moveTo>
                  <a:pt x="26047" y="143510"/>
                </a:moveTo>
                <a:lnTo>
                  <a:pt x="26111" y="142239"/>
                </a:lnTo>
                <a:lnTo>
                  <a:pt x="26047" y="143510"/>
                </a:lnTo>
                <a:close/>
              </a:path>
              <a:path w="7729855" h="889000">
                <a:moveTo>
                  <a:pt x="7703502" y="143510"/>
                </a:moveTo>
                <a:lnTo>
                  <a:pt x="7703350" y="142239"/>
                </a:lnTo>
                <a:lnTo>
                  <a:pt x="7703502" y="143510"/>
                </a:lnTo>
                <a:close/>
              </a:path>
              <a:path w="7729855" h="889000">
                <a:moveTo>
                  <a:pt x="25562" y="149728"/>
                </a:moveTo>
                <a:lnTo>
                  <a:pt x="25590" y="148589"/>
                </a:lnTo>
                <a:lnTo>
                  <a:pt x="25562" y="149728"/>
                </a:lnTo>
                <a:close/>
              </a:path>
              <a:path w="7729855" h="889000">
                <a:moveTo>
                  <a:pt x="7703985" y="149860"/>
                </a:moveTo>
                <a:lnTo>
                  <a:pt x="7703894" y="148589"/>
                </a:lnTo>
                <a:lnTo>
                  <a:pt x="7703985" y="149860"/>
                </a:lnTo>
                <a:close/>
              </a:path>
              <a:path w="7729855" h="889000">
                <a:moveTo>
                  <a:pt x="25558" y="149860"/>
                </a:moveTo>
                <a:lnTo>
                  <a:pt x="25562" y="149728"/>
                </a:lnTo>
                <a:lnTo>
                  <a:pt x="25558" y="149860"/>
                </a:lnTo>
                <a:close/>
              </a:path>
              <a:path w="7729855" h="889000">
                <a:moveTo>
                  <a:pt x="7728949" y="745489"/>
                </a:moveTo>
                <a:lnTo>
                  <a:pt x="7703438" y="745489"/>
                </a:lnTo>
                <a:lnTo>
                  <a:pt x="7703985" y="737870"/>
                </a:lnTo>
                <a:lnTo>
                  <a:pt x="7703959" y="739139"/>
                </a:lnTo>
                <a:lnTo>
                  <a:pt x="7729352" y="739139"/>
                </a:lnTo>
                <a:lnTo>
                  <a:pt x="7729321" y="740410"/>
                </a:lnTo>
                <a:lnTo>
                  <a:pt x="7728949" y="745489"/>
                </a:lnTo>
                <a:close/>
              </a:path>
              <a:path w="7729855" h="889000">
                <a:moveTo>
                  <a:pt x="25645" y="739139"/>
                </a:moveTo>
                <a:lnTo>
                  <a:pt x="25562" y="738001"/>
                </a:lnTo>
                <a:lnTo>
                  <a:pt x="25645" y="739139"/>
                </a:lnTo>
                <a:close/>
              </a:path>
              <a:path w="7729855" h="889000">
                <a:moveTo>
                  <a:pt x="26200" y="745489"/>
                </a:moveTo>
                <a:lnTo>
                  <a:pt x="26047" y="744220"/>
                </a:lnTo>
                <a:lnTo>
                  <a:pt x="26200" y="745489"/>
                </a:lnTo>
                <a:close/>
              </a:path>
              <a:path w="7729855" h="889000">
                <a:moveTo>
                  <a:pt x="7722914" y="777239"/>
                </a:moveTo>
                <a:lnTo>
                  <a:pt x="7696073" y="777239"/>
                </a:lnTo>
                <a:lnTo>
                  <a:pt x="7698346" y="770889"/>
                </a:lnTo>
                <a:lnTo>
                  <a:pt x="7698155" y="770889"/>
                </a:lnTo>
                <a:lnTo>
                  <a:pt x="7700098" y="764539"/>
                </a:lnTo>
                <a:lnTo>
                  <a:pt x="7699933" y="764539"/>
                </a:lnTo>
                <a:lnTo>
                  <a:pt x="7701546" y="758189"/>
                </a:lnTo>
                <a:lnTo>
                  <a:pt x="7702677" y="751839"/>
                </a:lnTo>
                <a:lnTo>
                  <a:pt x="7703502" y="744220"/>
                </a:lnTo>
                <a:lnTo>
                  <a:pt x="7703438" y="745489"/>
                </a:lnTo>
                <a:lnTo>
                  <a:pt x="7728949" y="745489"/>
                </a:lnTo>
                <a:lnTo>
                  <a:pt x="7728762" y="748029"/>
                </a:lnTo>
                <a:lnTo>
                  <a:pt x="7727784" y="755650"/>
                </a:lnTo>
                <a:lnTo>
                  <a:pt x="7726413" y="763270"/>
                </a:lnTo>
                <a:lnTo>
                  <a:pt x="7724533" y="770889"/>
                </a:lnTo>
                <a:lnTo>
                  <a:pt x="7722914" y="777239"/>
                </a:lnTo>
                <a:close/>
              </a:path>
              <a:path w="7729855" h="889000">
                <a:moveTo>
                  <a:pt x="33678" y="777239"/>
                </a:moveTo>
                <a:lnTo>
                  <a:pt x="33464" y="777239"/>
                </a:lnTo>
                <a:lnTo>
                  <a:pt x="33248" y="775970"/>
                </a:lnTo>
                <a:lnTo>
                  <a:pt x="33678" y="777239"/>
                </a:lnTo>
                <a:close/>
              </a:path>
              <a:path w="7729855" h="889000">
                <a:moveTo>
                  <a:pt x="7720749" y="783589"/>
                </a:moveTo>
                <a:lnTo>
                  <a:pt x="7693710" y="783589"/>
                </a:lnTo>
                <a:lnTo>
                  <a:pt x="7696288" y="775970"/>
                </a:lnTo>
                <a:lnTo>
                  <a:pt x="7696073" y="777239"/>
                </a:lnTo>
                <a:lnTo>
                  <a:pt x="7722914" y="777239"/>
                </a:lnTo>
                <a:lnTo>
                  <a:pt x="7722590" y="778510"/>
                </a:lnTo>
                <a:lnTo>
                  <a:pt x="7722400" y="778510"/>
                </a:lnTo>
                <a:lnTo>
                  <a:pt x="7720749" y="783589"/>
                </a:lnTo>
                <a:close/>
              </a:path>
              <a:path w="7729855" h="889000">
                <a:moveTo>
                  <a:pt x="36161" y="783589"/>
                </a:moveTo>
                <a:lnTo>
                  <a:pt x="35826" y="783589"/>
                </a:lnTo>
                <a:lnTo>
                  <a:pt x="35585" y="782320"/>
                </a:lnTo>
                <a:lnTo>
                  <a:pt x="36161" y="783589"/>
                </a:lnTo>
                <a:close/>
              </a:path>
              <a:path w="7729855" h="889000">
                <a:moveTo>
                  <a:pt x="7715951" y="795020"/>
                </a:moveTo>
                <a:lnTo>
                  <a:pt x="7688160" y="795020"/>
                </a:lnTo>
                <a:lnTo>
                  <a:pt x="7691348" y="788670"/>
                </a:lnTo>
                <a:lnTo>
                  <a:pt x="7691081" y="788670"/>
                </a:lnTo>
                <a:lnTo>
                  <a:pt x="7693952" y="782320"/>
                </a:lnTo>
                <a:lnTo>
                  <a:pt x="7693710" y="783589"/>
                </a:lnTo>
                <a:lnTo>
                  <a:pt x="7720749" y="783589"/>
                </a:lnTo>
                <a:lnTo>
                  <a:pt x="7719923" y="786129"/>
                </a:lnTo>
                <a:lnTo>
                  <a:pt x="7717104" y="792479"/>
                </a:lnTo>
                <a:lnTo>
                  <a:pt x="7715951" y="795020"/>
                </a:lnTo>
                <a:close/>
              </a:path>
              <a:path w="7729855" h="889000">
                <a:moveTo>
                  <a:pt x="41777" y="795020"/>
                </a:moveTo>
                <a:lnTo>
                  <a:pt x="41376" y="795020"/>
                </a:lnTo>
                <a:lnTo>
                  <a:pt x="41084" y="793750"/>
                </a:lnTo>
                <a:lnTo>
                  <a:pt x="41777" y="795020"/>
                </a:lnTo>
                <a:close/>
              </a:path>
              <a:path w="7729855" h="889000">
                <a:moveTo>
                  <a:pt x="7701810" y="820419"/>
                </a:moveTo>
                <a:lnTo>
                  <a:pt x="7669847" y="820419"/>
                </a:lnTo>
                <a:lnTo>
                  <a:pt x="7674368" y="815339"/>
                </a:lnTo>
                <a:lnTo>
                  <a:pt x="7673987" y="815339"/>
                </a:lnTo>
                <a:lnTo>
                  <a:pt x="7678267" y="810260"/>
                </a:lnTo>
                <a:lnTo>
                  <a:pt x="7677899" y="810260"/>
                </a:lnTo>
                <a:lnTo>
                  <a:pt x="7681912" y="805179"/>
                </a:lnTo>
                <a:lnTo>
                  <a:pt x="7681569" y="805179"/>
                </a:lnTo>
                <a:lnTo>
                  <a:pt x="7685316" y="800100"/>
                </a:lnTo>
                <a:lnTo>
                  <a:pt x="7684998" y="800100"/>
                </a:lnTo>
                <a:lnTo>
                  <a:pt x="7688453" y="793750"/>
                </a:lnTo>
                <a:lnTo>
                  <a:pt x="7688160" y="795020"/>
                </a:lnTo>
                <a:lnTo>
                  <a:pt x="7715951" y="795020"/>
                </a:lnTo>
                <a:lnTo>
                  <a:pt x="7714221" y="798829"/>
                </a:lnTo>
                <a:lnTo>
                  <a:pt x="7710474" y="806450"/>
                </a:lnTo>
                <a:lnTo>
                  <a:pt x="7706690" y="812800"/>
                </a:lnTo>
                <a:lnTo>
                  <a:pt x="7702956" y="819150"/>
                </a:lnTo>
                <a:lnTo>
                  <a:pt x="7702613" y="819150"/>
                </a:lnTo>
                <a:lnTo>
                  <a:pt x="7701810" y="820419"/>
                </a:lnTo>
                <a:close/>
              </a:path>
              <a:path w="7729855" h="889000">
                <a:moveTo>
                  <a:pt x="60477" y="820419"/>
                </a:moveTo>
                <a:lnTo>
                  <a:pt x="59702" y="820419"/>
                </a:lnTo>
                <a:lnTo>
                  <a:pt x="59283" y="819150"/>
                </a:lnTo>
                <a:lnTo>
                  <a:pt x="60477" y="820419"/>
                </a:lnTo>
                <a:close/>
              </a:path>
              <a:path w="7729855" h="889000">
                <a:moveTo>
                  <a:pt x="7695123" y="829310"/>
                </a:moveTo>
                <a:lnTo>
                  <a:pt x="7660919" y="829310"/>
                </a:lnTo>
                <a:lnTo>
                  <a:pt x="7665923" y="824230"/>
                </a:lnTo>
                <a:lnTo>
                  <a:pt x="7665491" y="824230"/>
                </a:lnTo>
                <a:lnTo>
                  <a:pt x="7670253" y="819150"/>
                </a:lnTo>
                <a:lnTo>
                  <a:pt x="7669847" y="820419"/>
                </a:lnTo>
                <a:lnTo>
                  <a:pt x="7701810" y="820419"/>
                </a:lnTo>
                <a:lnTo>
                  <a:pt x="7698600" y="825500"/>
                </a:lnTo>
                <a:lnTo>
                  <a:pt x="7695123" y="829310"/>
                </a:lnTo>
                <a:close/>
              </a:path>
              <a:path w="7729855" h="889000">
                <a:moveTo>
                  <a:pt x="69481" y="829310"/>
                </a:moveTo>
                <a:lnTo>
                  <a:pt x="68630" y="829310"/>
                </a:lnTo>
                <a:lnTo>
                  <a:pt x="68173" y="828039"/>
                </a:lnTo>
                <a:lnTo>
                  <a:pt x="69481" y="829310"/>
                </a:lnTo>
                <a:close/>
              </a:path>
              <a:path w="7729855" h="889000">
                <a:moveTo>
                  <a:pt x="7682087" y="844550"/>
                </a:moveTo>
                <a:lnTo>
                  <a:pt x="7640688" y="844550"/>
                </a:lnTo>
                <a:lnTo>
                  <a:pt x="7646530" y="840739"/>
                </a:lnTo>
                <a:lnTo>
                  <a:pt x="7646022" y="840739"/>
                </a:lnTo>
                <a:lnTo>
                  <a:pt x="7651661" y="836930"/>
                </a:lnTo>
                <a:lnTo>
                  <a:pt x="7651178" y="836930"/>
                </a:lnTo>
                <a:lnTo>
                  <a:pt x="7656614" y="833119"/>
                </a:lnTo>
                <a:lnTo>
                  <a:pt x="7656144" y="833119"/>
                </a:lnTo>
                <a:lnTo>
                  <a:pt x="7661363" y="828039"/>
                </a:lnTo>
                <a:lnTo>
                  <a:pt x="7660919" y="829310"/>
                </a:lnTo>
                <a:lnTo>
                  <a:pt x="7695123" y="829310"/>
                </a:lnTo>
                <a:lnTo>
                  <a:pt x="7693964" y="830580"/>
                </a:lnTo>
                <a:lnTo>
                  <a:pt x="7688643" y="836930"/>
                </a:lnTo>
                <a:lnTo>
                  <a:pt x="7683881" y="842010"/>
                </a:lnTo>
                <a:lnTo>
                  <a:pt x="7683449" y="843280"/>
                </a:lnTo>
                <a:lnTo>
                  <a:pt x="7682087" y="844550"/>
                </a:lnTo>
                <a:close/>
              </a:path>
              <a:path w="7729855" h="889000">
                <a:moveTo>
                  <a:pt x="90347" y="844550"/>
                </a:moveTo>
                <a:lnTo>
                  <a:pt x="88861" y="844550"/>
                </a:lnTo>
                <a:lnTo>
                  <a:pt x="88341" y="843280"/>
                </a:lnTo>
                <a:lnTo>
                  <a:pt x="90347" y="844550"/>
                </a:lnTo>
                <a:close/>
              </a:path>
              <a:path w="7729855" h="889000">
                <a:moveTo>
                  <a:pt x="7658286" y="863600"/>
                </a:moveTo>
                <a:lnTo>
                  <a:pt x="7572578" y="863600"/>
                </a:lnTo>
                <a:lnTo>
                  <a:pt x="7579995" y="862330"/>
                </a:lnTo>
                <a:lnTo>
                  <a:pt x="7586027" y="862330"/>
                </a:lnTo>
                <a:lnTo>
                  <a:pt x="7593228" y="861060"/>
                </a:lnTo>
                <a:lnTo>
                  <a:pt x="7592593" y="861060"/>
                </a:lnTo>
                <a:lnTo>
                  <a:pt x="7599680" y="859789"/>
                </a:lnTo>
                <a:lnTo>
                  <a:pt x="7599057" y="859789"/>
                </a:lnTo>
                <a:lnTo>
                  <a:pt x="7606017" y="858519"/>
                </a:lnTo>
                <a:lnTo>
                  <a:pt x="7605407" y="858519"/>
                </a:lnTo>
                <a:lnTo>
                  <a:pt x="7612240" y="857250"/>
                </a:lnTo>
                <a:lnTo>
                  <a:pt x="7611643" y="857250"/>
                </a:lnTo>
                <a:lnTo>
                  <a:pt x="7618323" y="854710"/>
                </a:lnTo>
                <a:lnTo>
                  <a:pt x="7617739" y="854710"/>
                </a:lnTo>
                <a:lnTo>
                  <a:pt x="7624279" y="852169"/>
                </a:lnTo>
                <a:lnTo>
                  <a:pt x="7623695" y="852169"/>
                </a:lnTo>
                <a:lnTo>
                  <a:pt x="7630071" y="849630"/>
                </a:lnTo>
                <a:lnTo>
                  <a:pt x="7629512" y="849630"/>
                </a:lnTo>
                <a:lnTo>
                  <a:pt x="7635722" y="847089"/>
                </a:lnTo>
                <a:lnTo>
                  <a:pt x="7635189" y="847089"/>
                </a:lnTo>
                <a:lnTo>
                  <a:pt x="7641208" y="843280"/>
                </a:lnTo>
                <a:lnTo>
                  <a:pt x="7640688" y="844550"/>
                </a:lnTo>
                <a:lnTo>
                  <a:pt x="7682087" y="844550"/>
                </a:lnTo>
                <a:lnTo>
                  <a:pt x="7678000" y="848360"/>
                </a:lnTo>
                <a:lnTo>
                  <a:pt x="7672311" y="852169"/>
                </a:lnTo>
                <a:lnTo>
                  <a:pt x="7666875" y="857250"/>
                </a:lnTo>
                <a:lnTo>
                  <a:pt x="7660741" y="861060"/>
                </a:lnTo>
                <a:lnTo>
                  <a:pt x="7660233" y="862330"/>
                </a:lnTo>
                <a:lnTo>
                  <a:pt x="7658286" y="863600"/>
                </a:lnTo>
                <a:close/>
              </a:path>
              <a:path w="7729855" h="889000">
                <a:moveTo>
                  <a:pt x="7604772" y="885189"/>
                </a:moveTo>
                <a:lnTo>
                  <a:pt x="124777" y="885189"/>
                </a:lnTo>
                <a:lnTo>
                  <a:pt x="117195" y="883919"/>
                </a:lnTo>
                <a:lnTo>
                  <a:pt x="110375" y="881380"/>
                </a:lnTo>
                <a:lnTo>
                  <a:pt x="7619174" y="881380"/>
                </a:lnTo>
                <a:lnTo>
                  <a:pt x="7612341" y="883919"/>
                </a:lnTo>
                <a:lnTo>
                  <a:pt x="7604772" y="885189"/>
                </a:lnTo>
                <a:close/>
              </a:path>
              <a:path w="7729855" h="889000">
                <a:moveTo>
                  <a:pt x="7589227" y="887730"/>
                </a:moveTo>
                <a:lnTo>
                  <a:pt x="140322" y="887730"/>
                </a:lnTo>
                <a:lnTo>
                  <a:pt x="133121" y="886460"/>
                </a:lnTo>
                <a:lnTo>
                  <a:pt x="125399" y="885189"/>
                </a:lnTo>
                <a:lnTo>
                  <a:pt x="7604150" y="885189"/>
                </a:lnTo>
                <a:lnTo>
                  <a:pt x="7596428" y="886460"/>
                </a:lnTo>
                <a:lnTo>
                  <a:pt x="7589227" y="887730"/>
                </a:lnTo>
                <a:close/>
              </a:path>
              <a:path w="7729855" h="889000">
                <a:moveTo>
                  <a:pt x="7572908" y="889000"/>
                </a:moveTo>
                <a:lnTo>
                  <a:pt x="156324" y="887730"/>
                </a:lnTo>
                <a:lnTo>
                  <a:pt x="7580630" y="887730"/>
                </a:lnTo>
                <a:lnTo>
                  <a:pt x="7572908" y="889000"/>
                </a:lnTo>
                <a:close/>
              </a:path>
            </a:pathLst>
          </a:custGeom>
          <a:solidFill>
            <a:srgbClr val="BADF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98182" y="815289"/>
            <a:ext cx="7815580" cy="433514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中断向量：中断服务程序的入口地址。</a:t>
            </a:r>
            <a:endParaRPr sz="2400">
              <a:latin typeface="Noto Sans Mono CJK HK"/>
              <a:cs typeface="Noto Sans Mono CJK HK"/>
            </a:endParaRPr>
          </a:p>
          <a:p>
            <a:pPr marL="301625">
              <a:lnSpc>
                <a:spcPct val="100000"/>
              </a:lnSpc>
              <a:spcBef>
                <a:spcPts val="121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入口地址为逻辑地址，包括段地址和偏移地址(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CS:IP</a:t>
            </a:r>
            <a:r>
              <a:rPr sz="24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)。</a:t>
            </a:r>
            <a:endParaRPr sz="2400">
              <a:latin typeface="Noto Sans Mono CJK HK"/>
              <a:cs typeface="Noto Sans Mono CJK HK"/>
            </a:endParaRPr>
          </a:p>
          <a:p>
            <a:pPr marL="301625" marR="91440">
              <a:lnSpc>
                <a:spcPts val="2860"/>
              </a:lnSpc>
              <a:spcBef>
                <a:spcPts val="131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每个中断向量在内存需占用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个字节,其中低地址字存储偏移地址、高地址字存储段地址。</a:t>
            </a:r>
            <a:endParaRPr sz="2400">
              <a:latin typeface="Noto Sans Mono CJK HK"/>
              <a:cs typeface="Noto Sans Mono CJK HK"/>
            </a:endParaRPr>
          </a:p>
          <a:p>
            <a:pPr marL="12700" marR="92075" algn="just">
              <a:lnSpc>
                <a:spcPct val="100000"/>
              </a:lnSpc>
              <a:spcBef>
                <a:spcPts val="1135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altLang=""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微处理器在内存物理地址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00000H~003FFH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1KB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</a:t>
            </a:r>
            <a:r>
              <a:rPr sz="2400" spc="55" dirty="0">
                <a:solidFill>
                  <a:srgbClr val="000099"/>
                </a:solidFill>
                <a:latin typeface="Noto Sans Mono CJK HK"/>
                <a:cs typeface="Noto Sans Mono CJK HK"/>
              </a:rPr>
              <a:t>空间内，依次安排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256</a:t>
            </a:r>
            <a:r>
              <a:rPr sz="2400" spc="6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个中断的中断向量，形成</a:t>
            </a:r>
            <a:r>
              <a:rPr sz="2400" u="heavy" spc="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中断向量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 表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>
              <a:lnSpc>
                <a:spcPct val="100000"/>
              </a:lnSpc>
              <a:spcBef>
                <a:spcPts val="2485"/>
              </a:spcBef>
            </a:pPr>
            <a:endParaRPr sz="2400">
              <a:latin typeface="Noto Sans Mono CJK HK"/>
              <a:cs typeface="Noto Sans Mono CJK HK"/>
            </a:endParaRPr>
          </a:p>
          <a:p>
            <a:pPr marL="626745">
              <a:lnSpc>
                <a:spcPct val="100000"/>
              </a:lnSpc>
            </a:pPr>
            <a:r>
              <a:rPr sz="2800" spc="-30" dirty="0">
                <a:solidFill>
                  <a:srgbClr val="0000FF"/>
                </a:solidFill>
                <a:latin typeface="Noto Sans Mono CJK HK"/>
                <a:cs typeface="Noto Sans Mono CJK HK"/>
              </a:rPr>
              <a:t>向量号为</a:t>
            </a:r>
            <a:r>
              <a:rPr sz="2800" spc="-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800" spc="-30" dirty="0">
                <a:solidFill>
                  <a:srgbClr val="0000FF"/>
                </a:solidFill>
                <a:latin typeface="Noto Sans Mono CJK HK"/>
                <a:cs typeface="Noto Sans Mono CJK HK"/>
              </a:rPr>
              <a:t>的中断向量的物理地址</a:t>
            </a:r>
            <a:r>
              <a:rPr sz="28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28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8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×</a:t>
            </a:r>
            <a:r>
              <a:rPr sz="28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294830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的中断向量表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69012" y="848360"/>
            <a:ext cx="2058035" cy="9067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用户中断</a:t>
            </a:r>
            <a:endParaRPr sz="2400">
              <a:latin typeface="Noto Sans Mono CJK HK"/>
              <a:cs typeface="Noto Sans Mono CJK HK"/>
            </a:endParaRPr>
          </a:p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（向量号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255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8267" y="772795"/>
            <a:ext cx="991235" cy="106172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29210">
              <a:lnSpc>
                <a:spcPct val="100000"/>
              </a:lnSpc>
              <a:spcBef>
                <a:spcPts val="13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03FFH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03FCH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482532" y="893762"/>
          <a:ext cx="3263900" cy="5417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75000"/>
              </a:tblGrid>
              <a:tr h="5181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2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ISR255</a:t>
                      </a:r>
                      <a:r>
                        <a:rPr sz="2800" spc="-3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CS</a:t>
                      </a:r>
                      <a:r>
                        <a:rPr sz="2800" spc="-5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ysDash"/>
                    </a:lnB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2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ISR255</a:t>
                      </a:r>
                      <a:r>
                        <a:rPr sz="2800" spc="-3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IP</a:t>
                      </a:r>
                      <a:r>
                        <a:rPr sz="2800" spc="-5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0623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2800" spc="-25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……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04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ISR2</a:t>
                      </a:r>
                      <a:r>
                        <a:rPr sz="2800" spc="-3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CS</a:t>
                      </a:r>
                      <a:r>
                        <a:rPr sz="2800" spc="-5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ysDash"/>
                    </a:lnB>
                  </a:tcPr>
                </a:tc>
              </a:tr>
              <a:tr h="5467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ISR2</a:t>
                      </a:r>
                      <a:r>
                        <a:rPr sz="2800" spc="-3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IP</a:t>
                      </a:r>
                      <a:r>
                        <a:rPr sz="2800" spc="-5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ISR1</a:t>
                      </a:r>
                      <a:r>
                        <a:rPr sz="2800" spc="-3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CS</a:t>
                      </a:r>
                      <a:r>
                        <a:rPr sz="2800" spc="-5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ysDash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ISR1</a:t>
                      </a:r>
                      <a:r>
                        <a:rPr sz="2800" spc="-3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IP</a:t>
                      </a:r>
                      <a:r>
                        <a:rPr sz="2800" spc="-50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ysDash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ISR0</a:t>
                      </a:r>
                      <a:r>
                        <a:rPr sz="2800" spc="-3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CS</a:t>
                      </a:r>
                      <a:r>
                        <a:rPr sz="2800" spc="-5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ysDash"/>
                    </a:lnB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28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ISR0</a:t>
                      </a:r>
                      <a:r>
                        <a:rPr sz="2800" spc="-3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的</a:t>
                      </a:r>
                      <a:r>
                        <a:rPr sz="280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IP</a:t>
                      </a:r>
                      <a:r>
                        <a:rPr sz="2800" spc="-5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值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ysDash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238557" y="2976245"/>
            <a:ext cx="1718945" cy="9067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690"/>
              </a:spcBef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非屏蔽中断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（向量号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2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1922" y="3599179"/>
            <a:ext cx="923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0008H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38557" y="4069715"/>
            <a:ext cx="1718945" cy="9067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90"/>
              </a:spcBef>
            </a:pP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单步中断</a:t>
            </a:r>
            <a:endParaRPr sz="2400">
              <a:latin typeface="Noto Sans Mono CJK HK"/>
              <a:cs typeface="Noto Sans Mono CJK HK"/>
            </a:endParaRPr>
          </a:p>
          <a:p>
            <a:pPr algn="ctr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（向量号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1922" y="4692650"/>
            <a:ext cx="923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0004H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38557" y="5161914"/>
            <a:ext cx="1718945" cy="90678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690"/>
              </a:spcBef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除法错中断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（向量号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11922" y="5797550"/>
            <a:ext cx="9239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0000H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07323" y="5634228"/>
            <a:ext cx="409955" cy="40995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378" y="157670"/>
            <a:ext cx="419354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.1.3</a:t>
            </a:r>
            <a:r>
              <a:rPr spc="3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808</a:t>
            </a:r>
            <a:r>
              <a:rPr lang="en-US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的中断响应过程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1086" y="980668"/>
            <a:ext cx="823849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1.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获取中断类型码</a:t>
            </a:r>
            <a:endParaRPr sz="24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内部中断以及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NMI</a:t>
            </a:r>
            <a:r>
              <a:rPr sz="2400" spc="-5" dirty="0">
                <a:solidFill>
                  <a:srgbClr val="000099"/>
                </a:solidFill>
                <a:latin typeface="Noto Serif CJK JP"/>
                <a:cs typeface="Noto Serif CJK JP"/>
              </a:rPr>
              <a:t>中断不需要从数据总线上读取中断类型码，</a:t>
            </a:r>
            <a:endParaRPr sz="2400">
              <a:latin typeface="Noto Serif CJK JP"/>
              <a:cs typeface="Noto Serif CJK JP"/>
            </a:endParaRPr>
          </a:p>
          <a:p>
            <a:pPr marL="12700" marR="1410970">
              <a:lnSpc>
                <a:spcPct val="100000"/>
              </a:lnSpc>
            </a:pPr>
            <a:r>
              <a:rPr sz="24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INTR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中断由发出中断请求的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erif CJK JP"/>
                <a:cs typeface="Noto Serif CJK JP"/>
                <a:hlinkClick r:id="rId1" action="ppaction://hlinksldjump"/>
              </a:rPr>
              <a:t>接口电路</a:t>
            </a:r>
            <a:r>
              <a:rPr sz="2400" u="none" spc="-10" dirty="0">
                <a:solidFill>
                  <a:srgbClr val="000099"/>
                </a:solidFill>
                <a:latin typeface="Noto Serif CJK JP"/>
                <a:cs typeface="Noto Serif CJK JP"/>
              </a:rPr>
              <a:t>提供类型码。</a:t>
            </a:r>
            <a:r>
              <a:rPr sz="2400" u="none" spc="-50" dirty="0">
                <a:solidFill>
                  <a:srgbClr val="000099"/>
                </a:solidFill>
                <a:latin typeface="Noto Serif CJK JP"/>
                <a:cs typeface="Noto Serif CJK JP"/>
              </a:rPr>
              <a:t> </a:t>
            </a:r>
            <a:r>
              <a:rPr sz="2400" u="none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2.</a:t>
            </a:r>
            <a:r>
              <a:rPr sz="2400" u="none" spc="-10" dirty="0">
                <a:solidFill>
                  <a:srgbClr val="000099"/>
                </a:solidFill>
                <a:latin typeface="Noto Serif CJK JP"/>
                <a:cs typeface="Noto Serif CJK JP"/>
              </a:rPr>
              <a:t>状态标志寄存器入栈</a:t>
            </a:r>
            <a:endParaRPr sz="2400">
              <a:latin typeface="Noto Serif CJK JP"/>
              <a:cs typeface="Noto Serif CJK JP"/>
            </a:endParaRPr>
          </a:p>
          <a:p>
            <a:pPr marL="12700" marR="217170">
              <a:lnSpc>
                <a:spcPct val="100000"/>
              </a:lnSpc>
            </a:pPr>
            <a:r>
              <a:rPr sz="24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CPU</a:t>
            </a:r>
            <a:r>
              <a:rPr sz="2400" spc="-5" dirty="0">
                <a:solidFill>
                  <a:srgbClr val="000099"/>
                </a:solidFill>
                <a:latin typeface="Noto Serif CJK JP"/>
                <a:cs typeface="Noto Serif CJK JP"/>
              </a:rPr>
              <a:t>得到中断类型码后将标志寄存器内容压入栈中，保护中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断时标志位的状态。</a:t>
            </a:r>
            <a:endParaRPr sz="2400">
              <a:latin typeface="Noto Serif CJK JP"/>
              <a:cs typeface="Noto Serif CJK JP"/>
            </a:endParaRPr>
          </a:p>
          <a:p>
            <a:pPr marL="241300" indent="-231775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41300" algn="l"/>
              </a:tabLst>
            </a:pP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将</a:t>
            </a:r>
            <a:r>
              <a:rPr sz="2400" spc="-2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IF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和</a:t>
            </a:r>
            <a:r>
              <a:rPr sz="24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TF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标志位清零</a:t>
            </a:r>
            <a:endParaRPr sz="2400">
              <a:latin typeface="Noto Serif CJK JP"/>
              <a:cs typeface="Noto Serif CJK JP"/>
            </a:endParaRPr>
          </a:p>
          <a:p>
            <a:pPr marL="241300" indent="-231775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41300" algn="l"/>
              </a:tabLst>
            </a:pP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将当前</a:t>
            </a:r>
            <a:r>
              <a:rPr sz="24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CS:IP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入栈，即保护断点。</a:t>
            </a:r>
            <a:endParaRPr sz="2400">
              <a:latin typeface="Noto Serif CJK JP"/>
              <a:cs typeface="Noto Serif CJK JP"/>
            </a:endParaRPr>
          </a:p>
          <a:p>
            <a:pPr marL="12700" marR="217170" indent="240030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52095" algn="l"/>
              </a:tabLst>
            </a:pP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根据中断类型码在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erif CJK JP"/>
                <a:cs typeface="Noto Serif CJK JP"/>
                <a:hlinkClick r:id="rId2" action="ppaction://hlinksldjump"/>
              </a:rPr>
              <a:t>中断向量表</a:t>
            </a:r>
            <a:r>
              <a:rPr sz="2400" u="none" spc="10" dirty="0">
                <a:solidFill>
                  <a:srgbClr val="000099"/>
                </a:solidFill>
                <a:latin typeface="Noto Serif CJK JP"/>
                <a:cs typeface="Noto Serif CJK JP"/>
              </a:rPr>
              <a:t>中找到相应中断服务程序的</a:t>
            </a:r>
            <a:r>
              <a:rPr sz="2400" u="none" dirty="0">
                <a:solidFill>
                  <a:srgbClr val="000099"/>
                </a:solidFill>
                <a:latin typeface="Noto Serif CJK JP"/>
                <a:cs typeface="Noto Serif CJK JP"/>
              </a:rPr>
              <a:t>入口地址，将其装入</a:t>
            </a:r>
            <a:r>
              <a:rPr sz="2400" u="none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CS:IP</a:t>
            </a:r>
            <a:r>
              <a:rPr sz="2400" u="none" spc="-10" dirty="0">
                <a:solidFill>
                  <a:srgbClr val="000099"/>
                </a:solidFill>
                <a:latin typeface="Noto Serif CJK JP"/>
                <a:cs typeface="Noto Serif CJK JP"/>
              </a:rPr>
              <a:t>，转向中断服务程序。</a:t>
            </a:r>
            <a:endParaRPr sz="2400">
              <a:latin typeface="Noto Serif CJK JP"/>
              <a:cs typeface="Noto Serif CJK JP"/>
            </a:endParaRPr>
          </a:p>
          <a:p>
            <a:pPr marL="241300" indent="-231775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41300" algn="l"/>
              </a:tabLst>
            </a:pP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在执行中断服务之前再次检查是否有</a:t>
            </a:r>
            <a:r>
              <a:rPr sz="24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NMI</a:t>
            </a:r>
            <a:r>
              <a:rPr sz="2400" spc="-20" dirty="0">
                <a:solidFill>
                  <a:srgbClr val="000099"/>
                </a:solidFill>
                <a:latin typeface="Noto Serif CJK JP"/>
                <a:cs typeface="Noto Serif CJK JP"/>
              </a:rPr>
              <a:t>中断。</a:t>
            </a:r>
            <a:endParaRPr sz="2400">
              <a:latin typeface="Noto Serif CJK JP"/>
              <a:cs typeface="Noto Serif CJK JP"/>
            </a:endParaRPr>
          </a:p>
          <a:p>
            <a:pPr marL="241300" indent="-231775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41300" algn="l"/>
              </a:tabLst>
            </a:pP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执行中断服务程序。</a:t>
            </a:r>
            <a:endParaRPr sz="2400">
              <a:latin typeface="Noto Serif CJK JP"/>
              <a:cs typeface="Noto Serif CJK JP"/>
            </a:endParaRPr>
          </a:p>
          <a:p>
            <a:pPr marL="12700" marR="217170" indent="246380">
              <a:lnSpc>
                <a:spcPct val="100000"/>
              </a:lnSpc>
              <a:buSzPct val="96000"/>
              <a:buFont typeface="Times New Roman" panose="02020603050405020304"/>
              <a:buAutoNum type="arabicPeriod" startAt="3"/>
              <a:tabLst>
                <a:tab pos="258445" algn="l"/>
              </a:tabLst>
            </a:pPr>
            <a:r>
              <a:rPr sz="2400" spc="70" dirty="0">
                <a:solidFill>
                  <a:srgbClr val="000099"/>
                </a:solidFill>
                <a:latin typeface="Noto Serif CJK JP"/>
                <a:cs typeface="Noto Serif CJK JP"/>
              </a:rPr>
              <a:t>中断返回。通过</a:t>
            </a:r>
            <a:r>
              <a:rPr sz="2400" spc="6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IRET</a:t>
            </a:r>
            <a:r>
              <a:rPr sz="2400" spc="70" dirty="0">
                <a:solidFill>
                  <a:srgbClr val="000099"/>
                </a:solidFill>
                <a:latin typeface="Noto Serif CJK JP"/>
                <a:cs typeface="Noto Serif CJK JP"/>
              </a:rPr>
              <a:t>指令将栈中的原</a:t>
            </a:r>
            <a:r>
              <a:rPr sz="2400" spc="6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CS:IP</a:t>
            </a:r>
            <a:r>
              <a:rPr sz="2400" spc="50" dirty="0">
                <a:solidFill>
                  <a:srgbClr val="000099"/>
                </a:solidFill>
                <a:latin typeface="Noto Serif CJK JP"/>
                <a:cs typeface="Noto Serif CJK JP"/>
              </a:rPr>
              <a:t>，标志寄存器</a:t>
            </a:r>
            <a:r>
              <a:rPr sz="2400" spc="-5" dirty="0">
                <a:solidFill>
                  <a:srgbClr val="000099"/>
                </a:solidFill>
                <a:latin typeface="Noto Serif CJK JP"/>
                <a:cs typeface="Noto Serif CJK JP"/>
              </a:rPr>
              <a:t>的内容出栈，即恢复断点并返回到主程序。</a:t>
            </a:r>
            <a:endParaRPr sz="2400"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275145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.2 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中断服务程序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515" y="1050289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1547121"/>
            <a:ext cx="184897" cy="184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2351031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2752986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3154941"/>
            <a:ext cx="184897" cy="1848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4515" y="3727450"/>
            <a:ext cx="208915" cy="2095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4224281"/>
            <a:ext cx="184897" cy="1848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4626236"/>
            <a:ext cx="184897" cy="1848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5028191"/>
            <a:ext cx="184897" cy="18489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4041" y="5430146"/>
            <a:ext cx="184897" cy="18489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894714" y="821690"/>
            <a:ext cx="7858759" cy="4879340"/>
          </a:xfrm>
          <a:prstGeom prst="rect">
            <a:avLst/>
          </a:prstGeom>
        </p:spPr>
        <p:txBody>
          <a:bodyPr vert="horz" wrap="square" lIns="0" tIns="133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编写中断服务程序与编写子程序类似</a:t>
            </a:r>
            <a:endParaRPr sz="2400">
              <a:latin typeface="Noto Sans Mono CJK HK"/>
              <a:cs typeface="Noto Sans Mono CJK HK"/>
            </a:endParaRPr>
          </a:p>
          <a:p>
            <a:pPr marL="412750" marR="5080">
              <a:lnSpc>
                <a:spcPct val="110000"/>
              </a:lnSpc>
              <a:spcBef>
                <a:spcPts val="665"/>
              </a:spcBef>
            </a:pPr>
            <a:r>
              <a:rPr sz="2400" spc="125" dirty="0">
                <a:solidFill>
                  <a:srgbClr val="000099"/>
                </a:solidFill>
                <a:latin typeface="Noto Sans Mono CJK HK"/>
                <a:cs typeface="Noto Sans Mono CJK HK"/>
              </a:rPr>
              <a:t>利用过程定义伪指令</a:t>
            </a:r>
            <a:r>
              <a:rPr sz="2400" spc="114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PROC/ENDP</a:t>
            </a:r>
            <a:r>
              <a:rPr sz="2400" spc="130" dirty="0">
                <a:solidFill>
                  <a:srgbClr val="000099"/>
                </a:solidFill>
                <a:latin typeface="Noto Sans Mono CJK HK"/>
                <a:cs typeface="Noto Sans Mono CJK HK"/>
              </a:rPr>
              <a:t>定义</a:t>
            </a:r>
            <a:r>
              <a:rPr sz="2400" spc="1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ISR(</a:t>
            </a:r>
            <a:r>
              <a:rPr sz="2400" spc="1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spc="1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nterrupt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ervice</a:t>
            </a:r>
            <a:r>
              <a:rPr sz="2400" spc="-5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outine)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12750" marR="4000500">
              <a:lnSpc>
                <a:spcPct val="109000"/>
              </a:lnSpc>
              <a:spcBef>
                <a:spcPts val="1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用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IRET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指令实现中断返回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通常采用寄存器传递参数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300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👉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条指令通常为开中断指令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STI(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允许中断嵌套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71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主程序可以调用中断服务程序</a:t>
            </a:r>
            <a:endParaRPr sz="2400">
              <a:latin typeface="Noto Sans Mono CJK HK"/>
              <a:cs typeface="Noto Sans Mono CJK HK"/>
            </a:endParaRPr>
          </a:p>
          <a:p>
            <a:pPr marL="412750" marR="3035300">
              <a:lnSpc>
                <a:spcPct val="109000"/>
              </a:lnSpc>
              <a:spcBef>
                <a:spcPts val="67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利用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spc="-114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指令调用中断服务程序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设置必要的入口参数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285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处理出口参数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28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调用前，需要设置中断向量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42328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.3</a:t>
            </a:r>
            <a:r>
              <a:rPr spc="3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中断控制器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850" y="112331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850" y="2007235"/>
            <a:ext cx="208915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7850" y="2891154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36" y="3342266"/>
            <a:ext cx="184897" cy="1848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36" y="3781051"/>
            <a:ext cx="184897" cy="1848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36" y="4219836"/>
            <a:ext cx="184897" cy="1848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436" y="4658621"/>
            <a:ext cx="184897" cy="18489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33755" y="1017270"/>
            <a:ext cx="7803515" cy="3914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821055" algn="l"/>
              </a:tabLst>
            </a:pPr>
            <a:r>
              <a:rPr sz="2400" spc="13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Intel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18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2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是可编程中断控制器</a:t>
            </a:r>
            <a:r>
              <a:rPr sz="2400" spc="16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PIC(</a:t>
            </a:r>
            <a:r>
              <a:rPr sz="2400" spc="16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spc="16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rogrammable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nterrupt</a:t>
            </a:r>
            <a:r>
              <a:rPr sz="2400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ontroler)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ts val="2860"/>
              </a:lnSpc>
              <a:spcBef>
                <a:spcPts val="131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用于管理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Intel 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8080/8085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8086/8088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80286/80386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的可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屏蔽中断。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的基本功能如下：</a:t>
            </a:r>
            <a:endParaRPr sz="2400">
              <a:latin typeface="Noto Sans Mono CJK HK"/>
              <a:cs typeface="Noto Sans Mono CJK HK"/>
            </a:endParaRPr>
          </a:p>
          <a:p>
            <a:pPr marL="330200" marR="894080">
              <a:lnSpc>
                <a:spcPct val="119000"/>
              </a:lnSpc>
              <a:spcBef>
                <a:spcPts val="1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一片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可以管理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级中断，级联可扩展至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64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级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每一级中断都可单独被屏蔽或允许</a:t>
            </a:r>
            <a:endParaRPr sz="2400">
              <a:latin typeface="Noto Sans Mono CJK HK"/>
              <a:cs typeface="Noto Sans Mono CJK HK"/>
            </a:endParaRPr>
          </a:p>
          <a:p>
            <a:pPr marL="3302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在中断响应周期，向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提供相应的中断类型号</a:t>
            </a:r>
            <a:endParaRPr sz="2400">
              <a:latin typeface="Noto Sans Mono CJK HK"/>
              <a:cs typeface="Noto Sans Mono CJK HK"/>
            </a:endParaRPr>
          </a:p>
          <a:p>
            <a:pPr marL="330200">
              <a:lnSpc>
                <a:spcPct val="100000"/>
              </a:lnSpc>
              <a:spcBef>
                <a:spcPts val="575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设计有多种工作方式，可通过编程选择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01598" y="944499"/>
            <a:ext cx="8469630" cy="5441315"/>
            <a:chOff x="601598" y="944499"/>
            <a:chExt cx="8469630" cy="544131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11123" y="954024"/>
              <a:ext cx="5058156" cy="52959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1598" y="944499"/>
              <a:ext cx="5077460" cy="5314950"/>
            </a:xfrm>
            <a:custGeom>
              <a:avLst/>
              <a:gdLst/>
              <a:ahLst/>
              <a:cxnLst/>
              <a:rect l="l" t="t" r="r" b="b"/>
              <a:pathLst>
                <a:path w="5077460" h="5314950">
                  <a:moveTo>
                    <a:pt x="5077206" y="5314950"/>
                  </a:moveTo>
                  <a:lnTo>
                    <a:pt x="0" y="5314950"/>
                  </a:lnTo>
                  <a:lnTo>
                    <a:pt x="0" y="0"/>
                  </a:lnTo>
                  <a:lnTo>
                    <a:pt x="5077206" y="0"/>
                  </a:lnTo>
                  <a:lnTo>
                    <a:pt x="5077206" y="4762"/>
                  </a:lnTo>
                  <a:lnTo>
                    <a:pt x="9525" y="4762"/>
                  </a:lnTo>
                  <a:lnTo>
                    <a:pt x="4762" y="9525"/>
                  </a:lnTo>
                  <a:lnTo>
                    <a:pt x="9525" y="9525"/>
                  </a:lnTo>
                  <a:lnTo>
                    <a:pt x="9525" y="5305424"/>
                  </a:lnTo>
                  <a:lnTo>
                    <a:pt x="4762" y="5305424"/>
                  </a:lnTo>
                  <a:lnTo>
                    <a:pt x="9525" y="5310187"/>
                  </a:lnTo>
                  <a:lnTo>
                    <a:pt x="5077206" y="5310187"/>
                  </a:lnTo>
                  <a:lnTo>
                    <a:pt x="5077206" y="5314950"/>
                  </a:lnTo>
                  <a:close/>
                </a:path>
                <a:path w="5077460" h="5314950">
                  <a:moveTo>
                    <a:pt x="9525" y="9525"/>
                  </a:moveTo>
                  <a:lnTo>
                    <a:pt x="4762" y="9525"/>
                  </a:lnTo>
                  <a:lnTo>
                    <a:pt x="9525" y="4762"/>
                  </a:lnTo>
                  <a:lnTo>
                    <a:pt x="9525" y="9525"/>
                  </a:lnTo>
                  <a:close/>
                </a:path>
                <a:path w="5077460" h="5314950">
                  <a:moveTo>
                    <a:pt x="5067681" y="9525"/>
                  </a:moveTo>
                  <a:lnTo>
                    <a:pt x="9525" y="9525"/>
                  </a:lnTo>
                  <a:lnTo>
                    <a:pt x="9525" y="4762"/>
                  </a:lnTo>
                  <a:lnTo>
                    <a:pt x="5067681" y="4762"/>
                  </a:lnTo>
                  <a:lnTo>
                    <a:pt x="5067681" y="9525"/>
                  </a:lnTo>
                  <a:close/>
                </a:path>
                <a:path w="5077460" h="5314950">
                  <a:moveTo>
                    <a:pt x="5067681" y="5310187"/>
                  </a:moveTo>
                  <a:lnTo>
                    <a:pt x="5067681" y="4762"/>
                  </a:lnTo>
                  <a:lnTo>
                    <a:pt x="5072443" y="9525"/>
                  </a:lnTo>
                  <a:lnTo>
                    <a:pt x="5077206" y="9525"/>
                  </a:lnTo>
                  <a:lnTo>
                    <a:pt x="5077206" y="5305424"/>
                  </a:lnTo>
                  <a:lnTo>
                    <a:pt x="5072443" y="5305424"/>
                  </a:lnTo>
                  <a:lnTo>
                    <a:pt x="5067681" y="5310187"/>
                  </a:lnTo>
                  <a:close/>
                </a:path>
                <a:path w="5077460" h="5314950">
                  <a:moveTo>
                    <a:pt x="5077206" y="9525"/>
                  </a:moveTo>
                  <a:lnTo>
                    <a:pt x="5072443" y="9525"/>
                  </a:lnTo>
                  <a:lnTo>
                    <a:pt x="5067681" y="4762"/>
                  </a:lnTo>
                  <a:lnTo>
                    <a:pt x="5077206" y="4762"/>
                  </a:lnTo>
                  <a:lnTo>
                    <a:pt x="5077206" y="9525"/>
                  </a:lnTo>
                  <a:close/>
                </a:path>
                <a:path w="5077460" h="5314950">
                  <a:moveTo>
                    <a:pt x="9525" y="5310187"/>
                  </a:moveTo>
                  <a:lnTo>
                    <a:pt x="4762" y="5305424"/>
                  </a:lnTo>
                  <a:lnTo>
                    <a:pt x="9525" y="5305424"/>
                  </a:lnTo>
                  <a:lnTo>
                    <a:pt x="9525" y="5310187"/>
                  </a:lnTo>
                  <a:close/>
                </a:path>
                <a:path w="5077460" h="5314950">
                  <a:moveTo>
                    <a:pt x="5067681" y="5310187"/>
                  </a:moveTo>
                  <a:lnTo>
                    <a:pt x="9525" y="5310187"/>
                  </a:lnTo>
                  <a:lnTo>
                    <a:pt x="9525" y="5305424"/>
                  </a:lnTo>
                  <a:lnTo>
                    <a:pt x="5067681" y="5305424"/>
                  </a:lnTo>
                  <a:lnTo>
                    <a:pt x="5067681" y="5310187"/>
                  </a:lnTo>
                  <a:close/>
                </a:path>
                <a:path w="5077460" h="5314950">
                  <a:moveTo>
                    <a:pt x="5077206" y="5310187"/>
                  </a:moveTo>
                  <a:lnTo>
                    <a:pt x="5067681" y="5310187"/>
                  </a:lnTo>
                  <a:lnTo>
                    <a:pt x="5072443" y="5305424"/>
                  </a:lnTo>
                  <a:lnTo>
                    <a:pt x="5077206" y="5305424"/>
                  </a:lnTo>
                  <a:lnTo>
                    <a:pt x="5077206" y="53101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32347" y="4610100"/>
              <a:ext cx="3179063" cy="1565148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7052" y="116763"/>
            <a:ext cx="463740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.3.1</a:t>
            </a:r>
            <a:r>
              <a:rPr spc="4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5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的内部结构和引脚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47866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.3.1</a:t>
            </a:r>
            <a:r>
              <a:rPr spc="4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的内部结构和引脚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45308" y="1139375"/>
            <a:ext cx="7055704" cy="485300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47866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.3.1</a:t>
            </a:r>
            <a:r>
              <a:rPr spc="4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的内部结构和引脚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6800" y="990600"/>
            <a:ext cx="6048375" cy="444817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38600" y="5257800"/>
            <a:ext cx="3795395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70C0"/>
                </a:solidFill>
                <a:latin typeface="Noto Sans Mono CJK HK"/>
                <a:cs typeface="Noto Sans Mono CJK HK"/>
              </a:rPr>
              <a:t>中断请求寄存器</a:t>
            </a:r>
            <a:r>
              <a:rPr sz="1600" b="1" spc="-25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IRR</a:t>
            </a:r>
            <a:endParaRPr sz="1600" b="1">
              <a:solidFill>
                <a:srgbClr val="0070C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buFont typeface="Wingdings" panose="05000000000000000000"/>
              <a:buNone/>
              <a:tabLst>
                <a:tab pos="828675" algn="l"/>
              </a:tabLst>
            </a:pP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保存</a:t>
            </a:r>
            <a:r>
              <a:rPr sz="1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条外部中断请求信号线</a:t>
            </a:r>
            <a:r>
              <a:rPr sz="14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IR0</a:t>
            </a:r>
            <a:r>
              <a:rPr sz="1400" b="1" spc="-10" dirty="0">
                <a:solidFill>
                  <a:srgbClr val="0070C0"/>
                </a:solidFill>
                <a:latin typeface="Noto Sans CJK HK"/>
                <a:cs typeface="Noto Sans CJK HK"/>
              </a:rPr>
              <a:t>～</a:t>
            </a:r>
            <a:r>
              <a:rPr sz="14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IR7</a:t>
            </a:r>
            <a:r>
              <a:rPr sz="1400" b="1" spc="-330" dirty="0">
                <a:solidFill>
                  <a:srgbClr val="0070C0"/>
                </a:solidFill>
                <a:latin typeface="Noto Sans Mono CJK HK"/>
                <a:cs typeface="Noto Sans Mono CJK HK"/>
              </a:rPr>
              <a:t>的请求状</a:t>
            </a:r>
            <a:r>
              <a:rPr sz="1400" b="1" spc="-50" dirty="0">
                <a:solidFill>
                  <a:srgbClr val="0070C0"/>
                </a:solidFill>
                <a:latin typeface="Noto Sans Mono CJK HK"/>
                <a:cs typeface="Noto Sans Mono CJK HK"/>
              </a:rPr>
              <a:t> 态</a:t>
            </a:r>
            <a:endParaRPr sz="1400" b="1">
              <a:solidFill>
                <a:srgbClr val="0070C0"/>
              </a:solidFill>
              <a:latin typeface="Noto Sans Mono CJK HK"/>
              <a:cs typeface="Noto Sans Mono CJK HK"/>
            </a:endParaRPr>
          </a:p>
          <a:p>
            <a:pPr marL="12700" indent="0">
              <a:lnSpc>
                <a:spcPct val="100000"/>
              </a:lnSpc>
              <a:spcBef>
                <a:spcPts val="25"/>
              </a:spcBef>
              <a:buFont typeface="Wingdings" panose="05000000000000000000"/>
              <a:buNone/>
              <a:tabLst>
                <a:tab pos="828675" algn="l"/>
              </a:tabLst>
            </a:pPr>
            <a:r>
              <a:rPr sz="1400" b="1" spc="-2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位为</a:t>
            </a:r>
            <a:r>
              <a:rPr sz="1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</a:t>
            </a:r>
            <a:r>
              <a:rPr sz="14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引脚有中断请求，为</a:t>
            </a:r>
            <a:r>
              <a:rPr sz="1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400" b="1" spc="-195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表示无请</a:t>
            </a:r>
            <a:r>
              <a:rPr sz="1400" b="1" spc="-775" dirty="0">
                <a:solidFill>
                  <a:srgbClr val="0070C0"/>
                </a:solidFill>
                <a:latin typeface="Noto Sans Mono CJK HK"/>
                <a:cs typeface="Noto Sans Mono CJK HK"/>
              </a:rPr>
              <a:t> </a:t>
            </a:r>
            <a:r>
              <a:rPr sz="1400" b="1" spc="-50" dirty="0">
                <a:solidFill>
                  <a:srgbClr val="0070C0"/>
                </a:solidFill>
                <a:latin typeface="Noto Sans Mono CJK HK"/>
                <a:cs typeface="Noto Sans Mono CJK HK"/>
              </a:rPr>
              <a:t>求</a:t>
            </a:r>
            <a:endParaRPr sz="1400" b="1" spc="-50" dirty="0">
              <a:solidFill>
                <a:srgbClr val="0070C0"/>
              </a:solidFill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47866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.3.1</a:t>
            </a:r>
            <a:r>
              <a:rPr spc="4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的内部结构和引脚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6800" y="990600"/>
            <a:ext cx="6048375" cy="44481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7"/>
          <p:cNvSpPr txBox="1"/>
          <p:nvPr/>
        </p:nvSpPr>
        <p:spPr>
          <a:xfrm>
            <a:off x="3962400" y="5181600"/>
            <a:ext cx="4240530" cy="1000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70C0"/>
                </a:solidFill>
                <a:latin typeface="Noto Sans Mono CJK HK"/>
                <a:cs typeface="Noto Sans Mono CJK HK"/>
              </a:rPr>
              <a:t>中断服务寄存器</a:t>
            </a:r>
            <a:r>
              <a:rPr sz="1600" b="1" spc="-25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ISR</a:t>
            </a:r>
            <a:endParaRPr sz="1600" b="1">
              <a:solidFill>
                <a:srgbClr val="0070C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ts val="2875"/>
              </a:lnSpc>
              <a:spcBef>
                <a:spcPts val="35"/>
              </a:spcBef>
              <a:buFont typeface="Wingdings" panose="05000000000000000000"/>
              <a:buNone/>
              <a:tabLst>
                <a:tab pos="828675" algn="l"/>
              </a:tabLst>
            </a:pPr>
            <a:r>
              <a:rPr sz="1400" b="1" spc="-5" dirty="0">
                <a:solidFill>
                  <a:srgbClr val="0070C0"/>
                </a:solidFill>
                <a:latin typeface="Noto Sans Mono CJK HK"/>
                <a:cs typeface="Noto Sans Mono CJK HK"/>
              </a:rPr>
              <a:t>标记正在处理过程中的中断请求</a:t>
            </a:r>
            <a:endParaRPr sz="1400" b="1">
              <a:solidFill>
                <a:srgbClr val="0070C0"/>
              </a:solidFill>
              <a:latin typeface="Noto Sans Mono CJK HK"/>
              <a:cs typeface="Noto Sans Mono CJK HK"/>
            </a:endParaRPr>
          </a:p>
          <a:p>
            <a:pPr marL="12700" indent="0">
              <a:lnSpc>
                <a:spcPts val="2875"/>
              </a:lnSpc>
              <a:buFont typeface="Wingdings" panose="05000000000000000000"/>
              <a:buNone/>
              <a:tabLst>
                <a:tab pos="828675" algn="l"/>
              </a:tabLst>
            </a:pPr>
            <a:r>
              <a:rPr sz="1400" b="1" spc="-2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位为</a:t>
            </a:r>
            <a:r>
              <a:rPr sz="1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</a:t>
            </a:r>
            <a:r>
              <a:rPr sz="14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14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中断正在服务中，为</a:t>
            </a:r>
            <a:r>
              <a:rPr sz="14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400" b="1" spc="-220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表示没有被服</a:t>
            </a:r>
            <a:r>
              <a:rPr sz="1400" b="1" spc="-50" dirty="0">
                <a:solidFill>
                  <a:srgbClr val="0070C0"/>
                </a:solidFill>
                <a:latin typeface="Noto Sans Mono CJK HK"/>
                <a:cs typeface="Noto Sans Mono CJK HK"/>
              </a:rPr>
              <a:t> 务</a:t>
            </a:r>
            <a:endParaRPr sz="1400" b="1" spc="-50" dirty="0">
              <a:solidFill>
                <a:srgbClr val="0070C0"/>
              </a:solidFill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478663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.3.1</a:t>
            </a:r>
            <a:r>
              <a:rPr spc="4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的内部结构和引脚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66800" y="990600"/>
            <a:ext cx="6048375" cy="44481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7"/>
          <p:cNvSpPr txBox="1"/>
          <p:nvPr/>
        </p:nvSpPr>
        <p:spPr>
          <a:xfrm>
            <a:off x="3783965" y="5181600"/>
            <a:ext cx="5129530" cy="87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30" dirty="0">
                <a:solidFill>
                  <a:srgbClr val="0070C0"/>
                </a:solidFill>
                <a:latin typeface="Noto Sans Mono CJK HK"/>
                <a:cs typeface="Noto Sans Mono CJK HK"/>
              </a:rPr>
              <a:t>中断屏蔽寄存器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IMR</a:t>
            </a:r>
            <a:endParaRPr sz="2000" b="1">
              <a:solidFill>
                <a:srgbClr val="0070C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indent="0">
              <a:lnSpc>
                <a:spcPct val="100000"/>
              </a:lnSpc>
              <a:spcBef>
                <a:spcPts val="25"/>
              </a:spcBef>
              <a:buFont typeface="Wingdings" panose="05000000000000000000"/>
              <a:buNone/>
              <a:tabLst>
                <a:tab pos="828675" algn="l"/>
              </a:tabLst>
            </a:pPr>
            <a:r>
              <a:rPr sz="18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保存对中断请求信号</a:t>
            </a:r>
            <a:r>
              <a:rPr sz="18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1800" b="1" spc="-10" dirty="0">
                <a:solidFill>
                  <a:srgbClr val="0070C0"/>
                </a:solidFill>
                <a:latin typeface="Noto Sans Mono CJK HK"/>
                <a:cs typeface="Noto Sans Mono CJK HK"/>
              </a:rPr>
              <a:t>的屏蔽状态</a:t>
            </a:r>
            <a:endParaRPr sz="1800" b="1">
              <a:solidFill>
                <a:srgbClr val="0070C0"/>
              </a:solidFill>
              <a:latin typeface="Noto Sans Mono CJK HK"/>
              <a:cs typeface="Noto Sans Mono CJK HK"/>
            </a:endParaRPr>
          </a:p>
          <a:p>
            <a:pPr marL="12700" indent="0">
              <a:lnSpc>
                <a:spcPct val="100000"/>
              </a:lnSpc>
              <a:buFont typeface="Wingdings" panose="05000000000000000000"/>
              <a:buNone/>
              <a:tabLst>
                <a:tab pos="828675" algn="l"/>
              </a:tabLst>
            </a:pPr>
            <a:r>
              <a:rPr sz="1800" b="1" spc="-2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18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位为</a:t>
            </a:r>
            <a:r>
              <a:rPr sz="18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18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</a:t>
            </a:r>
            <a:r>
              <a:rPr sz="1800" b="1" spc="-10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1800" b="1" dirty="0">
                <a:solidFill>
                  <a:srgbClr val="0070C0"/>
                </a:solidFill>
                <a:latin typeface="Noto Sans Mono CJK HK"/>
                <a:cs typeface="Noto Sans Mono CJK HK"/>
              </a:rPr>
              <a:t>中断被屏蔽（禁止），为</a:t>
            </a:r>
            <a:r>
              <a:rPr sz="1800" b="1" dirty="0">
                <a:solidFill>
                  <a:srgbClr val="0070C0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1800" b="1" spc="-440" dirty="0">
                <a:solidFill>
                  <a:srgbClr val="0070C0"/>
                </a:solidFill>
                <a:latin typeface="Noto Sans Mono CJK HK"/>
                <a:cs typeface="Noto Sans Mono CJK HK"/>
              </a:rPr>
              <a:t>表示允</a:t>
            </a:r>
            <a:r>
              <a:rPr sz="1800" b="1" spc="-50" dirty="0">
                <a:solidFill>
                  <a:srgbClr val="0070C0"/>
                </a:solidFill>
                <a:latin typeface="Noto Sans Mono CJK HK"/>
                <a:cs typeface="Noto Sans Mono CJK HK"/>
              </a:rPr>
              <a:t> 许</a:t>
            </a:r>
            <a:endParaRPr sz="1800" b="1" spc="-50" dirty="0">
              <a:solidFill>
                <a:srgbClr val="0070C0"/>
              </a:solidFill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46875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30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中断控制相关寄存器及引脚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5290" y="1117600"/>
            <a:ext cx="244475" cy="244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1616971"/>
            <a:ext cx="184897" cy="1848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2055756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5290" y="2574289"/>
            <a:ext cx="244475" cy="2444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3073661"/>
            <a:ext cx="184897" cy="18489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3512446"/>
            <a:ext cx="184897" cy="1848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15290" y="4030979"/>
            <a:ext cx="244475" cy="24447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4530351"/>
            <a:ext cx="184897" cy="184897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4816" y="4969136"/>
            <a:ext cx="184897" cy="184897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45490" y="907948"/>
            <a:ext cx="7520305" cy="433133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2800" spc="-3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中断请求寄存器</a:t>
            </a:r>
            <a:r>
              <a:rPr sz="28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IRR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1275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保存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8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条外部中断请求信号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IR0</a:t>
            </a:r>
            <a:r>
              <a:rPr sz="2400" b="1" spc="-10" dirty="0">
                <a:solidFill>
                  <a:srgbClr val="003399"/>
                </a:solidFill>
                <a:latin typeface="Noto Sans CJK HK"/>
                <a:cs typeface="Noto Sans CJK HK"/>
              </a:rPr>
              <a:t>～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IR7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的请求状态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600"/>
              </a:spcBef>
            </a:pPr>
            <a:r>
              <a:rPr sz="2400" spc="-2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位为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引脚有中断请求；为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表示无请求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800" spc="-3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中断服务寄存器</a:t>
            </a:r>
            <a:r>
              <a:rPr sz="28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ISR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12750">
              <a:lnSpc>
                <a:spcPct val="100000"/>
              </a:lnSpc>
              <a:spcBef>
                <a:spcPts val="610"/>
              </a:spcBef>
            </a:pPr>
            <a:r>
              <a:rPr sz="2400" spc="-5" dirty="0">
                <a:solidFill>
                  <a:srgbClr val="003399"/>
                </a:solidFill>
                <a:latin typeface="Noto Sans Mono CJK HK"/>
                <a:cs typeface="Noto Sans Mono CJK HK"/>
              </a:rPr>
              <a:t>标记正在处理过程中的中断请求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565"/>
              </a:spcBef>
            </a:pPr>
            <a:r>
              <a:rPr sz="2400" spc="-2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位为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中断正在服务中；为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表示没有被服务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800" spc="-3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中断屏蔽寄存器</a:t>
            </a:r>
            <a:r>
              <a:rPr sz="2800" spc="-25" dirty="0">
                <a:solidFill>
                  <a:srgbClr val="0000CC"/>
                </a:solidFill>
                <a:latin typeface="Times New Roman" panose="02020603050405020304"/>
                <a:cs typeface="Times New Roman" panose="02020603050405020304"/>
              </a:rPr>
              <a:t>IMR</a:t>
            </a:r>
            <a:endParaRPr sz="2800">
              <a:latin typeface="Times New Roman" panose="02020603050405020304"/>
              <a:cs typeface="Times New Roman" panose="02020603050405020304"/>
            </a:endParaRPr>
          </a:p>
          <a:p>
            <a:pPr marL="412750">
              <a:lnSpc>
                <a:spcPct val="100000"/>
              </a:lnSpc>
              <a:spcBef>
                <a:spcPts val="600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保存对中断请求信号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的屏蔽状态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575"/>
              </a:spcBef>
            </a:pPr>
            <a:r>
              <a:rPr sz="2400" spc="-2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位为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</a:t>
            </a:r>
            <a:r>
              <a:rPr sz="2400" spc="-1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IRi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中断被屏蔽（禁止）；为</a:t>
            </a:r>
            <a:r>
              <a:rPr sz="2400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2400" spc="-15" dirty="0">
                <a:solidFill>
                  <a:srgbClr val="003399"/>
                </a:solidFill>
                <a:latin typeface="Noto Sans Mono CJK HK"/>
                <a:cs typeface="Noto Sans Mono CJK HK"/>
              </a:rPr>
              <a:t>表示允许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16763"/>
            <a:ext cx="383730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2.</a:t>
            </a:r>
            <a:r>
              <a:rPr spc="65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-25" dirty="0">
                <a:solidFill>
                  <a:srgbClr val="003399"/>
                </a:solidFill>
                <a:latin typeface="Times New Roman" panose="02020603050405020304"/>
                <a:cs typeface="Times New Roman" panose="020206030504050203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与处理器的接口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16508" y="1031747"/>
            <a:ext cx="7051548" cy="507949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201930"/>
            <a:ext cx="18427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中断级连</a:t>
            </a:r>
            <a:endParaRPr spc="-35" dirty="0"/>
          </a:p>
        </p:txBody>
      </p:sp>
      <p:sp>
        <p:nvSpPr>
          <p:cNvPr id="9" name="object 9"/>
          <p:cNvSpPr txBox="1"/>
          <p:nvPr/>
        </p:nvSpPr>
        <p:spPr>
          <a:xfrm>
            <a:off x="889952" y="998854"/>
            <a:ext cx="7934959" cy="4349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1145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一个系统中，</a:t>
            </a:r>
            <a:r>
              <a:rPr sz="24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可以级联，一个主</a:t>
            </a:r>
            <a:r>
              <a:rPr sz="24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，可联接多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达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个从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；</a:t>
            </a:r>
            <a:endParaRPr sz="2400">
              <a:latin typeface="Noto Sans Mono CJK HK"/>
              <a:cs typeface="Noto Sans Mono CJK HK"/>
            </a:endParaRPr>
          </a:p>
          <a:p>
            <a:pPr marL="12700" marR="8128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级联时，主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的三条级联线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CAS0~CAS2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作为输出线，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连至每个从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CAS0~CAS2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；</a:t>
            </a:r>
            <a:endParaRPr sz="2400">
              <a:latin typeface="Noto Sans Mono CJK HK"/>
              <a:cs typeface="Noto Sans Mono CJK HK"/>
            </a:endParaRPr>
          </a:p>
          <a:p>
            <a:pPr marL="12700" marR="210820">
              <a:lnSpc>
                <a:spcPct val="100000"/>
              </a:lnSpc>
              <a:spcBef>
                <a:spcPts val="575"/>
              </a:spcBef>
            </a:pPr>
            <a:r>
              <a:rPr sz="2400" spc="70" dirty="0">
                <a:solidFill>
                  <a:srgbClr val="003399"/>
                </a:solidFill>
                <a:latin typeface="Noto Sans Mono CJK HK"/>
                <a:cs typeface="Noto Sans Mono CJK HK"/>
              </a:rPr>
              <a:t>每个从</a:t>
            </a:r>
            <a:r>
              <a:rPr sz="2400" spc="5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7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的中断请求信号</a:t>
            </a:r>
            <a:r>
              <a:rPr sz="2400" spc="6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spc="7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，连至主</a:t>
            </a:r>
            <a:r>
              <a:rPr sz="2400" spc="6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3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的一个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中断请求输入端</a:t>
            </a:r>
            <a:r>
              <a:rPr sz="2400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400" spc="-25" dirty="0">
                <a:solidFill>
                  <a:srgbClr val="003399"/>
                </a:solidFill>
                <a:latin typeface="Noto Sans Mono CJK HK"/>
                <a:cs typeface="Noto Sans Mono CJK HK"/>
              </a:rPr>
              <a:t>；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主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线连至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的中断请求输入端；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在非缓冲方式下，规定该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是主片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SP*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）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还是从片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SP*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＝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33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R="502920" algn="r">
              <a:lnSpc>
                <a:spcPct val="100000"/>
              </a:lnSpc>
              <a:spcBef>
                <a:spcPts val="3195"/>
              </a:spcBef>
              <a:tabLst>
                <a:tab pos="1170940" algn="l"/>
              </a:tabLst>
            </a:pPr>
            <a:r>
              <a:rPr sz="2000" b="1" dirty="0">
                <a:solidFill>
                  <a:srgbClr val="A40020"/>
                </a:solidFill>
                <a:latin typeface="Noto Sans CJK HK"/>
                <a:cs typeface="Noto Sans CJK HK"/>
              </a:rPr>
              <a:t>	</a:t>
            </a:r>
            <a:endParaRPr sz="2000">
              <a:latin typeface="Noto Sans CJK HK"/>
              <a:cs typeface="Noto Sans CJK HK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104900"/>
            <a:ext cx="208915" cy="20955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909445"/>
            <a:ext cx="208915" cy="2095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2713989"/>
            <a:ext cx="208915" cy="20955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3518534"/>
            <a:ext cx="208915" cy="20955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3957320"/>
            <a:ext cx="208915" cy="2095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9036050" cy="68110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24802" y="126364"/>
            <a:ext cx="3719829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latin typeface="Arial" panose="020B0604020202020204"/>
                <a:cs typeface="Arial" panose="020B0604020202020204"/>
              </a:rPr>
              <a:t>.3.2</a:t>
            </a:r>
            <a:r>
              <a:rPr spc="20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的中断过程</a:t>
            </a:r>
            <a:endParaRPr spc="-35" dirty="0"/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737360" y="886967"/>
            <a:ext cx="5714999" cy="528675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3719829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" panose="020B0604020202020204"/>
                <a:cs typeface="Arial" panose="020B0604020202020204"/>
              </a:rPr>
              <a:t>8</a:t>
            </a:r>
            <a:r>
              <a:rPr dirty="0">
                <a:latin typeface="Arial" panose="020B0604020202020204"/>
                <a:cs typeface="Arial" panose="020B0604020202020204"/>
              </a:rPr>
              <a:t>.3.3</a:t>
            </a:r>
            <a:r>
              <a:rPr spc="20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的工作方式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552069" y="1046340"/>
            <a:ext cx="2921000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中断触发方式</a:t>
            </a:r>
            <a:endParaRPr sz="2400">
              <a:latin typeface="Noto Sans Mono CJK HK"/>
              <a:cs typeface="Noto Sans Mono CJK HK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屏蔽中断源方式</a:t>
            </a:r>
            <a:endParaRPr sz="2400">
              <a:latin typeface="Noto Sans Mono CJK HK"/>
              <a:cs typeface="Noto Sans Mono CJK HK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设置优先权方式</a:t>
            </a:r>
            <a:endParaRPr sz="2400">
              <a:latin typeface="Noto Sans Mono CJK HK"/>
              <a:cs typeface="Noto Sans Mono CJK HK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结束中断处理方式</a:t>
            </a:r>
            <a:endParaRPr sz="2400">
              <a:latin typeface="Noto Sans Mono CJK HK"/>
              <a:cs typeface="Noto Sans Mono CJK HK"/>
            </a:endParaRPr>
          </a:p>
          <a:p>
            <a:pPr marL="469265" indent="-456565">
              <a:lnSpc>
                <a:spcPct val="100000"/>
              </a:lnSpc>
              <a:spcBef>
                <a:spcPts val="1920"/>
              </a:spcBef>
              <a:buFont typeface="Arial" panose="020B0604020202020204"/>
              <a:buAutoNum type="arabicPeriod"/>
              <a:tabLst>
                <a:tab pos="46926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数据线连接方式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1144" y="6372097"/>
            <a:ext cx="5340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120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052" y="191135"/>
            <a:ext cx="3383915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pc="-35" dirty="0">
                <a:solidFill>
                  <a:srgbClr val="003399"/>
                </a:solidFill>
                <a:latin typeface="Noto Serif CJK JP"/>
                <a:cs typeface="Noto Serif CJK JP"/>
              </a:rPr>
              <a:t>的工作方式</a:t>
            </a:r>
            <a:endParaRPr spc="-35" dirty="0">
              <a:solidFill>
                <a:srgbClr val="003399"/>
              </a:solidFill>
              <a:latin typeface="Noto Serif CJK JP"/>
              <a:cs typeface="Noto Serif CJK JP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57557" y="2469514"/>
            <a:ext cx="2183130" cy="165100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6195" indent="-24130">
              <a:lnSpc>
                <a:spcPct val="100000"/>
              </a:lnSpc>
              <a:spcBef>
                <a:spcPts val="795"/>
              </a:spcBef>
            </a:pPr>
            <a:r>
              <a:rPr sz="2400" spc="-10" dirty="0">
                <a:solidFill>
                  <a:srgbClr val="FF0000"/>
                </a:solidFill>
                <a:latin typeface="Noto Sans Mono CJK HK"/>
                <a:cs typeface="Noto Sans Mono CJK HK"/>
              </a:rPr>
              <a:t>普通全嵌套方式</a:t>
            </a:r>
            <a:endParaRPr sz="2400">
              <a:latin typeface="Noto Sans Mono CJK HK"/>
              <a:cs typeface="Noto Sans Mono CJK HK"/>
            </a:endParaRPr>
          </a:p>
          <a:p>
            <a:pPr marL="53975" marR="5080" indent="-17780">
              <a:lnSpc>
                <a:spcPts val="2830"/>
              </a:lnSpc>
              <a:spcBef>
                <a:spcPts val="83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特殊全嵌套方式自动循环方式特殊循环方式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24588" y="2774950"/>
            <a:ext cx="133680" cy="4330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53163" y="3492500"/>
            <a:ext cx="133680" cy="4330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338" y="2913062"/>
            <a:ext cx="181165" cy="774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297237" y="3476942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优先权循环方式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225" y="3076892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设置优先权方式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86842" y="4409439"/>
            <a:ext cx="2463800" cy="98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Noto Sans Mono CJK HK"/>
                <a:cs typeface="Noto Sans Mono CJK HK"/>
              </a:rPr>
              <a:t>普通中断结束方式</a:t>
            </a:r>
            <a:r>
              <a:rPr sz="2400" spc="-10" dirty="0">
                <a:latin typeface="Noto Sans Mono CJK HK"/>
                <a:cs typeface="Noto Sans Mono CJK HK"/>
              </a:rPr>
              <a:t>特殊中断结束方式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32601" y="4762500"/>
            <a:ext cx="133680" cy="43307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73476" y="4256087"/>
            <a:ext cx="179578" cy="7747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275012" y="4118292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自动中断结束方式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4062" y="4819967"/>
            <a:ext cx="2768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非自动中断结束方式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1817" y="4419917"/>
            <a:ext cx="246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结束中断处理方式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3447" y="2052954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屏蔽中断源方式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7926" y="2038350"/>
            <a:ext cx="133680" cy="43307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244850" y="936942"/>
            <a:ext cx="2225675" cy="22294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361950" indent="13970">
              <a:lnSpc>
                <a:spcPts val="2830"/>
              </a:lnSpc>
              <a:spcBef>
                <a:spcPts val="235"/>
              </a:spcBef>
            </a:pPr>
            <a:r>
              <a:rPr sz="2400" spc="-10" dirty="0">
                <a:solidFill>
                  <a:srgbClr val="FF0000"/>
                </a:solidFill>
                <a:latin typeface="Noto Sans Mono CJK HK"/>
                <a:cs typeface="Noto Sans Mono CJK HK"/>
              </a:rPr>
              <a:t>边沿触发方式</a:t>
            </a:r>
            <a:r>
              <a:rPr sz="2400" spc="-10" dirty="0">
                <a:latin typeface="Noto Sans Mono CJK HK"/>
                <a:cs typeface="Noto Sans Mono CJK HK"/>
              </a:rPr>
              <a:t>电平触发方式</a:t>
            </a:r>
            <a:endParaRPr sz="2400">
              <a:latin typeface="Noto Sans Mono CJK HK"/>
              <a:cs typeface="Noto Sans Mono CJK HK"/>
            </a:endParaRPr>
          </a:p>
          <a:p>
            <a:pPr marL="79375" marR="5080" indent="28575">
              <a:lnSpc>
                <a:spcPct val="134000"/>
              </a:lnSpc>
              <a:spcBef>
                <a:spcPts val="10"/>
              </a:spcBef>
            </a:pPr>
            <a:r>
              <a:rPr sz="2400" spc="-10" dirty="0">
                <a:solidFill>
                  <a:srgbClr val="FF0000"/>
                </a:solidFill>
                <a:latin typeface="Noto Sans Mono CJK HK"/>
                <a:cs typeface="Noto Sans Mono CJK HK"/>
              </a:rPr>
              <a:t>普通屏蔽方式</a:t>
            </a:r>
            <a:r>
              <a:rPr sz="2400" spc="-10" dirty="0">
                <a:latin typeface="Noto Sans Mono CJK HK"/>
                <a:cs typeface="Noto Sans Mono CJK HK"/>
              </a:rPr>
              <a:t>特殊屏蔽方式</a:t>
            </a:r>
            <a:r>
              <a:rPr sz="2400" spc="-50" dirty="0">
                <a:latin typeface="Noto Sans Mono CJK HK"/>
                <a:cs typeface="Noto Sans Mono CJK HK"/>
              </a:rPr>
              <a:t> </a:t>
            </a:r>
            <a:r>
              <a:rPr sz="2400" spc="-10" dirty="0">
                <a:latin typeface="Noto Sans Mono CJK HK"/>
                <a:cs typeface="Noto Sans Mono CJK HK"/>
              </a:rPr>
              <a:t>优先权固定方式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1100" y="1116329"/>
            <a:ext cx="1854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中断触发方式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92526" y="1101725"/>
            <a:ext cx="133680" cy="43180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23594" y="5591492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Noto Sans Mono CJK HK"/>
                <a:cs typeface="Noto Sans Mono CJK HK"/>
              </a:rPr>
              <a:t>数据线连接方式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41675" y="5426392"/>
            <a:ext cx="1549400" cy="7645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7145">
              <a:lnSpc>
                <a:spcPct val="102000"/>
              </a:lnSpc>
              <a:spcBef>
                <a:spcPts val="40"/>
              </a:spcBef>
            </a:pPr>
            <a:r>
              <a:rPr sz="2400" spc="-15" dirty="0">
                <a:latin typeface="Noto Sans Mono CJK HK"/>
                <a:cs typeface="Noto Sans Mono CJK HK"/>
              </a:rPr>
              <a:t>缓冲方式</a:t>
            </a:r>
            <a:r>
              <a:rPr sz="2400" spc="-10" dirty="0">
                <a:latin typeface="Noto Sans Mono CJK HK"/>
                <a:cs typeface="Noto Sans Mono CJK HK"/>
              </a:rPr>
              <a:t>非缓冲方式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070301" y="5619750"/>
            <a:ext cx="133680" cy="43307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7052" y="159435"/>
            <a:ext cx="3158490" cy="2517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7670" indent="-394970">
              <a:lnSpc>
                <a:spcPct val="100000"/>
              </a:lnSpc>
              <a:spcBef>
                <a:spcPts val="95"/>
              </a:spcBef>
              <a:buFont typeface="Arial" panose="020B0604020202020204"/>
              <a:buAutoNum type="arabicPeriod"/>
              <a:tabLst>
                <a:tab pos="407670" algn="l"/>
              </a:tabLst>
            </a:pP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中断请求方式</a:t>
            </a:r>
            <a:endParaRPr sz="2800">
              <a:latin typeface="Noto Sans Mono CJK HK"/>
              <a:cs typeface="Noto Sans Mono CJK HK"/>
            </a:endParaRPr>
          </a:p>
          <a:p>
            <a:pPr marL="1011555" lvl="1" indent="-908050">
              <a:lnSpc>
                <a:spcPct val="100000"/>
              </a:lnSpc>
              <a:spcBef>
                <a:spcPts val="3785"/>
              </a:spcBef>
              <a:buSzPct val="96000"/>
              <a:buAutoNum type="arabicPlain"/>
              <a:tabLst>
                <a:tab pos="1011555" algn="l"/>
              </a:tabLst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边沿触发方式</a:t>
            </a:r>
            <a:endParaRPr sz="2800">
              <a:latin typeface="Noto Sans Mono CJK HK"/>
              <a:cs typeface="Noto Sans Mono CJK HK"/>
            </a:endParaRPr>
          </a:p>
          <a:p>
            <a:pPr marL="1011555" lvl="1" indent="-90805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1011555" algn="l"/>
              </a:tabLst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电平触发方式</a:t>
            </a:r>
            <a:endParaRPr sz="2800">
              <a:latin typeface="Noto Sans Mono CJK HK"/>
              <a:cs typeface="Noto Sans Mono CJK HK"/>
            </a:endParaRPr>
          </a:p>
          <a:p>
            <a:pPr marL="1011555" lvl="1" indent="-90805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1011555" algn="l"/>
              </a:tabLst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中断查询方式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0530"/>
            <a:ext cx="2553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10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中断请求方式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555282" y="1062951"/>
            <a:ext cx="7943215" cy="134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）边沿触发方式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ct val="100000"/>
              </a:lnSpc>
              <a:spcBef>
                <a:spcPts val="1755"/>
              </a:spcBef>
            </a:pPr>
            <a:r>
              <a:rPr sz="2400" spc="75" dirty="0">
                <a:solidFill>
                  <a:srgbClr val="003399"/>
                </a:solidFill>
                <a:latin typeface="Noto Sans Mono CJK HK"/>
                <a:cs typeface="Noto Sans Mono CJK HK"/>
              </a:rPr>
              <a:t>将</a:t>
            </a:r>
            <a:r>
              <a:rPr sz="2400" spc="2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IR7</a:t>
            </a:r>
            <a:r>
              <a:rPr sz="2400" spc="220" dirty="0">
                <a:solidFill>
                  <a:srgbClr val="003399"/>
                </a:solidFill>
                <a:latin typeface="IBM 3270"/>
                <a:cs typeface="IBM 3270"/>
              </a:rPr>
              <a:t>～</a:t>
            </a:r>
            <a:r>
              <a:rPr sz="2400" spc="2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IR0</a:t>
            </a:r>
            <a:r>
              <a:rPr sz="2400" spc="65" dirty="0">
                <a:solidFill>
                  <a:srgbClr val="003399"/>
                </a:solidFill>
                <a:latin typeface="Noto Sans Mono CJK HK"/>
                <a:cs typeface="Noto Sans Mono CJK HK"/>
              </a:rPr>
              <a:t>出现的由低电平向高电平的跳变作为中断请求</a:t>
            </a:r>
            <a:r>
              <a:rPr sz="2400" spc="-20" dirty="0">
                <a:solidFill>
                  <a:srgbClr val="003399"/>
                </a:solidFill>
                <a:latin typeface="Noto Sans Mono CJK HK"/>
                <a:cs typeface="Noto Sans Mono CJK HK"/>
              </a:rPr>
              <a:t>信号。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5282" y="2541231"/>
            <a:ext cx="79432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51865" algn="l"/>
              </a:tabLst>
            </a:pPr>
            <a:r>
              <a:rPr sz="2400" spc="65" dirty="0">
                <a:solidFill>
                  <a:srgbClr val="FF0000"/>
                </a:solidFill>
                <a:latin typeface="Noto Sans Mono CJK HK"/>
                <a:cs typeface="Noto Sans Mono CJK HK"/>
              </a:rPr>
              <a:t>优</a:t>
            </a:r>
            <a:r>
              <a:rPr sz="2400" spc="-50" dirty="0">
                <a:solidFill>
                  <a:srgbClr val="FF0000"/>
                </a:solidFill>
                <a:latin typeface="Noto Sans Mono CJK HK"/>
                <a:cs typeface="Noto Sans Mono CJK HK"/>
              </a:rPr>
              <a:t>点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	</a:t>
            </a:r>
            <a:r>
              <a:rPr sz="2400" spc="70" dirty="0">
                <a:solidFill>
                  <a:srgbClr val="003399"/>
                </a:solidFill>
                <a:latin typeface="Noto Sans Mono CJK HK"/>
                <a:cs typeface="Noto Sans Mono CJK HK"/>
              </a:rPr>
              <a:t>申请中断的</a:t>
            </a:r>
            <a:r>
              <a:rPr sz="2400" spc="6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IRi</a:t>
            </a:r>
            <a:r>
              <a:rPr sz="2400" spc="70" dirty="0">
                <a:solidFill>
                  <a:srgbClr val="003399"/>
                </a:solidFill>
                <a:latin typeface="Noto Sans Mono CJK HK"/>
                <a:cs typeface="Noto Sans Mono CJK HK"/>
              </a:rPr>
              <a:t>端可以一直保持高电平而不会被误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判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324006" y="3514051"/>
            <a:ext cx="250824" cy="260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55282" y="2750782"/>
            <a:ext cx="7943215" cy="1061085"/>
          </a:xfrm>
          <a:prstGeom prst="rect">
            <a:avLst/>
          </a:prstGeom>
        </p:spPr>
        <p:txBody>
          <a:bodyPr vert="horz" wrap="square" lIns="0" tIns="167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400" spc="-5" dirty="0">
                <a:solidFill>
                  <a:srgbClr val="003399"/>
                </a:solidFill>
                <a:latin typeface="Noto Sans Mono CJK HK"/>
                <a:cs typeface="Noto Sans Mono CJK HK"/>
              </a:rPr>
              <a:t>为又发生一次中断申请。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215"/>
              </a:spcBef>
              <a:tabLst>
                <a:tab pos="934085" algn="l"/>
                <a:tab pos="4047490" algn="l"/>
              </a:tabLst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注</a:t>
            </a:r>
            <a:r>
              <a:rPr sz="2400" spc="-50" dirty="0">
                <a:solidFill>
                  <a:srgbClr val="FF0000"/>
                </a:solidFill>
                <a:latin typeface="Noto Sans Mono CJK HK"/>
                <a:cs typeface="Noto Sans Mono CJK HK"/>
              </a:rPr>
              <a:t>意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	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在</a:t>
            </a:r>
            <a:r>
              <a:rPr sz="24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响应中断，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发</a:t>
            </a:r>
            <a:r>
              <a:rPr lang="en-US" altLang=""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   </a:t>
            </a:r>
            <a:r>
              <a:rPr lang="zh-CN" altLang=""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一个</a:t>
            </a:r>
            <a:r>
              <a:rPr sz="2400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INTA*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应答信号前，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已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282" y="3790912"/>
            <a:ext cx="7943215" cy="127508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0"/>
              </a:spcBef>
            </a:pPr>
            <a:r>
              <a:rPr sz="2400" spc="65" dirty="0">
                <a:solidFill>
                  <a:srgbClr val="003399"/>
                </a:solidFill>
                <a:latin typeface="Noto Sans Mono CJK HK"/>
                <a:cs typeface="Noto Sans Mono CJK HK"/>
              </a:rPr>
              <a:t>申请过中断的</a:t>
            </a:r>
            <a:r>
              <a:rPr sz="2400" spc="6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IRi</a:t>
            </a:r>
            <a:r>
              <a:rPr sz="2400" spc="60" dirty="0">
                <a:solidFill>
                  <a:srgbClr val="003399"/>
                </a:solidFill>
                <a:latin typeface="Noto Sans Mono CJK HK"/>
                <a:cs typeface="Noto Sans Mono CJK HK"/>
              </a:rPr>
              <a:t>端不要发生又一次的由低电平到高电平的</a:t>
            </a:r>
            <a:r>
              <a:rPr sz="2400" spc="-20" dirty="0">
                <a:solidFill>
                  <a:srgbClr val="003399"/>
                </a:solidFill>
                <a:latin typeface="Noto Sans Mono CJK HK"/>
                <a:cs typeface="Noto Sans Mono CJK HK"/>
              </a:rPr>
              <a:t>跳变。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  <a:tabLst>
                <a:tab pos="1536065" algn="l"/>
              </a:tabLst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实现方</a:t>
            </a:r>
            <a:r>
              <a:rPr sz="2400" spc="-50" dirty="0">
                <a:solidFill>
                  <a:srgbClr val="FF0000"/>
                </a:solidFill>
                <a:latin typeface="Noto Sans Mono CJK HK"/>
                <a:cs typeface="Noto Sans Mono CJK HK"/>
              </a:rPr>
              <a:t>法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	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使初始化控制字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ICW1</a:t>
            </a:r>
            <a:r>
              <a:rPr sz="2400" u="none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D3</a:t>
            </a:r>
            <a:r>
              <a:rPr sz="2400" u="none" dirty="0">
                <a:solidFill>
                  <a:srgbClr val="00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u="none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4744" y="2730607"/>
            <a:ext cx="58504" cy="16789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3314" y="3610330"/>
            <a:ext cx="58504" cy="16789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834" y="4864208"/>
            <a:ext cx="58504" cy="167894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366475" y="1127391"/>
            <a:ext cx="1697355" cy="389255"/>
            <a:chOff x="4366475" y="1127391"/>
            <a:chExt cx="1697355" cy="389255"/>
          </a:xfrm>
        </p:grpSpPr>
        <p:sp>
          <p:nvSpPr>
            <p:cNvPr id="12" name="object 12"/>
            <p:cNvSpPr/>
            <p:nvPr/>
          </p:nvSpPr>
          <p:spPr>
            <a:xfrm>
              <a:off x="4366475" y="1503629"/>
              <a:ext cx="739775" cy="12700"/>
            </a:xfrm>
            <a:custGeom>
              <a:avLst/>
              <a:gdLst/>
              <a:ahLst/>
              <a:cxnLst/>
              <a:rect l="l" t="t" r="r" b="b"/>
              <a:pathLst>
                <a:path w="739775" h="12700">
                  <a:moveTo>
                    <a:pt x="739775" y="12699"/>
                  </a:moveTo>
                  <a:lnTo>
                    <a:pt x="0" y="12699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739775" y="0"/>
                  </a:lnTo>
                  <a:lnTo>
                    <a:pt x="739775" y="12699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61800" y="1133741"/>
              <a:ext cx="76200" cy="382905"/>
            </a:xfrm>
            <a:custGeom>
              <a:avLst/>
              <a:gdLst/>
              <a:ahLst/>
              <a:cxnLst/>
              <a:rect l="l" t="t" r="r" b="b"/>
              <a:pathLst>
                <a:path w="76200" h="382905">
                  <a:moveTo>
                    <a:pt x="31750" y="76199"/>
                  </a:moveTo>
                  <a:lnTo>
                    <a:pt x="0" y="76199"/>
                  </a:lnTo>
                  <a:lnTo>
                    <a:pt x="38100" y="0"/>
                  </a:lnTo>
                  <a:lnTo>
                    <a:pt x="66675" y="57149"/>
                  </a:lnTo>
                  <a:lnTo>
                    <a:pt x="31750" y="57149"/>
                  </a:lnTo>
                  <a:lnTo>
                    <a:pt x="31750" y="76199"/>
                  </a:lnTo>
                  <a:close/>
                </a:path>
                <a:path w="76200" h="382905">
                  <a:moveTo>
                    <a:pt x="44450" y="382587"/>
                  </a:moveTo>
                  <a:lnTo>
                    <a:pt x="31750" y="382587"/>
                  </a:lnTo>
                  <a:lnTo>
                    <a:pt x="31750" y="57149"/>
                  </a:lnTo>
                  <a:lnTo>
                    <a:pt x="44450" y="57149"/>
                  </a:lnTo>
                  <a:lnTo>
                    <a:pt x="44450" y="382587"/>
                  </a:lnTo>
                  <a:close/>
                </a:path>
                <a:path w="76200" h="382905">
                  <a:moveTo>
                    <a:pt x="76200" y="76199"/>
                  </a:moveTo>
                  <a:lnTo>
                    <a:pt x="44450" y="76199"/>
                  </a:lnTo>
                  <a:lnTo>
                    <a:pt x="44450" y="57149"/>
                  </a:lnTo>
                  <a:lnTo>
                    <a:pt x="66675" y="57149"/>
                  </a:lnTo>
                  <a:lnTo>
                    <a:pt x="76200" y="7619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93550" y="1127391"/>
              <a:ext cx="970280" cy="12700"/>
            </a:xfrm>
            <a:custGeom>
              <a:avLst/>
              <a:gdLst/>
              <a:ahLst/>
              <a:cxnLst/>
              <a:rect l="l" t="t" r="r" b="b"/>
              <a:pathLst>
                <a:path w="970279" h="12700">
                  <a:moveTo>
                    <a:pt x="969962" y="12699"/>
                  </a:moveTo>
                  <a:lnTo>
                    <a:pt x="0" y="12699"/>
                  </a:lnTo>
                  <a:lnTo>
                    <a:pt x="0" y="0"/>
                  </a:lnTo>
                  <a:lnTo>
                    <a:pt x="6350" y="0"/>
                  </a:lnTo>
                  <a:lnTo>
                    <a:pt x="969962" y="0"/>
                  </a:lnTo>
                  <a:lnTo>
                    <a:pt x="969962" y="12699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0530"/>
            <a:ext cx="255397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0" dirty="0">
                <a:latin typeface="Arial" panose="020B0604020202020204"/>
                <a:cs typeface="Arial" panose="020B0604020202020204"/>
              </a:rPr>
              <a:t> </a:t>
            </a:r>
            <a:r>
              <a:rPr lang="en-US" spc="10" dirty="0">
                <a:latin typeface="Arial" panose="020B0604020202020204"/>
                <a:cs typeface="Arial" panose="020B0604020202020204"/>
              </a:rPr>
              <a:t>ICW1</a:t>
            </a:r>
            <a:endParaRPr lang="en-US" spc="10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1447800"/>
            <a:ext cx="7953375" cy="37007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0530"/>
            <a:ext cx="2553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10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中断请求方式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554990" y="1016508"/>
            <a:ext cx="8123555" cy="3662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）电平触发方式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将</a:t>
            </a:r>
            <a:r>
              <a:rPr sz="2400" spc="14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IR7</a:t>
            </a:r>
            <a:r>
              <a:rPr sz="2400" spc="145" dirty="0">
                <a:solidFill>
                  <a:srgbClr val="000099"/>
                </a:solidFill>
                <a:latin typeface="IBM 3270"/>
                <a:cs typeface="IBM 3270"/>
              </a:rPr>
              <a:t>～</a:t>
            </a:r>
            <a:r>
              <a:rPr sz="2400" spc="14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IR0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上出现的高电平作为中断请求信号。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230"/>
              </a:spcBef>
              <a:tabLst>
                <a:tab pos="926465" algn="l"/>
              </a:tabLst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优</a:t>
            </a:r>
            <a:r>
              <a:rPr sz="2400" spc="-50" dirty="0">
                <a:solidFill>
                  <a:srgbClr val="FF0000"/>
                </a:solidFill>
                <a:latin typeface="Noto Sans Mono CJK HK"/>
                <a:cs typeface="Noto Sans Mono CJK HK"/>
              </a:rPr>
              <a:t>点</a:t>
            </a: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	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可靠，不会因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IRi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端引入干扰信号而引起误操作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ct val="100000"/>
              </a:lnSpc>
              <a:spcBef>
                <a:spcPts val="1205"/>
              </a:spcBef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注意 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中断申请信号需保持到</a:t>
            </a:r>
            <a:r>
              <a:rPr lang="zh-CN" altLang=""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一个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INTA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信号的前沿，若时</a:t>
            </a:r>
            <a:r>
              <a:rPr sz="2400" spc="70" dirty="0">
                <a:solidFill>
                  <a:srgbClr val="000099"/>
                </a:solidFill>
                <a:latin typeface="Noto Sans Mono CJK HK"/>
                <a:cs typeface="Noto Sans Mono CJK HK"/>
              </a:rPr>
              <a:t>间过短会丢失该信号；另外，在</a:t>
            </a:r>
            <a:r>
              <a:rPr sz="2400" spc="5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70" dirty="0">
                <a:solidFill>
                  <a:srgbClr val="000099"/>
                </a:solidFill>
                <a:latin typeface="Noto Sans Mono CJK HK"/>
                <a:cs typeface="Noto Sans Mono CJK HK"/>
              </a:rPr>
              <a:t>响应中断且</a:t>
            </a:r>
            <a:r>
              <a:rPr sz="2400" spc="6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spc="3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的相应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位置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后，必须撤除中断申请信号，否则会发生</a:t>
            </a:r>
            <a:r>
              <a:rPr lang="zh-CN" altLang=""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第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二次中断申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请。</a:t>
            </a:r>
            <a:endParaRPr sz="2400">
              <a:latin typeface="Noto Sans Mono CJK HK"/>
              <a:cs typeface="Noto Sans Mono CJK HK"/>
            </a:endParaRPr>
          </a:p>
          <a:p>
            <a:pPr marL="12700" algn="just">
              <a:lnSpc>
                <a:spcPct val="100000"/>
              </a:lnSpc>
              <a:spcBef>
                <a:spcPts val="1215"/>
              </a:spcBef>
            </a:pPr>
            <a:r>
              <a:rPr sz="2400" spc="5" dirty="0">
                <a:solidFill>
                  <a:srgbClr val="FF0000"/>
                </a:solidFill>
                <a:latin typeface="Noto Sans Mono CJK HK"/>
                <a:cs typeface="Noto Sans Mono CJK HK"/>
              </a:rPr>
              <a:t>实现方法  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初始化命令字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ICW1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D3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47942" y="2314206"/>
            <a:ext cx="58504" cy="16789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562" y="2836564"/>
            <a:ext cx="58504" cy="1678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542" y="4452004"/>
            <a:ext cx="58504" cy="1678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314300" y="4539831"/>
            <a:ext cx="2443480" cy="421005"/>
            <a:chOff x="6314300" y="4539831"/>
            <a:chExt cx="2443480" cy="421005"/>
          </a:xfrm>
        </p:grpSpPr>
        <p:sp>
          <p:nvSpPr>
            <p:cNvPr id="8" name="object 8"/>
            <p:cNvSpPr/>
            <p:nvPr/>
          </p:nvSpPr>
          <p:spPr>
            <a:xfrm>
              <a:off x="6314300" y="4915268"/>
              <a:ext cx="2443480" cy="45720"/>
            </a:xfrm>
            <a:custGeom>
              <a:avLst/>
              <a:gdLst/>
              <a:ahLst/>
              <a:cxnLst/>
              <a:rect l="l" t="t" r="r" b="b"/>
              <a:pathLst>
                <a:path w="2443479" h="45720">
                  <a:moveTo>
                    <a:pt x="769023" y="16916"/>
                  </a:moveTo>
                  <a:lnTo>
                    <a:pt x="0" y="16916"/>
                  </a:lnTo>
                  <a:lnTo>
                    <a:pt x="0" y="45491"/>
                  </a:lnTo>
                  <a:lnTo>
                    <a:pt x="769023" y="45491"/>
                  </a:lnTo>
                  <a:lnTo>
                    <a:pt x="769023" y="16916"/>
                  </a:lnTo>
                  <a:close/>
                </a:path>
                <a:path w="2443479" h="45720">
                  <a:moveTo>
                    <a:pt x="2443162" y="0"/>
                  </a:moveTo>
                  <a:lnTo>
                    <a:pt x="1674139" y="0"/>
                  </a:lnTo>
                  <a:lnTo>
                    <a:pt x="1674139" y="28575"/>
                  </a:lnTo>
                  <a:lnTo>
                    <a:pt x="2443162" y="28575"/>
                  </a:lnTo>
                  <a:lnTo>
                    <a:pt x="2443162" y="0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38886" y="4554118"/>
              <a:ext cx="85725" cy="392430"/>
            </a:xfrm>
            <a:custGeom>
              <a:avLst/>
              <a:gdLst/>
              <a:ahLst/>
              <a:cxnLst/>
              <a:rect l="l" t="t" r="r" b="b"/>
              <a:pathLst>
                <a:path w="85725" h="392429">
                  <a:moveTo>
                    <a:pt x="28575" y="85725"/>
                  </a:moveTo>
                  <a:lnTo>
                    <a:pt x="0" y="85725"/>
                  </a:lnTo>
                  <a:lnTo>
                    <a:pt x="42862" y="0"/>
                  </a:lnTo>
                  <a:lnTo>
                    <a:pt x="75012" y="64300"/>
                  </a:lnTo>
                  <a:lnTo>
                    <a:pt x="28575" y="64300"/>
                  </a:lnTo>
                  <a:lnTo>
                    <a:pt x="28575" y="85725"/>
                  </a:lnTo>
                  <a:close/>
                </a:path>
                <a:path w="85725" h="392429">
                  <a:moveTo>
                    <a:pt x="57150" y="392353"/>
                  </a:moveTo>
                  <a:lnTo>
                    <a:pt x="28575" y="392353"/>
                  </a:lnTo>
                  <a:lnTo>
                    <a:pt x="28575" y="64300"/>
                  </a:lnTo>
                  <a:lnTo>
                    <a:pt x="57150" y="64300"/>
                  </a:lnTo>
                  <a:lnTo>
                    <a:pt x="57150" y="392353"/>
                  </a:lnTo>
                  <a:close/>
                </a:path>
                <a:path w="85725" h="392429">
                  <a:moveTo>
                    <a:pt x="85725" y="85725"/>
                  </a:moveTo>
                  <a:lnTo>
                    <a:pt x="57150" y="85725"/>
                  </a:lnTo>
                  <a:lnTo>
                    <a:pt x="57150" y="64300"/>
                  </a:lnTo>
                  <a:lnTo>
                    <a:pt x="75012" y="64300"/>
                  </a:lnTo>
                  <a:lnTo>
                    <a:pt x="85725" y="85725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7081748" y="4539830"/>
              <a:ext cx="921385" cy="407034"/>
            </a:xfrm>
            <a:custGeom>
              <a:avLst/>
              <a:gdLst/>
              <a:ahLst/>
              <a:cxnLst/>
              <a:rect l="l" t="t" r="r" b="b"/>
              <a:pathLst>
                <a:path w="921384" h="407035">
                  <a:moveTo>
                    <a:pt x="920978" y="14287"/>
                  </a:moveTo>
                  <a:lnTo>
                    <a:pt x="914603" y="14287"/>
                  </a:lnTo>
                  <a:lnTo>
                    <a:pt x="914603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892403" y="28575"/>
                  </a:lnTo>
                  <a:lnTo>
                    <a:pt x="892403" y="406641"/>
                  </a:lnTo>
                  <a:lnTo>
                    <a:pt x="920978" y="406641"/>
                  </a:lnTo>
                  <a:lnTo>
                    <a:pt x="920978" y="14287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314300" y="5616537"/>
            <a:ext cx="2443480" cy="421005"/>
            <a:chOff x="6314300" y="5616537"/>
            <a:chExt cx="2443480" cy="421005"/>
          </a:xfrm>
        </p:grpSpPr>
        <p:sp>
          <p:nvSpPr>
            <p:cNvPr id="12" name="object 12"/>
            <p:cNvSpPr/>
            <p:nvPr/>
          </p:nvSpPr>
          <p:spPr>
            <a:xfrm>
              <a:off x="6314300" y="5630824"/>
              <a:ext cx="2443480" cy="407034"/>
            </a:xfrm>
            <a:custGeom>
              <a:avLst/>
              <a:gdLst/>
              <a:ahLst/>
              <a:cxnLst/>
              <a:rect l="l" t="t" r="r" b="b"/>
              <a:pathLst>
                <a:path w="2443479" h="407035">
                  <a:moveTo>
                    <a:pt x="781735" y="0"/>
                  </a:moveTo>
                  <a:lnTo>
                    <a:pt x="753160" y="0"/>
                  </a:lnTo>
                  <a:lnTo>
                    <a:pt x="753160" y="378053"/>
                  </a:lnTo>
                  <a:lnTo>
                    <a:pt x="0" y="378053"/>
                  </a:lnTo>
                  <a:lnTo>
                    <a:pt x="0" y="406628"/>
                  </a:lnTo>
                  <a:lnTo>
                    <a:pt x="769023" y="406628"/>
                  </a:lnTo>
                  <a:lnTo>
                    <a:pt x="769023" y="392341"/>
                  </a:lnTo>
                  <a:lnTo>
                    <a:pt x="781735" y="392341"/>
                  </a:lnTo>
                  <a:lnTo>
                    <a:pt x="781735" y="0"/>
                  </a:lnTo>
                  <a:close/>
                </a:path>
                <a:path w="2443479" h="407035">
                  <a:moveTo>
                    <a:pt x="2443162" y="361149"/>
                  </a:moveTo>
                  <a:lnTo>
                    <a:pt x="1688426" y="361149"/>
                  </a:lnTo>
                  <a:lnTo>
                    <a:pt x="1688426" y="0"/>
                  </a:lnTo>
                  <a:lnTo>
                    <a:pt x="1659851" y="0"/>
                  </a:lnTo>
                  <a:lnTo>
                    <a:pt x="1659851" y="392341"/>
                  </a:lnTo>
                  <a:lnTo>
                    <a:pt x="1688426" y="392341"/>
                  </a:lnTo>
                  <a:lnTo>
                    <a:pt x="1688426" y="389724"/>
                  </a:lnTo>
                  <a:lnTo>
                    <a:pt x="2443162" y="389724"/>
                  </a:lnTo>
                  <a:lnTo>
                    <a:pt x="2443162" y="361149"/>
                  </a:lnTo>
                  <a:close/>
                </a:path>
              </a:pathLst>
            </a:custGeom>
            <a:solidFill>
              <a:srgbClr val="00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081748" y="5616537"/>
              <a:ext cx="915035" cy="28575"/>
            </a:xfrm>
            <a:custGeom>
              <a:avLst/>
              <a:gdLst/>
              <a:ahLst/>
              <a:cxnLst/>
              <a:rect l="l" t="t" r="r" b="b"/>
              <a:pathLst>
                <a:path w="915034" h="28575">
                  <a:moveTo>
                    <a:pt x="914603" y="28575"/>
                  </a:moveTo>
                  <a:lnTo>
                    <a:pt x="0" y="28575"/>
                  </a:lnTo>
                  <a:lnTo>
                    <a:pt x="0" y="0"/>
                  </a:lnTo>
                  <a:lnTo>
                    <a:pt x="914603" y="0"/>
                  </a:lnTo>
                  <a:lnTo>
                    <a:pt x="914603" y="28575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2553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10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中断请求方式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0069" y="2705100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47369" y="907414"/>
            <a:ext cx="8072120" cy="451929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）中断查询方式</a:t>
            </a:r>
            <a:endParaRPr sz="2400">
              <a:latin typeface="Noto Sans Mono CJK HK"/>
              <a:cs typeface="Noto Sans Mono CJK HK"/>
            </a:endParaRPr>
          </a:p>
          <a:p>
            <a:pPr marL="354965" marR="5080" indent="-5080">
              <a:lnSpc>
                <a:spcPct val="125000"/>
              </a:lnSpc>
              <a:spcBef>
                <a:spcPts val="615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当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IF=0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时，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可以采用查询的方式了解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IR7~IR0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哪一个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输入端有中断请求。</a:t>
            </a:r>
            <a:endParaRPr sz="2400">
              <a:latin typeface="Noto Sans Mono CJK HK"/>
              <a:cs typeface="Noto Sans Mono CJK HK"/>
            </a:endParaRPr>
          </a:p>
          <a:p>
            <a:pPr marL="354965">
              <a:lnSpc>
                <a:spcPct val="100000"/>
              </a:lnSpc>
              <a:spcBef>
                <a:spcPts val="1320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实现办法：</a:t>
            </a:r>
            <a:endParaRPr sz="2400">
              <a:latin typeface="Noto Sans Mono CJK HK"/>
              <a:cs typeface="Noto Sans Mono CJK HK"/>
            </a:endParaRPr>
          </a:p>
          <a:p>
            <a:pPr marL="469265" marR="5080" indent="-457200" algn="just">
              <a:lnSpc>
                <a:spcPct val="125000"/>
              </a:lnSpc>
              <a:spcBef>
                <a:spcPts val="615"/>
              </a:spcBef>
            </a:pP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① </a:t>
            </a:r>
            <a:r>
              <a:rPr sz="2400" spc="6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80" dirty="0">
                <a:solidFill>
                  <a:srgbClr val="000099"/>
                </a:solidFill>
                <a:latin typeface="Noto Sans Mono CJK HK"/>
                <a:cs typeface="Noto Sans Mono CJK HK"/>
              </a:rPr>
              <a:t>先执行一条输出指令，对</a:t>
            </a:r>
            <a:r>
              <a:rPr sz="2400" spc="7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65" dirty="0">
                <a:solidFill>
                  <a:srgbClr val="000099"/>
                </a:solidFill>
                <a:latin typeface="Noto Sans Mono CJK HK"/>
                <a:cs typeface="Noto Sans Mono CJK HK"/>
              </a:rPr>
              <a:t>发出查询命令。查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询命令是通过将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OCW3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D2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-15" dirty="0">
                <a:solidFill>
                  <a:srgbClr val="000099"/>
                </a:solidFill>
                <a:latin typeface="Noto Sans Mono CJK HK"/>
                <a:cs typeface="Noto Sans Mono CJK HK"/>
              </a:rPr>
              <a:t>得到的。</a:t>
            </a:r>
            <a:endParaRPr sz="2400">
              <a:latin typeface="Noto Sans Mono CJK HK"/>
              <a:cs typeface="Noto Sans Mono CJK HK"/>
            </a:endParaRPr>
          </a:p>
          <a:p>
            <a:pPr marL="469265" marR="5080" indent="-457200" algn="just">
              <a:lnSpc>
                <a:spcPct val="125000"/>
              </a:lnSpc>
              <a:spcBef>
                <a:spcPts val="585"/>
              </a:spcBef>
            </a:pPr>
            <a:r>
              <a:rPr sz="2400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② 查询命令发出后，再执行一条输入指令得到</a:t>
            </a:r>
            <a:r>
              <a:rPr sz="2400" u="heavy" spc="9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查询字</a:t>
            </a:r>
            <a:r>
              <a:rPr sz="2400" u="none" spc="2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。用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查询字的</a:t>
            </a:r>
            <a:r>
              <a:rPr sz="2400" u="none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u="none" dirty="0">
                <a:solidFill>
                  <a:srgbClr val="0000FF"/>
                </a:solidFill>
                <a:latin typeface="Noto Sans Mono CJK HK"/>
                <a:cs typeface="Noto Sans Mono CJK HK"/>
              </a:rPr>
              <a:t>位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判断当前有无中断请求，用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W2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W1</a:t>
            </a:r>
            <a:r>
              <a:rPr sz="2400" u="none" dirty="0">
                <a:solidFill>
                  <a:srgbClr val="0000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W0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位</a:t>
            </a:r>
            <a:r>
              <a:rPr sz="2400" u="none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指出当前发出中断请求级别最高的中断信号。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65735"/>
            <a:ext cx="32677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" panose="020B0604020202020204"/>
                <a:cs typeface="Arial" panose="020B0604020202020204"/>
              </a:rPr>
              <a:t>OCW3 </a:t>
            </a:r>
            <a:endParaRPr lang="zh-CN" altLang="en-US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638300"/>
            <a:ext cx="7829550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65735"/>
            <a:ext cx="3267710" cy="4425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>
                <a:latin typeface="Arial" panose="020B0604020202020204"/>
                <a:cs typeface="Arial" panose="020B0604020202020204"/>
              </a:rPr>
              <a:t>OCW3 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中断</a:t>
            </a:r>
            <a:r>
              <a:rPr lang="zh-CN" altLang="en-US" dirty="0">
                <a:latin typeface="Arial" panose="020B0604020202020204"/>
                <a:cs typeface="Arial" panose="020B0604020202020204"/>
              </a:rPr>
              <a:t>查询</a:t>
            </a:r>
            <a:endParaRPr lang="zh-CN" altLang="en-US" dirty="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675" y="1295400"/>
            <a:ext cx="7740650" cy="33718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25094"/>
            <a:ext cx="32651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2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屏蔽中断源的方式</a:t>
            </a:r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0715" y="1148740"/>
            <a:ext cx="2651125" cy="1024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1210" indent="-778510">
              <a:lnSpc>
                <a:spcPct val="100000"/>
              </a:lnSpc>
              <a:spcBef>
                <a:spcPts val="100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普通屏蔽方式</a:t>
            </a:r>
            <a:endParaRPr sz="2400">
              <a:latin typeface="Noto Sans Mono CJK HK"/>
              <a:cs typeface="Noto Sans Mono CJK HK"/>
            </a:endParaRPr>
          </a:p>
          <a:p>
            <a:pPr marL="808355" indent="-778510">
              <a:lnSpc>
                <a:spcPct val="100000"/>
              </a:lnSpc>
              <a:spcBef>
                <a:spcPts val="2100"/>
              </a:spcBef>
              <a:buSzPct val="96000"/>
              <a:buAutoNum type="arabicPlain"/>
              <a:tabLst>
                <a:tab pos="808355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特殊屏蔽方式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99072"/>
            <a:ext cx="30670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1</a:t>
            </a:r>
            <a:r>
              <a:rPr spc="-30" dirty="0"/>
              <a:t>）</a:t>
            </a:r>
            <a:r>
              <a:rPr spc="-35" dirty="0"/>
              <a:t>普通屏蔽方式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212570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182" y="1106525"/>
            <a:ext cx="7706995" cy="280289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>
              <a:lnSpc>
                <a:spcPts val="2870"/>
              </a:lnSpc>
              <a:spcBef>
                <a:spcPts val="205"/>
              </a:spcBef>
            </a:pP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通过将操作控制字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OCW1</a:t>
            </a:r>
            <a:r>
              <a:rPr sz="2400" u="none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的相应位置</a:t>
            </a:r>
            <a:r>
              <a:rPr sz="2400" u="none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来对特定的中断源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进行屏蔽。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2400" spc="-25" dirty="0">
                <a:solidFill>
                  <a:srgbClr val="0000FF"/>
                </a:solidFill>
                <a:latin typeface="Noto Sans Mono CJK HK"/>
                <a:cs typeface="Noto Sans Mono CJK HK"/>
              </a:rPr>
              <a:t>应用</a:t>
            </a:r>
            <a:endParaRPr sz="2400">
              <a:latin typeface="Noto Sans Mono CJK HK"/>
              <a:cs typeface="Noto Sans Mono CJK HK"/>
            </a:endParaRPr>
          </a:p>
          <a:p>
            <a:pPr marL="479425" marR="5080" indent="-352425">
              <a:lnSpc>
                <a:spcPts val="2860"/>
              </a:lnSpc>
              <a:spcBef>
                <a:spcPts val="700"/>
              </a:spcBef>
              <a:buFont typeface="Wingdings" panose="05000000000000000000"/>
              <a:buChar char=""/>
              <a:tabLst>
                <a:tab pos="479425" algn="l"/>
                <a:tab pos="952500" algn="l"/>
              </a:tabLst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	</a:t>
            </a:r>
            <a:r>
              <a:rPr sz="2400" spc="55" dirty="0">
                <a:solidFill>
                  <a:srgbClr val="333399"/>
                </a:solidFill>
                <a:latin typeface="Noto Sans Mono CJK HK"/>
                <a:cs typeface="Noto Sans Mono CJK HK"/>
              </a:rPr>
              <a:t>当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55" dirty="0">
                <a:solidFill>
                  <a:srgbClr val="333399"/>
                </a:solidFill>
                <a:latin typeface="Noto Sans Mono CJK HK"/>
                <a:cs typeface="Noto Sans Mono CJK HK"/>
              </a:rPr>
              <a:t>执行主程序时，可以将不希望响应的中断</a:t>
            </a:r>
            <a:r>
              <a:rPr sz="2400" spc="-13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源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屏蔽；</a:t>
            </a:r>
            <a:endParaRPr sz="2400">
              <a:latin typeface="Noto Sans Mono CJK HK"/>
              <a:cs typeface="Noto Sans Mono CJK HK"/>
            </a:endParaRPr>
          </a:p>
          <a:p>
            <a:pPr marL="469900" marR="5080" indent="-342900">
              <a:lnSpc>
                <a:spcPts val="2870"/>
              </a:lnSpc>
              <a:spcBef>
                <a:spcPts val="610"/>
              </a:spcBef>
              <a:buFont typeface="Wingdings" panose="05000000000000000000"/>
              <a:buChar char=""/>
              <a:tabLst>
                <a:tab pos="469900" algn="l"/>
                <a:tab pos="942975" algn="l"/>
              </a:tabLst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	</a:t>
            </a: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当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执行某一个中断服务程序时，可以将不希</a:t>
            </a:r>
            <a:r>
              <a:rPr sz="2400" spc="-1345" dirty="0">
                <a:solidFill>
                  <a:srgbClr val="333399"/>
                </a:solidFill>
                <a:latin typeface="Noto Sans Mono CJK HK"/>
                <a:cs typeface="Noto Sans Mono CJK HK"/>
              </a:rPr>
              <a:t>望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响应的比此中断优先级高的中断源屏蔽。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2017115"/>
            <a:ext cx="208915" cy="209550"/>
          </a:xfrm>
          <a:prstGeom prst="rect">
            <a:avLst/>
          </a:prstGeom>
        </p:spPr>
      </p:pic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450414" y="4997830"/>
          <a:ext cx="61849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315" y="5112724"/>
            <a:ext cx="155722" cy="24050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0315" y="5112724"/>
            <a:ext cx="155722" cy="24050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94315" y="5112540"/>
            <a:ext cx="108862" cy="2328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56315" y="5112540"/>
            <a:ext cx="108862" cy="23286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6315" y="5112724"/>
            <a:ext cx="155722" cy="24050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68315" y="5112724"/>
            <a:ext cx="159931" cy="24050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0315" y="5112724"/>
            <a:ext cx="155722" cy="24050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92315" y="5112724"/>
            <a:ext cx="155722" cy="240509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2580513" y="4623752"/>
            <a:ext cx="421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IR7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6" name="object 16"/>
          <p:cNvSpPr txBox="1"/>
          <p:nvPr/>
        </p:nvSpPr>
        <p:spPr>
          <a:xfrm>
            <a:off x="7981112" y="4618812"/>
            <a:ext cx="421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99072"/>
            <a:ext cx="30670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2</a:t>
            </a:r>
            <a:r>
              <a:rPr spc="-30" dirty="0"/>
              <a:t>）</a:t>
            </a:r>
            <a:r>
              <a:rPr spc="-35" dirty="0"/>
              <a:t>特殊屏蔽方式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2990" y="1167561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8110" y="1061516"/>
            <a:ext cx="7586345" cy="2311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 marR="5080" algn="just">
              <a:lnSpc>
                <a:spcPct val="100000"/>
              </a:lnSpc>
              <a:spcBef>
                <a:spcPts val="105"/>
              </a:spcBef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正在处理某一级中断时，通过设置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IMR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和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实现只</a:t>
            </a:r>
            <a:r>
              <a:rPr sz="2400" spc="70" dirty="0">
                <a:solidFill>
                  <a:srgbClr val="333399"/>
                </a:solidFill>
                <a:latin typeface="Noto Sans Mono CJK HK"/>
                <a:cs typeface="Noto Sans Mono CJK HK"/>
              </a:rPr>
              <a:t>对本级中断进行屏蔽，允许级别比它高或比它低的中断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源申请中断。</a:t>
            </a:r>
            <a:endParaRPr sz="2400">
              <a:latin typeface="Noto Sans Mono CJK HK"/>
              <a:cs typeface="Noto Sans Mono CJK HK"/>
            </a:endParaRPr>
          </a:p>
          <a:p>
            <a:pPr marL="17145">
              <a:lnSpc>
                <a:spcPct val="100000"/>
              </a:lnSpc>
              <a:spcBef>
                <a:spcPts val="1800"/>
              </a:spcBef>
            </a:pPr>
            <a:r>
              <a:rPr sz="2400" spc="-25" dirty="0">
                <a:solidFill>
                  <a:srgbClr val="0000CC"/>
                </a:solidFill>
                <a:latin typeface="Noto Sans Mono CJK HK"/>
                <a:cs typeface="Noto Sans Mono CJK HK"/>
              </a:rPr>
              <a:t>应用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815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在中断处理过程中动态改变系统的中断优先级结构。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2990" y="2493441"/>
            <a:ext cx="208914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2555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2</a:t>
            </a:r>
            <a:r>
              <a:rPr spc="-30" dirty="0"/>
              <a:t>）特殊屏蔽方式（续</a:t>
            </a:r>
            <a:r>
              <a:rPr spc="-50" dirty="0"/>
              <a:t>）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7820" y="1189355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25120" y="1081404"/>
            <a:ext cx="8307070" cy="2230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实现方法：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  <a:tabLst>
                <a:tab pos="469265" algn="l"/>
              </a:tabLst>
            </a:pP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①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lang="zh-CN" altLang=""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一步：将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OCW3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D6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D5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，进入特殊屏蔽方式；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469265" algn="l"/>
              </a:tabLst>
            </a:pP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②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lang="zh-CN" altLang=""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二步：设置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OCW1</a:t>
            </a:r>
            <a:r>
              <a:rPr sz="2400" u="none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使该级的中断申请被屏蔽。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469265" algn="l"/>
              </a:tabLst>
            </a:pP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③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	将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OCW3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D6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D5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位设置为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即可退出特殊屏蔽方式。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28720"/>
            <a:ext cx="7364095" cy="99885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3667"/>
            <a:ext cx="50038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3</a:t>
            </a:r>
            <a:r>
              <a:rPr spc="45" dirty="0">
                <a:latin typeface="Arial" panose="020B0604020202020204"/>
                <a:cs typeface="Arial" panose="020B0604020202020204"/>
              </a:rPr>
              <a:t>. 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的中断优先权管理方式</a:t>
            </a:r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8490" y="906106"/>
            <a:ext cx="3547745" cy="20980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791210" indent="-778510">
              <a:lnSpc>
                <a:spcPct val="100000"/>
              </a:lnSpc>
              <a:spcBef>
                <a:spcPts val="1300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普通全嵌套方式</a:t>
            </a:r>
            <a:endParaRPr sz="2400">
              <a:latin typeface="Noto Sans Mono CJK HK"/>
              <a:cs typeface="Noto Sans Mono CJK HK"/>
            </a:endParaRPr>
          </a:p>
          <a:p>
            <a:pPr marL="791210" indent="-77851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特殊全嵌套方式</a:t>
            </a:r>
            <a:endParaRPr sz="2400">
              <a:latin typeface="Noto Sans Mono CJK HK"/>
              <a:cs typeface="Noto Sans Mono CJK HK"/>
            </a:endParaRPr>
          </a:p>
          <a:p>
            <a:pPr marL="791210" indent="-77851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优先权自动循环方式</a:t>
            </a:r>
            <a:endParaRPr sz="2400">
              <a:latin typeface="Noto Sans Mono CJK HK"/>
              <a:cs typeface="Noto Sans Mono CJK HK"/>
            </a:endParaRPr>
          </a:p>
          <a:p>
            <a:pPr marL="791210" indent="-778510">
              <a:lnSpc>
                <a:spcPct val="100000"/>
              </a:lnSpc>
              <a:spcBef>
                <a:spcPts val="1200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优先权特殊循环方式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3705"/>
            <a:ext cx="34226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1</a:t>
            </a:r>
            <a:r>
              <a:rPr spc="-30" dirty="0"/>
              <a:t>）</a:t>
            </a:r>
            <a:r>
              <a:rPr spc="-35" dirty="0"/>
              <a:t>普通全嵌套方式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1154112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7889" y="956627"/>
            <a:ext cx="7524115" cy="459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个中断请求的优先权顺序固定不变，从高到低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依次为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IR0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IR1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IR2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……IR7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ct val="125000"/>
              </a:lnSpc>
              <a:spcBef>
                <a:spcPts val="1200"/>
              </a:spcBef>
            </a:pP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有中断请求发生时，</a:t>
            </a:r>
            <a:r>
              <a:rPr sz="2400" spc="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对当前中断请求中优先权最</a:t>
            </a:r>
            <a:r>
              <a:rPr sz="2400" spc="160" dirty="0">
                <a:solidFill>
                  <a:srgbClr val="333399"/>
                </a:solidFill>
                <a:latin typeface="Noto Sans Mono CJK HK"/>
                <a:cs typeface="Noto Sans Mono CJK HK"/>
              </a:rPr>
              <a:t>高的请求予以响应，将其中断类型号送上数据总线，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的对应位置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ct val="125000"/>
              </a:lnSpc>
              <a:spcBef>
                <a:spcPts val="120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如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中的某位为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，则禁止与该位优先级相同或优先级</a:t>
            </a:r>
            <a:r>
              <a:rPr sz="2400" spc="55" dirty="0">
                <a:solidFill>
                  <a:srgbClr val="333399"/>
                </a:solidFill>
                <a:latin typeface="Noto Sans Mono CJK HK"/>
                <a:cs typeface="Noto Sans Mono CJK HK"/>
              </a:rPr>
              <a:t>比该位优先级低的中断，对更高优先权的中断请求则允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许进行中断嵌套。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该方式是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被初始化后自动进入的基本工作方式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2220912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3744912"/>
            <a:ext cx="208915" cy="209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5268912"/>
            <a:ext cx="208915" cy="209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85737"/>
            <a:ext cx="34226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2</a:t>
            </a:r>
            <a:r>
              <a:rPr spc="-30" dirty="0"/>
              <a:t>）</a:t>
            </a:r>
            <a:r>
              <a:rPr spc="-35" dirty="0"/>
              <a:t>特殊全嵌套方式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154112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182" y="956627"/>
            <a:ext cx="7374890" cy="3530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特殊全嵌套方式中，中断源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IR0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优先级最高，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IR7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最低。</a:t>
            </a:r>
            <a:r>
              <a:rPr sz="2400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但在</a:t>
            </a:r>
            <a:r>
              <a:rPr sz="2400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处理某一中断请求时，不但响应比该级中断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优先级别高的中断申请，而且响应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同级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的中断申请。</a:t>
            </a:r>
            <a:endParaRPr sz="2400">
              <a:latin typeface="Noto Sans Mono CJK HK"/>
              <a:cs typeface="Noto Sans Mono CJK HK"/>
            </a:endParaRPr>
          </a:p>
          <a:p>
            <a:pPr marL="12700" algn="just">
              <a:lnSpc>
                <a:spcPct val="100000"/>
              </a:lnSpc>
              <a:spcBef>
                <a:spcPts val="1920"/>
              </a:spcBef>
            </a:pPr>
            <a:r>
              <a:rPr sz="2400" spc="245" dirty="0">
                <a:solidFill>
                  <a:srgbClr val="333399"/>
                </a:solidFill>
                <a:latin typeface="Noto Sans Mono CJK HK"/>
                <a:cs typeface="Noto Sans Mono CJK HK"/>
              </a:rPr>
              <a:t>应用： 特殊全嵌套方式一般用于级连方式中的主</a:t>
            </a:r>
            <a:endParaRPr sz="2400">
              <a:latin typeface="Noto Sans Mono CJK HK"/>
              <a:cs typeface="Noto Sans Mono CJK HK"/>
            </a:endParaRPr>
          </a:p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6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2700" marR="49530">
              <a:lnSpc>
                <a:spcPct val="125000"/>
              </a:lnSpc>
              <a:spcBef>
                <a:spcPts val="1200"/>
              </a:spcBef>
            </a:pP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操作控制字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ICW4</a:t>
            </a:r>
            <a:r>
              <a:rPr sz="2400" u="none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中的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D4</a:t>
            </a:r>
            <a:r>
              <a:rPr sz="2400" u="none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4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，为特殊全嵌套方式，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置</a:t>
            </a:r>
            <a:r>
              <a:rPr sz="2400" u="none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为普通全嵌套方式。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2678112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744912"/>
            <a:ext cx="208915" cy="20955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35" y="4876800"/>
            <a:ext cx="7212330" cy="79565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78714"/>
            <a:ext cx="41338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3</a:t>
            </a:r>
            <a:r>
              <a:rPr spc="-30" dirty="0"/>
              <a:t>）</a:t>
            </a:r>
            <a:r>
              <a:rPr spc="-35" dirty="0"/>
              <a:t>优先权自动循环方式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1243964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7889" y="1042670"/>
            <a:ext cx="7510780" cy="2313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2400" spc="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在优先级自动循环方式下，初始优先级从高到低的顺序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依次为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IR0</a:t>
            </a:r>
            <a:r>
              <a:rPr sz="2400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IR1</a:t>
            </a:r>
            <a:r>
              <a:rPr sz="2400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IR2</a:t>
            </a:r>
            <a:r>
              <a:rPr sz="2400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IR3</a:t>
            </a:r>
            <a:r>
              <a:rPr sz="2400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IR4</a:t>
            </a:r>
            <a:r>
              <a:rPr sz="2400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IR5</a:t>
            </a:r>
            <a:r>
              <a:rPr sz="2400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IR6</a:t>
            </a:r>
            <a:r>
              <a:rPr sz="2400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IR7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，当某一个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ts val="3600"/>
              </a:lnSpc>
              <a:spcBef>
                <a:spcPts val="85"/>
              </a:spcBef>
            </a:pPr>
            <a:r>
              <a:rPr sz="2400" spc="5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中断源受到服务后，它的优先级降为最低，而之前优先级比它低一级的中断源获得最高优先级，其他中断源的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优先级按次序排列。</a:t>
            </a:r>
            <a:endParaRPr sz="2400">
              <a:latin typeface="Noto Sans Mono CJK HK"/>
              <a:cs typeface="Noto Sans Mono CJK HK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33234" y="3923386"/>
          <a:ext cx="7976870" cy="985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1965"/>
                <a:gridCol w="410845"/>
                <a:gridCol w="542290"/>
                <a:gridCol w="423545"/>
                <a:gridCol w="578485"/>
                <a:gridCol w="537210"/>
                <a:gridCol w="987425"/>
                <a:gridCol w="885189"/>
                <a:gridCol w="410210"/>
                <a:gridCol w="541654"/>
                <a:gridCol w="411479"/>
                <a:gridCol w="554990"/>
                <a:gridCol w="536575"/>
                <a:gridCol w="594995"/>
              </a:tblGrid>
              <a:tr h="310515">
                <a:tc>
                  <a:txBody>
                    <a:bodyPr/>
                    <a:lstStyle/>
                    <a:p>
                      <a:pPr marR="54610" algn="ct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IR7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IR1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IR2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IR5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IR6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IR7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1985"/>
                        </a:lnSpc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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990"/>
                        </a:lnSpc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IR0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64490">
                <a:tc>
                  <a:txBody>
                    <a:bodyPr/>
                    <a:lstStyle/>
                    <a:p>
                      <a:pPr marR="53975" algn="ct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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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R="161925" algn="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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255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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2384" marB="0"/>
                </a:tc>
              </a:tr>
              <a:tr h="310515">
                <a:tc>
                  <a:txBody>
                    <a:bodyPr/>
                    <a:lstStyle/>
                    <a:p>
                      <a:pPr marR="54610" algn="ct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IR6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IR5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IR4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196215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IR3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IR4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IR3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3175" algn="ct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IR2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ts val="2085"/>
                        </a:lnSpc>
                        <a:spcBef>
                          <a:spcPts val="260"/>
                        </a:spcBef>
                      </a:pPr>
                      <a:r>
                        <a:rPr sz="1800" spc="-50" dirty="0">
                          <a:solidFill>
                            <a:srgbClr val="000099"/>
                          </a:solidFill>
                          <a:latin typeface="Wingdings" panose="05000000000000000000"/>
                          <a:cs typeface="Wingdings" panose="05000000000000000000"/>
                        </a:rPr>
                        <a:t></a:t>
                      </a:r>
                      <a:endParaRPr sz="1800">
                        <a:latin typeface="Wingdings" panose="05000000000000000000"/>
                        <a:cs typeface="Wingdings" panose="0500000000000000000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0"/>
                        </a:lnSpc>
                        <a:spcBef>
                          <a:spcPts val="265"/>
                        </a:spcBef>
                      </a:pPr>
                      <a:r>
                        <a:rPr sz="1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IR1</a:t>
                      </a:r>
                      <a:endParaRPr sz="1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3655" marB="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020" y="3691877"/>
            <a:ext cx="250342" cy="2054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2179" y="3704844"/>
            <a:ext cx="249936" cy="20116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77048" y="5006619"/>
            <a:ext cx="2159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初始优先级顺序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5133175" y="5015890"/>
            <a:ext cx="3242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当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IR5</a:t>
            </a:r>
            <a:r>
              <a:rPr sz="24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得到中断服务以后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206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3</a:t>
            </a:r>
            <a:r>
              <a:rPr spc="-30" dirty="0"/>
              <a:t>）优先权自动循环方式（续</a:t>
            </a:r>
            <a:r>
              <a:rPr spc="-50" dirty="0"/>
              <a:t>）</a:t>
            </a:r>
            <a:endParaRPr spc="-5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1365" y="1266825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91564" y="1071244"/>
            <a:ext cx="7272020" cy="20808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85"/>
              </a:spcBef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应用</a:t>
            </a:r>
            <a:r>
              <a:rPr sz="2400" dirty="0"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当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IR0 ~ IR7</a:t>
            </a:r>
            <a:r>
              <a:rPr sz="2400" spc="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引入的中断源有相同的优先级时，</a:t>
            </a:r>
            <a:r>
              <a:rPr sz="2400" spc="70" dirty="0">
                <a:solidFill>
                  <a:srgbClr val="333399"/>
                </a:solidFill>
                <a:latin typeface="Noto Sans Mono CJK HK"/>
                <a:cs typeface="Noto Sans Mono CJK HK"/>
              </a:rPr>
              <a:t>使用自动循环方式，能够使得每个中断源有同等的机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会得到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的服务。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2520"/>
              </a:spcBef>
            </a:pPr>
            <a:r>
              <a:rPr sz="2400" dirty="0">
                <a:solidFill>
                  <a:srgbClr val="FF0000"/>
                </a:solidFill>
                <a:latin typeface="Noto Sans Mono CJK HK"/>
                <a:cs typeface="Noto Sans Mono CJK HK"/>
              </a:rPr>
              <a:t>实现方法</a:t>
            </a:r>
            <a:r>
              <a:rPr sz="2400" dirty="0"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通过将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OCW2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D7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D6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位置为</a:t>
            </a:r>
            <a:r>
              <a:rPr sz="2400" u="none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u="none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61365" y="2867025"/>
            <a:ext cx="208915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3810000"/>
            <a:ext cx="7334885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027" y="185737"/>
            <a:ext cx="41338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4</a:t>
            </a:r>
            <a:r>
              <a:rPr spc="-30" dirty="0"/>
              <a:t>）</a:t>
            </a:r>
            <a:r>
              <a:rPr spc="-35" dirty="0"/>
              <a:t>优先权特殊循环方式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7999" y="1227137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88199" y="1027747"/>
            <a:ext cx="7330440" cy="292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5000"/>
              </a:lnSpc>
              <a:spcBef>
                <a:spcPts val="100"/>
              </a:spcBef>
            </a:pPr>
            <a:r>
              <a:rPr sz="2400" spc="105" dirty="0">
                <a:solidFill>
                  <a:srgbClr val="FF0000"/>
                </a:solidFill>
                <a:latin typeface="Noto Sans Mono CJK HK"/>
                <a:cs typeface="Noto Sans Mono CJK HK"/>
              </a:rPr>
              <a:t>特点</a:t>
            </a:r>
            <a:r>
              <a:rPr sz="2400" spc="105" dirty="0">
                <a:latin typeface="Noto Sans Mono CJK HK"/>
                <a:cs typeface="Noto Sans Mono CJK HK"/>
              </a:rPr>
              <a:t>：</a:t>
            </a:r>
            <a:r>
              <a:rPr sz="2400" spc="95" dirty="0">
                <a:solidFill>
                  <a:srgbClr val="333399"/>
                </a:solidFill>
                <a:latin typeface="Noto Sans Mono CJK HK"/>
                <a:cs typeface="Noto Sans Mono CJK HK"/>
              </a:rPr>
              <a:t>该循环方式和优先级自动循环方式基本相同，不同点仅在于可以根据用户要求将最低优先级赋于某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一中断源。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ct val="125000"/>
              </a:lnSpc>
              <a:spcBef>
                <a:spcPts val="1220"/>
              </a:spcBef>
            </a:pPr>
            <a:r>
              <a:rPr sz="2400" spc="80" dirty="0">
                <a:solidFill>
                  <a:srgbClr val="FF0000"/>
                </a:solidFill>
                <a:latin typeface="Noto Sans Mono CJK HK"/>
                <a:cs typeface="Noto Sans Mono CJK HK"/>
              </a:rPr>
              <a:t>实现方法</a:t>
            </a:r>
            <a:r>
              <a:rPr sz="2400" spc="80" dirty="0">
                <a:latin typeface="Noto Sans Mono CJK HK"/>
                <a:cs typeface="Noto Sans Mono CJK HK"/>
              </a:rPr>
              <a:t>：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通过将</a:t>
            </a:r>
            <a:r>
              <a:rPr sz="2400" u="heavy" spc="6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OCW2</a:t>
            </a:r>
            <a:r>
              <a:rPr sz="2400" u="none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6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D7</a:t>
            </a:r>
            <a:r>
              <a:rPr sz="2400" u="none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D6</a:t>
            </a:r>
            <a:r>
              <a:rPr sz="2400" u="none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55" dirty="0">
                <a:solidFill>
                  <a:srgbClr val="333399"/>
                </a:solidFill>
                <a:latin typeface="Noto Sans Mono CJK HK"/>
                <a:cs typeface="Noto Sans Mono CJK HK"/>
              </a:rPr>
              <a:t>进入优先级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特殊循环方式，同时用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OCW2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中的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D2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D1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D0</a:t>
            </a:r>
            <a:r>
              <a:rPr sz="2400" u="none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位指出</a:t>
            </a:r>
            <a:r>
              <a:rPr sz="2400" u="none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哪个中断源的优先级最低。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57999" y="2751137"/>
            <a:ext cx="208914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4615180"/>
            <a:ext cx="7334885" cy="8051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68236"/>
            <a:ext cx="316611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latin typeface="Arial" panose="020B0604020202020204"/>
                <a:cs typeface="Arial" panose="020B0604020202020204"/>
              </a:rPr>
              <a:t>4.</a:t>
            </a:r>
            <a:r>
              <a:rPr spc="-35" dirty="0"/>
              <a:t>中断结束处理方式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055" y="1828800"/>
            <a:ext cx="208914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055" y="2895600"/>
            <a:ext cx="208914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055" y="3962400"/>
            <a:ext cx="208914" cy="2095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78790" y="1061516"/>
            <a:ext cx="7929880" cy="36436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什么是</a:t>
            </a:r>
            <a:r>
              <a:rPr sz="2400" spc="-2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0000CC"/>
                </a:solidFill>
                <a:latin typeface="Noto Sans Mono CJK HK"/>
                <a:cs typeface="Noto Sans Mono CJK HK"/>
              </a:rPr>
              <a:t>的中断结束处理？</a:t>
            </a:r>
            <a:endParaRPr sz="2400">
              <a:latin typeface="Noto Sans Mono CJK HK"/>
              <a:cs typeface="Noto Sans Mono CJK HK"/>
            </a:endParaRPr>
          </a:p>
          <a:p>
            <a:pPr marL="431165" marR="5080">
              <a:lnSpc>
                <a:spcPct val="125000"/>
              </a:lnSpc>
              <a:spcBef>
                <a:spcPts val="162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将中断服务寄存器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的相应位清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的操作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即为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50" dirty="0">
                <a:solidFill>
                  <a:srgbClr val="0000CC"/>
                </a:solidFill>
                <a:latin typeface="Noto Sans Mono CJK HK"/>
                <a:cs typeface="Noto Sans Mono CJK HK"/>
              </a:rPr>
              <a:t>的</a:t>
            </a:r>
            <a:r>
              <a:rPr sz="2400" dirty="0">
                <a:solidFill>
                  <a:srgbClr val="0000CC"/>
                </a:solidFill>
                <a:latin typeface="Noto Sans Mono CJK HK"/>
                <a:cs typeface="Noto Sans Mono CJK HK"/>
              </a:rPr>
              <a:t>中断结束处理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431165" marR="5080">
              <a:lnSpc>
                <a:spcPct val="125000"/>
              </a:lnSpc>
              <a:spcBef>
                <a:spcPts val="1230"/>
              </a:spcBef>
            </a:pP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2" action="ppaction://hlinksldjump"/>
              </a:rPr>
              <a:t>ISR</a:t>
            </a:r>
            <a:r>
              <a:rPr sz="2400" u="none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的状态表示从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u="none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的角度认为当前</a:t>
            </a:r>
            <a:r>
              <a:rPr sz="2400" u="none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u="none" spc="30" dirty="0">
                <a:solidFill>
                  <a:srgbClr val="000099"/>
                </a:solidFill>
                <a:latin typeface="Noto Sans Mono CJK HK"/>
                <a:cs typeface="Noto Sans Mono CJK HK"/>
              </a:rPr>
              <a:t>正在为哪个</a:t>
            </a:r>
            <a:r>
              <a:rPr sz="2400" u="none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中断源服务和还未完成哪些中断源的服务；</a:t>
            </a:r>
            <a:endParaRPr sz="2400">
              <a:latin typeface="Noto Sans Mono CJK HK"/>
              <a:cs typeface="Noto Sans Mono CJK HK"/>
            </a:endParaRPr>
          </a:p>
          <a:p>
            <a:pPr marL="431165" marR="5080">
              <a:lnSpc>
                <a:spcPct val="125000"/>
              </a:lnSpc>
              <a:spcBef>
                <a:spcPts val="1185"/>
              </a:spcBef>
            </a:pPr>
            <a:r>
              <a:rPr sz="2400" spc="5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中断结束处理并不是结束中断服务程序，只是使该中断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服务寄存器的相应位清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720441" y="5492877"/>
          <a:ext cx="618490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b="1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589074" y="5486527"/>
            <a:ext cx="835660" cy="474980"/>
          </a:xfrm>
          <a:custGeom>
            <a:avLst/>
            <a:gdLst/>
            <a:ahLst/>
            <a:cxnLst/>
            <a:rect l="l" t="t" r="r" b="b"/>
            <a:pathLst>
              <a:path w="835660" h="474979">
                <a:moveTo>
                  <a:pt x="765022" y="1270"/>
                </a:moveTo>
                <a:lnTo>
                  <a:pt x="70256" y="1270"/>
                </a:lnTo>
                <a:lnTo>
                  <a:pt x="74587" y="0"/>
                </a:lnTo>
                <a:lnTo>
                  <a:pt x="760704" y="0"/>
                </a:lnTo>
                <a:lnTo>
                  <a:pt x="765022" y="1270"/>
                </a:lnTo>
                <a:close/>
              </a:path>
              <a:path w="835660" h="474979">
                <a:moveTo>
                  <a:pt x="66471" y="445770"/>
                </a:moveTo>
                <a:lnTo>
                  <a:pt x="22479" y="445770"/>
                </a:lnTo>
                <a:lnTo>
                  <a:pt x="19735" y="443229"/>
                </a:lnTo>
                <a:lnTo>
                  <a:pt x="17513" y="439420"/>
                </a:lnTo>
                <a:lnTo>
                  <a:pt x="15049" y="436879"/>
                </a:lnTo>
                <a:lnTo>
                  <a:pt x="12446" y="431800"/>
                </a:lnTo>
                <a:lnTo>
                  <a:pt x="10642" y="429260"/>
                </a:lnTo>
                <a:lnTo>
                  <a:pt x="8420" y="425450"/>
                </a:lnTo>
                <a:lnTo>
                  <a:pt x="6680" y="420370"/>
                </a:lnTo>
                <a:lnTo>
                  <a:pt x="5334" y="417829"/>
                </a:lnTo>
                <a:lnTo>
                  <a:pt x="3937" y="414020"/>
                </a:lnTo>
                <a:lnTo>
                  <a:pt x="3746" y="412750"/>
                </a:lnTo>
                <a:lnTo>
                  <a:pt x="2578" y="408939"/>
                </a:lnTo>
                <a:lnTo>
                  <a:pt x="1739" y="405129"/>
                </a:lnTo>
                <a:lnTo>
                  <a:pt x="1612" y="403860"/>
                </a:lnTo>
                <a:lnTo>
                  <a:pt x="952" y="401320"/>
                </a:lnTo>
                <a:lnTo>
                  <a:pt x="381" y="396239"/>
                </a:lnTo>
                <a:lnTo>
                  <a:pt x="25" y="392429"/>
                </a:lnTo>
                <a:lnTo>
                  <a:pt x="0" y="82550"/>
                </a:lnTo>
                <a:lnTo>
                  <a:pt x="381" y="77470"/>
                </a:lnTo>
                <a:lnTo>
                  <a:pt x="952" y="73660"/>
                </a:lnTo>
                <a:lnTo>
                  <a:pt x="1612" y="69850"/>
                </a:lnTo>
                <a:lnTo>
                  <a:pt x="1739" y="68579"/>
                </a:lnTo>
                <a:lnTo>
                  <a:pt x="2578" y="66039"/>
                </a:lnTo>
                <a:lnTo>
                  <a:pt x="3746" y="60960"/>
                </a:lnTo>
                <a:lnTo>
                  <a:pt x="5118" y="57150"/>
                </a:lnTo>
                <a:lnTo>
                  <a:pt x="6680" y="53339"/>
                </a:lnTo>
                <a:lnTo>
                  <a:pt x="8420" y="49529"/>
                </a:lnTo>
                <a:lnTo>
                  <a:pt x="8686" y="48260"/>
                </a:lnTo>
                <a:lnTo>
                  <a:pt x="10350" y="45720"/>
                </a:lnTo>
                <a:lnTo>
                  <a:pt x="12446" y="41910"/>
                </a:lnTo>
                <a:lnTo>
                  <a:pt x="12763" y="41910"/>
                </a:lnTo>
                <a:lnTo>
                  <a:pt x="15049" y="38100"/>
                </a:lnTo>
                <a:lnTo>
                  <a:pt x="17145" y="34289"/>
                </a:lnTo>
                <a:lnTo>
                  <a:pt x="19735" y="31750"/>
                </a:lnTo>
                <a:lnTo>
                  <a:pt x="22885" y="27939"/>
                </a:lnTo>
                <a:lnTo>
                  <a:pt x="25806" y="25400"/>
                </a:lnTo>
                <a:lnTo>
                  <a:pt x="28854" y="21589"/>
                </a:lnTo>
                <a:lnTo>
                  <a:pt x="31572" y="19050"/>
                </a:lnTo>
                <a:lnTo>
                  <a:pt x="34874" y="16510"/>
                </a:lnTo>
                <a:lnTo>
                  <a:pt x="38303" y="13970"/>
                </a:lnTo>
                <a:lnTo>
                  <a:pt x="41859" y="12700"/>
                </a:lnTo>
                <a:lnTo>
                  <a:pt x="42379" y="11429"/>
                </a:lnTo>
                <a:lnTo>
                  <a:pt x="45516" y="10160"/>
                </a:lnTo>
                <a:lnTo>
                  <a:pt x="49847" y="7620"/>
                </a:lnTo>
                <a:lnTo>
                  <a:pt x="53746" y="6350"/>
                </a:lnTo>
                <a:lnTo>
                  <a:pt x="57150" y="5079"/>
                </a:lnTo>
                <a:lnTo>
                  <a:pt x="61226" y="3810"/>
                </a:lnTo>
                <a:lnTo>
                  <a:pt x="61836" y="3810"/>
                </a:lnTo>
                <a:lnTo>
                  <a:pt x="65392" y="2539"/>
                </a:lnTo>
                <a:lnTo>
                  <a:pt x="69634" y="1270"/>
                </a:lnTo>
                <a:lnTo>
                  <a:pt x="765644" y="1270"/>
                </a:lnTo>
                <a:lnTo>
                  <a:pt x="769886" y="2539"/>
                </a:lnTo>
                <a:lnTo>
                  <a:pt x="773455" y="3810"/>
                </a:lnTo>
                <a:lnTo>
                  <a:pt x="777532" y="5079"/>
                </a:lnTo>
                <a:lnTo>
                  <a:pt x="778129" y="5079"/>
                </a:lnTo>
                <a:lnTo>
                  <a:pt x="782104" y="6350"/>
                </a:lnTo>
                <a:lnTo>
                  <a:pt x="785431" y="7620"/>
                </a:lnTo>
                <a:lnTo>
                  <a:pt x="789762" y="10160"/>
                </a:lnTo>
                <a:lnTo>
                  <a:pt x="792899" y="11429"/>
                </a:lnTo>
                <a:lnTo>
                  <a:pt x="796467" y="13970"/>
                </a:lnTo>
                <a:lnTo>
                  <a:pt x="796975" y="13970"/>
                </a:lnTo>
                <a:lnTo>
                  <a:pt x="800404" y="16510"/>
                </a:lnTo>
                <a:lnTo>
                  <a:pt x="803706" y="19050"/>
                </a:lnTo>
                <a:lnTo>
                  <a:pt x="806424" y="21589"/>
                </a:lnTo>
                <a:lnTo>
                  <a:pt x="809472" y="25400"/>
                </a:lnTo>
                <a:lnTo>
                  <a:pt x="75349" y="25400"/>
                </a:lnTo>
                <a:lnTo>
                  <a:pt x="71716" y="26670"/>
                </a:lnTo>
                <a:lnTo>
                  <a:pt x="72326" y="26670"/>
                </a:lnTo>
                <a:lnTo>
                  <a:pt x="68770" y="27939"/>
                </a:lnTo>
                <a:lnTo>
                  <a:pt x="66471" y="27939"/>
                </a:lnTo>
                <a:lnTo>
                  <a:pt x="63068" y="29210"/>
                </a:lnTo>
                <a:lnTo>
                  <a:pt x="63639" y="29210"/>
                </a:lnTo>
                <a:lnTo>
                  <a:pt x="60312" y="30479"/>
                </a:lnTo>
                <a:lnTo>
                  <a:pt x="60871" y="30479"/>
                </a:lnTo>
                <a:lnTo>
                  <a:pt x="59258" y="31750"/>
                </a:lnTo>
                <a:lnTo>
                  <a:pt x="58178" y="31750"/>
                </a:lnTo>
                <a:lnTo>
                  <a:pt x="56610" y="33020"/>
                </a:lnTo>
                <a:lnTo>
                  <a:pt x="55562" y="33020"/>
                </a:lnTo>
                <a:lnTo>
                  <a:pt x="52514" y="35560"/>
                </a:lnTo>
                <a:lnTo>
                  <a:pt x="53022" y="35560"/>
                </a:lnTo>
                <a:lnTo>
                  <a:pt x="50088" y="36829"/>
                </a:lnTo>
                <a:lnTo>
                  <a:pt x="50571" y="36829"/>
                </a:lnTo>
                <a:lnTo>
                  <a:pt x="47739" y="39370"/>
                </a:lnTo>
                <a:lnTo>
                  <a:pt x="48209" y="39370"/>
                </a:lnTo>
                <a:lnTo>
                  <a:pt x="45491" y="40639"/>
                </a:lnTo>
                <a:lnTo>
                  <a:pt x="45935" y="40639"/>
                </a:lnTo>
                <a:lnTo>
                  <a:pt x="43332" y="43179"/>
                </a:lnTo>
                <a:lnTo>
                  <a:pt x="43751" y="43179"/>
                </a:lnTo>
                <a:lnTo>
                  <a:pt x="42513" y="44450"/>
                </a:lnTo>
                <a:lnTo>
                  <a:pt x="41681" y="44450"/>
                </a:lnTo>
                <a:lnTo>
                  <a:pt x="40106" y="46989"/>
                </a:lnTo>
                <a:lnTo>
                  <a:pt x="39712" y="46989"/>
                </a:lnTo>
                <a:lnTo>
                  <a:pt x="37477" y="49529"/>
                </a:lnTo>
                <a:lnTo>
                  <a:pt x="37846" y="49529"/>
                </a:lnTo>
                <a:lnTo>
                  <a:pt x="35750" y="52070"/>
                </a:lnTo>
                <a:lnTo>
                  <a:pt x="36093" y="52070"/>
                </a:lnTo>
                <a:lnTo>
                  <a:pt x="34150" y="54610"/>
                </a:lnTo>
                <a:lnTo>
                  <a:pt x="34467" y="54610"/>
                </a:lnTo>
                <a:lnTo>
                  <a:pt x="32664" y="57150"/>
                </a:lnTo>
                <a:lnTo>
                  <a:pt x="32956" y="57150"/>
                </a:lnTo>
                <a:lnTo>
                  <a:pt x="31847" y="59689"/>
                </a:lnTo>
                <a:lnTo>
                  <a:pt x="31559" y="59689"/>
                </a:lnTo>
                <a:lnTo>
                  <a:pt x="30560" y="62229"/>
                </a:lnTo>
                <a:lnTo>
                  <a:pt x="30302" y="62229"/>
                </a:lnTo>
                <a:lnTo>
                  <a:pt x="29404" y="64770"/>
                </a:lnTo>
                <a:lnTo>
                  <a:pt x="29171" y="64770"/>
                </a:lnTo>
                <a:lnTo>
                  <a:pt x="28003" y="68579"/>
                </a:lnTo>
                <a:lnTo>
                  <a:pt x="28181" y="68579"/>
                </a:lnTo>
                <a:lnTo>
                  <a:pt x="27512" y="71120"/>
                </a:lnTo>
                <a:lnTo>
                  <a:pt x="27330" y="71120"/>
                </a:lnTo>
                <a:lnTo>
                  <a:pt x="26771" y="73660"/>
                </a:lnTo>
                <a:lnTo>
                  <a:pt x="26619" y="73660"/>
                </a:lnTo>
                <a:lnTo>
                  <a:pt x="25958" y="77470"/>
                </a:lnTo>
                <a:lnTo>
                  <a:pt x="25738" y="80010"/>
                </a:lnTo>
                <a:lnTo>
                  <a:pt x="25455" y="82550"/>
                </a:lnTo>
                <a:lnTo>
                  <a:pt x="25387" y="83820"/>
                </a:lnTo>
                <a:lnTo>
                  <a:pt x="25298" y="87629"/>
                </a:lnTo>
                <a:lnTo>
                  <a:pt x="25285" y="387350"/>
                </a:lnTo>
                <a:lnTo>
                  <a:pt x="25387" y="391160"/>
                </a:lnTo>
                <a:lnTo>
                  <a:pt x="25548" y="392429"/>
                </a:lnTo>
                <a:lnTo>
                  <a:pt x="25577" y="393700"/>
                </a:lnTo>
                <a:lnTo>
                  <a:pt x="26060" y="397510"/>
                </a:lnTo>
                <a:lnTo>
                  <a:pt x="26619" y="400050"/>
                </a:lnTo>
                <a:lnTo>
                  <a:pt x="26771" y="400050"/>
                </a:lnTo>
                <a:lnTo>
                  <a:pt x="27330" y="402589"/>
                </a:lnTo>
                <a:lnTo>
                  <a:pt x="27178" y="402589"/>
                </a:lnTo>
                <a:lnTo>
                  <a:pt x="28181" y="406400"/>
                </a:lnTo>
                <a:lnTo>
                  <a:pt x="28392" y="406400"/>
                </a:lnTo>
                <a:lnTo>
                  <a:pt x="29171" y="408939"/>
                </a:lnTo>
                <a:lnTo>
                  <a:pt x="29404" y="408939"/>
                </a:lnTo>
                <a:lnTo>
                  <a:pt x="30302" y="411479"/>
                </a:lnTo>
                <a:lnTo>
                  <a:pt x="30060" y="411479"/>
                </a:lnTo>
                <a:lnTo>
                  <a:pt x="31559" y="414020"/>
                </a:lnTo>
                <a:lnTo>
                  <a:pt x="31292" y="414020"/>
                </a:lnTo>
                <a:lnTo>
                  <a:pt x="32956" y="416560"/>
                </a:lnTo>
                <a:lnTo>
                  <a:pt x="32664" y="416560"/>
                </a:lnTo>
                <a:lnTo>
                  <a:pt x="34467" y="419100"/>
                </a:lnTo>
                <a:lnTo>
                  <a:pt x="34150" y="419100"/>
                </a:lnTo>
                <a:lnTo>
                  <a:pt x="36093" y="421639"/>
                </a:lnTo>
                <a:lnTo>
                  <a:pt x="35750" y="421639"/>
                </a:lnTo>
                <a:lnTo>
                  <a:pt x="37846" y="424179"/>
                </a:lnTo>
                <a:lnTo>
                  <a:pt x="37477" y="424179"/>
                </a:lnTo>
                <a:lnTo>
                  <a:pt x="39712" y="426720"/>
                </a:lnTo>
                <a:lnTo>
                  <a:pt x="39319" y="426720"/>
                </a:lnTo>
                <a:lnTo>
                  <a:pt x="41681" y="429260"/>
                </a:lnTo>
                <a:lnTo>
                  <a:pt x="41275" y="429260"/>
                </a:lnTo>
                <a:lnTo>
                  <a:pt x="43751" y="431800"/>
                </a:lnTo>
                <a:lnTo>
                  <a:pt x="44634" y="431800"/>
                </a:lnTo>
                <a:lnTo>
                  <a:pt x="45935" y="433070"/>
                </a:lnTo>
                <a:lnTo>
                  <a:pt x="45491" y="433070"/>
                </a:lnTo>
                <a:lnTo>
                  <a:pt x="48209" y="435610"/>
                </a:lnTo>
                <a:lnTo>
                  <a:pt x="47739" y="435610"/>
                </a:lnTo>
                <a:lnTo>
                  <a:pt x="50571" y="436879"/>
                </a:lnTo>
                <a:lnTo>
                  <a:pt x="50088" y="436879"/>
                </a:lnTo>
                <a:lnTo>
                  <a:pt x="53022" y="439420"/>
                </a:lnTo>
                <a:lnTo>
                  <a:pt x="54038" y="439420"/>
                </a:lnTo>
                <a:lnTo>
                  <a:pt x="55562" y="440689"/>
                </a:lnTo>
                <a:lnTo>
                  <a:pt x="55041" y="440689"/>
                </a:lnTo>
                <a:lnTo>
                  <a:pt x="58178" y="441960"/>
                </a:lnTo>
                <a:lnTo>
                  <a:pt x="57645" y="441960"/>
                </a:lnTo>
                <a:lnTo>
                  <a:pt x="60871" y="443229"/>
                </a:lnTo>
                <a:lnTo>
                  <a:pt x="60312" y="443229"/>
                </a:lnTo>
                <a:lnTo>
                  <a:pt x="63639" y="444500"/>
                </a:lnTo>
                <a:lnTo>
                  <a:pt x="63068" y="444500"/>
                </a:lnTo>
                <a:lnTo>
                  <a:pt x="66471" y="445770"/>
                </a:lnTo>
                <a:close/>
              </a:path>
              <a:path w="835660" h="474979">
                <a:moveTo>
                  <a:pt x="74726" y="26670"/>
                </a:moveTo>
                <a:lnTo>
                  <a:pt x="75349" y="25400"/>
                </a:lnTo>
                <a:lnTo>
                  <a:pt x="78409" y="25400"/>
                </a:lnTo>
                <a:lnTo>
                  <a:pt x="74726" y="26670"/>
                </a:lnTo>
                <a:close/>
              </a:path>
              <a:path w="835660" h="474979">
                <a:moveTo>
                  <a:pt x="760564" y="26670"/>
                </a:moveTo>
                <a:lnTo>
                  <a:pt x="756869" y="25400"/>
                </a:lnTo>
                <a:lnTo>
                  <a:pt x="759942" y="25400"/>
                </a:lnTo>
                <a:lnTo>
                  <a:pt x="760564" y="26670"/>
                </a:lnTo>
                <a:close/>
              </a:path>
              <a:path w="835660" h="474979">
                <a:moveTo>
                  <a:pt x="777633" y="33020"/>
                </a:moveTo>
                <a:lnTo>
                  <a:pt x="774407" y="30479"/>
                </a:lnTo>
                <a:lnTo>
                  <a:pt x="774966" y="30479"/>
                </a:lnTo>
                <a:lnTo>
                  <a:pt x="771639" y="29210"/>
                </a:lnTo>
                <a:lnTo>
                  <a:pt x="772210" y="29210"/>
                </a:lnTo>
                <a:lnTo>
                  <a:pt x="768807" y="27939"/>
                </a:lnTo>
                <a:lnTo>
                  <a:pt x="766508" y="27939"/>
                </a:lnTo>
                <a:lnTo>
                  <a:pt x="762952" y="26670"/>
                </a:lnTo>
                <a:lnTo>
                  <a:pt x="763562" y="26670"/>
                </a:lnTo>
                <a:lnTo>
                  <a:pt x="759942" y="25400"/>
                </a:lnTo>
                <a:lnTo>
                  <a:pt x="809472" y="25400"/>
                </a:lnTo>
                <a:lnTo>
                  <a:pt x="812393" y="27939"/>
                </a:lnTo>
                <a:lnTo>
                  <a:pt x="815162" y="30479"/>
                </a:lnTo>
                <a:lnTo>
                  <a:pt x="816152" y="31750"/>
                </a:lnTo>
                <a:lnTo>
                  <a:pt x="777100" y="31750"/>
                </a:lnTo>
                <a:lnTo>
                  <a:pt x="777633" y="33020"/>
                </a:lnTo>
                <a:close/>
              </a:path>
              <a:path w="835660" h="474979">
                <a:moveTo>
                  <a:pt x="65887" y="29210"/>
                </a:moveTo>
                <a:lnTo>
                  <a:pt x="66471" y="27939"/>
                </a:lnTo>
                <a:lnTo>
                  <a:pt x="69367" y="27939"/>
                </a:lnTo>
                <a:lnTo>
                  <a:pt x="65887" y="29210"/>
                </a:lnTo>
                <a:close/>
              </a:path>
              <a:path w="835660" h="474979">
                <a:moveTo>
                  <a:pt x="769391" y="29210"/>
                </a:moveTo>
                <a:lnTo>
                  <a:pt x="765911" y="27939"/>
                </a:lnTo>
                <a:lnTo>
                  <a:pt x="768807" y="27939"/>
                </a:lnTo>
                <a:lnTo>
                  <a:pt x="769391" y="29210"/>
                </a:lnTo>
                <a:close/>
              </a:path>
              <a:path w="835660" h="474979">
                <a:moveTo>
                  <a:pt x="57645" y="33020"/>
                </a:moveTo>
                <a:lnTo>
                  <a:pt x="58178" y="31750"/>
                </a:lnTo>
                <a:lnTo>
                  <a:pt x="59258" y="31750"/>
                </a:lnTo>
                <a:lnTo>
                  <a:pt x="57645" y="33020"/>
                </a:lnTo>
                <a:close/>
              </a:path>
              <a:path w="835660" h="474979">
                <a:moveTo>
                  <a:pt x="780237" y="34289"/>
                </a:moveTo>
                <a:lnTo>
                  <a:pt x="777100" y="31750"/>
                </a:lnTo>
                <a:lnTo>
                  <a:pt x="816152" y="31750"/>
                </a:lnTo>
                <a:lnTo>
                  <a:pt x="817143" y="33020"/>
                </a:lnTo>
                <a:lnTo>
                  <a:pt x="779716" y="33020"/>
                </a:lnTo>
                <a:lnTo>
                  <a:pt x="780237" y="34289"/>
                </a:lnTo>
                <a:close/>
              </a:path>
              <a:path w="835660" h="474979">
                <a:moveTo>
                  <a:pt x="55041" y="34289"/>
                </a:moveTo>
                <a:lnTo>
                  <a:pt x="55562" y="33020"/>
                </a:lnTo>
                <a:lnTo>
                  <a:pt x="56610" y="33020"/>
                </a:lnTo>
                <a:lnTo>
                  <a:pt x="55041" y="34289"/>
                </a:lnTo>
                <a:close/>
              </a:path>
              <a:path w="835660" h="474979">
                <a:moveTo>
                  <a:pt x="794004" y="45720"/>
                </a:moveTo>
                <a:lnTo>
                  <a:pt x="791527" y="43179"/>
                </a:lnTo>
                <a:lnTo>
                  <a:pt x="791946" y="43179"/>
                </a:lnTo>
                <a:lnTo>
                  <a:pt x="789343" y="40639"/>
                </a:lnTo>
                <a:lnTo>
                  <a:pt x="789800" y="40639"/>
                </a:lnTo>
                <a:lnTo>
                  <a:pt x="787069" y="39370"/>
                </a:lnTo>
                <a:lnTo>
                  <a:pt x="787539" y="39370"/>
                </a:lnTo>
                <a:lnTo>
                  <a:pt x="784707" y="36829"/>
                </a:lnTo>
                <a:lnTo>
                  <a:pt x="785190" y="36829"/>
                </a:lnTo>
                <a:lnTo>
                  <a:pt x="782256" y="35560"/>
                </a:lnTo>
                <a:lnTo>
                  <a:pt x="782764" y="35560"/>
                </a:lnTo>
                <a:lnTo>
                  <a:pt x="779716" y="33020"/>
                </a:lnTo>
                <a:lnTo>
                  <a:pt x="817143" y="33020"/>
                </a:lnTo>
                <a:lnTo>
                  <a:pt x="818134" y="34289"/>
                </a:lnTo>
                <a:lnTo>
                  <a:pt x="820229" y="38100"/>
                </a:lnTo>
                <a:lnTo>
                  <a:pt x="820572" y="38100"/>
                </a:lnTo>
                <a:lnTo>
                  <a:pt x="822832" y="41910"/>
                </a:lnTo>
                <a:lnTo>
                  <a:pt x="824238" y="44450"/>
                </a:lnTo>
                <a:lnTo>
                  <a:pt x="793597" y="44450"/>
                </a:lnTo>
                <a:lnTo>
                  <a:pt x="794004" y="45720"/>
                </a:lnTo>
                <a:close/>
              </a:path>
              <a:path w="835660" h="474979">
                <a:moveTo>
                  <a:pt x="41275" y="45720"/>
                </a:moveTo>
                <a:lnTo>
                  <a:pt x="41681" y="44450"/>
                </a:lnTo>
                <a:lnTo>
                  <a:pt x="42513" y="44450"/>
                </a:lnTo>
                <a:lnTo>
                  <a:pt x="41275" y="45720"/>
                </a:lnTo>
                <a:close/>
              </a:path>
              <a:path w="835660" h="474979">
                <a:moveTo>
                  <a:pt x="795959" y="48260"/>
                </a:moveTo>
                <a:lnTo>
                  <a:pt x="793597" y="44450"/>
                </a:lnTo>
                <a:lnTo>
                  <a:pt x="824238" y="44450"/>
                </a:lnTo>
                <a:lnTo>
                  <a:pt x="824941" y="45720"/>
                </a:lnTo>
                <a:lnTo>
                  <a:pt x="825766" y="46989"/>
                </a:lnTo>
                <a:lnTo>
                  <a:pt x="795566" y="46989"/>
                </a:lnTo>
                <a:lnTo>
                  <a:pt x="795959" y="48260"/>
                </a:lnTo>
                <a:close/>
              </a:path>
              <a:path w="835660" h="474979">
                <a:moveTo>
                  <a:pt x="39319" y="48260"/>
                </a:moveTo>
                <a:lnTo>
                  <a:pt x="39712" y="46989"/>
                </a:lnTo>
                <a:lnTo>
                  <a:pt x="40106" y="46989"/>
                </a:lnTo>
                <a:lnTo>
                  <a:pt x="39319" y="48260"/>
                </a:lnTo>
                <a:close/>
              </a:path>
              <a:path w="835660" h="474979">
                <a:moveTo>
                  <a:pt x="829944" y="57150"/>
                </a:moveTo>
                <a:lnTo>
                  <a:pt x="802627" y="57150"/>
                </a:lnTo>
                <a:lnTo>
                  <a:pt x="800811" y="54610"/>
                </a:lnTo>
                <a:lnTo>
                  <a:pt x="801128" y="54610"/>
                </a:lnTo>
                <a:lnTo>
                  <a:pt x="799185" y="52070"/>
                </a:lnTo>
                <a:lnTo>
                  <a:pt x="799528" y="52070"/>
                </a:lnTo>
                <a:lnTo>
                  <a:pt x="797432" y="49529"/>
                </a:lnTo>
                <a:lnTo>
                  <a:pt x="797801" y="49529"/>
                </a:lnTo>
                <a:lnTo>
                  <a:pt x="795566" y="46989"/>
                </a:lnTo>
                <a:lnTo>
                  <a:pt x="825766" y="46989"/>
                </a:lnTo>
                <a:lnTo>
                  <a:pt x="826592" y="48260"/>
                </a:lnTo>
                <a:lnTo>
                  <a:pt x="828357" y="52070"/>
                </a:lnTo>
                <a:lnTo>
                  <a:pt x="829944" y="57150"/>
                </a:lnTo>
                <a:close/>
              </a:path>
              <a:path w="835660" h="474979">
                <a:moveTo>
                  <a:pt x="803986" y="60960"/>
                </a:moveTo>
                <a:lnTo>
                  <a:pt x="802322" y="57150"/>
                </a:lnTo>
                <a:lnTo>
                  <a:pt x="830160" y="57150"/>
                </a:lnTo>
                <a:lnTo>
                  <a:pt x="831075" y="59689"/>
                </a:lnTo>
                <a:lnTo>
                  <a:pt x="803719" y="59689"/>
                </a:lnTo>
                <a:lnTo>
                  <a:pt x="803986" y="60960"/>
                </a:lnTo>
                <a:close/>
              </a:path>
              <a:path w="835660" h="474979">
                <a:moveTo>
                  <a:pt x="31292" y="60960"/>
                </a:moveTo>
                <a:lnTo>
                  <a:pt x="31559" y="59689"/>
                </a:lnTo>
                <a:lnTo>
                  <a:pt x="31847" y="59689"/>
                </a:lnTo>
                <a:lnTo>
                  <a:pt x="31292" y="60960"/>
                </a:lnTo>
                <a:close/>
              </a:path>
              <a:path w="835660" h="474979">
                <a:moveTo>
                  <a:pt x="805218" y="63500"/>
                </a:moveTo>
                <a:lnTo>
                  <a:pt x="803719" y="59689"/>
                </a:lnTo>
                <a:lnTo>
                  <a:pt x="831075" y="59689"/>
                </a:lnTo>
                <a:lnTo>
                  <a:pt x="831532" y="60960"/>
                </a:lnTo>
                <a:lnTo>
                  <a:pt x="831824" y="62229"/>
                </a:lnTo>
                <a:lnTo>
                  <a:pt x="804976" y="62229"/>
                </a:lnTo>
                <a:lnTo>
                  <a:pt x="805218" y="63500"/>
                </a:lnTo>
                <a:close/>
              </a:path>
              <a:path w="835660" h="474979">
                <a:moveTo>
                  <a:pt x="30060" y="63500"/>
                </a:moveTo>
                <a:lnTo>
                  <a:pt x="30302" y="62229"/>
                </a:lnTo>
                <a:lnTo>
                  <a:pt x="30560" y="62229"/>
                </a:lnTo>
                <a:lnTo>
                  <a:pt x="30060" y="63500"/>
                </a:lnTo>
                <a:close/>
              </a:path>
              <a:path w="835660" h="474979">
                <a:moveTo>
                  <a:pt x="806323" y="66039"/>
                </a:moveTo>
                <a:lnTo>
                  <a:pt x="804976" y="62229"/>
                </a:lnTo>
                <a:lnTo>
                  <a:pt x="831824" y="62229"/>
                </a:lnTo>
                <a:lnTo>
                  <a:pt x="832408" y="64770"/>
                </a:lnTo>
                <a:lnTo>
                  <a:pt x="806107" y="64770"/>
                </a:lnTo>
                <a:lnTo>
                  <a:pt x="806323" y="66039"/>
                </a:lnTo>
                <a:close/>
              </a:path>
              <a:path w="835660" h="474979">
                <a:moveTo>
                  <a:pt x="28956" y="66039"/>
                </a:moveTo>
                <a:lnTo>
                  <a:pt x="29171" y="64770"/>
                </a:lnTo>
                <a:lnTo>
                  <a:pt x="29404" y="64770"/>
                </a:lnTo>
                <a:lnTo>
                  <a:pt x="28956" y="66039"/>
                </a:lnTo>
                <a:close/>
              </a:path>
              <a:path w="835660" h="474979">
                <a:moveTo>
                  <a:pt x="808101" y="72389"/>
                </a:moveTo>
                <a:lnTo>
                  <a:pt x="807097" y="68579"/>
                </a:lnTo>
                <a:lnTo>
                  <a:pt x="807288" y="68579"/>
                </a:lnTo>
                <a:lnTo>
                  <a:pt x="806107" y="64770"/>
                </a:lnTo>
                <a:lnTo>
                  <a:pt x="832408" y="64770"/>
                </a:lnTo>
                <a:lnTo>
                  <a:pt x="832700" y="66039"/>
                </a:lnTo>
                <a:lnTo>
                  <a:pt x="833539" y="68579"/>
                </a:lnTo>
                <a:lnTo>
                  <a:pt x="833666" y="69850"/>
                </a:lnTo>
                <a:lnTo>
                  <a:pt x="833886" y="71120"/>
                </a:lnTo>
                <a:lnTo>
                  <a:pt x="807948" y="71120"/>
                </a:lnTo>
                <a:lnTo>
                  <a:pt x="808101" y="72389"/>
                </a:lnTo>
                <a:close/>
              </a:path>
              <a:path w="835660" h="474979">
                <a:moveTo>
                  <a:pt x="27178" y="72389"/>
                </a:moveTo>
                <a:lnTo>
                  <a:pt x="27330" y="71120"/>
                </a:lnTo>
                <a:lnTo>
                  <a:pt x="27512" y="71120"/>
                </a:lnTo>
                <a:lnTo>
                  <a:pt x="27178" y="72389"/>
                </a:lnTo>
                <a:close/>
              </a:path>
              <a:path w="835660" h="474979">
                <a:moveTo>
                  <a:pt x="808786" y="74929"/>
                </a:moveTo>
                <a:lnTo>
                  <a:pt x="807948" y="71120"/>
                </a:lnTo>
                <a:lnTo>
                  <a:pt x="833886" y="71120"/>
                </a:lnTo>
                <a:lnTo>
                  <a:pt x="834326" y="73660"/>
                </a:lnTo>
                <a:lnTo>
                  <a:pt x="808659" y="73660"/>
                </a:lnTo>
                <a:lnTo>
                  <a:pt x="808786" y="74929"/>
                </a:lnTo>
                <a:close/>
              </a:path>
              <a:path w="835660" h="474979">
                <a:moveTo>
                  <a:pt x="26492" y="74929"/>
                </a:moveTo>
                <a:lnTo>
                  <a:pt x="26619" y="73660"/>
                </a:lnTo>
                <a:lnTo>
                  <a:pt x="26771" y="73660"/>
                </a:lnTo>
                <a:lnTo>
                  <a:pt x="26492" y="74929"/>
                </a:lnTo>
                <a:close/>
              </a:path>
              <a:path w="835660" h="474979">
                <a:moveTo>
                  <a:pt x="835285" y="391160"/>
                </a:moveTo>
                <a:lnTo>
                  <a:pt x="809891" y="391160"/>
                </a:lnTo>
                <a:lnTo>
                  <a:pt x="809993" y="387350"/>
                </a:lnTo>
                <a:lnTo>
                  <a:pt x="809980" y="87629"/>
                </a:lnTo>
                <a:lnTo>
                  <a:pt x="809891" y="83820"/>
                </a:lnTo>
                <a:lnTo>
                  <a:pt x="809832" y="82550"/>
                </a:lnTo>
                <a:lnTo>
                  <a:pt x="809637" y="80010"/>
                </a:lnTo>
                <a:lnTo>
                  <a:pt x="809218" y="77470"/>
                </a:lnTo>
                <a:lnTo>
                  <a:pt x="808659" y="73660"/>
                </a:lnTo>
                <a:lnTo>
                  <a:pt x="834326" y="73660"/>
                </a:lnTo>
                <a:lnTo>
                  <a:pt x="834898" y="77470"/>
                </a:lnTo>
                <a:lnTo>
                  <a:pt x="835253" y="82550"/>
                </a:lnTo>
                <a:lnTo>
                  <a:pt x="835285" y="391160"/>
                </a:lnTo>
                <a:close/>
              </a:path>
              <a:path w="835660" h="474979">
                <a:moveTo>
                  <a:pt x="25577" y="81279"/>
                </a:moveTo>
                <a:lnTo>
                  <a:pt x="25641" y="80010"/>
                </a:lnTo>
                <a:lnTo>
                  <a:pt x="25577" y="81279"/>
                </a:lnTo>
                <a:close/>
              </a:path>
              <a:path w="835660" h="474979">
                <a:moveTo>
                  <a:pt x="809701" y="81279"/>
                </a:moveTo>
                <a:lnTo>
                  <a:pt x="809540" y="80010"/>
                </a:lnTo>
                <a:lnTo>
                  <a:pt x="809701" y="81279"/>
                </a:lnTo>
                <a:close/>
              </a:path>
              <a:path w="835660" h="474979">
                <a:moveTo>
                  <a:pt x="25455" y="391160"/>
                </a:moveTo>
                <a:lnTo>
                  <a:pt x="25361" y="389889"/>
                </a:lnTo>
                <a:lnTo>
                  <a:pt x="25455" y="391160"/>
                </a:lnTo>
                <a:close/>
              </a:path>
              <a:path w="835660" h="474979">
                <a:moveTo>
                  <a:pt x="809923" y="389974"/>
                </a:moveTo>
                <a:close/>
              </a:path>
              <a:path w="835660" h="474979">
                <a:moveTo>
                  <a:pt x="834755" y="397510"/>
                </a:moveTo>
                <a:lnTo>
                  <a:pt x="809218" y="397510"/>
                </a:lnTo>
                <a:lnTo>
                  <a:pt x="809701" y="393700"/>
                </a:lnTo>
                <a:lnTo>
                  <a:pt x="809735" y="392429"/>
                </a:lnTo>
                <a:lnTo>
                  <a:pt x="809923" y="389974"/>
                </a:lnTo>
                <a:lnTo>
                  <a:pt x="809891" y="391160"/>
                </a:lnTo>
                <a:lnTo>
                  <a:pt x="835285" y="391160"/>
                </a:lnTo>
                <a:lnTo>
                  <a:pt x="835253" y="392429"/>
                </a:lnTo>
                <a:lnTo>
                  <a:pt x="834898" y="396239"/>
                </a:lnTo>
                <a:lnTo>
                  <a:pt x="834755" y="397510"/>
                </a:lnTo>
                <a:close/>
              </a:path>
              <a:path w="835660" h="474979">
                <a:moveTo>
                  <a:pt x="26178" y="397510"/>
                </a:moveTo>
                <a:lnTo>
                  <a:pt x="25958" y="396239"/>
                </a:lnTo>
                <a:lnTo>
                  <a:pt x="26178" y="397510"/>
                </a:lnTo>
                <a:close/>
              </a:path>
              <a:path w="835660" h="474979">
                <a:moveTo>
                  <a:pt x="834469" y="400050"/>
                </a:moveTo>
                <a:lnTo>
                  <a:pt x="808659" y="400050"/>
                </a:lnTo>
                <a:lnTo>
                  <a:pt x="809320" y="396239"/>
                </a:lnTo>
                <a:lnTo>
                  <a:pt x="809218" y="397510"/>
                </a:lnTo>
                <a:lnTo>
                  <a:pt x="834755" y="397510"/>
                </a:lnTo>
                <a:lnTo>
                  <a:pt x="834469" y="400050"/>
                </a:lnTo>
                <a:close/>
              </a:path>
              <a:path w="835660" h="474979">
                <a:moveTo>
                  <a:pt x="26771" y="400050"/>
                </a:moveTo>
                <a:lnTo>
                  <a:pt x="26619" y="400050"/>
                </a:lnTo>
                <a:lnTo>
                  <a:pt x="26492" y="398779"/>
                </a:lnTo>
                <a:lnTo>
                  <a:pt x="26771" y="400050"/>
                </a:lnTo>
                <a:close/>
              </a:path>
              <a:path w="835660" h="474979">
                <a:moveTo>
                  <a:pt x="833259" y="406400"/>
                </a:moveTo>
                <a:lnTo>
                  <a:pt x="807097" y="406400"/>
                </a:lnTo>
                <a:lnTo>
                  <a:pt x="808101" y="402589"/>
                </a:lnTo>
                <a:lnTo>
                  <a:pt x="807948" y="402589"/>
                </a:lnTo>
                <a:lnTo>
                  <a:pt x="808786" y="398779"/>
                </a:lnTo>
                <a:lnTo>
                  <a:pt x="808659" y="400050"/>
                </a:lnTo>
                <a:lnTo>
                  <a:pt x="834469" y="400050"/>
                </a:lnTo>
                <a:lnTo>
                  <a:pt x="834326" y="401320"/>
                </a:lnTo>
                <a:lnTo>
                  <a:pt x="833666" y="403860"/>
                </a:lnTo>
                <a:lnTo>
                  <a:pt x="833539" y="405129"/>
                </a:lnTo>
                <a:lnTo>
                  <a:pt x="833259" y="406400"/>
                </a:lnTo>
                <a:close/>
              </a:path>
              <a:path w="835660" h="474979">
                <a:moveTo>
                  <a:pt x="28392" y="406400"/>
                </a:moveTo>
                <a:lnTo>
                  <a:pt x="28181" y="406400"/>
                </a:lnTo>
                <a:lnTo>
                  <a:pt x="28003" y="405129"/>
                </a:lnTo>
                <a:lnTo>
                  <a:pt x="28392" y="406400"/>
                </a:lnTo>
                <a:close/>
              </a:path>
              <a:path w="835660" h="474979">
                <a:moveTo>
                  <a:pt x="832700" y="408939"/>
                </a:moveTo>
                <a:lnTo>
                  <a:pt x="806107" y="408939"/>
                </a:lnTo>
                <a:lnTo>
                  <a:pt x="807288" y="405129"/>
                </a:lnTo>
                <a:lnTo>
                  <a:pt x="807097" y="406400"/>
                </a:lnTo>
                <a:lnTo>
                  <a:pt x="833259" y="406400"/>
                </a:lnTo>
                <a:lnTo>
                  <a:pt x="832700" y="408939"/>
                </a:lnTo>
                <a:close/>
              </a:path>
              <a:path w="835660" h="474979">
                <a:moveTo>
                  <a:pt x="29404" y="408939"/>
                </a:moveTo>
                <a:lnTo>
                  <a:pt x="29171" y="408939"/>
                </a:lnTo>
                <a:lnTo>
                  <a:pt x="28956" y="407670"/>
                </a:lnTo>
                <a:lnTo>
                  <a:pt x="29404" y="408939"/>
                </a:lnTo>
                <a:close/>
              </a:path>
              <a:path w="835660" h="474979">
                <a:moveTo>
                  <a:pt x="822832" y="431800"/>
                </a:moveTo>
                <a:lnTo>
                  <a:pt x="791527" y="431800"/>
                </a:lnTo>
                <a:lnTo>
                  <a:pt x="794004" y="429260"/>
                </a:lnTo>
                <a:lnTo>
                  <a:pt x="793597" y="429260"/>
                </a:lnTo>
                <a:lnTo>
                  <a:pt x="795959" y="426720"/>
                </a:lnTo>
                <a:lnTo>
                  <a:pt x="795566" y="426720"/>
                </a:lnTo>
                <a:lnTo>
                  <a:pt x="797801" y="424179"/>
                </a:lnTo>
                <a:lnTo>
                  <a:pt x="797432" y="424179"/>
                </a:lnTo>
                <a:lnTo>
                  <a:pt x="799528" y="421639"/>
                </a:lnTo>
                <a:lnTo>
                  <a:pt x="799185" y="421639"/>
                </a:lnTo>
                <a:lnTo>
                  <a:pt x="801128" y="419100"/>
                </a:lnTo>
                <a:lnTo>
                  <a:pt x="800811" y="419100"/>
                </a:lnTo>
                <a:lnTo>
                  <a:pt x="802627" y="416560"/>
                </a:lnTo>
                <a:lnTo>
                  <a:pt x="802322" y="416560"/>
                </a:lnTo>
                <a:lnTo>
                  <a:pt x="803986" y="414020"/>
                </a:lnTo>
                <a:lnTo>
                  <a:pt x="803719" y="414020"/>
                </a:lnTo>
                <a:lnTo>
                  <a:pt x="805218" y="411479"/>
                </a:lnTo>
                <a:lnTo>
                  <a:pt x="804976" y="411479"/>
                </a:lnTo>
                <a:lnTo>
                  <a:pt x="806323" y="407670"/>
                </a:lnTo>
                <a:lnTo>
                  <a:pt x="806107" y="408939"/>
                </a:lnTo>
                <a:lnTo>
                  <a:pt x="832700" y="408939"/>
                </a:lnTo>
                <a:lnTo>
                  <a:pt x="831532" y="412750"/>
                </a:lnTo>
                <a:lnTo>
                  <a:pt x="831342" y="414020"/>
                </a:lnTo>
                <a:lnTo>
                  <a:pt x="829944" y="417829"/>
                </a:lnTo>
                <a:lnTo>
                  <a:pt x="828357" y="421639"/>
                </a:lnTo>
                <a:lnTo>
                  <a:pt x="826858" y="425450"/>
                </a:lnTo>
                <a:lnTo>
                  <a:pt x="824941" y="429260"/>
                </a:lnTo>
                <a:lnTo>
                  <a:pt x="822832" y="431800"/>
                </a:lnTo>
                <a:close/>
              </a:path>
              <a:path w="835660" h="474979">
                <a:moveTo>
                  <a:pt x="44634" y="431800"/>
                </a:moveTo>
                <a:lnTo>
                  <a:pt x="43751" y="431800"/>
                </a:lnTo>
                <a:lnTo>
                  <a:pt x="43332" y="430529"/>
                </a:lnTo>
                <a:lnTo>
                  <a:pt x="44634" y="431800"/>
                </a:lnTo>
                <a:close/>
              </a:path>
              <a:path w="835660" h="474979">
                <a:moveTo>
                  <a:pt x="817765" y="439420"/>
                </a:moveTo>
                <a:lnTo>
                  <a:pt x="782256" y="439420"/>
                </a:lnTo>
                <a:lnTo>
                  <a:pt x="785190" y="436879"/>
                </a:lnTo>
                <a:lnTo>
                  <a:pt x="784707" y="436879"/>
                </a:lnTo>
                <a:lnTo>
                  <a:pt x="787539" y="435610"/>
                </a:lnTo>
                <a:lnTo>
                  <a:pt x="787069" y="435610"/>
                </a:lnTo>
                <a:lnTo>
                  <a:pt x="789800" y="433070"/>
                </a:lnTo>
                <a:lnTo>
                  <a:pt x="789343" y="433070"/>
                </a:lnTo>
                <a:lnTo>
                  <a:pt x="791946" y="430529"/>
                </a:lnTo>
                <a:lnTo>
                  <a:pt x="791527" y="431800"/>
                </a:lnTo>
                <a:lnTo>
                  <a:pt x="822832" y="431800"/>
                </a:lnTo>
                <a:lnTo>
                  <a:pt x="820572" y="435610"/>
                </a:lnTo>
                <a:lnTo>
                  <a:pt x="820229" y="436879"/>
                </a:lnTo>
                <a:lnTo>
                  <a:pt x="817765" y="439420"/>
                </a:lnTo>
                <a:close/>
              </a:path>
              <a:path w="835660" h="474979">
                <a:moveTo>
                  <a:pt x="54038" y="439420"/>
                </a:moveTo>
                <a:lnTo>
                  <a:pt x="53022" y="439420"/>
                </a:lnTo>
                <a:lnTo>
                  <a:pt x="52514" y="438150"/>
                </a:lnTo>
                <a:lnTo>
                  <a:pt x="54038" y="439420"/>
                </a:lnTo>
                <a:close/>
              </a:path>
              <a:path w="835660" h="474979">
                <a:moveTo>
                  <a:pt x="808892" y="449579"/>
                </a:moveTo>
                <a:lnTo>
                  <a:pt x="753744" y="449579"/>
                </a:lnTo>
                <a:lnTo>
                  <a:pt x="757491" y="448310"/>
                </a:lnTo>
                <a:lnTo>
                  <a:pt x="759942" y="448310"/>
                </a:lnTo>
                <a:lnTo>
                  <a:pt x="763562" y="447039"/>
                </a:lnTo>
                <a:lnTo>
                  <a:pt x="765911" y="447039"/>
                </a:lnTo>
                <a:lnTo>
                  <a:pt x="769391" y="445770"/>
                </a:lnTo>
                <a:lnTo>
                  <a:pt x="768807" y="445770"/>
                </a:lnTo>
                <a:lnTo>
                  <a:pt x="772210" y="444500"/>
                </a:lnTo>
                <a:lnTo>
                  <a:pt x="771639" y="444500"/>
                </a:lnTo>
                <a:lnTo>
                  <a:pt x="774966" y="443229"/>
                </a:lnTo>
                <a:lnTo>
                  <a:pt x="774407" y="443229"/>
                </a:lnTo>
                <a:lnTo>
                  <a:pt x="777633" y="441960"/>
                </a:lnTo>
                <a:lnTo>
                  <a:pt x="777100" y="441960"/>
                </a:lnTo>
                <a:lnTo>
                  <a:pt x="780237" y="440689"/>
                </a:lnTo>
                <a:lnTo>
                  <a:pt x="779716" y="440689"/>
                </a:lnTo>
                <a:lnTo>
                  <a:pt x="782764" y="438150"/>
                </a:lnTo>
                <a:lnTo>
                  <a:pt x="782256" y="439420"/>
                </a:lnTo>
                <a:lnTo>
                  <a:pt x="817765" y="439420"/>
                </a:lnTo>
                <a:lnTo>
                  <a:pt x="815162" y="443229"/>
                </a:lnTo>
                <a:lnTo>
                  <a:pt x="812800" y="445770"/>
                </a:lnTo>
                <a:lnTo>
                  <a:pt x="809904" y="448310"/>
                </a:lnTo>
                <a:lnTo>
                  <a:pt x="808892" y="449579"/>
                </a:lnTo>
                <a:close/>
              </a:path>
              <a:path w="835660" h="474979">
                <a:moveTo>
                  <a:pt x="769277" y="472439"/>
                </a:moveTo>
                <a:lnTo>
                  <a:pt x="66001" y="472439"/>
                </a:lnTo>
                <a:lnTo>
                  <a:pt x="61836" y="471170"/>
                </a:lnTo>
                <a:lnTo>
                  <a:pt x="61226" y="471170"/>
                </a:lnTo>
                <a:lnTo>
                  <a:pt x="57150" y="469900"/>
                </a:lnTo>
                <a:lnTo>
                  <a:pt x="53174" y="467360"/>
                </a:lnTo>
                <a:lnTo>
                  <a:pt x="49847" y="466089"/>
                </a:lnTo>
                <a:lnTo>
                  <a:pt x="45516" y="463550"/>
                </a:lnTo>
                <a:lnTo>
                  <a:pt x="42379" y="462279"/>
                </a:lnTo>
                <a:lnTo>
                  <a:pt x="38811" y="459739"/>
                </a:lnTo>
                <a:lnTo>
                  <a:pt x="35369" y="457200"/>
                </a:lnTo>
                <a:lnTo>
                  <a:pt x="34874" y="457200"/>
                </a:lnTo>
                <a:lnTo>
                  <a:pt x="32042" y="454660"/>
                </a:lnTo>
                <a:lnTo>
                  <a:pt x="28854" y="452120"/>
                </a:lnTo>
                <a:lnTo>
                  <a:pt x="25806" y="449579"/>
                </a:lnTo>
                <a:lnTo>
                  <a:pt x="22885" y="445770"/>
                </a:lnTo>
                <a:lnTo>
                  <a:pt x="65887" y="445770"/>
                </a:lnTo>
                <a:lnTo>
                  <a:pt x="69367" y="447039"/>
                </a:lnTo>
                <a:lnTo>
                  <a:pt x="71716" y="447039"/>
                </a:lnTo>
                <a:lnTo>
                  <a:pt x="75349" y="448310"/>
                </a:lnTo>
                <a:lnTo>
                  <a:pt x="77787" y="448310"/>
                </a:lnTo>
                <a:lnTo>
                  <a:pt x="81534" y="449579"/>
                </a:lnTo>
                <a:lnTo>
                  <a:pt x="808892" y="449579"/>
                </a:lnTo>
                <a:lnTo>
                  <a:pt x="806869" y="452120"/>
                </a:lnTo>
                <a:lnTo>
                  <a:pt x="806424" y="452120"/>
                </a:lnTo>
                <a:lnTo>
                  <a:pt x="803236" y="454660"/>
                </a:lnTo>
                <a:lnTo>
                  <a:pt x="800404" y="457200"/>
                </a:lnTo>
                <a:lnTo>
                  <a:pt x="796975" y="459739"/>
                </a:lnTo>
                <a:lnTo>
                  <a:pt x="793419" y="462279"/>
                </a:lnTo>
                <a:lnTo>
                  <a:pt x="792899" y="462279"/>
                </a:lnTo>
                <a:lnTo>
                  <a:pt x="789762" y="463550"/>
                </a:lnTo>
                <a:lnTo>
                  <a:pt x="785990" y="466089"/>
                </a:lnTo>
                <a:lnTo>
                  <a:pt x="782104" y="467360"/>
                </a:lnTo>
                <a:lnTo>
                  <a:pt x="778129" y="469900"/>
                </a:lnTo>
                <a:lnTo>
                  <a:pt x="773455" y="471170"/>
                </a:lnTo>
                <a:lnTo>
                  <a:pt x="769277" y="472439"/>
                </a:lnTo>
                <a:close/>
              </a:path>
              <a:path w="835660" h="474979">
                <a:moveTo>
                  <a:pt x="765022" y="473710"/>
                </a:moveTo>
                <a:lnTo>
                  <a:pt x="70256" y="473710"/>
                </a:lnTo>
                <a:lnTo>
                  <a:pt x="69634" y="472439"/>
                </a:lnTo>
                <a:lnTo>
                  <a:pt x="765644" y="472439"/>
                </a:lnTo>
                <a:lnTo>
                  <a:pt x="765022" y="473710"/>
                </a:lnTo>
                <a:close/>
              </a:path>
              <a:path w="835660" h="474979">
                <a:moveTo>
                  <a:pt x="752500" y="474979"/>
                </a:moveTo>
                <a:lnTo>
                  <a:pt x="82778" y="474979"/>
                </a:lnTo>
                <a:lnTo>
                  <a:pt x="78333" y="473710"/>
                </a:lnTo>
                <a:lnTo>
                  <a:pt x="756945" y="473710"/>
                </a:lnTo>
                <a:lnTo>
                  <a:pt x="752500" y="474979"/>
                </a:lnTo>
                <a:close/>
              </a:path>
            </a:pathLst>
          </a:custGeom>
          <a:solidFill>
            <a:srgbClr val="3333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39849" y="5513578"/>
            <a:ext cx="533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66FF"/>
                </a:solidFill>
                <a:latin typeface="Arial" panose="020B0604020202020204"/>
                <a:cs typeface="Arial" panose="020B0604020202020204"/>
              </a:rPr>
              <a:t>ISR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2895549" y="5163807"/>
            <a:ext cx="421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IR7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206130" y="5158879"/>
            <a:ext cx="421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45798" y="5163807"/>
            <a:ext cx="4216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IR4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6780" y="171323"/>
            <a:ext cx="32651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4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结束中断处理方式</a:t>
            </a:r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45299" y="1033500"/>
            <a:ext cx="3242945" cy="13417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791210" indent="-778510">
              <a:lnSpc>
                <a:spcPct val="100000"/>
              </a:lnSpc>
              <a:spcBef>
                <a:spcPts val="675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自动中断结束方式</a:t>
            </a:r>
            <a:endParaRPr sz="2400">
              <a:latin typeface="Noto Sans Mono CJK HK"/>
              <a:cs typeface="Noto Sans Mono CJK HK"/>
            </a:endParaRPr>
          </a:p>
          <a:p>
            <a:pPr marL="791210" indent="-778510">
              <a:lnSpc>
                <a:spcPct val="100000"/>
              </a:lnSpc>
              <a:spcBef>
                <a:spcPts val="575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普通中断结束方式</a:t>
            </a:r>
            <a:endParaRPr sz="2400">
              <a:latin typeface="Noto Sans Mono CJK HK"/>
              <a:cs typeface="Noto Sans Mono CJK HK"/>
            </a:endParaRPr>
          </a:p>
          <a:p>
            <a:pPr marL="791210" indent="-778510">
              <a:lnSpc>
                <a:spcPct val="100000"/>
              </a:lnSpc>
              <a:spcBef>
                <a:spcPts val="575"/>
              </a:spcBef>
              <a:buSzPct val="96000"/>
              <a:buAutoNum type="arabicPlain"/>
              <a:tabLst>
                <a:tab pos="791210" algn="l"/>
              </a:tabLst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特殊中断结束方式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78117"/>
            <a:ext cx="3778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1</a:t>
            </a:r>
            <a:r>
              <a:rPr spc="-30" dirty="0"/>
              <a:t>）</a:t>
            </a:r>
            <a:r>
              <a:rPr spc="-35" dirty="0"/>
              <a:t>自动中断结束方式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1074419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690" y="1878964"/>
            <a:ext cx="208915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9654" y="2300604"/>
            <a:ext cx="250824" cy="2603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7889" y="968375"/>
            <a:ext cx="7465695" cy="477774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在自动中断结束方式中，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spc="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的相应位清零是由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自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动完成的。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实现过程：当某一级中断被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响应后，</a:t>
            </a:r>
            <a:endParaRPr sz="2400">
              <a:latin typeface="Noto Sans Mono CJK HK"/>
              <a:cs typeface="Noto Sans Mono CJK HK"/>
            </a:endParaRPr>
          </a:p>
          <a:p>
            <a:pPr marL="127000">
              <a:lnSpc>
                <a:spcPct val="100000"/>
              </a:lnSpc>
              <a:spcBef>
                <a:spcPts val="575"/>
              </a:spcBef>
              <a:tabLst>
                <a:tab pos="1699895" algn="l"/>
              </a:tabLst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①</a:t>
            </a:r>
            <a:r>
              <a:rPr sz="24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送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	的</a:t>
            </a:r>
            <a:r>
              <a:rPr lang="zh-CN" altLang=""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一个</a:t>
            </a:r>
            <a:r>
              <a:rPr sz="240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INTA*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中断应答使中断服务寄存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器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</a:pP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的相应位置</a:t>
            </a:r>
            <a:r>
              <a:rPr sz="2400" spc="-25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1;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②</a:t>
            </a:r>
            <a:r>
              <a:rPr lang="zh-CN" altLang=""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二个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INTA*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负脉冲结束时将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中刚置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3399"/>
                </a:solidFill>
                <a:latin typeface="Noto Sans Mono CJK HK"/>
                <a:cs typeface="Noto Sans Mono CJK HK"/>
              </a:rPr>
              <a:t>的位清</a:t>
            </a:r>
            <a:r>
              <a:rPr sz="2400" spc="-2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0" dirty="0">
                <a:solidFill>
                  <a:srgbClr val="00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59690" marR="141605">
              <a:lnSpc>
                <a:spcPct val="125000"/>
              </a:lnSpc>
              <a:spcBef>
                <a:spcPts val="2530"/>
              </a:spcBef>
            </a:pPr>
            <a:r>
              <a:rPr sz="2400" spc="90" dirty="0">
                <a:solidFill>
                  <a:srgbClr val="0000CC"/>
                </a:solidFill>
                <a:latin typeface="Noto Sans Mono CJK HK"/>
                <a:cs typeface="Noto Sans Mono CJK HK"/>
              </a:rPr>
              <a:t>应用</a:t>
            </a:r>
            <a:r>
              <a:rPr sz="2400" spc="9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：中断自动结束方式适用于只有一块</a:t>
            </a:r>
            <a:r>
              <a:rPr sz="2400" spc="8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1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，并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且各级中断不会发生嵌套的情况。</a:t>
            </a:r>
            <a:endParaRPr sz="2400">
              <a:latin typeface="Noto Sans Mono CJK HK"/>
              <a:cs typeface="Noto Sans Mono CJK HK"/>
            </a:endParaRPr>
          </a:p>
          <a:p>
            <a:pPr marL="59690" marR="140970">
              <a:lnSpc>
                <a:spcPct val="125000"/>
              </a:lnSpc>
              <a:spcBef>
                <a:spcPts val="122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实现方法：通过将初始化控制字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ICW4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D1</a:t>
            </a:r>
            <a:r>
              <a:rPr sz="2400" u="none" spc="35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位设置为</a:t>
            </a:r>
            <a:r>
              <a:rPr sz="2400" u="none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4680" y="3898900"/>
            <a:ext cx="208914" cy="2095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4680" y="4965700"/>
            <a:ext cx="208914" cy="2095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77850"/>
            <a:ext cx="3778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2</a:t>
            </a:r>
            <a:r>
              <a:rPr spc="-30" dirty="0"/>
              <a:t>）</a:t>
            </a:r>
            <a:r>
              <a:rPr spc="-35" dirty="0"/>
              <a:t>普通中断结束方式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6759" y="1148080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839" y="1042034"/>
            <a:ext cx="7493000" cy="1349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在程序中向</a:t>
            </a:r>
            <a:r>
              <a:rPr sz="2400" spc="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发出普通中断结束命令（</a:t>
            </a:r>
            <a:r>
              <a:rPr sz="2400" spc="8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EOI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），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将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</a:pP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2" action="ppaction://hlinksldjump"/>
              </a:rPr>
              <a:t>ISR</a:t>
            </a:r>
            <a:r>
              <a:rPr sz="2400" u="none" spc="-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中优先权最高的位复位。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该方式配合普通全嵌套优先权方式使用。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46759" y="2108200"/>
            <a:ext cx="208915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78117"/>
            <a:ext cx="377825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（</a:t>
            </a:r>
            <a:r>
              <a:rPr spc="-30" dirty="0">
                <a:latin typeface="Arial" panose="020B0604020202020204"/>
                <a:cs typeface="Arial" panose="020B0604020202020204"/>
              </a:rPr>
              <a:t>3</a:t>
            </a:r>
            <a:r>
              <a:rPr spc="-30" dirty="0"/>
              <a:t>）</a:t>
            </a:r>
            <a:r>
              <a:rPr spc="-35" dirty="0"/>
              <a:t>特殊中断结束方式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3727" y="1243012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3927" y="1047432"/>
            <a:ext cx="7554595" cy="154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在程序中向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发送特殊中断结束命令，清除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ISR</a:t>
            </a:r>
            <a:r>
              <a:rPr sz="2400" spc="-2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中指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定的位。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该方式配合循环优先权方式使用。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13727" y="2309812"/>
            <a:ext cx="208915" cy="20955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203517"/>
            <a:ext cx="29095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5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数据线连接方式</a:t>
            </a:r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5282" y="971499"/>
            <a:ext cx="8021320" cy="334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缓冲方式</a:t>
            </a:r>
            <a:endParaRPr sz="2400">
              <a:latin typeface="Noto Sans Mono CJK HK"/>
              <a:cs typeface="Noto Sans Mono CJK HK"/>
            </a:endParaRPr>
          </a:p>
          <a:p>
            <a:pPr marL="12700" marR="1633220">
              <a:lnSpc>
                <a:spcPts val="5400"/>
              </a:lnSpc>
              <a:spcBef>
                <a:spcPts val="480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特点：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通过总线驱动器和数据总线相连。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应用：多片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级连的大系统中。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 algn="just">
              <a:lnSpc>
                <a:spcPct val="125000"/>
              </a:lnSpc>
              <a:spcBef>
                <a:spcPts val="120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实现方法：将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的初始化控制字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ICW4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D3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u="none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，设置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为缓冲方式，并把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u="none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端输出一个低电平信号作为总线驱动器的启动信号。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487155" y="6393180"/>
            <a:ext cx="409955" cy="4099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5282" y="141490"/>
            <a:ext cx="39770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Times New Roman" panose="02020603050405020304"/>
                <a:cs typeface="Times New Roman" panose="02020603050405020304"/>
              </a:rPr>
              <a:t>8259A</a:t>
            </a:r>
            <a:r>
              <a:rPr sz="3200" spc="-20" dirty="0">
                <a:latin typeface="Noto Serif CJK JP"/>
                <a:cs typeface="Noto Serif CJK JP"/>
              </a:rPr>
              <a:t>的级联缓冲方式</a:t>
            </a:r>
            <a:endParaRPr sz="3200">
              <a:latin typeface="Noto Serif CJK JP"/>
              <a:cs typeface="Noto Serif CJK JP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508" y="1088136"/>
            <a:ext cx="6910116" cy="472225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203517"/>
            <a:ext cx="29095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5</a:t>
            </a:r>
            <a:r>
              <a:rPr spc="1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数据线连接方式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349240" y="3249167"/>
            <a:ext cx="3733423" cy="24856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18502" y="1006792"/>
            <a:ext cx="8021320" cy="5046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）非缓冲方式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特点：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直接和数据总线相连。</a:t>
            </a:r>
            <a:endParaRPr sz="2400">
              <a:latin typeface="Noto Sans Mono CJK HK"/>
              <a:cs typeface="Noto Sans Mono CJK HK"/>
            </a:endParaRPr>
          </a:p>
          <a:p>
            <a:pPr marL="12700" marR="5080">
              <a:lnSpc>
                <a:spcPts val="2860"/>
              </a:lnSpc>
              <a:spcBef>
                <a:spcPts val="191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应用：这种方式用于单片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或片数不多的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组成的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系统中。</a:t>
            </a:r>
            <a:endParaRPr sz="2400">
              <a:latin typeface="Noto Sans Mono CJK HK"/>
              <a:cs typeface="Noto Sans Mono CJK HK"/>
            </a:endParaRPr>
          </a:p>
          <a:p>
            <a:pPr marL="12700" marR="3529965">
              <a:lnSpc>
                <a:spcPct val="100000"/>
              </a:lnSpc>
              <a:spcBef>
                <a:spcPts val="1305"/>
              </a:spcBef>
            </a:pPr>
            <a:r>
              <a:rPr sz="2400" spc="315" dirty="0">
                <a:solidFill>
                  <a:srgbClr val="333399"/>
                </a:solidFill>
                <a:latin typeface="Noto Sans Mono CJK HK"/>
                <a:cs typeface="Noto Sans Mono CJK HK"/>
              </a:rPr>
              <a:t>实现方法： 将初始化控制字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400" u="heavy" spc="14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ICW4</a:t>
            </a:r>
            <a:r>
              <a:rPr sz="2400" u="none" spc="155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13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D3</a:t>
            </a:r>
            <a:r>
              <a:rPr sz="2400" u="none" spc="155" dirty="0">
                <a:solidFill>
                  <a:srgbClr val="333399"/>
                </a:solidFill>
                <a:latin typeface="Noto Sans Mono CJK HK"/>
                <a:cs typeface="Noto Sans Mono CJK HK"/>
              </a:rPr>
              <a:t>位置</a:t>
            </a:r>
            <a:r>
              <a:rPr sz="2400" u="none" spc="14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u="none" spc="114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，设置为非缓</a:t>
            </a:r>
            <a:r>
              <a:rPr sz="2400" u="none" spc="45" dirty="0">
                <a:solidFill>
                  <a:srgbClr val="333399"/>
                </a:solidFill>
                <a:latin typeface="Noto Sans Mono CJK HK"/>
                <a:cs typeface="Noto Sans Mono CJK HK"/>
              </a:rPr>
              <a:t>冲方式。在非缓冲方式时，对于</a:t>
            </a:r>
            <a:r>
              <a:rPr sz="2400" u="none" dirty="0">
                <a:solidFill>
                  <a:srgbClr val="333399"/>
                </a:solidFill>
                <a:latin typeface="Noto Sans Mono CJK HK"/>
                <a:cs typeface="Noto Sans Mono CJK HK"/>
              </a:rPr>
              <a:t>单片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端为输入，</a:t>
            </a:r>
            <a:r>
              <a:rPr sz="2400" u="none" spc="65" dirty="0">
                <a:solidFill>
                  <a:srgbClr val="333399"/>
                </a:solidFill>
                <a:latin typeface="Noto Sans Mono CJK HK"/>
                <a:cs typeface="Noto Sans Mono CJK HK"/>
              </a:rPr>
              <a:t>接高电平；对于多片</a:t>
            </a:r>
            <a:r>
              <a:rPr sz="2400" u="none" spc="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spc="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的级</a:t>
            </a:r>
            <a:r>
              <a:rPr sz="2400" u="none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连系统，主</a:t>
            </a:r>
            <a:r>
              <a:rPr sz="2400" u="none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7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u="none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</a:t>
            </a:r>
            <a:r>
              <a:rPr sz="2400" u="none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接高电平，从</a:t>
            </a:r>
            <a:r>
              <a:rPr sz="2400" u="none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u="none" spc="85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</a:t>
            </a:r>
            <a:r>
              <a:rPr sz="2400" u="none" spc="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u="none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端接低电平。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56527"/>
            <a:ext cx="31076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00760" algn="l"/>
              </a:tabLst>
            </a:pPr>
            <a:r>
              <a:rPr spc="-10" dirty="0">
                <a:latin typeface="Arial" panose="020B0604020202020204"/>
                <a:cs typeface="Arial" panose="020B0604020202020204"/>
              </a:rPr>
              <a:t>7.3.4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40" dirty="0"/>
              <a:t>的编程</a:t>
            </a:r>
            <a:endParaRPr spc="-4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153744"/>
            <a:ext cx="208915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1763344"/>
            <a:ext cx="208915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2385270"/>
            <a:ext cx="184897" cy="1848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7508" y="2994870"/>
            <a:ext cx="184897" cy="1848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98182" y="1047699"/>
            <a:ext cx="7689215" cy="3284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的工作状态和操作方式由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的命令设定。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命令有两种</a:t>
            </a:r>
            <a:endParaRPr sz="2400">
              <a:latin typeface="Noto Sans Mono CJK HK"/>
              <a:cs typeface="Noto Sans Mono CJK HK"/>
            </a:endParaRPr>
          </a:p>
          <a:p>
            <a:pPr marL="412750">
              <a:lnSpc>
                <a:spcPct val="100000"/>
              </a:lnSpc>
              <a:spcBef>
                <a:spcPts val="1920"/>
              </a:spcBef>
            </a:pPr>
            <a:r>
              <a:rPr sz="2400" spc="-45" dirty="0">
                <a:solidFill>
                  <a:srgbClr val="003399"/>
                </a:solidFill>
                <a:latin typeface="Noto Sans Mono CJK HK"/>
                <a:cs typeface="Noto Sans Mono CJK HK"/>
              </a:rPr>
              <a:t>初始化命令：初始化命令字 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ICW1~ICW4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412750">
              <a:lnSpc>
                <a:spcPct val="100000"/>
              </a:lnSpc>
              <a:spcBef>
                <a:spcPts val="1920"/>
              </a:spcBef>
            </a:pPr>
            <a:r>
              <a:rPr sz="2400" spc="-45" dirty="0">
                <a:solidFill>
                  <a:srgbClr val="003399"/>
                </a:solidFill>
                <a:latin typeface="Noto Sans Mono CJK HK"/>
                <a:cs typeface="Noto Sans Mono CJK HK"/>
              </a:rPr>
              <a:t>操作控制命令：操作命令字 </a:t>
            </a:r>
            <a:r>
              <a:rPr sz="2400" spc="-10" dirty="0">
                <a:solidFill>
                  <a:srgbClr val="003399"/>
                </a:solidFill>
                <a:latin typeface="Arial" panose="020B0604020202020204"/>
                <a:cs typeface="Arial" panose="020B0604020202020204"/>
              </a:rPr>
              <a:t>OCW1~OCW3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5000"/>
              </a:lnSpc>
              <a:spcBef>
                <a:spcPts val="1215"/>
              </a:spcBef>
            </a:pP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每片</a:t>
            </a:r>
            <a:r>
              <a:rPr sz="2400" spc="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有</a:t>
            </a:r>
            <a:r>
              <a:rPr sz="2400" spc="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个片内地址</a:t>
            </a:r>
            <a:r>
              <a:rPr sz="2400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A0=0</a:t>
            </a:r>
            <a:r>
              <a:rPr sz="2400" spc="80" dirty="0">
                <a:solidFill>
                  <a:srgbClr val="333399"/>
                </a:solidFill>
                <a:latin typeface="Noto Sans Mono CJK HK"/>
                <a:cs typeface="Noto Sans Mono CJK HK"/>
              </a:rPr>
              <a:t>和</a:t>
            </a:r>
            <a:r>
              <a:rPr sz="2400" spc="7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A0=1</a:t>
            </a:r>
            <a:r>
              <a:rPr sz="2400" spc="5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，所有的命令都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是通过这两个端口来设置的。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7982" y="3592144"/>
            <a:ext cx="208915" cy="2095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7012" y="5903976"/>
            <a:ext cx="6167755" cy="830580"/>
          </a:xfrm>
          <a:custGeom>
            <a:avLst/>
            <a:gdLst/>
            <a:ahLst/>
            <a:cxnLst/>
            <a:rect l="l" t="t" r="r" b="b"/>
            <a:pathLst>
              <a:path w="6167755" h="830579">
                <a:moveTo>
                  <a:pt x="6167628" y="830579"/>
                </a:moveTo>
                <a:lnTo>
                  <a:pt x="0" y="830579"/>
                </a:lnTo>
                <a:lnTo>
                  <a:pt x="0" y="0"/>
                </a:lnTo>
                <a:lnTo>
                  <a:pt x="6167628" y="0"/>
                </a:lnTo>
                <a:lnTo>
                  <a:pt x="6167628" y="8305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47052" y="139395"/>
            <a:ext cx="28301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的编程结构</a:t>
            </a:r>
            <a:endParaRPr spc="-35" dirty="0"/>
          </a:p>
        </p:txBody>
      </p:sp>
      <p:grpSp>
        <p:nvGrpSpPr>
          <p:cNvPr id="4" name="object 4"/>
          <p:cNvGrpSpPr/>
          <p:nvPr/>
        </p:nvGrpSpPr>
        <p:grpSpPr>
          <a:xfrm>
            <a:off x="350138" y="1148714"/>
            <a:ext cx="8477250" cy="4674870"/>
            <a:chOff x="350138" y="1148714"/>
            <a:chExt cx="8477250" cy="467487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92931" y="1224811"/>
              <a:ext cx="8383348" cy="45601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138" y="1148714"/>
              <a:ext cx="8477250" cy="4674870"/>
            </a:xfrm>
            <a:custGeom>
              <a:avLst/>
              <a:gdLst/>
              <a:ahLst/>
              <a:cxnLst/>
              <a:rect l="l" t="t" r="r" b="b"/>
              <a:pathLst>
                <a:path w="8477250" h="4674870">
                  <a:moveTo>
                    <a:pt x="4762" y="4670107"/>
                  </a:moveTo>
                  <a:lnTo>
                    <a:pt x="0" y="4670107"/>
                  </a:lnTo>
                  <a:lnTo>
                    <a:pt x="0" y="4632007"/>
                  </a:lnTo>
                  <a:lnTo>
                    <a:pt x="9525" y="4632007"/>
                  </a:lnTo>
                  <a:lnTo>
                    <a:pt x="9525" y="4665345"/>
                  </a:lnTo>
                  <a:lnTo>
                    <a:pt x="4762" y="4665345"/>
                  </a:lnTo>
                  <a:lnTo>
                    <a:pt x="4762" y="4670107"/>
                  </a:lnTo>
                  <a:close/>
                </a:path>
                <a:path w="8477250" h="4674870">
                  <a:moveTo>
                    <a:pt x="10477" y="4674870"/>
                  </a:moveTo>
                  <a:lnTo>
                    <a:pt x="4762" y="4674870"/>
                  </a:lnTo>
                  <a:lnTo>
                    <a:pt x="4762" y="4665345"/>
                  </a:lnTo>
                  <a:lnTo>
                    <a:pt x="9525" y="4665345"/>
                  </a:lnTo>
                  <a:lnTo>
                    <a:pt x="9525" y="4670107"/>
                  </a:lnTo>
                  <a:lnTo>
                    <a:pt x="10477" y="4670107"/>
                  </a:lnTo>
                  <a:lnTo>
                    <a:pt x="10477" y="4674870"/>
                  </a:lnTo>
                  <a:close/>
                </a:path>
                <a:path w="8477250" h="4674870">
                  <a:moveTo>
                    <a:pt x="10477" y="4670107"/>
                  </a:moveTo>
                  <a:lnTo>
                    <a:pt x="9525" y="4670107"/>
                  </a:lnTo>
                  <a:lnTo>
                    <a:pt x="9525" y="4665345"/>
                  </a:lnTo>
                  <a:lnTo>
                    <a:pt x="10477" y="4665345"/>
                  </a:lnTo>
                  <a:lnTo>
                    <a:pt x="10477" y="4670107"/>
                  </a:lnTo>
                  <a:close/>
                </a:path>
                <a:path w="8477250" h="4674870">
                  <a:moveTo>
                    <a:pt x="9525" y="4603432"/>
                  </a:moveTo>
                  <a:lnTo>
                    <a:pt x="0" y="4603432"/>
                  </a:lnTo>
                  <a:lnTo>
                    <a:pt x="0" y="4593907"/>
                  </a:lnTo>
                  <a:lnTo>
                    <a:pt x="9525" y="4593907"/>
                  </a:lnTo>
                  <a:lnTo>
                    <a:pt x="9525" y="4603432"/>
                  </a:lnTo>
                  <a:close/>
                </a:path>
                <a:path w="8477250" h="4674870">
                  <a:moveTo>
                    <a:pt x="9525" y="4565332"/>
                  </a:moveTo>
                  <a:lnTo>
                    <a:pt x="0" y="4565332"/>
                  </a:lnTo>
                  <a:lnTo>
                    <a:pt x="0" y="4527232"/>
                  </a:lnTo>
                  <a:lnTo>
                    <a:pt x="9525" y="4527232"/>
                  </a:lnTo>
                  <a:lnTo>
                    <a:pt x="9525" y="4565332"/>
                  </a:lnTo>
                  <a:close/>
                </a:path>
                <a:path w="8477250" h="4674870">
                  <a:moveTo>
                    <a:pt x="9525" y="4498657"/>
                  </a:moveTo>
                  <a:lnTo>
                    <a:pt x="0" y="4498657"/>
                  </a:lnTo>
                  <a:lnTo>
                    <a:pt x="0" y="4489132"/>
                  </a:lnTo>
                  <a:lnTo>
                    <a:pt x="9525" y="4489132"/>
                  </a:lnTo>
                  <a:lnTo>
                    <a:pt x="9525" y="4498657"/>
                  </a:lnTo>
                  <a:close/>
                </a:path>
                <a:path w="8477250" h="4674870">
                  <a:moveTo>
                    <a:pt x="9525" y="4460557"/>
                  </a:moveTo>
                  <a:lnTo>
                    <a:pt x="0" y="4460557"/>
                  </a:lnTo>
                  <a:lnTo>
                    <a:pt x="0" y="4422457"/>
                  </a:lnTo>
                  <a:lnTo>
                    <a:pt x="9525" y="4422457"/>
                  </a:lnTo>
                  <a:lnTo>
                    <a:pt x="9525" y="4460557"/>
                  </a:lnTo>
                  <a:close/>
                </a:path>
                <a:path w="8477250" h="4674870">
                  <a:moveTo>
                    <a:pt x="9525" y="4393882"/>
                  </a:moveTo>
                  <a:lnTo>
                    <a:pt x="0" y="4393882"/>
                  </a:lnTo>
                  <a:lnTo>
                    <a:pt x="0" y="4384357"/>
                  </a:lnTo>
                  <a:lnTo>
                    <a:pt x="9525" y="4384357"/>
                  </a:lnTo>
                  <a:lnTo>
                    <a:pt x="9525" y="4393882"/>
                  </a:lnTo>
                  <a:close/>
                </a:path>
                <a:path w="8477250" h="4674870">
                  <a:moveTo>
                    <a:pt x="9525" y="4355782"/>
                  </a:moveTo>
                  <a:lnTo>
                    <a:pt x="0" y="4355782"/>
                  </a:lnTo>
                  <a:lnTo>
                    <a:pt x="0" y="4317682"/>
                  </a:lnTo>
                  <a:lnTo>
                    <a:pt x="9525" y="4317682"/>
                  </a:lnTo>
                  <a:lnTo>
                    <a:pt x="9525" y="4355782"/>
                  </a:lnTo>
                  <a:close/>
                </a:path>
                <a:path w="8477250" h="4674870">
                  <a:moveTo>
                    <a:pt x="9525" y="4289107"/>
                  </a:moveTo>
                  <a:lnTo>
                    <a:pt x="0" y="4289107"/>
                  </a:lnTo>
                  <a:lnTo>
                    <a:pt x="0" y="4279582"/>
                  </a:lnTo>
                  <a:lnTo>
                    <a:pt x="9525" y="4279582"/>
                  </a:lnTo>
                  <a:lnTo>
                    <a:pt x="9525" y="4289107"/>
                  </a:lnTo>
                  <a:close/>
                </a:path>
                <a:path w="8477250" h="4674870">
                  <a:moveTo>
                    <a:pt x="9525" y="4251007"/>
                  </a:moveTo>
                  <a:lnTo>
                    <a:pt x="0" y="4251007"/>
                  </a:lnTo>
                  <a:lnTo>
                    <a:pt x="0" y="4212907"/>
                  </a:lnTo>
                  <a:lnTo>
                    <a:pt x="9525" y="4212907"/>
                  </a:lnTo>
                  <a:lnTo>
                    <a:pt x="9525" y="4251007"/>
                  </a:lnTo>
                  <a:close/>
                </a:path>
                <a:path w="8477250" h="4674870">
                  <a:moveTo>
                    <a:pt x="9525" y="4184332"/>
                  </a:moveTo>
                  <a:lnTo>
                    <a:pt x="0" y="4184332"/>
                  </a:lnTo>
                  <a:lnTo>
                    <a:pt x="0" y="4174807"/>
                  </a:lnTo>
                  <a:lnTo>
                    <a:pt x="9525" y="4174807"/>
                  </a:lnTo>
                  <a:lnTo>
                    <a:pt x="9525" y="4184332"/>
                  </a:lnTo>
                  <a:close/>
                </a:path>
                <a:path w="8477250" h="4674870">
                  <a:moveTo>
                    <a:pt x="9525" y="4146232"/>
                  </a:moveTo>
                  <a:lnTo>
                    <a:pt x="0" y="4146232"/>
                  </a:lnTo>
                  <a:lnTo>
                    <a:pt x="0" y="4108132"/>
                  </a:lnTo>
                  <a:lnTo>
                    <a:pt x="9525" y="4108132"/>
                  </a:lnTo>
                  <a:lnTo>
                    <a:pt x="9525" y="4146232"/>
                  </a:lnTo>
                  <a:close/>
                </a:path>
                <a:path w="8477250" h="4674870">
                  <a:moveTo>
                    <a:pt x="9525" y="4079557"/>
                  </a:moveTo>
                  <a:lnTo>
                    <a:pt x="0" y="4079557"/>
                  </a:lnTo>
                  <a:lnTo>
                    <a:pt x="0" y="4070032"/>
                  </a:lnTo>
                  <a:lnTo>
                    <a:pt x="9525" y="4070032"/>
                  </a:lnTo>
                  <a:lnTo>
                    <a:pt x="9525" y="4079557"/>
                  </a:lnTo>
                  <a:close/>
                </a:path>
                <a:path w="8477250" h="4674870">
                  <a:moveTo>
                    <a:pt x="9525" y="4041457"/>
                  </a:moveTo>
                  <a:lnTo>
                    <a:pt x="0" y="4041457"/>
                  </a:lnTo>
                  <a:lnTo>
                    <a:pt x="0" y="4003357"/>
                  </a:lnTo>
                  <a:lnTo>
                    <a:pt x="9525" y="4003357"/>
                  </a:lnTo>
                  <a:lnTo>
                    <a:pt x="9525" y="4041457"/>
                  </a:lnTo>
                  <a:close/>
                </a:path>
                <a:path w="8477250" h="4674870">
                  <a:moveTo>
                    <a:pt x="9525" y="3974782"/>
                  </a:moveTo>
                  <a:lnTo>
                    <a:pt x="0" y="3974782"/>
                  </a:lnTo>
                  <a:lnTo>
                    <a:pt x="0" y="3965257"/>
                  </a:lnTo>
                  <a:lnTo>
                    <a:pt x="9525" y="3965257"/>
                  </a:lnTo>
                  <a:lnTo>
                    <a:pt x="9525" y="3974782"/>
                  </a:lnTo>
                  <a:close/>
                </a:path>
                <a:path w="8477250" h="4674870">
                  <a:moveTo>
                    <a:pt x="9525" y="3936682"/>
                  </a:moveTo>
                  <a:lnTo>
                    <a:pt x="0" y="3936682"/>
                  </a:lnTo>
                  <a:lnTo>
                    <a:pt x="0" y="3898582"/>
                  </a:lnTo>
                  <a:lnTo>
                    <a:pt x="9525" y="3898582"/>
                  </a:lnTo>
                  <a:lnTo>
                    <a:pt x="9525" y="3936682"/>
                  </a:lnTo>
                  <a:close/>
                </a:path>
                <a:path w="8477250" h="4674870">
                  <a:moveTo>
                    <a:pt x="9525" y="3870007"/>
                  </a:moveTo>
                  <a:lnTo>
                    <a:pt x="0" y="3870007"/>
                  </a:lnTo>
                  <a:lnTo>
                    <a:pt x="0" y="3860482"/>
                  </a:lnTo>
                  <a:lnTo>
                    <a:pt x="9525" y="3860482"/>
                  </a:lnTo>
                  <a:lnTo>
                    <a:pt x="9525" y="3870007"/>
                  </a:lnTo>
                  <a:close/>
                </a:path>
                <a:path w="8477250" h="4674870">
                  <a:moveTo>
                    <a:pt x="9525" y="3831907"/>
                  </a:moveTo>
                  <a:lnTo>
                    <a:pt x="0" y="3831907"/>
                  </a:lnTo>
                  <a:lnTo>
                    <a:pt x="0" y="3793807"/>
                  </a:lnTo>
                  <a:lnTo>
                    <a:pt x="9525" y="3793807"/>
                  </a:lnTo>
                  <a:lnTo>
                    <a:pt x="9525" y="3831907"/>
                  </a:lnTo>
                  <a:close/>
                </a:path>
                <a:path w="8477250" h="4674870">
                  <a:moveTo>
                    <a:pt x="9525" y="3765232"/>
                  </a:moveTo>
                  <a:lnTo>
                    <a:pt x="0" y="3765232"/>
                  </a:lnTo>
                  <a:lnTo>
                    <a:pt x="0" y="3755707"/>
                  </a:lnTo>
                  <a:lnTo>
                    <a:pt x="9525" y="3755707"/>
                  </a:lnTo>
                  <a:lnTo>
                    <a:pt x="9525" y="3765232"/>
                  </a:lnTo>
                  <a:close/>
                </a:path>
                <a:path w="8477250" h="4674870">
                  <a:moveTo>
                    <a:pt x="9525" y="3727132"/>
                  </a:moveTo>
                  <a:lnTo>
                    <a:pt x="0" y="3727132"/>
                  </a:lnTo>
                  <a:lnTo>
                    <a:pt x="0" y="3689032"/>
                  </a:lnTo>
                  <a:lnTo>
                    <a:pt x="9525" y="3689032"/>
                  </a:lnTo>
                  <a:lnTo>
                    <a:pt x="9525" y="3727132"/>
                  </a:lnTo>
                  <a:close/>
                </a:path>
                <a:path w="8477250" h="4674870">
                  <a:moveTo>
                    <a:pt x="9525" y="3660457"/>
                  </a:moveTo>
                  <a:lnTo>
                    <a:pt x="0" y="3660457"/>
                  </a:lnTo>
                  <a:lnTo>
                    <a:pt x="0" y="3650932"/>
                  </a:lnTo>
                  <a:lnTo>
                    <a:pt x="9525" y="3650932"/>
                  </a:lnTo>
                  <a:lnTo>
                    <a:pt x="9525" y="3660457"/>
                  </a:lnTo>
                  <a:close/>
                </a:path>
                <a:path w="8477250" h="4674870">
                  <a:moveTo>
                    <a:pt x="9525" y="3622357"/>
                  </a:moveTo>
                  <a:lnTo>
                    <a:pt x="0" y="3622357"/>
                  </a:lnTo>
                  <a:lnTo>
                    <a:pt x="0" y="3584257"/>
                  </a:lnTo>
                  <a:lnTo>
                    <a:pt x="9525" y="3584257"/>
                  </a:lnTo>
                  <a:lnTo>
                    <a:pt x="9525" y="3622357"/>
                  </a:lnTo>
                  <a:close/>
                </a:path>
                <a:path w="8477250" h="4674870">
                  <a:moveTo>
                    <a:pt x="9525" y="3555682"/>
                  </a:moveTo>
                  <a:lnTo>
                    <a:pt x="0" y="3555682"/>
                  </a:lnTo>
                  <a:lnTo>
                    <a:pt x="0" y="3546157"/>
                  </a:lnTo>
                  <a:lnTo>
                    <a:pt x="9525" y="3546157"/>
                  </a:lnTo>
                  <a:lnTo>
                    <a:pt x="9525" y="3555682"/>
                  </a:lnTo>
                  <a:close/>
                </a:path>
                <a:path w="8477250" h="4674870">
                  <a:moveTo>
                    <a:pt x="9525" y="3517582"/>
                  </a:moveTo>
                  <a:lnTo>
                    <a:pt x="0" y="3517582"/>
                  </a:lnTo>
                  <a:lnTo>
                    <a:pt x="0" y="3479482"/>
                  </a:lnTo>
                  <a:lnTo>
                    <a:pt x="9525" y="3479482"/>
                  </a:lnTo>
                  <a:lnTo>
                    <a:pt x="9525" y="3517582"/>
                  </a:lnTo>
                  <a:close/>
                </a:path>
                <a:path w="8477250" h="4674870">
                  <a:moveTo>
                    <a:pt x="9525" y="3450907"/>
                  </a:moveTo>
                  <a:lnTo>
                    <a:pt x="0" y="3450907"/>
                  </a:lnTo>
                  <a:lnTo>
                    <a:pt x="0" y="3441382"/>
                  </a:lnTo>
                  <a:lnTo>
                    <a:pt x="9525" y="3441382"/>
                  </a:lnTo>
                  <a:lnTo>
                    <a:pt x="9525" y="3450907"/>
                  </a:lnTo>
                  <a:close/>
                </a:path>
                <a:path w="8477250" h="4674870">
                  <a:moveTo>
                    <a:pt x="9525" y="3412807"/>
                  </a:moveTo>
                  <a:lnTo>
                    <a:pt x="0" y="3412807"/>
                  </a:lnTo>
                  <a:lnTo>
                    <a:pt x="0" y="3374707"/>
                  </a:lnTo>
                  <a:lnTo>
                    <a:pt x="9525" y="3374707"/>
                  </a:lnTo>
                  <a:lnTo>
                    <a:pt x="9525" y="3412807"/>
                  </a:lnTo>
                  <a:close/>
                </a:path>
                <a:path w="8477250" h="4674870">
                  <a:moveTo>
                    <a:pt x="9525" y="3346132"/>
                  </a:moveTo>
                  <a:lnTo>
                    <a:pt x="0" y="3346132"/>
                  </a:lnTo>
                  <a:lnTo>
                    <a:pt x="0" y="3336607"/>
                  </a:lnTo>
                  <a:lnTo>
                    <a:pt x="9525" y="3336607"/>
                  </a:lnTo>
                  <a:lnTo>
                    <a:pt x="9525" y="3346132"/>
                  </a:lnTo>
                  <a:close/>
                </a:path>
                <a:path w="8477250" h="4674870">
                  <a:moveTo>
                    <a:pt x="9525" y="3308032"/>
                  </a:moveTo>
                  <a:lnTo>
                    <a:pt x="0" y="3308032"/>
                  </a:lnTo>
                  <a:lnTo>
                    <a:pt x="0" y="3269932"/>
                  </a:lnTo>
                  <a:lnTo>
                    <a:pt x="9525" y="3269932"/>
                  </a:lnTo>
                  <a:lnTo>
                    <a:pt x="9525" y="3308032"/>
                  </a:lnTo>
                  <a:close/>
                </a:path>
                <a:path w="8477250" h="4674870">
                  <a:moveTo>
                    <a:pt x="9525" y="3241357"/>
                  </a:moveTo>
                  <a:lnTo>
                    <a:pt x="0" y="3241357"/>
                  </a:lnTo>
                  <a:lnTo>
                    <a:pt x="0" y="3231832"/>
                  </a:lnTo>
                  <a:lnTo>
                    <a:pt x="9525" y="3231832"/>
                  </a:lnTo>
                  <a:lnTo>
                    <a:pt x="9525" y="3241357"/>
                  </a:lnTo>
                  <a:close/>
                </a:path>
                <a:path w="8477250" h="4674870">
                  <a:moveTo>
                    <a:pt x="9525" y="3203257"/>
                  </a:moveTo>
                  <a:lnTo>
                    <a:pt x="0" y="3203257"/>
                  </a:lnTo>
                  <a:lnTo>
                    <a:pt x="0" y="3165157"/>
                  </a:lnTo>
                  <a:lnTo>
                    <a:pt x="9525" y="3165157"/>
                  </a:lnTo>
                  <a:lnTo>
                    <a:pt x="9525" y="3203257"/>
                  </a:lnTo>
                  <a:close/>
                </a:path>
                <a:path w="8477250" h="4674870">
                  <a:moveTo>
                    <a:pt x="9525" y="3136582"/>
                  </a:moveTo>
                  <a:lnTo>
                    <a:pt x="0" y="3136582"/>
                  </a:lnTo>
                  <a:lnTo>
                    <a:pt x="0" y="3127057"/>
                  </a:lnTo>
                  <a:lnTo>
                    <a:pt x="9525" y="3127057"/>
                  </a:lnTo>
                  <a:lnTo>
                    <a:pt x="9525" y="3136582"/>
                  </a:lnTo>
                  <a:close/>
                </a:path>
                <a:path w="8477250" h="4674870">
                  <a:moveTo>
                    <a:pt x="9525" y="3098482"/>
                  </a:moveTo>
                  <a:lnTo>
                    <a:pt x="0" y="3098482"/>
                  </a:lnTo>
                  <a:lnTo>
                    <a:pt x="0" y="3060382"/>
                  </a:lnTo>
                  <a:lnTo>
                    <a:pt x="9525" y="3060382"/>
                  </a:lnTo>
                  <a:lnTo>
                    <a:pt x="9525" y="3098482"/>
                  </a:lnTo>
                  <a:close/>
                </a:path>
                <a:path w="8477250" h="4674870">
                  <a:moveTo>
                    <a:pt x="9525" y="3031807"/>
                  </a:moveTo>
                  <a:lnTo>
                    <a:pt x="0" y="3031807"/>
                  </a:lnTo>
                  <a:lnTo>
                    <a:pt x="0" y="3022282"/>
                  </a:lnTo>
                  <a:lnTo>
                    <a:pt x="9525" y="3022282"/>
                  </a:lnTo>
                  <a:lnTo>
                    <a:pt x="9525" y="3031807"/>
                  </a:lnTo>
                  <a:close/>
                </a:path>
                <a:path w="8477250" h="4674870">
                  <a:moveTo>
                    <a:pt x="9525" y="2993707"/>
                  </a:moveTo>
                  <a:lnTo>
                    <a:pt x="0" y="2993707"/>
                  </a:lnTo>
                  <a:lnTo>
                    <a:pt x="0" y="2955607"/>
                  </a:lnTo>
                  <a:lnTo>
                    <a:pt x="9525" y="2955607"/>
                  </a:lnTo>
                  <a:lnTo>
                    <a:pt x="9525" y="2993707"/>
                  </a:lnTo>
                  <a:close/>
                </a:path>
                <a:path w="8477250" h="4674870">
                  <a:moveTo>
                    <a:pt x="9525" y="2927032"/>
                  </a:moveTo>
                  <a:lnTo>
                    <a:pt x="0" y="2927032"/>
                  </a:lnTo>
                  <a:lnTo>
                    <a:pt x="0" y="2917507"/>
                  </a:lnTo>
                  <a:lnTo>
                    <a:pt x="9525" y="2917507"/>
                  </a:lnTo>
                  <a:lnTo>
                    <a:pt x="9525" y="2927032"/>
                  </a:lnTo>
                  <a:close/>
                </a:path>
                <a:path w="8477250" h="4674870">
                  <a:moveTo>
                    <a:pt x="9525" y="2888932"/>
                  </a:moveTo>
                  <a:lnTo>
                    <a:pt x="0" y="2888932"/>
                  </a:lnTo>
                  <a:lnTo>
                    <a:pt x="0" y="2850832"/>
                  </a:lnTo>
                  <a:lnTo>
                    <a:pt x="9525" y="2850832"/>
                  </a:lnTo>
                  <a:lnTo>
                    <a:pt x="9525" y="2888932"/>
                  </a:lnTo>
                  <a:close/>
                </a:path>
                <a:path w="8477250" h="4674870">
                  <a:moveTo>
                    <a:pt x="9525" y="2822257"/>
                  </a:moveTo>
                  <a:lnTo>
                    <a:pt x="0" y="2822257"/>
                  </a:lnTo>
                  <a:lnTo>
                    <a:pt x="0" y="2812732"/>
                  </a:lnTo>
                  <a:lnTo>
                    <a:pt x="9525" y="2812732"/>
                  </a:lnTo>
                  <a:lnTo>
                    <a:pt x="9525" y="2822257"/>
                  </a:lnTo>
                  <a:close/>
                </a:path>
                <a:path w="8477250" h="4674870">
                  <a:moveTo>
                    <a:pt x="9525" y="2784157"/>
                  </a:moveTo>
                  <a:lnTo>
                    <a:pt x="0" y="2784157"/>
                  </a:lnTo>
                  <a:lnTo>
                    <a:pt x="0" y="2746057"/>
                  </a:lnTo>
                  <a:lnTo>
                    <a:pt x="9525" y="2746057"/>
                  </a:lnTo>
                  <a:lnTo>
                    <a:pt x="9525" y="2784157"/>
                  </a:lnTo>
                  <a:close/>
                </a:path>
                <a:path w="8477250" h="4674870">
                  <a:moveTo>
                    <a:pt x="9525" y="2717482"/>
                  </a:moveTo>
                  <a:lnTo>
                    <a:pt x="0" y="2717482"/>
                  </a:lnTo>
                  <a:lnTo>
                    <a:pt x="0" y="2707957"/>
                  </a:lnTo>
                  <a:lnTo>
                    <a:pt x="9525" y="2707957"/>
                  </a:lnTo>
                  <a:lnTo>
                    <a:pt x="9525" y="2717482"/>
                  </a:lnTo>
                  <a:close/>
                </a:path>
                <a:path w="8477250" h="4674870">
                  <a:moveTo>
                    <a:pt x="9525" y="2679382"/>
                  </a:moveTo>
                  <a:lnTo>
                    <a:pt x="0" y="2679382"/>
                  </a:lnTo>
                  <a:lnTo>
                    <a:pt x="0" y="2641282"/>
                  </a:lnTo>
                  <a:lnTo>
                    <a:pt x="9525" y="2641282"/>
                  </a:lnTo>
                  <a:lnTo>
                    <a:pt x="9525" y="2679382"/>
                  </a:lnTo>
                  <a:close/>
                </a:path>
                <a:path w="8477250" h="4674870">
                  <a:moveTo>
                    <a:pt x="9525" y="2612707"/>
                  </a:moveTo>
                  <a:lnTo>
                    <a:pt x="0" y="2612707"/>
                  </a:lnTo>
                  <a:lnTo>
                    <a:pt x="0" y="2603182"/>
                  </a:lnTo>
                  <a:lnTo>
                    <a:pt x="9525" y="2603182"/>
                  </a:lnTo>
                  <a:lnTo>
                    <a:pt x="9525" y="2612707"/>
                  </a:lnTo>
                  <a:close/>
                </a:path>
                <a:path w="8477250" h="4674870">
                  <a:moveTo>
                    <a:pt x="9525" y="2574607"/>
                  </a:moveTo>
                  <a:lnTo>
                    <a:pt x="0" y="2574607"/>
                  </a:lnTo>
                  <a:lnTo>
                    <a:pt x="0" y="2536507"/>
                  </a:lnTo>
                  <a:lnTo>
                    <a:pt x="9525" y="2536507"/>
                  </a:lnTo>
                  <a:lnTo>
                    <a:pt x="9525" y="2574607"/>
                  </a:lnTo>
                  <a:close/>
                </a:path>
                <a:path w="8477250" h="4674870">
                  <a:moveTo>
                    <a:pt x="9525" y="2507932"/>
                  </a:moveTo>
                  <a:lnTo>
                    <a:pt x="0" y="2507932"/>
                  </a:lnTo>
                  <a:lnTo>
                    <a:pt x="0" y="2498407"/>
                  </a:lnTo>
                  <a:lnTo>
                    <a:pt x="9525" y="2498407"/>
                  </a:lnTo>
                  <a:lnTo>
                    <a:pt x="9525" y="2507932"/>
                  </a:lnTo>
                  <a:close/>
                </a:path>
                <a:path w="8477250" h="4674870">
                  <a:moveTo>
                    <a:pt x="9525" y="2469832"/>
                  </a:moveTo>
                  <a:lnTo>
                    <a:pt x="0" y="2469832"/>
                  </a:lnTo>
                  <a:lnTo>
                    <a:pt x="0" y="2431732"/>
                  </a:lnTo>
                  <a:lnTo>
                    <a:pt x="9525" y="2431732"/>
                  </a:lnTo>
                  <a:lnTo>
                    <a:pt x="9525" y="2469832"/>
                  </a:lnTo>
                  <a:close/>
                </a:path>
                <a:path w="8477250" h="4674870">
                  <a:moveTo>
                    <a:pt x="9525" y="2403157"/>
                  </a:moveTo>
                  <a:lnTo>
                    <a:pt x="0" y="2403157"/>
                  </a:lnTo>
                  <a:lnTo>
                    <a:pt x="0" y="2393632"/>
                  </a:lnTo>
                  <a:lnTo>
                    <a:pt x="9525" y="2393632"/>
                  </a:lnTo>
                  <a:lnTo>
                    <a:pt x="9525" y="2403157"/>
                  </a:lnTo>
                  <a:close/>
                </a:path>
                <a:path w="8477250" h="4674870">
                  <a:moveTo>
                    <a:pt x="9525" y="2365057"/>
                  </a:moveTo>
                  <a:lnTo>
                    <a:pt x="0" y="2365057"/>
                  </a:lnTo>
                  <a:lnTo>
                    <a:pt x="0" y="2326957"/>
                  </a:lnTo>
                  <a:lnTo>
                    <a:pt x="9525" y="2326957"/>
                  </a:lnTo>
                  <a:lnTo>
                    <a:pt x="9525" y="2365057"/>
                  </a:lnTo>
                  <a:close/>
                </a:path>
                <a:path w="8477250" h="4674870">
                  <a:moveTo>
                    <a:pt x="9525" y="2298382"/>
                  </a:moveTo>
                  <a:lnTo>
                    <a:pt x="0" y="2298382"/>
                  </a:lnTo>
                  <a:lnTo>
                    <a:pt x="0" y="2288857"/>
                  </a:lnTo>
                  <a:lnTo>
                    <a:pt x="9525" y="2288857"/>
                  </a:lnTo>
                  <a:lnTo>
                    <a:pt x="9525" y="2298382"/>
                  </a:lnTo>
                  <a:close/>
                </a:path>
                <a:path w="8477250" h="4674870">
                  <a:moveTo>
                    <a:pt x="9525" y="2260282"/>
                  </a:moveTo>
                  <a:lnTo>
                    <a:pt x="0" y="2260282"/>
                  </a:lnTo>
                  <a:lnTo>
                    <a:pt x="0" y="2222182"/>
                  </a:lnTo>
                  <a:lnTo>
                    <a:pt x="9525" y="2222182"/>
                  </a:lnTo>
                  <a:lnTo>
                    <a:pt x="9525" y="2260282"/>
                  </a:lnTo>
                  <a:close/>
                </a:path>
                <a:path w="8477250" h="4674870">
                  <a:moveTo>
                    <a:pt x="9525" y="2193607"/>
                  </a:moveTo>
                  <a:lnTo>
                    <a:pt x="0" y="2193607"/>
                  </a:lnTo>
                  <a:lnTo>
                    <a:pt x="0" y="2184082"/>
                  </a:lnTo>
                  <a:lnTo>
                    <a:pt x="9525" y="2184082"/>
                  </a:lnTo>
                  <a:lnTo>
                    <a:pt x="9525" y="2193607"/>
                  </a:lnTo>
                  <a:close/>
                </a:path>
                <a:path w="8477250" h="4674870">
                  <a:moveTo>
                    <a:pt x="9525" y="2155507"/>
                  </a:moveTo>
                  <a:lnTo>
                    <a:pt x="0" y="2155507"/>
                  </a:lnTo>
                  <a:lnTo>
                    <a:pt x="0" y="2117407"/>
                  </a:lnTo>
                  <a:lnTo>
                    <a:pt x="9525" y="2117407"/>
                  </a:lnTo>
                  <a:lnTo>
                    <a:pt x="9525" y="2155507"/>
                  </a:lnTo>
                  <a:close/>
                </a:path>
                <a:path w="8477250" h="4674870">
                  <a:moveTo>
                    <a:pt x="9525" y="2088832"/>
                  </a:moveTo>
                  <a:lnTo>
                    <a:pt x="0" y="2088832"/>
                  </a:lnTo>
                  <a:lnTo>
                    <a:pt x="0" y="2079307"/>
                  </a:lnTo>
                  <a:lnTo>
                    <a:pt x="9525" y="2079307"/>
                  </a:lnTo>
                  <a:lnTo>
                    <a:pt x="9525" y="2088832"/>
                  </a:lnTo>
                  <a:close/>
                </a:path>
                <a:path w="8477250" h="4674870">
                  <a:moveTo>
                    <a:pt x="9525" y="2050732"/>
                  </a:moveTo>
                  <a:lnTo>
                    <a:pt x="0" y="2050732"/>
                  </a:lnTo>
                  <a:lnTo>
                    <a:pt x="0" y="2012632"/>
                  </a:lnTo>
                  <a:lnTo>
                    <a:pt x="9525" y="2012632"/>
                  </a:lnTo>
                  <a:lnTo>
                    <a:pt x="9525" y="2050732"/>
                  </a:lnTo>
                  <a:close/>
                </a:path>
                <a:path w="8477250" h="4674870">
                  <a:moveTo>
                    <a:pt x="9525" y="1984057"/>
                  </a:moveTo>
                  <a:lnTo>
                    <a:pt x="0" y="1984057"/>
                  </a:lnTo>
                  <a:lnTo>
                    <a:pt x="0" y="1974532"/>
                  </a:lnTo>
                  <a:lnTo>
                    <a:pt x="9525" y="1974532"/>
                  </a:lnTo>
                  <a:lnTo>
                    <a:pt x="9525" y="1984057"/>
                  </a:lnTo>
                  <a:close/>
                </a:path>
                <a:path w="8477250" h="4674870">
                  <a:moveTo>
                    <a:pt x="9525" y="1945957"/>
                  </a:moveTo>
                  <a:lnTo>
                    <a:pt x="0" y="1945957"/>
                  </a:lnTo>
                  <a:lnTo>
                    <a:pt x="0" y="1907857"/>
                  </a:lnTo>
                  <a:lnTo>
                    <a:pt x="9525" y="1907857"/>
                  </a:lnTo>
                  <a:lnTo>
                    <a:pt x="9525" y="1945957"/>
                  </a:lnTo>
                  <a:close/>
                </a:path>
                <a:path w="8477250" h="4674870">
                  <a:moveTo>
                    <a:pt x="9525" y="1879282"/>
                  </a:moveTo>
                  <a:lnTo>
                    <a:pt x="0" y="1879282"/>
                  </a:lnTo>
                  <a:lnTo>
                    <a:pt x="0" y="1869757"/>
                  </a:lnTo>
                  <a:lnTo>
                    <a:pt x="9525" y="1869757"/>
                  </a:lnTo>
                  <a:lnTo>
                    <a:pt x="9525" y="1879282"/>
                  </a:lnTo>
                  <a:close/>
                </a:path>
                <a:path w="8477250" h="4674870">
                  <a:moveTo>
                    <a:pt x="9525" y="1841182"/>
                  </a:moveTo>
                  <a:lnTo>
                    <a:pt x="0" y="1841182"/>
                  </a:lnTo>
                  <a:lnTo>
                    <a:pt x="0" y="1803082"/>
                  </a:lnTo>
                  <a:lnTo>
                    <a:pt x="9525" y="1803082"/>
                  </a:lnTo>
                  <a:lnTo>
                    <a:pt x="9525" y="1841182"/>
                  </a:lnTo>
                  <a:close/>
                </a:path>
                <a:path w="8477250" h="4674870">
                  <a:moveTo>
                    <a:pt x="9525" y="1774507"/>
                  </a:moveTo>
                  <a:lnTo>
                    <a:pt x="0" y="1774507"/>
                  </a:lnTo>
                  <a:lnTo>
                    <a:pt x="0" y="1764982"/>
                  </a:lnTo>
                  <a:lnTo>
                    <a:pt x="9525" y="1764982"/>
                  </a:lnTo>
                  <a:lnTo>
                    <a:pt x="9525" y="1774507"/>
                  </a:lnTo>
                  <a:close/>
                </a:path>
                <a:path w="8477250" h="4674870">
                  <a:moveTo>
                    <a:pt x="9525" y="1736407"/>
                  </a:moveTo>
                  <a:lnTo>
                    <a:pt x="0" y="1736407"/>
                  </a:lnTo>
                  <a:lnTo>
                    <a:pt x="0" y="1698307"/>
                  </a:lnTo>
                  <a:lnTo>
                    <a:pt x="9525" y="1698307"/>
                  </a:lnTo>
                  <a:lnTo>
                    <a:pt x="9525" y="1736407"/>
                  </a:lnTo>
                  <a:close/>
                </a:path>
                <a:path w="8477250" h="4674870">
                  <a:moveTo>
                    <a:pt x="9525" y="1669732"/>
                  </a:moveTo>
                  <a:lnTo>
                    <a:pt x="0" y="1669732"/>
                  </a:lnTo>
                  <a:lnTo>
                    <a:pt x="0" y="1660207"/>
                  </a:lnTo>
                  <a:lnTo>
                    <a:pt x="9525" y="1660207"/>
                  </a:lnTo>
                  <a:lnTo>
                    <a:pt x="9525" y="1669732"/>
                  </a:lnTo>
                  <a:close/>
                </a:path>
                <a:path w="8477250" h="4674870">
                  <a:moveTo>
                    <a:pt x="9525" y="1631632"/>
                  </a:moveTo>
                  <a:lnTo>
                    <a:pt x="0" y="1631632"/>
                  </a:lnTo>
                  <a:lnTo>
                    <a:pt x="0" y="1593532"/>
                  </a:lnTo>
                  <a:lnTo>
                    <a:pt x="9525" y="1593532"/>
                  </a:lnTo>
                  <a:lnTo>
                    <a:pt x="9525" y="1631632"/>
                  </a:lnTo>
                  <a:close/>
                </a:path>
                <a:path w="8477250" h="4674870">
                  <a:moveTo>
                    <a:pt x="9525" y="1564957"/>
                  </a:moveTo>
                  <a:lnTo>
                    <a:pt x="0" y="1564957"/>
                  </a:lnTo>
                  <a:lnTo>
                    <a:pt x="0" y="1555432"/>
                  </a:lnTo>
                  <a:lnTo>
                    <a:pt x="9525" y="1555432"/>
                  </a:lnTo>
                  <a:lnTo>
                    <a:pt x="9525" y="1564957"/>
                  </a:lnTo>
                  <a:close/>
                </a:path>
                <a:path w="8477250" h="4674870">
                  <a:moveTo>
                    <a:pt x="9525" y="1526857"/>
                  </a:moveTo>
                  <a:lnTo>
                    <a:pt x="0" y="1526857"/>
                  </a:lnTo>
                  <a:lnTo>
                    <a:pt x="0" y="1488757"/>
                  </a:lnTo>
                  <a:lnTo>
                    <a:pt x="9525" y="1488757"/>
                  </a:lnTo>
                  <a:lnTo>
                    <a:pt x="9525" y="1526857"/>
                  </a:lnTo>
                  <a:close/>
                </a:path>
                <a:path w="8477250" h="4674870">
                  <a:moveTo>
                    <a:pt x="9525" y="1460182"/>
                  </a:moveTo>
                  <a:lnTo>
                    <a:pt x="0" y="1460182"/>
                  </a:lnTo>
                  <a:lnTo>
                    <a:pt x="0" y="1450657"/>
                  </a:lnTo>
                  <a:lnTo>
                    <a:pt x="9525" y="1450657"/>
                  </a:lnTo>
                  <a:lnTo>
                    <a:pt x="9525" y="1460182"/>
                  </a:lnTo>
                  <a:close/>
                </a:path>
                <a:path w="8477250" h="4674870">
                  <a:moveTo>
                    <a:pt x="9525" y="1422082"/>
                  </a:moveTo>
                  <a:lnTo>
                    <a:pt x="0" y="1422082"/>
                  </a:lnTo>
                  <a:lnTo>
                    <a:pt x="0" y="1383982"/>
                  </a:lnTo>
                  <a:lnTo>
                    <a:pt x="9525" y="1383982"/>
                  </a:lnTo>
                  <a:lnTo>
                    <a:pt x="9525" y="1422082"/>
                  </a:lnTo>
                  <a:close/>
                </a:path>
                <a:path w="8477250" h="4674870">
                  <a:moveTo>
                    <a:pt x="9525" y="1355407"/>
                  </a:moveTo>
                  <a:lnTo>
                    <a:pt x="0" y="1355407"/>
                  </a:lnTo>
                  <a:lnTo>
                    <a:pt x="0" y="1345882"/>
                  </a:lnTo>
                  <a:lnTo>
                    <a:pt x="9525" y="1345882"/>
                  </a:lnTo>
                  <a:lnTo>
                    <a:pt x="9525" y="1355407"/>
                  </a:lnTo>
                  <a:close/>
                </a:path>
                <a:path w="8477250" h="4674870">
                  <a:moveTo>
                    <a:pt x="9525" y="1317307"/>
                  </a:moveTo>
                  <a:lnTo>
                    <a:pt x="0" y="1317307"/>
                  </a:lnTo>
                  <a:lnTo>
                    <a:pt x="0" y="1279207"/>
                  </a:lnTo>
                  <a:lnTo>
                    <a:pt x="9525" y="1279207"/>
                  </a:lnTo>
                  <a:lnTo>
                    <a:pt x="9525" y="1317307"/>
                  </a:lnTo>
                  <a:close/>
                </a:path>
                <a:path w="8477250" h="4674870">
                  <a:moveTo>
                    <a:pt x="9525" y="1250632"/>
                  </a:moveTo>
                  <a:lnTo>
                    <a:pt x="0" y="1250632"/>
                  </a:lnTo>
                  <a:lnTo>
                    <a:pt x="0" y="1241107"/>
                  </a:lnTo>
                  <a:lnTo>
                    <a:pt x="9525" y="1241107"/>
                  </a:lnTo>
                  <a:lnTo>
                    <a:pt x="9525" y="1250632"/>
                  </a:lnTo>
                  <a:close/>
                </a:path>
                <a:path w="8477250" h="4674870">
                  <a:moveTo>
                    <a:pt x="9525" y="1212532"/>
                  </a:moveTo>
                  <a:lnTo>
                    <a:pt x="0" y="1212532"/>
                  </a:lnTo>
                  <a:lnTo>
                    <a:pt x="0" y="1174432"/>
                  </a:lnTo>
                  <a:lnTo>
                    <a:pt x="9525" y="1174432"/>
                  </a:lnTo>
                  <a:lnTo>
                    <a:pt x="9525" y="1212532"/>
                  </a:lnTo>
                  <a:close/>
                </a:path>
                <a:path w="8477250" h="4674870">
                  <a:moveTo>
                    <a:pt x="9525" y="1145857"/>
                  </a:moveTo>
                  <a:lnTo>
                    <a:pt x="0" y="1145857"/>
                  </a:lnTo>
                  <a:lnTo>
                    <a:pt x="0" y="1136332"/>
                  </a:lnTo>
                  <a:lnTo>
                    <a:pt x="9525" y="1136332"/>
                  </a:lnTo>
                  <a:lnTo>
                    <a:pt x="9525" y="1145857"/>
                  </a:lnTo>
                  <a:close/>
                </a:path>
                <a:path w="8477250" h="4674870">
                  <a:moveTo>
                    <a:pt x="9525" y="1107757"/>
                  </a:moveTo>
                  <a:lnTo>
                    <a:pt x="0" y="1107757"/>
                  </a:lnTo>
                  <a:lnTo>
                    <a:pt x="0" y="1069657"/>
                  </a:lnTo>
                  <a:lnTo>
                    <a:pt x="9525" y="1069657"/>
                  </a:lnTo>
                  <a:lnTo>
                    <a:pt x="9525" y="1107757"/>
                  </a:lnTo>
                  <a:close/>
                </a:path>
                <a:path w="8477250" h="4674870">
                  <a:moveTo>
                    <a:pt x="9525" y="1041082"/>
                  </a:moveTo>
                  <a:lnTo>
                    <a:pt x="0" y="1041082"/>
                  </a:lnTo>
                  <a:lnTo>
                    <a:pt x="0" y="1031557"/>
                  </a:lnTo>
                  <a:lnTo>
                    <a:pt x="9525" y="1031557"/>
                  </a:lnTo>
                  <a:lnTo>
                    <a:pt x="9525" y="1041082"/>
                  </a:lnTo>
                  <a:close/>
                </a:path>
                <a:path w="8477250" h="4674870">
                  <a:moveTo>
                    <a:pt x="9525" y="1002982"/>
                  </a:moveTo>
                  <a:lnTo>
                    <a:pt x="0" y="1002982"/>
                  </a:lnTo>
                  <a:lnTo>
                    <a:pt x="0" y="964882"/>
                  </a:lnTo>
                  <a:lnTo>
                    <a:pt x="9525" y="964882"/>
                  </a:lnTo>
                  <a:lnTo>
                    <a:pt x="9525" y="1002982"/>
                  </a:lnTo>
                  <a:close/>
                </a:path>
                <a:path w="8477250" h="4674870">
                  <a:moveTo>
                    <a:pt x="9525" y="936307"/>
                  </a:moveTo>
                  <a:lnTo>
                    <a:pt x="0" y="936307"/>
                  </a:lnTo>
                  <a:lnTo>
                    <a:pt x="0" y="926782"/>
                  </a:lnTo>
                  <a:lnTo>
                    <a:pt x="9525" y="926782"/>
                  </a:lnTo>
                  <a:lnTo>
                    <a:pt x="9525" y="936307"/>
                  </a:lnTo>
                  <a:close/>
                </a:path>
                <a:path w="8477250" h="4674870">
                  <a:moveTo>
                    <a:pt x="9525" y="898207"/>
                  </a:moveTo>
                  <a:lnTo>
                    <a:pt x="0" y="898207"/>
                  </a:lnTo>
                  <a:lnTo>
                    <a:pt x="0" y="860107"/>
                  </a:lnTo>
                  <a:lnTo>
                    <a:pt x="9525" y="860107"/>
                  </a:lnTo>
                  <a:lnTo>
                    <a:pt x="9525" y="898207"/>
                  </a:lnTo>
                  <a:close/>
                </a:path>
                <a:path w="8477250" h="4674870">
                  <a:moveTo>
                    <a:pt x="9525" y="831532"/>
                  </a:moveTo>
                  <a:lnTo>
                    <a:pt x="0" y="831532"/>
                  </a:lnTo>
                  <a:lnTo>
                    <a:pt x="0" y="822007"/>
                  </a:lnTo>
                  <a:lnTo>
                    <a:pt x="9525" y="822007"/>
                  </a:lnTo>
                  <a:lnTo>
                    <a:pt x="9525" y="831532"/>
                  </a:lnTo>
                  <a:close/>
                </a:path>
                <a:path w="8477250" h="4674870">
                  <a:moveTo>
                    <a:pt x="9525" y="793432"/>
                  </a:moveTo>
                  <a:lnTo>
                    <a:pt x="0" y="793432"/>
                  </a:lnTo>
                  <a:lnTo>
                    <a:pt x="0" y="755332"/>
                  </a:lnTo>
                  <a:lnTo>
                    <a:pt x="9525" y="755332"/>
                  </a:lnTo>
                  <a:lnTo>
                    <a:pt x="9525" y="793432"/>
                  </a:lnTo>
                  <a:close/>
                </a:path>
                <a:path w="8477250" h="4674870">
                  <a:moveTo>
                    <a:pt x="9525" y="726757"/>
                  </a:moveTo>
                  <a:lnTo>
                    <a:pt x="0" y="726757"/>
                  </a:lnTo>
                  <a:lnTo>
                    <a:pt x="0" y="717232"/>
                  </a:lnTo>
                  <a:lnTo>
                    <a:pt x="9525" y="717232"/>
                  </a:lnTo>
                  <a:lnTo>
                    <a:pt x="9525" y="726757"/>
                  </a:lnTo>
                  <a:close/>
                </a:path>
                <a:path w="8477250" h="4674870">
                  <a:moveTo>
                    <a:pt x="9525" y="688657"/>
                  </a:moveTo>
                  <a:lnTo>
                    <a:pt x="0" y="688657"/>
                  </a:lnTo>
                  <a:lnTo>
                    <a:pt x="0" y="650557"/>
                  </a:lnTo>
                  <a:lnTo>
                    <a:pt x="9525" y="650557"/>
                  </a:lnTo>
                  <a:lnTo>
                    <a:pt x="9525" y="688657"/>
                  </a:lnTo>
                  <a:close/>
                </a:path>
                <a:path w="8477250" h="4674870">
                  <a:moveTo>
                    <a:pt x="9525" y="621982"/>
                  </a:moveTo>
                  <a:lnTo>
                    <a:pt x="0" y="621982"/>
                  </a:lnTo>
                  <a:lnTo>
                    <a:pt x="0" y="612457"/>
                  </a:lnTo>
                  <a:lnTo>
                    <a:pt x="9525" y="612457"/>
                  </a:lnTo>
                  <a:lnTo>
                    <a:pt x="9525" y="621982"/>
                  </a:lnTo>
                  <a:close/>
                </a:path>
                <a:path w="8477250" h="4674870">
                  <a:moveTo>
                    <a:pt x="9525" y="583882"/>
                  </a:moveTo>
                  <a:lnTo>
                    <a:pt x="0" y="583882"/>
                  </a:lnTo>
                  <a:lnTo>
                    <a:pt x="0" y="545782"/>
                  </a:lnTo>
                  <a:lnTo>
                    <a:pt x="9525" y="545782"/>
                  </a:lnTo>
                  <a:lnTo>
                    <a:pt x="9525" y="583882"/>
                  </a:lnTo>
                  <a:close/>
                </a:path>
                <a:path w="8477250" h="4674870">
                  <a:moveTo>
                    <a:pt x="9525" y="517207"/>
                  </a:moveTo>
                  <a:lnTo>
                    <a:pt x="0" y="517207"/>
                  </a:lnTo>
                  <a:lnTo>
                    <a:pt x="0" y="507682"/>
                  </a:lnTo>
                  <a:lnTo>
                    <a:pt x="9525" y="507682"/>
                  </a:lnTo>
                  <a:lnTo>
                    <a:pt x="9525" y="517207"/>
                  </a:lnTo>
                  <a:close/>
                </a:path>
                <a:path w="8477250" h="4674870">
                  <a:moveTo>
                    <a:pt x="9525" y="479107"/>
                  </a:moveTo>
                  <a:lnTo>
                    <a:pt x="0" y="479107"/>
                  </a:lnTo>
                  <a:lnTo>
                    <a:pt x="0" y="441007"/>
                  </a:lnTo>
                  <a:lnTo>
                    <a:pt x="9525" y="441007"/>
                  </a:lnTo>
                  <a:lnTo>
                    <a:pt x="9525" y="479107"/>
                  </a:lnTo>
                  <a:close/>
                </a:path>
                <a:path w="8477250" h="4674870">
                  <a:moveTo>
                    <a:pt x="9525" y="412432"/>
                  </a:moveTo>
                  <a:lnTo>
                    <a:pt x="0" y="412432"/>
                  </a:lnTo>
                  <a:lnTo>
                    <a:pt x="0" y="402907"/>
                  </a:lnTo>
                  <a:lnTo>
                    <a:pt x="9525" y="402907"/>
                  </a:lnTo>
                  <a:lnTo>
                    <a:pt x="9525" y="412432"/>
                  </a:lnTo>
                  <a:close/>
                </a:path>
                <a:path w="8477250" h="4674870">
                  <a:moveTo>
                    <a:pt x="9525" y="374332"/>
                  </a:moveTo>
                  <a:lnTo>
                    <a:pt x="0" y="374332"/>
                  </a:lnTo>
                  <a:lnTo>
                    <a:pt x="0" y="336232"/>
                  </a:lnTo>
                  <a:lnTo>
                    <a:pt x="9525" y="336232"/>
                  </a:lnTo>
                  <a:lnTo>
                    <a:pt x="9525" y="374332"/>
                  </a:lnTo>
                  <a:close/>
                </a:path>
                <a:path w="8477250" h="4674870">
                  <a:moveTo>
                    <a:pt x="9525" y="307657"/>
                  </a:moveTo>
                  <a:lnTo>
                    <a:pt x="0" y="307657"/>
                  </a:lnTo>
                  <a:lnTo>
                    <a:pt x="0" y="298132"/>
                  </a:lnTo>
                  <a:lnTo>
                    <a:pt x="9525" y="298132"/>
                  </a:lnTo>
                  <a:lnTo>
                    <a:pt x="9525" y="307657"/>
                  </a:lnTo>
                  <a:close/>
                </a:path>
                <a:path w="8477250" h="4674870">
                  <a:moveTo>
                    <a:pt x="9525" y="269557"/>
                  </a:moveTo>
                  <a:lnTo>
                    <a:pt x="0" y="269557"/>
                  </a:lnTo>
                  <a:lnTo>
                    <a:pt x="0" y="231457"/>
                  </a:lnTo>
                  <a:lnTo>
                    <a:pt x="9525" y="231457"/>
                  </a:lnTo>
                  <a:lnTo>
                    <a:pt x="9525" y="269557"/>
                  </a:lnTo>
                  <a:close/>
                </a:path>
                <a:path w="8477250" h="4674870">
                  <a:moveTo>
                    <a:pt x="9525" y="202882"/>
                  </a:moveTo>
                  <a:lnTo>
                    <a:pt x="0" y="202882"/>
                  </a:lnTo>
                  <a:lnTo>
                    <a:pt x="0" y="193357"/>
                  </a:lnTo>
                  <a:lnTo>
                    <a:pt x="9525" y="193357"/>
                  </a:lnTo>
                  <a:lnTo>
                    <a:pt x="9525" y="202882"/>
                  </a:lnTo>
                  <a:close/>
                </a:path>
                <a:path w="8477250" h="4674870">
                  <a:moveTo>
                    <a:pt x="9525" y="164782"/>
                  </a:moveTo>
                  <a:lnTo>
                    <a:pt x="0" y="164782"/>
                  </a:lnTo>
                  <a:lnTo>
                    <a:pt x="0" y="126682"/>
                  </a:lnTo>
                  <a:lnTo>
                    <a:pt x="9525" y="126682"/>
                  </a:lnTo>
                  <a:lnTo>
                    <a:pt x="9525" y="164782"/>
                  </a:lnTo>
                  <a:close/>
                </a:path>
                <a:path w="8477250" h="4674870">
                  <a:moveTo>
                    <a:pt x="9525" y="98107"/>
                  </a:moveTo>
                  <a:lnTo>
                    <a:pt x="0" y="98107"/>
                  </a:lnTo>
                  <a:lnTo>
                    <a:pt x="0" y="88582"/>
                  </a:lnTo>
                  <a:lnTo>
                    <a:pt x="9525" y="88582"/>
                  </a:lnTo>
                  <a:lnTo>
                    <a:pt x="9525" y="98107"/>
                  </a:lnTo>
                  <a:close/>
                </a:path>
                <a:path w="8477250" h="4674870">
                  <a:moveTo>
                    <a:pt x="9525" y="60007"/>
                  </a:moveTo>
                  <a:lnTo>
                    <a:pt x="0" y="60007"/>
                  </a:lnTo>
                  <a:lnTo>
                    <a:pt x="0" y="21907"/>
                  </a:lnTo>
                  <a:lnTo>
                    <a:pt x="9525" y="21907"/>
                  </a:lnTo>
                  <a:lnTo>
                    <a:pt x="9525" y="60007"/>
                  </a:lnTo>
                  <a:close/>
                </a:path>
                <a:path w="8477250" h="4674870">
                  <a:moveTo>
                    <a:pt x="25717" y="9525"/>
                  </a:moveTo>
                  <a:lnTo>
                    <a:pt x="16192" y="9525"/>
                  </a:lnTo>
                  <a:lnTo>
                    <a:pt x="16192" y="0"/>
                  </a:lnTo>
                  <a:lnTo>
                    <a:pt x="25717" y="0"/>
                  </a:lnTo>
                  <a:lnTo>
                    <a:pt x="25717" y="9525"/>
                  </a:lnTo>
                  <a:close/>
                </a:path>
                <a:path w="8477250" h="4674870">
                  <a:moveTo>
                    <a:pt x="92392" y="9525"/>
                  </a:moveTo>
                  <a:lnTo>
                    <a:pt x="54292" y="9525"/>
                  </a:lnTo>
                  <a:lnTo>
                    <a:pt x="54292" y="0"/>
                  </a:lnTo>
                  <a:lnTo>
                    <a:pt x="92392" y="0"/>
                  </a:lnTo>
                  <a:lnTo>
                    <a:pt x="92392" y="9525"/>
                  </a:lnTo>
                  <a:close/>
                </a:path>
                <a:path w="8477250" h="4674870">
                  <a:moveTo>
                    <a:pt x="130492" y="9525"/>
                  </a:moveTo>
                  <a:lnTo>
                    <a:pt x="120967" y="9525"/>
                  </a:lnTo>
                  <a:lnTo>
                    <a:pt x="120967" y="0"/>
                  </a:lnTo>
                  <a:lnTo>
                    <a:pt x="130492" y="0"/>
                  </a:lnTo>
                  <a:lnTo>
                    <a:pt x="130492" y="9525"/>
                  </a:lnTo>
                  <a:close/>
                </a:path>
                <a:path w="8477250" h="4674870">
                  <a:moveTo>
                    <a:pt x="197167" y="9525"/>
                  </a:moveTo>
                  <a:lnTo>
                    <a:pt x="159067" y="9525"/>
                  </a:lnTo>
                  <a:lnTo>
                    <a:pt x="159067" y="0"/>
                  </a:lnTo>
                  <a:lnTo>
                    <a:pt x="197167" y="0"/>
                  </a:lnTo>
                  <a:lnTo>
                    <a:pt x="197167" y="9525"/>
                  </a:lnTo>
                  <a:close/>
                </a:path>
                <a:path w="8477250" h="4674870">
                  <a:moveTo>
                    <a:pt x="235267" y="9525"/>
                  </a:moveTo>
                  <a:lnTo>
                    <a:pt x="225742" y="9525"/>
                  </a:lnTo>
                  <a:lnTo>
                    <a:pt x="225742" y="0"/>
                  </a:lnTo>
                  <a:lnTo>
                    <a:pt x="235267" y="0"/>
                  </a:lnTo>
                  <a:lnTo>
                    <a:pt x="235267" y="9525"/>
                  </a:lnTo>
                  <a:close/>
                </a:path>
                <a:path w="8477250" h="4674870">
                  <a:moveTo>
                    <a:pt x="301942" y="9525"/>
                  </a:moveTo>
                  <a:lnTo>
                    <a:pt x="263842" y="9525"/>
                  </a:lnTo>
                  <a:lnTo>
                    <a:pt x="263842" y="0"/>
                  </a:lnTo>
                  <a:lnTo>
                    <a:pt x="301942" y="0"/>
                  </a:lnTo>
                  <a:lnTo>
                    <a:pt x="301942" y="9525"/>
                  </a:lnTo>
                  <a:close/>
                </a:path>
                <a:path w="8477250" h="4674870">
                  <a:moveTo>
                    <a:pt x="340042" y="9525"/>
                  </a:moveTo>
                  <a:lnTo>
                    <a:pt x="330517" y="9525"/>
                  </a:lnTo>
                  <a:lnTo>
                    <a:pt x="330517" y="0"/>
                  </a:lnTo>
                  <a:lnTo>
                    <a:pt x="340042" y="0"/>
                  </a:lnTo>
                  <a:lnTo>
                    <a:pt x="340042" y="9525"/>
                  </a:lnTo>
                  <a:close/>
                </a:path>
                <a:path w="8477250" h="4674870">
                  <a:moveTo>
                    <a:pt x="406717" y="9525"/>
                  </a:moveTo>
                  <a:lnTo>
                    <a:pt x="368617" y="9525"/>
                  </a:lnTo>
                  <a:lnTo>
                    <a:pt x="368617" y="0"/>
                  </a:lnTo>
                  <a:lnTo>
                    <a:pt x="406717" y="0"/>
                  </a:lnTo>
                  <a:lnTo>
                    <a:pt x="406717" y="9525"/>
                  </a:lnTo>
                  <a:close/>
                </a:path>
                <a:path w="8477250" h="4674870">
                  <a:moveTo>
                    <a:pt x="444817" y="9525"/>
                  </a:moveTo>
                  <a:lnTo>
                    <a:pt x="435292" y="9525"/>
                  </a:lnTo>
                  <a:lnTo>
                    <a:pt x="435292" y="0"/>
                  </a:lnTo>
                  <a:lnTo>
                    <a:pt x="444817" y="0"/>
                  </a:lnTo>
                  <a:lnTo>
                    <a:pt x="444817" y="9525"/>
                  </a:lnTo>
                  <a:close/>
                </a:path>
                <a:path w="8477250" h="4674870">
                  <a:moveTo>
                    <a:pt x="511492" y="9525"/>
                  </a:moveTo>
                  <a:lnTo>
                    <a:pt x="473392" y="9525"/>
                  </a:lnTo>
                  <a:lnTo>
                    <a:pt x="473392" y="0"/>
                  </a:lnTo>
                  <a:lnTo>
                    <a:pt x="511492" y="0"/>
                  </a:lnTo>
                  <a:lnTo>
                    <a:pt x="511492" y="9525"/>
                  </a:lnTo>
                  <a:close/>
                </a:path>
                <a:path w="8477250" h="4674870">
                  <a:moveTo>
                    <a:pt x="549592" y="9525"/>
                  </a:moveTo>
                  <a:lnTo>
                    <a:pt x="540067" y="9525"/>
                  </a:lnTo>
                  <a:lnTo>
                    <a:pt x="540067" y="0"/>
                  </a:lnTo>
                  <a:lnTo>
                    <a:pt x="549592" y="0"/>
                  </a:lnTo>
                  <a:lnTo>
                    <a:pt x="549592" y="9525"/>
                  </a:lnTo>
                  <a:close/>
                </a:path>
                <a:path w="8477250" h="4674870">
                  <a:moveTo>
                    <a:pt x="616267" y="9525"/>
                  </a:moveTo>
                  <a:lnTo>
                    <a:pt x="578167" y="9525"/>
                  </a:lnTo>
                  <a:lnTo>
                    <a:pt x="578167" y="0"/>
                  </a:lnTo>
                  <a:lnTo>
                    <a:pt x="616267" y="0"/>
                  </a:lnTo>
                  <a:lnTo>
                    <a:pt x="616267" y="9525"/>
                  </a:lnTo>
                  <a:close/>
                </a:path>
                <a:path w="8477250" h="4674870">
                  <a:moveTo>
                    <a:pt x="654367" y="9525"/>
                  </a:moveTo>
                  <a:lnTo>
                    <a:pt x="644842" y="9525"/>
                  </a:lnTo>
                  <a:lnTo>
                    <a:pt x="644842" y="0"/>
                  </a:lnTo>
                  <a:lnTo>
                    <a:pt x="654367" y="0"/>
                  </a:lnTo>
                  <a:lnTo>
                    <a:pt x="654367" y="9525"/>
                  </a:lnTo>
                  <a:close/>
                </a:path>
                <a:path w="8477250" h="4674870">
                  <a:moveTo>
                    <a:pt x="721042" y="9525"/>
                  </a:moveTo>
                  <a:lnTo>
                    <a:pt x="682942" y="9525"/>
                  </a:lnTo>
                  <a:lnTo>
                    <a:pt x="682942" y="0"/>
                  </a:lnTo>
                  <a:lnTo>
                    <a:pt x="721042" y="0"/>
                  </a:lnTo>
                  <a:lnTo>
                    <a:pt x="721042" y="9525"/>
                  </a:lnTo>
                  <a:close/>
                </a:path>
                <a:path w="8477250" h="4674870">
                  <a:moveTo>
                    <a:pt x="759142" y="9525"/>
                  </a:moveTo>
                  <a:lnTo>
                    <a:pt x="749617" y="9525"/>
                  </a:lnTo>
                  <a:lnTo>
                    <a:pt x="749617" y="0"/>
                  </a:lnTo>
                  <a:lnTo>
                    <a:pt x="759142" y="0"/>
                  </a:lnTo>
                  <a:lnTo>
                    <a:pt x="759142" y="9525"/>
                  </a:lnTo>
                  <a:close/>
                </a:path>
                <a:path w="8477250" h="4674870">
                  <a:moveTo>
                    <a:pt x="825817" y="9525"/>
                  </a:moveTo>
                  <a:lnTo>
                    <a:pt x="787717" y="9525"/>
                  </a:lnTo>
                  <a:lnTo>
                    <a:pt x="787717" y="0"/>
                  </a:lnTo>
                  <a:lnTo>
                    <a:pt x="825817" y="0"/>
                  </a:lnTo>
                  <a:lnTo>
                    <a:pt x="825817" y="9525"/>
                  </a:lnTo>
                  <a:close/>
                </a:path>
                <a:path w="8477250" h="4674870">
                  <a:moveTo>
                    <a:pt x="863917" y="9525"/>
                  </a:moveTo>
                  <a:lnTo>
                    <a:pt x="854392" y="9525"/>
                  </a:lnTo>
                  <a:lnTo>
                    <a:pt x="854392" y="0"/>
                  </a:lnTo>
                  <a:lnTo>
                    <a:pt x="863917" y="0"/>
                  </a:lnTo>
                  <a:lnTo>
                    <a:pt x="863917" y="9525"/>
                  </a:lnTo>
                  <a:close/>
                </a:path>
                <a:path w="8477250" h="4674870">
                  <a:moveTo>
                    <a:pt x="930592" y="9525"/>
                  </a:moveTo>
                  <a:lnTo>
                    <a:pt x="892492" y="9525"/>
                  </a:lnTo>
                  <a:lnTo>
                    <a:pt x="892492" y="0"/>
                  </a:lnTo>
                  <a:lnTo>
                    <a:pt x="930592" y="0"/>
                  </a:lnTo>
                  <a:lnTo>
                    <a:pt x="930592" y="9525"/>
                  </a:lnTo>
                  <a:close/>
                </a:path>
                <a:path w="8477250" h="4674870">
                  <a:moveTo>
                    <a:pt x="968692" y="9525"/>
                  </a:moveTo>
                  <a:lnTo>
                    <a:pt x="959167" y="9525"/>
                  </a:lnTo>
                  <a:lnTo>
                    <a:pt x="959167" y="0"/>
                  </a:lnTo>
                  <a:lnTo>
                    <a:pt x="968692" y="0"/>
                  </a:lnTo>
                  <a:lnTo>
                    <a:pt x="968692" y="9525"/>
                  </a:lnTo>
                  <a:close/>
                </a:path>
                <a:path w="8477250" h="4674870">
                  <a:moveTo>
                    <a:pt x="1035367" y="9525"/>
                  </a:moveTo>
                  <a:lnTo>
                    <a:pt x="997267" y="9525"/>
                  </a:lnTo>
                  <a:lnTo>
                    <a:pt x="997267" y="0"/>
                  </a:lnTo>
                  <a:lnTo>
                    <a:pt x="1035367" y="0"/>
                  </a:lnTo>
                  <a:lnTo>
                    <a:pt x="1035367" y="9525"/>
                  </a:lnTo>
                  <a:close/>
                </a:path>
                <a:path w="8477250" h="4674870">
                  <a:moveTo>
                    <a:pt x="1073467" y="9525"/>
                  </a:moveTo>
                  <a:lnTo>
                    <a:pt x="1063942" y="9525"/>
                  </a:lnTo>
                  <a:lnTo>
                    <a:pt x="1063942" y="0"/>
                  </a:lnTo>
                  <a:lnTo>
                    <a:pt x="1073467" y="0"/>
                  </a:lnTo>
                  <a:lnTo>
                    <a:pt x="1073467" y="9525"/>
                  </a:lnTo>
                  <a:close/>
                </a:path>
                <a:path w="8477250" h="4674870">
                  <a:moveTo>
                    <a:pt x="1140142" y="9525"/>
                  </a:moveTo>
                  <a:lnTo>
                    <a:pt x="1102042" y="9525"/>
                  </a:lnTo>
                  <a:lnTo>
                    <a:pt x="1102042" y="0"/>
                  </a:lnTo>
                  <a:lnTo>
                    <a:pt x="1140142" y="0"/>
                  </a:lnTo>
                  <a:lnTo>
                    <a:pt x="1140142" y="9525"/>
                  </a:lnTo>
                  <a:close/>
                </a:path>
                <a:path w="8477250" h="4674870">
                  <a:moveTo>
                    <a:pt x="1178242" y="9525"/>
                  </a:moveTo>
                  <a:lnTo>
                    <a:pt x="1168717" y="9525"/>
                  </a:lnTo>
                  <a:lnTo>
                    <a:pt x="1168717" y="0"/>
                  </a:lnTo>
                  <a:lnTo>
                    <a:pt x="1178242" y="0"/>
                  </a:lnTo>
                  <a:lnTo>
                    <a:pt x="1178242" y="9525"/>
                  </a:lnTo>
                  <a:close/>
                </a:path>
                <a:path w="8477250" h="4674870">
                  <a:moveTo>
                    <a:pt x="1244917" y="9525"/>
                  </a:moveTo>
                  <a:lnTo>
                    <a:pt x="1206817" y="9525"/>
                  </a:lnTo>
                  <a:lnTo>
                    <a:pt x="1206817" y="0"/>
                  </a:lnTo>
                  <a:lnTo>
                    <a:pt x="1244917" y="0"/>
                  </a:lnTo>
                  <a:lnTo>
                    <a:pt x="1244917" y="9525"/>
                  </a:lnTo>
                  <a:close/>
                </a:path>
                <a:path w="8477250" h="4674870">
                  <a:moveTo>
                    <a:pt x="1283017" y="9525"/>
                  </a:moveTo>
                  <a:lnTo>
                    <a:pt x="1273492" y="9525"/>
                  </a:lnTo>
                  <a:lnTo>
                    <a:pt x="1273492" y="0"/>
                  </a:lnTo>
                  <a:lnTo>
                    <a:pt x="1283017" y="0"/>
                  </a:lnTo>
                  <a:lnTo>
                    <a:pt x="1283017" y="9525"/>
                  </a:lnTo>
                  <a:close/>
                </a:path>
                <a:path w="8477250" h="4674870">
                  <a:moveTo>
                    <a:pt x="1349692" y="9525"/>
                  </a:moveTo>
                  <a:lnTo>
                    <a:pt x="1311592" y="9525"/>
                  </a:lnTo>
                  <a:lnTo>
                    <a:pt x="1311592" y="0"/>
                  </a:lnTo>
                  <a:lnTo>
                    <a:pt x="1349692" y="0"/>
                  </a:lnTo>
                  <a:lnTo>
                    <a:pt x="1349692" y="9525"/>
                  </a:lnTo>
                  <a:close/>
                </a:path>
                <a:path w="8477250" h="4674870">
                  <a:moveTo>
                    <a:pt x="1387792" y="9525"/>
                  </a:moveTo>
                  <a:lnTo>
                    <a:pt x="1378267" y="9525"/>
                  </a:lnTo>
                  <a:lnTo>
                    <a:pt x="1378267" y="0"/>
                  </a:lnTo>
                  <a:lnTo>
                    <a:pt x="1387792" y="0"/>
                  </a:lnTo>
                  <a:lnTo>
                    <a:pt x="1387792" y="9525"/>
                  </a:lnTo>
                  <a:close/>
                </a:path>
                <a:path w="8477250" h="4674870">
                  <a:moveTo>
                    <a:pt x="1454467" y="9525"/>
                  </a:moveTo>
                  <a:lnTo>
                    <a:pt x="1416367" y="9525"/>
                  </a:lnTo>
                  <a:lnTo>
                    <a:pt x="1416367" y="0"/>
                  </a:lnTo>
                  <a:lnTo>
                    <a:pt x="1454467" y="0"/>
                  </a:lnTo>
                  <a:lnTo>
                    <a:pt x="1454467" y="9525"/>
                  </a:lnTo>
                  <a:close/>
                </a:path>
                <a:path w="8477250" h="4674870">
                  <a:moveTo>
                    <a:pt x="1492567" y="9525"/>
                  </a:moveTo>
                  <a:lnTo>
                    <a:pt x="1483042" y="9525"/>
                  </a:lnTo>
                  <a:lnTo>
                    <a:pt x="1483042" y="0"/>
                  </a:lnTo>
                  <a:lnTo>
                    <a:pt x="1492567" y="0"/>
                  </a:lnTo>
                  <a:lnTo>
                    <a:pt x="1492567" y="9525"/>
                  </a:lnTo>
                  <a:close/>
                </a:path>
                <a:path w="8477250" h="4674870">
                  <a:moveTo>
                    <a:pt x="1559242" y="9525"/>
                  </a:moveTo>
                  <a:lnTo>
                    <a:pt x="1521142" y="9525"/>
                  </a:lnTo>
                  <a:lnTo>
                    <a:pt x="1521142" y="0"/>
                  </a:lnTo>
                  <a:lnTo>
                    <a:pt x="1559242" y="0"/>
                  </a:lnTo>
                  <a:lnTo>
                    <a:pt x="1559242" y="9525"/>
                  </a:lnTo>
                  <a:close/>
                </a:path>
                <a:path w="8477250" h="4674870">
                  <a:moveTo>
                    <a:pt x="1597342" y="9525"/>
                  </a:moveTo>
                  <a:lnTo>
                    <a:pt x="1587817" y="9525"/>
                  </a:lnTo>
                  <a:lnTo>
                    <a:pt x="1587817" y="0"/>
                  </a:lnTo>
                  <a:lnTo>
                    <a:pt x="1597342" y="0"/>
                  </a:lnTo>
                  <a:lnTo>
                    <a:pt x="1597342" y="9525"/>
                  </a:lnTo>
                  <a:close/>
                </a:path>
                <a:path w="8477250" h="4674870">
                  <a:moveTo>
                    <a:pt x="1664017" y="9525"/>
                  </a:moveTo>
                  <a:lnTo>
                    <a:pt x="1625917" y="9525"/>
                  </a:lnTo>
                  <a:lnTo>
                    <a:pt x="1625917" y="0"/>
                  </a:lnTo>
                  <a:lnTo>
                    <a:pt x="1664017" y="0"/>
                  </a:lnTo>
                  <a:lnTo>
                    <a:pt x="1664017" y="9525"/>
                  </a:lnTo>
                  <a:close/>
                </a:path>
                <a:path w="8477250" h="4674870">
                  <a:moveTo>
                    <a:pt x="1702117" y="9525"/>
                  </a:moveTo>
                  <a:lnTo>
                    <a:pt x="1692592" y="9525"/>
                  </a:lnTo>
                  <a:lnTo>
                    <a:pt x="1692592" y="0"/>
                  </a:lnTo>
                  <a:lnTo>
                    <a:pt x="1702117" y="0"/>
                  </a:lnTo>
                  <a:lnTo>
                    <a:pt x="1702117" y="9525"/>
                  </a:lnTo>
                  <a:close/>
                </a:path>
                <a:path w="8477250" h="4674870">
                  <a:moveTo>
                    <a:pt x="1768792" y="9525"/>
                  </a:moveTo>
                  <a:lnTo>
                    <a:pt x="1730692" y="9525"/>
                  </a:lnTo>
                  <a:lnTo>
                    <a:pt x="1730692" y="0"/>
                  </a:lnTo>
                  <a:lnTo>
                    <a:pt x="1768792" y="0"/>
                  </a:lnTo>
                  <a:lnTo>
                    <a:pt x="1768792" y="9525"/>
                  </a:lnTo>
                  <a:close/>
                </a:path>
                <a:path w="8477250" h="4674870">
                  <a:moveTo>
                    <a:pt x="1806892" y="9525"/>
                  </a:moveTo>
                  <a:lnTo>
                    <a:pt x="1797367" y="9525"/>
                  </a:lnTo>
                  <a:lnTo>
                    <a:pt x="1797367" y="0"/>
                  </a:lnTo>
                  <a:lnTo>
                    <a:pt x="1806892" y="0"/>
                  </a:lnTo>
                  <a:lnTo>
                    <a:pt x="1806892" y="9525"/>
                  </a:lnTo>
                  <a:close/>
                </a:path>
                <a:path w="8477250" h="4674870">
                  <a:moveTo>
                    <a:pt x="1873567" y="9525"/>
                  </a:moveTo>
                  <a:lnTo>
                    <a:pt x="1835467" y="9525"/>
                  </a:lnTo>
                  <a:lnTo>
                    <a:pt x="1835467" y="0"/>
                  </a:lnTo>
                  <a:lnTo>
                    <a:pt x="1873567" y="0"/>
                  </a:lnTo>
                  <a:lnTo>
                    <a:pt x="1873567" y="9525"/>
                  </a:lnTo>
                  <a:close/>
                </a:path>
                <a:path w="8477250" h="4674870">
                  <a:moveTo>
                    <a:pt x="1911667" y="9525"/>
                  </a:moveTo>
                  <a:lnTo>
                    <a:pt x="1902142" y="9525"/>
                  </a:lnTo>
                  <a:lnTo>
                    <a:pt x="1902142" y="0"/>
                  </a:lnTo>
                  <a:lnTo>
                    <a:pt x="1911667" y="0"/>
                  </a:lnTo>
                  <a:lnTo>
                    <a:pt x="1911667" y="9525"/>
                  </a:lnTo>
                  <a:close/>
                </a:path>
                <a:path w="8477250" h="4674870">
                  <a:moveTo>
                    <a:pt x="1978342" y="9525"/>
                  </a:moveTo>
                  <a:lnTo>
                    <a:pt x="1940242" y="9525"/>
                  </a:lnTo>
                  <a:lnTo>
                    <a:pt x="1940242" y="0"/>
                  </a:lnTo>
                  <a:lnTo>
                    <a:pt x="1978342" y="0"/>
                  </a:lnTo>
                  <a:lnTo>
                    <a:pt x="1978342" y="9525"/>
                  </a:lnTo>
                  <a:close/>
                </a:path>
                <a:path w="8477250" h="4674870">
                  <a:moveTo>
                    <a:pt x="2016442" y="9525"/>
                  </a:moveTo>
                  <a:lnTo>
                    <a:pt x="2006917" y="9525"/>
                  </a:lnTo>
                  <a:lnTo>
                    <a:pt x="2006917" y="0"/>
                  </a:lnTo>
                  <a:lnTo>
                    <a:pt x="2016442" y="0"/>
                  </a:lnTo>
                  <a:lnTo>
                    <a:pt x="2016442" y="9525"/>
                  </a:lnTo>
                  <a:close/>
                </a:path>
                <a:path w="8477250" h="4674870">
                  <a:moveTo>
                    <a:pt x="2083117" y="9525"/>
                  </a:moveTo>
                  <a:lnTo>
                    <a:pt x="2045017" y="9525"/>
                  </a:lnTo>
                  <a:lnTo>
                    <a:pt x="2045017" y="0"/>
                  </a:lnTo>
                  <a:lnTo>
                    <a:pt x="2083117" y="0"/>
                  </a:lnTo>
                  <a:lnTo>
                    <a:pt x="2083117" y="9525"/>
                  </a:lnTo>
                  <a:close/>
                </a:path>
                <a:path w="8477250" h="4674870">
                  <a:moveTo>
                    <a:pt x="2121217" y="9525"/>
                  </a:moveTo>
                  <a:lnTo>
                    <a:pt x="2111692" y="9525"/>
                  </a:lnTo>
                  <a:lnTo>
                    <a:pt x="2111692" y="0"/>
                  </a:lnTo>
                  <a:lnTo>
                    <a:pt x="2121217" y="0"/>
                  </a:lnTo>
                  <a:lnTo>
                    <a:pt x="2121217" y="9525"/>
                  </a:lnTo>
                  <a:close/>
                </a:path>
                <a:path w="8477250" h="4674870">
                  <a:moveTo>
                    <a:pt x="2187892" y="9525"/>
                  </a:moveTo>
                  <a:lnTo>
                    <a:pt x="2149792" y="9525"/>
                  </a:lnTo>
                  <a:lnTo>
                    <a:pt x="2149792" y="0"/>
                  </a:lnTo>
                  <a:lnTo>
                    <a:pt x="2187892" y="0"/>
                  </a:lnTo>
                  <a:lnTo>
                    <a:pt x="2187892" y="9525"/>
                  </a:lnTo>
                  <a:close/>
                </a:path>
                <a:path w="8477250" h="4674870">
                  <a:moveTo>
                    <a:pt x="2225992" y="9525"/>
                  </a:moveTo>
                  <a:lnTo>
                    <a:pt x="2216467" y="9525"/>
                  </a:lnTo>
                  <a:lnTo>
                    <a:pt x="2216467" y="0"/>
                  </a:lnTo>
                  <a:lnTo>
                    <a:pt x="2225992" y="0"/>
                  </a:lnTo>
                  <a:lnTo>
                    <a:pt x="2225992" y="9525"/>
                  </a:lnTo>
                  <a:close/>
                </a:path>
                <a:path w="8477250" h="4674870">
                  <a:moveTo>
                    <a:pt x="2292667" y="9525"/>
                  </a:moveTo>
                  <a:lnTo>
                    <a:pt x="2254567" y="9525"/>
                  </a:lnTo>
                  <a:lnTo>
                    <a:pt x="2254567" y="0"/>
                  </a:lnTo>
                  <a:lnTo>
                    <a:pt x="2292667" y="0"/>
                  </a:lnTo>
                  <a:lnTo>
                    <a:pt x="2292667" y="9525"/>
                  </a:lnTo>
                  <a:close/>
                </a:path>
                <a:path w="8477250" h="4674870">
                  <a:moveTo>
                    <a:pt x="2330767" y="9525"/>
                  </a:moveTo>
                  <a:lnTo>
                    <a:pt x="2321242" y="9525"/>
                  </a:lnTo>
                  <a:lnTo>
                    <a:pt x="2321242" y="0"/>
                  </a:lnTo>
                  <a:lnTo>
                    <a:pt x="2330767" y="0"/>
                  </a:lnTo>
                  <a:lnTo>
                    <a:pt x="2330767" y="9525"/>
                  </a:lnTo>
                  <a:close/>
                </a:path>
                <a:path w="8477250" h="4674870">
                  <a:moveTo>
                    <a:pt x="2397442" y="9525"/>
                  </a:moveTo>
                  <a:lnTo>
                    <a:pt x="2359342" y="9525"/>
                  </a:lnTo>
                  <a:lnTo>
                    <a:pt x="2359342" y="0"/>
                  </a:lnTo>
                  <a:lnTo>
                    <a:pt x="2397442" y="0"/>
                  </a:lnTo>
                  <a:lnTo>
                    <a:pt x="2397442" y="9525"/>
                  </a:lnTo>
                  <a:close/>
                </a:path>
                <a:path w="8477250" h="4674870">
                  <a:moveTo>
                    <a:pt x="2435542" y="9525"/>
                  </a:moveTo>
                  <a:lnTo>
                    <a:pt x="2426017" y="9525"/>
                  </a:lnTo>
                  <a:lnTo>
                    <a:pt x="2426017" y="0"/>
                  </a:lnTo>
                  <a:lnTo>
                    <a:pt x="2435542" y="0"/>
                  </a:lnTo>
                  <a:lnTo>
                    <a:pt x="2435542" y="9525"/>
                  </a:lnTo>
                  <a:close/>
                </a:path>
                <a:path w="8477250" h="4674870">
                  <a:moveTo>
                    <a:pt x="2502217" y="9525"/>
                  </a:moveTo>
                  <a:lnTo>
                    <a:pt x="2464117" y="9525"/>
                  </a:lnTo>
                  <a:lnTo>
                    <a:pt x="2464117" y="0"/>
                  </a:lnTo>
                  <a:lnTo>
                    <a:pt x="2502217" y="0"/>
                  </a:lnTo>
                  <a:lnTo>
                    <a:pt x="2502217" y="9525"/>
                  </a:lnTo>
                  <a:close/>
                </a:path>
                <a:path w="8477250" h="4674870">
                  <a:moveTo>
                    <a:pt x="2540317" y="9525"/>
                  </a:moveTo>
                  <a:lnTo>
                    <a:pt x="2530792" y="9525"/>
                  </a:lnTo>
                  <a:lnTo>
                    <a:pt x="2530792" y="0"/>
                  </a:lnTo>
                  <a:lnTo>
                    <a:pt x="2540317" y="0"/>
                  </a:lnTo>
                  <a:lnTo>
                    <a:pt x="2540317" y="9525"/>
                  </a:lnTo>
                  <a:close/>
                </a:path>
                <a:path w="8477250" h="4674870">
                  <a:moveTo>
                    <a:pt x="2606992" y="9525"/>
                  </a:moveTo>
                  <a:lnTo>
                    <a:pt x="2568892" y="9525"/>
                  </a:lnTo>
                  <a:lnTo>
                    <a:pt x="2568892" y="0"/>
                  </a:lnTo>
                  <a:lnTo>
                    <a:pt x="2606992" y="0"/>
                  </a:lnTo>
                  <a:lnTo>
                    <a:pt x="2606992" y="9525"/>
                  </a:lnTo>
                  <a:close/>
                </a:path>
                <a:path w="8477250" h="4674870">
                  <a:moveTo>
                    <a:pt x="2645092" y="9525"/>
                  </a:moveTo>
                  <a:lnTo>
                    <a:pt x="2635567" y="9525"/>
                  </a:lnTo>
                  <a:lnTo>
                    <a:pt x="2635567" y="0"/>
                  </a:lnTo>
                  <a:lnTo>
                    <a:pt x="2645092" y="0"/>
                  </a:lnTo>
                  <a:lnTo>
                    <a:pt x="2645092" y="9525"/>
                  </a:lnTo>
                  <a:close/>
                </a:path>
                <a:path w="8477250" h="4674870">
                  <a:moveTo>
                    <a:pt x="2711767" y="9525"/>
                  </a:moveTo>
                  <a:lnTo>
                    <a:pt x="2673667" y="9525"/>
                  </a:lnTo>
                  <a:lnTo>
                    <a:pt x="2673667" y="0"/>
                  </a:lnTo>
                  <a:lnTo>
                    <a:pt x="2711767" y="0"/>
                  </a:lnTo>
                  <a:lnTo>
                    <a:pt x="2711767" y="9525"/>
                  </a:lnTo>
                  <a:close/>
                </a:path>
                <a:path w="8477250" h="4674870">
                  <a:moveTo>
                    <a:pt x="2749867" y="9525"/>
                  </a:moveTo>
                  <a:lnTo>
                    <a:pt x="2740342" y="9525"/>
                  </a:lnTo>
                  <a:lnTo>
                    <a:pt x="2740342" y="0"/>
                  </a:lnTo>
                  <a:lnTo>
                    <a:pt x="2749867" y="0"/>
                  </a:lnTo>
                  <a:lnTo>
                    <a:pt x="2749867" y="9525"/>
                  </a:lnTo>
                  <a:close/>
                </a:path>
                <a:path w="8477250" h="4674870">
                  <a:moveTo>
                    <a:pt x="2816542" y="9525"/>
                  </a:moveTo>
                  <a:lnTo>
                    <a:pt x="2778442" y="9525"/>
                  </a:lnTo>
                  <a:lnTo>
                    <a:pt x="2778442" y="0"/>
                  </a:lnTo>
                  <a:lnTo>
                    <a:pt x="2816542" y="0"/>
                  </a:lnTo>
                  <a:lnTo>
                    <a:pt x="2816542" y="9525"/>
                  </a:lnTo>
                  <a:close/>
                </a:path>
                <a:path w="8477250" h="4674870">
                  <a:moveTo>
                    <a:pt x="2854642" y="9525"/>
                  </a:moveTo>
                  <a:lnTo>
                    <a:pt x="2845117" y="9525"/>
                  </a:lnTo>
                  <a:lnTo>
                    <a:pt x="2845117" y="0"/>
                  </a:lnTo>
                  <a:lnTo>
                    <a:pt x="2854642" y="0"/>
                  </a:lnTo>
                  <a:lnTo>
                    <a:pt x="2854642" y="9525"/>
                  </a:lnTo>
                  <a:close/>
                </a:path>
                <a:path w="8477250" h="4674870">
                  <a:moveTo>
                    <a:pt x="2921317" y="9525"/>
                  </a:moveTo>
                  <a:lnTo>
                    <a:pt x="2883217" y="9525"/>
                  </a:lnTo>
                  <a:lnTo>
                    <a:pt x="2883217" y="0"/>
                  </a:lnTo>
                  <a:lnTo>
                    <a:pt x="2921317" y="0"/>
                  </a:lnTo>
                  <a:lnTo>
                    <a:pt x="2921317" y="9525"/>
                  </a:lnTo>
                  <a:close/>
                </a:path>
                <a:path w="8477250" h="4674870">
                  <a:moveTo>
                    <a:pt x="2959417" y="9525"/>
                  </a:moveTo>
                  <a:lnTo>
                    <a:pt x="2949892" y="9525"/>
                  </a:lnTo>
                  <a:lnTo>
                    <a:pt x="2949892" y="0"/>
                  </a:lnTo>
                  <a:lnTo>
                    <a:pt x="2959417" y="0"/>
                  </a:lnTo>
                  <a:lnTo>
                    <a:pt x="2959417" y="9525"/>
                  </a:lnTo>
                  <a:close/>
                </a:path>
                <a:path w="8477250" h="4674870">
                  <a:moveTo>
                    <a:pt x="3026092" y="9525"/>
                  </a:moveTo>
                  <a:lnTo>
                    <a:pt x="2987992" y="9525"/>
                  </a:lnTo>
                  <a:lnTo>
                    <a:pt x="2987992" y="0"/>
                  </a:lnTo>
                  <a:lnTo>
                    <a:pt x="3026092" y="0"/>
                  </a:lnTo>
                  <a:lnTo>
                    <a:pt x="3026092" y="9525"/>
                  </a:lnTo>
                  <a:close/>
                </a:path>
                <a:path w="8477250" h="4674870">
                  <a:moveTo>
                    <a:pt x="3064192" y="9525"/>
                  </a:moveTo>
                  <a:lnTo>
                    <a:pt x="3054667" y="9525"/>
                  </a:lnTo>
                  <a:lnTo>
                    <a:pt x="3054667" y="0"/>
                  </a:lnTo>
                  <a:lnTo>
                    <a:pt x="3064192" y="0"/>
                  </a:lnTo>
                  <a:lnTo>
                    <a:pt x="3064192" y="9525"/>
                  </a:lnTo>
                  <a:close/>
                </a:path>
                <a:path w="8477250" h="4674870">
                  <a:moveTo>
                    <a:pt x="3130867" y="9525"/>
                  </a:moveTo>
                  <a:lnTo>
                    <a:pt x="3092767" y="9525"/>
                  </a:lnTo>
                  <a:lnTo>
                    <a:pt x="3092767" y="0"/>
                  </a:lnTo>
                  <a:lnTo>
                    <a:pt x="3130867" y="0"/>
                  </a:lnTo>
                  <a:lnTo>
                    <a:pt x="3130867" y="9525"/>
                  </a:lnTo>
                  <a:close/>
                </a:path>
                <a:path w="8477250" h="4674870">
                  <a:moveTo>
                    <a:pt x="3168967" y="9525"/>
                  </a:moveTo>
                  <a:lnTo>
                    <a:pt x="3159442" y="9525"/>
                  </a:lnTo>
                  <a:lnTo>
                    <a:pt x="3159442" y="0"/>
                  </a:lnTo>
                  <a:lnTo>
                    <a:pt x="3168967" y="0"/>
                  </a:lnTo>
                  <a:lnTo>
                    <a:pt x="3168967" y="9525"/>
                  </a:lnTo>
                  <a:close/>
                </a:path>
                <a:path w="8477250" h="4674870">
                  <a:moveTo>
                    <a:pt x="3235642" y="9525"/>
                  </a:moveTo>
                  <a:lnTo>
                    <a:pt x="3197542" y="9525"/>
                  </a:lnTo>
                  <a:lnTo>
                    <a:pt x="3197542" y="0"/>
                  </a:lnTo>
                  <a:lnTo>
                    <a:pt x="3235642" y="0"/>
                  </a:lnTo>
                  <a:lnTo>
                    <a:pt x="3235642" y="9525"/>
                  </a:lnTo>
                  <a:close/>
                </a:path>
                <a:path w="8477250" h="4674870">
                  <a:moveTo>
                    <a:pt x="3273742" y="9525"/>
                  </a:moveTo>
                  <a:lnTo>
                    <a:pt x="3264217" y="9525"/>
                  </a:lnTo>
                  <a:lnTo>
                    <a:pt x="3264217" y="0"/>
                  </a:lnTo>
                  <a:lnTo>
                    <a:pt x="3273742" y="0"/>
                  </a:lnTo>
                  <a:lnTo>
                    <a:pt x="3273742" y="9525"/>
                  </a:lnTo>
                  <a:close/>
                </a:path>
                <a:path w="8477250" h="4674870">
                  <a:moveTo>
                    <a:pt x="3340417" y="9525"/>
                  </a:moveTo>
                  <a:lnTo>
                    <a:pt x="3302317" y="9525"/>
                  </a:lnTo>
                  <a:lnTo>
                    <a:pt x="3302317" y="0"/>
                  </a:lnTo>
                  <a:lnTo>
                    <a:pt x="3340417" y="0"/>
                  </a:lnTo>
                  <a:lnTo>
                    <a:pt x="3340417" y="9525"/>
                  </a:lnTo>
                  <a:close/>
                </a:path>
                <a:path w="8477250" h="4674870">
                  <a:moveTo>
                    <a:pt x="3378517" y="9525"/>
                  </a:moveTo>
                  <a:lnTo>
                    <a:pt x="3368992" y="9525"/>
                  </a:lnTo>
                  <a:lnTo>
                    <a:pt x="3368992" y="0"/>
                  </a:lnTo>
                  <a:lnTo>
                    <a:pt x="3378517" y="0"/>
                  </a:lnTo>
                  <a:lnTo>
                    <a:pt x="3378517" y="9525"/>
                  </a:lnTo>
                  <a:close/>
                </a:path>
                <a:path w="8477250" h="4674870">
                  <a:moveTo>
                    <a:pt x="3445192" y="9525"/>
                  </a:moveTo>
                  <a:lnTo>
                    <a:pt x="3407092" y="9525"/>
                  </a:lnTo>
                  <a:lnTo>
                    <a:pt x="3407092" y="0"/>
                  </a:lnTo>
                  <a:lnTo>
                    <a:pt x="3445192" y="0"/>
                  </a:lnTo>
                  <a:lnTo>
                    <a:pt x="3445192" y="9525"/>
                  </a:lnTo>
                  <a:close/>
                </a:path>
                <a:path w="8477250" h="4674870">
                  <a:moveTo>
                    <a:pt x="3483292" y="9525"/>
                  </a:moveTo>
                  <a:lnTo>
                    <a:pt x="3473767" y="9525"/>
                  </a:lnTo>
                  <a:lnTo>
                    <a:pt x="3473767" y="0"/>
                  </a:lnTo>
                  <a:lnTo>
                    <a:pt x="3483292" y="0"/>
                  </a:lnTo>
                  <a:lnTo>
                    <a:pt x="3483292" y="9525"/>
                  </a:lnTo>
                  <a:close/>
                </a:path>
                <a:path w="8477250" h="4674870">
                  <a:moveTo>
                    <a:pt x="3549967" y="9525"/>
                  </a:moveTo>
                  <a:lnTo>
                    <a:pt x="3511867" y="9525"/>
                  </a:lnTo>
                  <a:lnTo>
                    <a:pt x="3511867" y="0"/>
                  </a:lnTo>
                  <a:lnTo>
                    <a:pt x="3549967" y="0"/>
                  </a:lnTo>
                  <a:lnTo>
                    <a:pt x="3549967" y="9525"/>
                  </a:lnTo>
                  <a:close/>
                </a:path>
                <a:path w="8477250" h="4674870">
                  <a:moveTo>
                    <a:pt x="3588067" y="9525"/>
                  </a:moveTo>
                  <a:lnTo>
                    <a:pt x="3578542" y="9525"/>
                  </a:lnTo>
                  <a:lnTo>
                    <a:pt x="3578542" y="0"/>
                  </a:lnTo>
                  <a:lnTo>
                    <a:pt x="3588067" y="0"/>
                  </a:lnTo>
                  <a:lnTo>
                    <a:pt x="3588067" y="9525"/>
                  </a:lnTo>
                  <a:close/>
                </a:path>
                <a:path w="8477250" h="4674870">
                  <a:moveTo>
                    <a:pt x="3654742" y="9525"/>
                  </a:moveTo>
                  <a:lnTo>
                    <a:pt x="3616642" y="9525"/>
                  </a:lnTo>
                  <a:lnTo>
                    <a:pt x="3616642" y="0"/>
                  </a:lnTo>
                  <a:lnTo>
                    <a:pt x="3654742" y="0"/>
                  </a:lnTo>
                  <a:lnTo>
                    <a:pt x="3654742" y="9525"/>
                  </a:lnTo>
                  <a:close/>
                </a:path>
                <a:path w="8477250" h="4674870">
                  <a:moveTo>
                    <a:pt x="3692842" y="9525"/>
                  </a:moveTo>
                  <a:lnTo>
                    <a:pt x="3683317" y="9525"/>
                  </a:lnTo>
                  <a:lnTo>
                    <a:pt x="3683317" y="0"/>
                  </a:lnTo>
                  <a:lnTo>
                    <a:pt x="3692842" y="0"/>
                  </a:lnTo>
                  <a:lnTo>
                    <a:pt x="3692842" y="9525"/>
                  </a:lnTo>
                  <a:close/>
                </a:path>
                <a:path w="8477250" h="4674870">
                  <a:moveTo>
                    <a:pt x="3759517" y="9525"/>
                  </a:moveTo>
                  <a:lnTo>
                    <a:pt x="3721417" y="9525"/>
                  </a:lnTo>
                  <a:lnTo>
                    <a:pt x="3721417" y="0"/>
                  </a:lnTo>
                  <a:lnTo>
                    <a:pt x="3759517" y="0"/>
                  </a:lnTo>
                  <a:lnTo>
                    <a:pt x="3759517" y="9525"/>
                  </a:lnTo>
                  <a:close/>
                </a:path>
                <a:path w="8477250" h="4674870">
                  <a:moveTo>
                    <a:pt x="3797617" y="9525"/>
                  </a:moveTo>
                  <a:lnTo>
                    <a:pt x="3788092" y="9525"/>
                  </a:lnTo>
                  <a:lnTo>
                    <a:pt x="3788092" y="0"/>
                  </a:lnTo>
                  <a:lnTo>
                    <a:pt x="3797617" y="0"/>
                  </a:lnTo>
                  <a:lnTo>
                    <a:pt x="3797617" y="9525"/>
                  </a:lnTo>
                  <a:close/>
                </a:path>
                <a:path w="8477250" h="4674870">
                  <a:moveTo>
                    <a:pt x="3864292" y="9525"/>
                  </a:moveTo>
                  <a:lnTo>
                    <a:pt x="3826192" y="9525"/>
                  </a:lnTo>
                  <a:lnTo>
                    <a:pt x="3826192" y="0"/>
                  </a:lnTo>
                  <a:lnTo>
                    <a:pt x="3864292" y="0"/>
                  </a:lnTo>
                  <a:lnTo>
                    <a:pt x="3864292" y="9525"/>
                  </a:lnTo>
                  <a:close/>
                </a:path>
                <a:path w="8477250" h="4674870">
                  <a:moveTo>
                    <a:pt x="3902392" y="9525"/>
                  </a:moveTo>
                  <a:lnTo>
                    <a:pt x="3892867" y="9525"/>
                  </a:lnTo>
                  <a:lnTo>
                    <a:pt x="3892867" y="0"/>
                  </a:lnTo>
                  <a:lnTo>
                    <a:pt x="3902392" y="0"/>
                  </a:lnTo>
                  <a:lnTo>
                    <a:pt x="3902392" y="9525"/>
                  </a:lnTo>
                  <a:close/>
                </a:path>
                <a:path w="8477250" h="4674870">
                  <a:moveTo>
                    <a:pt x="3969067" y="9525"/>
                  </a:moveTo>
                  <a:lnTo>
                    <a:pt x="3930967" y="9525"/>
                  </a:lnTo>
                  <a:lnTo>
                    <a:pt x="3930967" y="0"/>
                  </a:lnTo>
                  <a:lnTo>
                    <a:pt x="3969067" y="0"/>
                  </a:lnTo>
                  <a:lnTo>
                    <a:pt x="3969067" y="9525"/>
                  </a:lnTo>
                  <a:close/>
                </a:path>
                <a:path w="8477250" h="4674870">
                  <a:moveTo>
                    <a:pt x="4007167" y="9525"/>
                  </a:moveTo>
                  <a:lnTo>
                    <a:pt x="3997642" y="9525"/>
                  </a:lnTo>
                  <a:lnTo>
                    <a:pt x="3997642" y="0"/>
                  </a:lnTo>
                  <a:lnTo>
                    <a:pt x="4007167" y="0"/>
                  </a:lnTo>
                  <a:lnTo>
                    <a:pt x="4007167" y="9525"/>
                  </a:lnTo>
                  <a:close/>
                </a:path>
                <a:path w="8477250" h="4674870">
                  <a:moveTo>
                    <a:pt x="4073842" y="9525"/>
                  </a:moveTo>
                  <a:lnTo>
                    <a:pt x="4035742" y="9525"/>
                  </a:lnTo>
                  <a:lnTo>
                    <a:pt x="4035742" y="0"/>
                  </a:lnTo>
                  <a:lnTo>
                    <a:pt x="4073842" y="0"/>
                  </a:lnTo>
                  <a:lnTo>
                    <a:pt x="4073842" y="9525"/>
                  </a:lnTo>
                  <a:close/>
                </a:path>
                <a:path w="8477250" h="4674870">
                  <a:moveTo>
                    <a:pt x="4111942" y="9525"/>
                  </a:moveTo>
                  <a:lnTo>
                    <a:pt x="4102417" y="9525"/>
                  </a:lnTo>
                  <a:lnTo>
                    <a:pt x="4102417" y="0"/>
                  </a:lnTo>
                  <a:lnTo>
                    <a:pt x="4111942" y="0"/>
                  </a:lnTo>
                  <a:lnTo>
                    <a:pt x="4111942" y="9525"/>
                  </a:lnTo>
                  <a:close/>
                </a:path>
                <a:path w="8477250" h="4674870">
                  <a:moveTo>
                    <a:pt x="4178617" y="9525"/>
                  </a:moveTo>
                  <a:lnTo>
                    <a:pt x="4140517" y="9525"/>
                  </a:lnTo>
                  <a:lnTo>
                    <a:pt x="4140517" y="0"/>
                  </a:lnTo>
                  <a:lnTo>
                    <a:pt x="4178617" y="0"/>
                  </a:lnTo>
                  <a:lnTo>
                    <a:pt x="4178617" y="9525"/>
                  </a:lnTo>
                  <a:close/>
                </a:path>
                <a:path w="8477250" h="4674870">
                  <a:moveTo>
                    <a:pt x="4216717" y="9525"/>
                  </a:moveTo>
                  <a:lnTo>
                    <a:pt x="4207192" y="9525"/>
                  </a:lnTo>
                  <a:lnTo>
                    <a:pt x="4207192" y="0"/>
                  </a:lnTo>
                  <a:lnTo>
                    <a:pt x="4216717" y="0"/>
                  </a:lnTo>
                  <a:lnTo>
                    <a:pt x="4216717" y="9525"/>
                  </a:lnTo>
                  <a:close/>
                </a:path>
                <a:path w="8477250" h="4674870">
                  <a:moveTo>
                    <a:pt x="4283392" y="9525"/>
                  </a:moveTo>
                  <a:lnTo>
                    <a:pt x="4245292" y="9525"/>
                  </a:lnTo>
                  <a:lnTo>
                    <a:pt x="4245292" y="0"/>
                  </a:lnTo>
                  <a:lnTo>
                    <a:pt x="4283392" y="0"/>
                  </a:lnTo>
                  <a:lnTo>
                    <a:pt x="4283392" y="9525"/>
                  </a:lnTo>
                  <a:close/>
                </a:path>
                <a:path w="8477250" h="4674870">
                  <a:moveTo>
                    <a:pt x="4321492" y="9525"/>
                  </a:moveTo>
                  <a:lnTo>
                    <a:pt x="4311967" y="9525"/>
                  </a:lnTo>
                  <a:lnTo>
                    <a:pt x="4311967" y="0"/>
                  </a:lnTo>
                  <a:lnTo>
                    <a:pt x="4321492" y="0"/>
                  </a:lnTo>
                  <a:lnTo>
                    <a:pt x="4321492" y="9525"/>
                  </a:lnTo>
                  <a:close/>
                </a:path>
                <a:path w="8477250" h="4674870">
                  <a:moveTo>
                    <a:pt x="4388167" y="9525"/>
                  </a:moveTo>
                  <a:lnTo>
                    <a:pt x="4350067" y="9525"/>
                  </a:lnTo>
                  <a:lnTo>
                    <a:pt x="4350067" y="0"/>
                  </a:lnTo>
                  <a:lnTo>
                    <a:pt x="4388167" y="0"/>
                  </a:lnTo>
                  <a:lnTo>
                    <a:pt x="4388167" y="9525"/>
                  </a:lnTo>
                  <a:close/>
                </a:path>
                <a:path w="8477250" h="4674870">
                  <a:moveTo>
                    <a:pt x="4426267" y="9525"/>
                  </a:moveTo>
                  <a:lnTo>
                    <a:pt x="4416742" y="9525"/>
                  </a:lnTo>
                  <a:lnTo>
                    <a:pt x="4416742" y="0"/>
                  </a:lnTo>
                  <a:lnTo>
                    <a:pt x="4426267" y="0"/>
                  </a:lnTo>
                  <a:lnTo>
                    <a:pt x="4426267" y="9525"/>
                  </a:lnTo>
                  <a:close/>
                </a:path>
                <a:path w="8477250" h="4674870">
                  <a:moveTo>
                    <a:pt x="4492942" y="9525"/>
                  </a:moveTo>
                  <a:lnTo>
                    <a:pt x="4454842" y="9525"/>
                  </a:lnTo>
                  <a:lnTo>
                    <a:pt x="4454842" y="0"/>
                  </a:lnTo>
                  <a:lnTo>
                    <a:pt x="4492942" y="0"/>
                  </a:lnTo>
                  <a:lnTo>
                    <a:pt x="4492942" y="9525"/>
                  </a:lnTo>
                  <a:close/>
                </a:path>
                <a:path w="8477250" h="4674870">
                  <a:moveTo>
                    <a:pt x="4531042" y="9525"/>
                  </a:moveTo>
                  <a:lnTo>
                    <a:pt x="4521517" y="9525"/>
                  </a:lnTo>
                  <a:lnTo>
                    <a:pt x="4521517" y="0"/>
                  </a:lnTo>
                  <a:lnTo>
                    <a:pt x="4531042" y="0"/>
                  </a:lnTo>
                  <a:lnTo>
                    <a:pt x="4531042" y="9525"/>
                  </a:lnTo>
                  <a:close/>
                </a:path>
                <a:path w="8477250" h="4674870">
                  <a:moveTo>
                    <a:pt x="4597717" y="9525"/>
                  </a:moveTo>
                  <a:lnTo>
                    <a:pt x="4559617" y="9525"/>
                  </a:lnTo>
                  <a:lnTo>
                    <a:pt x="4559617" y="0"/>
                  </a:lnTo>
                  <a:lnTo>
                    <a:pt x="4597717" y="0"/>
                  </a:lnTo>
                  <a:lnTo>
                    <a:pt x="4597717" y="9525"/>
                  </a:lnTo>
                  <a:close/>
                </a:path>
                <a:path w="8477250" h="4674870">
                  <a:moveTo>
                    <a:pt x="4635817" y="9525"/>
                  </a:moveTo>
                  <a:lnTo>
                    <a:pt x="4626292" y="9525"/>
                  </a:lnTo>
                  <a:lnTo>
                    <a:pt x="4626292" y="0"/>
                  </a:lnTo>
                  <a:lnTo>
                    <a:pt x="4635817" y="0"/>
                  </a:lnTo>
                  <a:lnTo>
                    <a:pt x="4635817" y="9525"/>
                  </a:lnTo>
                  <a:close/>
                </a:path>
                <a:path w="8477250" h="4674870">
                  <a:moveTo>
                    <a:pt x="4702492" y="9525"/>
                  </a:moveTo>
                  <a:lnTo>
                    <a:pt x="4664392" y="9525"/>
                  </a:lnTo>
                  <a:lnTo>
                    <a:pt x="4664392" y="0"/>
                  </a:lnTo>
                  <a:lnTo>
                    <a:pt x="4702492" y="0"/>
                  </a:lnTo>
                  <a:lnTo>
                    <a:pt x="4702492" y="9525"/>
                  </a:lnTo>
                  <a:close/>
                </a:path>
                <a:path w="8477250" h="4674870">
                  <a:moveTo>
                    <a:pt x="4740592" y="9525"/>
                  </a:moveTo>
                  <a:lnTo>
                    <a:pt x="4731067" y="9525"/>
                  </a:lnTo>
                  <a:lnTo>
                    <a:pt x="4731067" y="0"/>
                  </a:lnTo>
                  <a:lnTo>
                    <a:pt x="4740592" y="0"/>
                  </a:lnTo>
                  <a:lnTo>
                    <a:pt x="4740592" y="9525"/>
                  </a:lnTo>
                  <a:close/>
                </a:path>
                <a:path w="8477250" h="4674870">
                  <a:moveTo>
                    <a:pt x="4807267" y="9525"/>
                  </a:moveTo>
                  <a:lnTo>
                    <a:pt x="4769167" y="9525"/>
                  </a:lnTo>
                  <a:lnTo>
                    <a:pt x="4769167" y="0"/>
                  </a:lnTo>
                  <a:lnTo>
                    <a:pt x="4807267" y="0"/>
                  </a:lnTo>
                  <a:lnTo>
                    <a:pt x="4807267" y="9525"/>
                  </a:lnTo>
                  <a:close/>
                </a:path>
                <a:path w="8477250" h="4674870">
                  <a:moveTo>
                    <a:pt x="4845367" y="9525"/>
                  </a:moveTo>
                  <a:lnTo>
                    <a:pt x="4835842" y="9525"/>
                  </a:lnTo>
                  <a:lnTo>
                    <a:pt x="4835842" y="0"/>
                  </a:lnTo>
                  <a:lnTo>
                    <a:pt x="4845367" y="0"/>
                  </a:lnTo>
                  <a:lnTo>
                    <a:pt x="4845367" y="9525"/>
                  </a:lnTo>
                  <a:close/>
                </a:path>
                <a:path w="8477250" h="4674870">
                  <a:moveTo>
                    <a:pt x="4912042" y="9525"/>
                  </a:moveTo>
                  <a:lnTo>
                    <a:pt x="4873942" y="9525"/>
                  </a:lnTo>
                  <a:lnTo>
                    <a:pt x="4873942" y="0"/>
                  </a:lnTo>
                  <a:lnTo>
                    <a:pt x="4912042" y="0"/>
                  </a:lnTo>
                  <a:lnTo>
                    <a:pt x="4912042" y="9525"/>
                  </a:lnTo>
                  <a:close/>
                </a:path>
                <a:path w="8477250" h="4674870">
                  <a:moveTo>
                    <a:pt x="4950142" y="9525"/>
                  </a:moveTo>
                  <a:lnTo>
                    <a:pt x="4940617" y="9525"/>
                  </a:lnTo>
                  <a:lnTo>
                    <a:pt x="4940617" y="0"/>
                  </a:lnTo>
                  <a:lnTo>
                    <a:pt x="4950142" y="0"/>
                  </a:lnTo>
                  <a:lnTo>
                    <a:pt x="4950142" y="9525"/>
                  </a:lnTo>
                  <a:close/>
                </a:path>
                <a:path w="8477250" h="4674870">
                  <a:moveTo>
                    <a:pt x="5016817" y="9525"/>
                  </a:moveTo>
                  <a:lnTo>
                    <a:pt x="4978717" y="9525"/>
                  </a:lnTo>
                  <a:lnTo>
                    <a:pt x="4978717" y="0"/>
                  </a:lnTo>
                  <a:lnTo>
                    <a:pt x="5016817" y="0"/>
                  </a:lnTo>
                  <a:lnTo>
                    <a:pt x="5016817" y="9525"/>
                  </a:lnTo>
                  <a:close/>
                </a:path>
                <a:path w="8477250" h="4674870">
                  <a:moveTo>
                    <a:pt x="5054917" y="9525"/>
                  </a:moveTo>
                  <a:lnTo>
                    <a:pt x="5045392" y="9525"/>
                  </a:lnTo>
                  <a:lnTo>
                    <a:pt x="5045392" y="0"/>
                  </a:lnTo>
                  <a:lnTo>
                    <a:pt x="5054917" y="0"/>
                  </a:lnTo>
                  <a:lnTo>
                    <a:pt x="5054917" y="9525"/>
                  </a:lnTo>
                  <a:close/>
                </a:path>
                <a:path w="8477250" h="4674870">
                  <a:moveTo>
                    <a:pt x="5121592" y="9525"/>
                  </a:moveTo>
                  <a:lnTo>
                    <a:pt x="5083492" y="9525"/>
                  </a:lnTo>
                  <a:lnTo>
                    <a:pt x="5083492" y="0"/>
                  </a:lnTo>
                  <a:lnTo>
                    <a:pt x="5121592" y="0"/>
                  </a:lnTo>
                  <a:lnTo>
                    <a:pt x="5121592" y="9525"/>
                  </a:lnTo>
                  <a:close/>
                </a:path>
                <a:path w="8477250" h="4674870">
                  <a:moveTo>
                    <a:pt x="5159692" y="9525"/>
                  </a:moveTo>
                  <a:lnTo>
                    <a:pt x="5150167" y="9525"/>
                  </a:lnTo>
                  <a:lnTo>
                    <a:pt x="5150167" y="0"/>
                  </a:lnTo>
                  <a:lnTo>
                    <a:pt x="5159692" y="0"/>
                  </a:lnTo>
                  <a:lnTo>
                    <a:pt x="5159692" y="9525"/>
                  </a:lnTo>
                  <a:close/>
                </a:path>
                <a:path w="8477250" h="4674870">
                  <a:moveTo>
                    <a:pt x="5226367" y="9525"/>
                  </a:moveTo>
                  <a:lnTo>
                    <a:pt x="5188267" y="9525"/>
                  </a:lnTo>
                  <a:lnTo>
                    <a:pt x="5188267" y="0"/>
                  </a:lnTo>
                  <a:lnTo>
                    <a:pt x="5226367" y="0"/>
                  </a:lnTo>
                  <a:lnTo>
                    <a:pt x="5226367" y="9525"/>
                  </a:lnTo>
                  <a:close/>
                </a:path>
                <a:path w="8477250" h="4674870">
                  <a:moveTo>
                    <a:pt x="5264467" y="9525"/>
                  </a:moveTo>
                  <a:lnTo>
                    <a:pt x="5254942" y="9525"/>
                  </a:lnTo>
                  <a:lnTo>
                    <a:pt x="5254942" y="0"/>
                  </a:lnTo>
                  <a:lnTo>
                    <a:pt x="5264467" y="0"/>
                  </a:lnTo>
                  <a:lnTo>
                    <a:pt x="5264467" y="9525"/>
                  </a:lnTo>
                  <a:close/>
                </a:path>
                <a:path w="8477250" h="4674870">
                  <a:moveTo>
                    <a:pt x="5331142" y="9525"/>
                  </a:moveTo>
                  <a:lnTo>
                    <a:pt x="5293042" y="9525"/>
                  </a:lnTo>
                  <a:lnTo>
                    <a:pt x="5293042" y="0"/>
                  </a:lnTo>
                  <a:lnTo>
                    <a:pt x="5331142" y="0"/>
                  </a:lnTo>
                  <a:lnTo>
                    <a:pt x="5331142" y="9525"/>
                  </a:lnTo>
                  <a:close/>
                </a:path>
                <a:path w="8477250" h="4674870">
                  <a:moveTo>
                    <a:pt x="5369242" y="9525"/>
                  </a:moveTo>
                  <a:lnTo>
                    <a:pt x="5359717" y="9525"/>
                  </a:lnTo>
                  <a:lnTo>
                    <a:pt x="5359717" y="0"/>
                  </a:lnTo>
                  <a:lnTo>
                    <a:pt x="5369242" y="0"/>
                  </a:lnTo>
                  <a:lnTo>
                    <a:pt x="5369242" y="9525"/>
                  </a:lnTo>
                  <a:close/>
                </a:path>
                <a:path w="8477250" h="4674870">
                  <a:moveTo>
                    <a:pt x="5435917" y="9525"/>
                  </a:moveTo>
                  <a:lnTo>
                    <a:pt x="5397817" y="9525"/>
                  </a:lnTo>
                  <a:lnTo>
                    <a:pt x="5397817" y="0"/>
                  </a:lnTo>
                  <a:lnTo>
                    <a:pt x="5435917" y="0"/>
                  </a:lnTo>
                  <a:lnTo>
                    <a:pt x="5435917" y="9525"/>
                  </a:lnTo>
                  <a:close/>
                </a:path>
                <a:path w="8477250" h="4674870">
                  <a:moveTo>
                    <a:pt x="5474017" y="9525"/>
                  </a:moveTo>
                  <a:lnTo>
                    <a:pt x="5464492" y="9525"/>
                  </a:lnTo>
                  <a:lnTo>
                    <a:pt x="5464492" y="0"/>
                  </a:lnTo>
                  <a:lnTo>
                    <a:pt x="5474017" y="0"/>
                  </a:lnTo>
                  <a:lnTo>
                    <a:pt x="5474017" y="9525"/>
                  </a:lnTo>
                  <a:close/>
                </a:path>
                <a:path w="8477250" h="4674870">
                  <a:moveTo>
                    <a:pt x="5540692" y="9525"/>
                  </a:moveTo>
                  <a:lnTo>
                    <a:pt x="5502592" y="9525"/>
                  </a:lnTo>
                  <a:lnTo>
                    <a:pt x="5502592" y="0"/>
                  </a:lnTo>
                  <a:lnTo>
                    <a:pt x="5540692" y="0"/>
                  </a:lnTo>
                  <a:lnTo>
                    <a:pt x="5540692" y="9525"/>
                  </a:lnTo>
                  <a:close/>
                </a:path>
                <a:path w="8477250" h="4674870">
                  <a:moveTo>
                    <a:pt x="5578792" y="9525"/>
                  </a:moveTo>
                  <a:lnTo>
                    <a:pt x="5569267" y="9525"/>
                  </a:lnTo>
                  <a:lnTo>
                    <a:pt x="5569267" y="0"/>
                  </a:lnTo>
                  <a:lnTo>
                    <a:pt x="5578792" y="0"/>
                  </a:lnTo>
                  <a:lnTo>
                    <a:pt x="5578792" y="9525"/>
                  </a:lnTo>
                  <a:close/>
                </a:path>
                <a:path w="8477250" h="4674870">
                  <a:moveTo>
                    <a:pt x="5645467" y="9525"/>
                  </a:moveTo>
                  <a:lnTo>
                    <a:pt x="5607367" y="9525"/>
                  </a:lnTo>
                  <a:lnTo>
                    <a:pt x="5607367" y="0"/>
                  </a:lnTo>
                  <a:lnTo>
                    <a:pt x="5645467" y="0"/>
                  </a:lnTo>
                  <a:lnTo>
                    <a:pt x="5645467" y="9525"/>
                  </a:lnTo>
                  <a:close/>
                </a:path>
                <a:path w="8477250" h="4674870">
                  <a:moveTo>
                    <a:pt x="5683567" y="9525"/>
                  </a:moveTo>
                  <a:lnTo>
                    <a:pt x="5674042" y="9525"/>
                  </a:lnTo>
                  <a:lnTo>
                    <a:pt x="5674042" y="0"/>
                  </a:lnTo>
                  <a:lnTo>
                    <a:pt x="5683567" y="0"/>
                  </a:lnTo>
                  <a:lnTo>
                    <a:pt x="5683567" y="9525"/>
                  </a:lnTo>
                  <a:close/>
                </a:path>
                <a:path w="8477250" h="4674870">
                  <a:moveTo>
                    <a:pt x="5750242" y="9525"/>
                  </a:moveTo>
                  <a:lnTo>
                    <a:pt x="5712142" y="9525"/>
                  </a:lnTo>
                  <a:lnTo>
                    <a:pt x="5712142" y="0"/>
                  </a:lnTo>
                  <a:lnTo>
                    <a:pt x="5750242" y="0"/>
                  </a:lnTo>
                  <a:lnTo>
                    <a:pt x="5750242" y="9525"/>
                  </a:lnTo>
                  <a:close/>
                </a:path>
                <a:path w="8477250" h="4674870">
                  <a:moveTo>
                    <a:pt x="5788342" y="9525"/>
                  </a:moveTo>
                  <a:lnTo>
                    <a:pt x="5778817" y="9525"/>
                  </a:lnTo>
                  <a:lnTo>
                    <a:pt x="5778817" y="0"/>
                  </a:lnTo>
                  <a:lnTo>
                    <a:pt x="5788342" y="0"/>
                  </a:lnTo>
                  <a:lnTo>
                    <a:pt x="5788342" y="9525"/>
                  </a:lnTo>
                  <a:close/>
                </a:path>
                <a:path w="8477250" h="4674870">
                  <a:moveTo>
                    <a:pt x="5855017" y="9525"/>
                  </a:moveTo>
                  <a:lnTo>
                    <a:pt x="5816917" y="9525"/>
                  </a:lnTo>
                  <a:lnTo>
                    <a:pt x="5816917" y="0"/>
                  </a:lnTo>
                  <a:lnTo>
                    <a:pt x="5855017" y="0"/>
                  </a:lnTo>
                  <a:lnTo>
                    <a:pt x="5855017" y="9525"/>
                  </a:lnTo>
                  <a:close/>
                </a:path>
                <a:path w="8477250" h="4674870">
                  <a:moveTo>
                    <a:pt x="5893117" y="9525"/>
                  </a:moveTo>
                  <a:lnTo>
                    <a:pt x="5883592" y="9525"/>
                  </a:lnTo>
                  <a:lnTo>
                    <a:pt x="5883592" y="0"/>
                  </a:lnTo>
                  <a:lnTo>
                    <a:pt x="5893117" y="0"/>
                  </a:lnTo>
                  <a:lnTo>
                    <a:pt x="5893117" y="9525"/>
                  </a:lnTo>
                  <a:close/>
                </a:path>
                <a:path w="8477250" h="4674870">
                  <a:moveTo>
                    <a:pt x="5959792" y="9525"/>
                  </a:moveTo>
                  <a:lnTo>
                    <a:pt x="5921692" y="9525"/>
                  </a:lnTo>
                  <a:lnTo>
                    <a:pt x="5921692" y="0"/>
                  </a:lnTo>
                  <a:lnTo>
                    <a:pt x="5959792" y="0"/>
                  </a:lnTo>
                  <a:lnTo>
                    <a:pt x="5959792" y="9525"/>
                  </a:lnTo>
                  <a:close/>
                </a:path>
                <a:path w="8477250" h="4674870">
                  <a:moveTo>
                    <a:pt x="5997892" y="9525"/>
                  </a:moveTo>
                  <a:lnTo>
                    <a:pt x="5988367" y="9525"/>
                  </a:lnTo>
                  <a:lnTo>
                    <a:pt x="5988367" y="0"/>
                  </a:lnTo>
                  <a:lnTo>
                    <a:pt x="5997892" y="0"/>
                  </a:lnTo>
                  <a:lnTo>
                    <a:pt x="5997892" y="9525"/>
                  </a:lnTo>
                  <a:close/>
                </a:path>
                <a:path w="8477250" h="4674870">
                  <a:moveTo>
                    <a:pt x="6064567" y="9525"/>
                  </a:moveTo>
                  <a:lnTo>
                    <a:pt x="6026467" y="9525"/>
                  </a:lnTo>
                  <a:lnTo>
                    <a:pt x="6026467" y="0"/>
                  </a:lnTo>
                  <a:lnTo>
                    <a:pt x="6064567" y="0"/>
                  </a:lnTo>
                  <a:lnTo>
                    <a:pt x="6064567" y="9525"/>
                  </a:lnTo>
                  <a:close/>
                </a:path>
                <a:path w="8477250" h="4674870">
                  <a:moveTo>
                    <a:pt x="6102667" y="9525"/>
                  </a:moveTo>
                  <a:lnTo>
                    <a:pt x="6093142" y="9525"/>
                  </a:lnTo>
                  <a:lnTo>
                    <a:pt x="6093142" y="0"/>
                  </a:lnTo>
                  <a:lnTo>
                    <a:pt x="6102667" y="0"/>
                  </a:lnTo>
                  <a:lnTo>
                    <a:pt x="6102667" y="9525"/>
                  </a:lnTo>
                  <a:close/>
                </a:path>
                <a:path w="8477250" h="4674870">
                  <a:moveTo>
                    <a:pt x="6169342" y="9525"/>
                  </a:moveTo>
                  <a:lnTo>
                    <a:pt x="6131242" y="9525"/>
                  </a:lnTo>
                  <a:lnTo>
                    <a:pt x="6131242" y="0"/>
                  </a:lnTo>
                  <a:lnTo>
                    <a:pt x="6169342" y="0"/>
                  </a:lnTo>
                  <a:lnTo>
                    <a:pt x="6169342" y="9525"/>
                  </a:lnTo>
                  <a:close/>
                </a:path>
                <a:path w="8477250" h="4674870">
                  <a:moveTo>
                    <a:pt x="6207442" y="9525"/>
                  </a:moveTo>
                  <a:lnTo>
                    <a:pt x="6197917" y="9525"/>
                  </a:lnTo>
                  <a:lnTo>
                    <a:pt x="6197917" y="0"/>
                  </a:lnTo>
                  <a:lnTo>
                    <a:pt x="6207442" y="0"/>
                  </a:lnTo>
                  <a:lnTo>
                    <a:pt x="6207442" y="9525"/>
                  </a:lnTo>
                  <a:close/>
                </a:path>
                <a:path w="8477250" h="4674870">
                  <a:moveTo>
                    <a:pt x="6274117" y="9525"/>
                  </a:moveTo>
                  <a:lnTo>
                    <a:pt x="6236017" y="9525"/>
                  </a:lnTo>
                  <a:lnTo>
                    <a:pt x="6236017" y="0"/>
                  </a:lnTo>
                  <a:lnTo>
                    <a:pt x="6274117" y="0"/>
                  </a:lnTo>
                  <a:lnTo>
                    <a:pt x="6274117" y="9525"/>
                  </a:lnTo>
                  <a:close/>
                </a:path>
                <a:path w="8477250" h="4674870">
                  <a:moveTo>
                    <a:pt x="6312217" y="9525"/>
                  </a:moveTo>
                  <a:lnTo>
                    <a:pt x="6302692" y="9525"/>
                  </a:lnTo>
                  <a:lnTo>
                    <a:pt x="6302692" y="0"/>
                  </a:lnTo>
                  <a:lnTo>
                    <a:pt x="6312217" y="0"/>
                  </a:lnTo>
                  <a:lnTo>
                    <a:pt x="6312217" y="9525"/>
                  </a:lnTo>
                  <a:close/>
                </a:path>
                <a:path w="8477250" h="4674870">
                  <a:moveTo>
                    <a:pt x="6378892" y="9525"/>
                  </a:moveTo>
                  <a:lnTo>
                    <a:pt x="6340792" y="9525"/>
                  </a:lnTo>
                  <a:lnTo>
                    <a:pt x="6340792" y="0"/>
                  </a:lnTo>
                  <a:lnTo>
                    <a:pt x="6378892" y="0"/>
                  </a:lnTo>
                  <a:lnTo>
                    <a:pt x="6378892" y="9525"/>
                  </a:lnTo>
                  <a:close/>
                </a:path>
                <a:path w="8477250" h="4674870">
                  <a:moveTo>
                    <a:pt x="6416992" y="9525"/>
                  </a:moveTo>
                  <a:lnTo>
                    <a:pt x="6407467" y="9525"/>
                  </a:lnTo>
                  <a:lnTo>
                    <a:pt x="6407467" y="0"/>
                  </a:lnTo>
                  <a:lnTo>
                    <a:pt x="6416992" y="0"/>
                  </a:lnTo>
                  <a:lnTo>
                    <a:pt x="6416992" y="9525"/>
                  </a:lnTo>
                  <a:close/>
                </a:path>
                <a:path w="8477250" h="4674870">
                  <a:moveTo>
                    <a:pt x="6483667" y="9525"/>
                  </a:moveTo>
                  <a:lnTo>
                    <a:pt x="6445567" y="9525"/>
                  </a:lnTo>
                  <a:lnTo>
                    <a:pt x="6445567" y="0"/>
                  </a:lnTo>
                  <a:lnTo>
                    <a:pt x="6483667" y="0"/>
                  </a:lnTo>
                  <a:lnTo>
                    <a:pt x="6483667" y="9525"/>
                  </a:lnTo>
                  <a:close/>
                </a:path>
                <a:path w="8477250" h="4674870">
                  <a:moveTo>
                    <a:pt x="6521767" y="9525"/>
                  </a:moveTo>
                  <a:lnTo>
                    <a:pt x="6512242" y="9525"/>
                  </a:lnTo>
                  <a:lnTo>
                    <a:pt x="6512242" y="0"/>
                  </a:lnTo>
                  <a:lnTo>
                    <a:pt x="6521767" y="0"/>
                  </a:lnTo>
                  <a:lnTo>
                    <a:pt x="6521767" y="9525"/>
                  </a:lnTo>
                  <a:close/>
                </a:path>
                <a:path w="8477250" h="4674870">
                  <a:moveTo>
                    <a:pt x="6588442" y="9525"/>
                  </a:moveTo>
                  <a:lnTo>
                    <a:pt x="6550342" y="9525"/>
                  </a:lnTo>
                  <a:lnTo>
                    <a:pt x="6550342" y="0"/>
                  </a:lnTo>
                  <a:lnTo>
                    <a:pt x="6588442" y="0"/>
                  </a:lnTo>
                  <a:lnTo>
                    <a:pt x="6588442" y="9525"/>
                  </a:lnTo>
                  <a:close/>
                </a:path>
                <a:path w="8477250" h="4674870">
                  <a:moveTo>
                    <a:pt x="6626542" y="9525"/>
                  </a:moveTo>
                  <a:lnTo>
                    <a:pt x="6617017" y="9525"/>
                  </a:lnTo>
                  <a:lnTo>
                    <a:pt x="6617017" y="0"/>
                  </a:lnTo>
                  <a:lnTo>
                    <a:pt x="6626542" y="0"/>
                  </a:lnTo>
                  <a:lnTo>
                    <a:pt x="6626542" y="9525"/>
                  </a:lnTo>
                  <a:close/>
                </a:path>
                <a:path w="8477250" h="4674870">
                  <a:moveTo>
                    <a:pt x="6693217" y="9525"/>
                  </a:moveTo>
                  <a:lnTo>
                    <a:pt x="6655117" y="9525"/>
                  </a:lnTo>
                  <a:lnTo>
                    <a:pt x="6655117" y="0"/>
                  </a:lnTo>
                  <a:lnTo>
                    <a:pt x="6693217" y="0"/>
                  </a:lnTo>
                  <a:lnTo>
                    <a:pt x="6693217" y="9525"/>
                  </a:lnTo>
                  <a:close/>
                </a:path>
                <a:path w="8477250" h="4674870">
                  <a:moveTo>
                    <a:pt x="6731317" y="9525"/>
                  </a:moveTo>
                  <a:lnTo>
                    <a:pt x="6721792" y="9525"/>
                  </a:lnTo>
                  <a:lnTo>
                    <a:pt x="6721792" y="0"/>
                  </a:lnTo>
                  <a:lnTo>
                    <a:pt x="6731317" y="0"/>
                  </a:lnTo>
                  <a:lnTo>
                    <a:pt x="6731317" y="9525"/>
                  </a:lnTo>
                  <a:close/>
                </a:path>
                <a:path w="8477250" h="4674870">
                  <a:moveTo>
                    <a:pt x="6797992" y="9525"/>
                  </a:moveTo>
                  <a:lnTo>
                    <a:pt x="6759892" y="9525"/>
                  </a:lnTo>
                  <a:lnTo>
                    <a:pt x="6759892" y="0"/>
                  </a:lnTo>
                  <a:lnTo>
                    <a:pt x="6797992" y="0"/>
                  </a:lnTo>
                  <a:lnTo>
                    <a:pt x="6797992" y="9525"/>
                  </a:lnTo>
                  <a:close/>
                </a:path>
                <a:path w="8477250" h="4674870">
                  <a:moveTo>
                    <a:pt x="6836092" y="9525"/>
                  </a:moveTo>
                  <a:lnTo>
                    <a:pt x="6826567" y="9525"/>
                  </a:lnTo>
                  <a:lnTo>
                    <a:pt x="6826567" y="0"/>
                  </a:lnTo>
                  <a:lnTo>
                    <a:pt x="6836092" y="0"/>
                  </a:lnTo>
                  <a:lnTo>
                    <a:pt x="6836092" y="9525"/>
                  </a:lnTo>
                  <a:close/>
                </a:path>
                <a:path w="8477250" h="4674870">
                  <a:moveTo>
                    <a:pt x="6902767" y="9525"/>
                  </a:moveTo>
                  <a:lnTo>
                    <a:pt x="6864667" y="9525"/>
                  </a:lnTo>
                  <a:lnTo>
                    <a:pt x="6864667" y="0"/>
                  </a:lnTo>
                  <a:lnTo>
                    <a:pt x="6902767" y="0"/>
                  </a:lnTo>
                  <a:lnTo>
                    <a:pt x="6902767" y="9525"/>
                  </a:lnTo>
                  <a:close/>
                </a:path>
                <a:path w="8477250" h="4674870">
                  <a:moveTo>
                    <a:pt x="6940867" y="9525"/>
                  </a:moveTo>
                  <a:lnTo>
                    <a:pt x="6931342" y="9525"/>
                  </a:lnTo>
                  <a:lnTo>
                    <a:pt x="6931342" y="0"/>
                  </a:lnTo>
                  <a:lnTo>
                    <a:pt x="6940867" y="0"/>
                  </a:lnTo>
                  <a:lnTo>
                    <a:pt x="6940867" y="9525"/>
                  </a:lnTo>
                  <a:close/>
                </a:path>
                <a:path w="8477250" h="4674870">
                  <a:moveTo>
                    <a:pt x="7007542" y="9525"/>
                  </a:moveTo>
                  <a:lnTo>
                    <a:pt x="6969442" y="9525"/>
                  </a:lnTo>
                  <a:lnTo>
                    <a:pt x="6969442" y="0"/>
                  </a:lnTo>
                  <a:lnTo>
                    <a:pt x="7007542" y="0"/>
                  </a:lnTo>
                  <a:lnTo>
                    <a:pt x="7007542" y="9525"/>
                  </a:lnTo>
                  <a:close/>
                </a:path>
                <a:path w="8477250" h="4674870">
                  <a:moveTo>
                    <a:pt x="7045642" y="9525"/>
                  </a:moveTo>
                  <a:lnTo>
                    <a:pt x="7036117" y="9525"/>
                  </a:lnTo>
                  <a:lnTo>
                    <a:pt x="7036117" y="0"/>
                  </a:lnTo>
                  <a:lnTo>
                    <a:pt x="7045642" y="0"/>
                  </a:lnTo>
                  <a:lnTo>
                    <a:pt x="7045642" y="9525"/>
                  </a:lnTo>
                  <a:close/>
                </a:path>
                <a:path w="8477250" h="4674870">
                  <a:moveTo>
                    <a:pt x="7112317" y="9525"/>
                  </a:moveTo>
                  <a:lnTo>
                    <a:pt x="7074217" y="9525"/>
                  </a:lnTo>
                  <a:lnTo>
                    <a:pt x="7074217" y="0"/>
                  </a:lnTo>
                  <a:lnTo>
                    <a:pt x="7112317" y="0"/>
                  </a:lnTo>
                  <a:lnTo>
                    <a:pt x="7112317" y="9525"/>
                  </a:lnTo>
                  <a:close/>
                </a:path>
                <a:path w="8477250" h="4674870">
                  <a:moveTo>
                    <a:pt x="7150417" y="9525"/>
                  </a:moveTo>
                  <a:lnTo>
                    <a:pt x="7140892" y="9525"/>
                  </a:lnTo>
                  <a:lnTo>
                    <a:pt x="7140892" y="0"/>
                  </a:lnTo>
                  <a:lnTo>
                    <a:pt x="7150417" y="0"/>
                  </a:lnTo>
                  <a:lnTo>
                    <a:pt x="7150417" y="9525"/>
                  </a:lnTo>
                  <a:close/>
                </a:path>
                <a:path w="8477250" h="4674870">
                  <a:moveTo>
                    <a:pt x="7217092" y="9525"/>
                  </a:moveTo>
                  <a:lnTo>
                    <a:pt x="7178992" y="9525"/>
                  </a:lnTo>
                  <a:lnTo>
                    <a:pt x="7178992" y="0"/>
                  </a:lnTo>
                  <a:lnTo>
                    <a:pt x="7217092" y="0"/>
                  </a:lnTo>
                  <a:lnTo>
                    <a:pt x="7217092" y="9525"/>
                  </a:lnTo>
                  <a:close/>
                </a:path>
                <a:path w="8477250" h="4674870">
                  <a:moveTo>
                    <a:pt x="7255192" y="9525"/>
                  </a:moveTo>
                  <a:lnTo>
                    <a:pt x="7245667" y="9525"/>
                  </a:lnTo>
                  <a:lnTo>
                    <a:pt x="7245667" y="0"/>
                  </a:lnTo>
                  <a:lnTo>
                    <a:pt x="7255192" y="0"/>
                  </a:lnTo>
                  <a:lnTo>
                    <a:pt x="7255192" y="9525"/>
                  </a:lnTo>
                  <a:close/>
                </a:path>
                <a:path w="8477250" h="4674870">
                  <a:moveTo>
                    <a:pt x="7321867" y="9525"/>
                  </a:moveTo>
                  <a:lnTo>
                    <a:pt x="7283767" y="9525"/>
                  </a:lnTo>
                  <a:lnTo>
                    <a:pt x="7283767" y="0"/>
                  </a:lnTo>
                  <a:lnTo>
                    <a:pt x="7321867" y="0"/>
                  </a:lnTo>
                  <a:lnTo>
                    <a:pt x="7321867" y="9525"/>
                  </a:lnTo>
                  <a:close/>
                </a:path>
                <a:path w="8477250" h="4674870">
                  <a:moveTo>
                    <a:pt x="7359967" y="9525"/>
                  </a:moveTo>
                  <a:lnTo>
                    <a:pt x="7350442" y="9525"/>
                  </a:lnTo>
                  <a:lnTo>
                    <a:pt x="7350442" y="0"/>
                  </a:lnTo>
                  <a:lnTo>
                    <a:pt x="7359967" y="0"/>
                  </a:lnTo>
                  <a:lnTo>
                    <a:pt x="7359967" y="9525"/>
                  </a:lnTo>
                  <a:close/>
                </a:path>
                <a:path w="8477250" h="4674870">
                  <a:moveTo>
                    <a:pt x="7426642" y="9525"/>
                  </a:moveTo>
                  <a:lnTo>
                    <a:pt x="7388542" y="9525"/>
                  </a:lnTo>
                  <a:lnTo>
                    <a:pt x="7388542" y="0"/>
                  </a:lnTo>
                  <a:lnTo>
                    <a:pt x="7426642" y="0"/>
                  </a:lnTo>
                  <a:lnTo>
                    <a:pt x="7426642" y="9525"/>
                  </a:lnTo>
                  <a:close/>
                </a:path>
                <a:path w="8477250" h="4674870">
                  <a:moveTo>
                    <a:pt x="7464742" y="9525"/>
                  </a:moveTo>
                  <a:lnTo>
                    <a:pt x="7455217" y="9525"/>
                  </a:lnTo>
                  <a:lnTo>
                    <a:pt x="7455217" y="0"/>
                  </a:lnTo>
                  <a:lnTo>
                    <a:pt x="7464742" y="0"/>
                  </a:lnTo>
                  <a:lnTo>
                    <a:pt x="7464742" y="9525"/>
                  </a:lnTo>
                  <a:close/>
                </a:path>
                <a:path w="8477250" h="4674870">
                  <a:moveTo>
                    <a:pt x="7531417" y="9525"/>
                  </a:moveTo>
                  <a:lnTo>
                    <a:pt x="7493317" y="9525"/>
                  </a:lnTo>
                  <a:lnTo>
                    <a:pt x="7493317" y="0"/>
                  </a:lnTo>
                  <a:lnTo>
                    <a:pt x="7531417" y="0"/>
                  </a:lnTo>
                  <a:lnTo>
                    <a:pt x="7531417" y="9525"/>
                  </a:lnTo>
                  <a:close/>
                </a:path>
                <a:path w="8477250" h="4674870">
                  <a:moveTo>
                    <a:pt x="7569517" y="9525"/>
                  </a:moveTo>
                  <a:lnTo>
                    <a:pt x="7559992" y="9525"/>
                  </a:lnTo>
                  <a:lnTo>
                    <a:pt x="7559992" y="0"/>
                  </a:lnTo>
                  <a:lnTo>
                    <a:pt x="7569517" y="0"/>
                  </a:lnTo>
                  <a:lnTo>
                    <a:pt x="7569517" y="9525"/>
                  </a:lnTo>
                  <a:close/>
                </a:path>
                <a:path w="8477250" h="4674870">
                  <a:moveTo>
                    <a:pt x="7636192" y="9525"/>
                  </a:moveTo>
                  <a:lnTo>
                    <a:pt x="7598092" y="9525"/>
                  </a:lnTo>
                  <a:lnTo>
                    <a:pt x="7598092" y="0"/>
                  </a:lnTo>
                  <a:lnTo>
                    <a:pt x="7636192" y="0"/>
                  </a:lnTo>
                  <a:lnTo>
                    <a:pt x="7636192" y="9525"/>
                  </a:lnTo>
                  <a:close/>
                </a:path>
                <a:path w="8477250" h="4674870">
                  <a:moveTo>
                    <a:pt x="7674292" y="9525"/>
                  </a:moveTo>
                  <a:lnTo>
                    <a:pt x="7664767" y="9525"/>
                  </a:lnTo>
                  <a:lnTo>
                    <a:pt x="7664767" y="0"/>
                  </a:lnTo>
                  <a:lnTo>
                    <a:pt x="7674292" y="0"/>
                  </a:lnTo>
                  <a:lnTo>
                    <a:pt x="7674292" y="9525"/>
                  </a:lnTo>
                  <a:close/>
                </a:path>
                <a:path w="8477250" h="4674870">
                  <a:moveTo>
                    <a:pt x="7740967" y="9525"/>
                  </a:moveTo>
                  <a:lnTo>
                    <a:pt x="7702867" y="9525"/>
                  </a:lnTo>
                  <a:lnTo>
                    <a:pt x="7702867" y="0"/>
                  </a:lnTo>
                  <a:lnTo>
                    <a:pt x="7740967" y="0"/>
                  </a:lnTo>
                  <a:lnTo>
                    <a:pt x="7740967" y="9525"/>
                  </a:lnTo>
                  <a:close/>
                </a:path>
                <a:path w="8477250" h="4674870">
                  <a:moveTo>
                    <a:pt x="7779067" y="9525"/>
                  </a:moveTo>
                  <a:lnTo>
                    <a:pt x="7769542" y="9525"/>
                  </a:lnTo>
                  <a:lnTo>
                    <a:pt x="7769542" y="0"/>
                  </a:lnTo>
                  <a:lnTo>
                    <a:pt x="7779067" y="0"/>
                  </a:lnTo>
                  <a:lnTo>
                    <a:pt x="7779067" y="9525"/>
                  </a:lnTo>
                  <a:close/>
                </a:path>
                <a:path w="8477250" h="4674870">
                  <a:moveTo>
                    <a:pt x="7845742" y="9525"/>
                  </a:moveTo>
                  <a:lnTo>
                    <a:pt x="7807642" y="9525"/>
                  </a:lnTo>
                  <a:lnTo>
                    <a:pt x="7807642" y="0"/>
                  </a:lnTo>
                  <a:lnTo>
                    <a:pt x="7845742" y="0"/>
                  </a:lnTo>
                  <a:lnTo>
                    <a:pt x="7845742" y="9525"/>
                  </a:lnTo>
                  <a:close/>
                </a:path>
                <a:path w="8477250" h="4674870">
                  <a:moveTo>
                    <a:pt x="7883842" y="9525"/>
                  </a:moveTo>
                  <a:lnTo>
                    <a:pt x="7874317" y="9525"/>
                  </a:lnTo>
                  <a:lnTo>
                    <a:pt x="7874317" y="0"/>
                  </a:lnTo>
                  <a:lnTo>
                    <a:pt x="7883842" y="0"/>
                  </a:lnTo>
                  <a:lnTo>
                    <a:pt x="7883842" y="9525"/>
                  </a:lnTo>
                  <a:close/>
                </a:path>
                <a:path w="8477250" h="4674870">
                  <a:moveTo>
                    <a:pt x="7950517" y="9525"/>
                  </a:moveTo>
                  <a:lnTo>
                    <a:pt x="7912417" y="9525"/>
                  </a:lnTo>
                  <a:lnTo>
                    <a:pt x="7912417" y="0"/>
                  </a:lnTo>
                  <a:lnTo>
                    <a:pt x="7950517" y="0"/>
                  </a:lnTo>
                  <a:lnTo>
                    <a:pt x="7950517" y="9525"/>
                  </a:lnTo>
                  <a:close/>
                </a:path>
                <a:path w="8477250" h="4674870">
                  <a:moveTo>
                    <a:pt x="7988617" y="9525"/>
                  </a:moveTo>
                  <a:lnTo>
                    <a:pt x="7979092" y="9525"/>
                  </a:lnTo>
                  <a:lnTo>
                    <a:pt x="7979092" y="0"/>
                  </a:lnTo>
                  <a:lnTo>
                    <a:pt x="7988617" y="0"/>
                  </a:lnTo>
                  <a:lnTo>
                    <a:pt x="7988617" y="9525"/>
                  </a:lnTo>
                  <a:close/>
                </a:path>
                <a:path w="8477250" h="4674870">
                  <a:moveTo>
                    <a:pt x="8055292" y="9525"/>
                  </a:moveTo>
                  <a:lnTo>
                    <a:pt x="8017192" y="9525"/>
                  </a:lnTo>
                  <a:lnTo>
                    <a:pt x="8017192" y="0"/>
                  </a:lnTo>
                  <a:lnTo>
                    <a:pt x="8055292" y="0"/>
                  </a:lnTo>
                  <a:lnTo>
                    <a:pt x="8055292" y="9525"/>
                  </a:lnTo>
                  <a:close/>
                </a:path>
                <a:path w="8477250" h="4674870">
                  <a:moveTo>
                    <a:pt x="8093392" y="9525"/>
                  </a:moveTo>
                  <a:lnTo>
                    <a:pt x="8083867" y="9525"/>
                  </a:lnTo>
                  <a:lnTo>
                    <a:pt x="8083867" y="0"/>
                  </a:lnTo>
                  <a:lnTo>
                    <a:pt x="8093392" y="0"/>
                  </a:lnTo>
                  <a:lnTo>
                    <a:pt x="8093392" y="9525"/>
                  </a:lnTo>
                  <a:close/>
                </a:path>
                <a:path w="8477250" h="4674870">
                  <a:moveTo>
                    <a:pt x="8160067" y="9525"/>
                  </a:moveTo>
                  <a:lnTo>
                    <a:pt x="8121967" y="9525"/>
                  </a:lnTo>
                  <a:lnTo>
                    <a:pt x="8121967" y="0"/>
                  </a:lnTo>
                  <a:lnTo>
                    <a:pt x="8160067" y="0"/>
                  </a:lnTo>
                  <a:lnTo>
                    <a:pt x="8160067" y="9525"/>
                  </a:lnTo>
                  <a:close/>
                </a:path>
                <a:path w="8477250" h="4674870">
                  <a:moveTo>
                    <a:pt x="8198167" y="9525"/>
                  </a:moveTo>
                  <a:lnTo>
                    <a:pt x="8188642" y="9525"/>
                  </a:lnTo>
                  <a:lnTo>
                    <a:pt x="8188642" y="0"/>
                  </a:lnTo>
                  <a:lnTo>
                    <a:pt x="8198167" y="0"/>
                  </a:lnTo>
                  <a:lnTo>
                    <a:pt x="8198167" y="9525"/>
                  </a:lnTo>
                  <a:close/>
                </a:path>
                <a:path w="8477250" h="4674870">
                  <a:moveTo>
                    <a:pt x="8264842" y="9525"/>
                  </a:moveTo>
                  <a:lnTo>
                    <a:pt x="8226742" y="9525"/>
                  </a:lnTo>
                  <a:lnTo>
                    <a:pt x="8226742" y="0"/>
                  </a:lnTo>
                  <a:lnTo>
                    <a:pt x="8264842" y="0"/>
                  </a:lnTo>
                  <a:lnTo>
                    <a:pt x="8264842" y="9525"/>
                  </a:lnTo>
                  <a:close/>
                </a:path>
                <a:path w="8477250" h="4674870">
                  <a:moveTo>
                    <a:pt x="8302942" y="9525"/>
                  </a:moveTo>
                  <a:lnTo>
                    <a:pt x="8293417" y="9525"/>
                  </a:lnTo>
                  <a:lnTo>
                    <a:pt x="8293417" y="0"/>
                  </a:lnTo>
                  <a:lnTo>
                    <a:pt x="8302942" y="0"/>
                  </a:lnTo>
                  <a:lnTo>
                    <a:pt x="8302942" y="9525"/>
                  </a:lnTo>
                  <a:close/>
                </a:path>
                <a:path w="8477250" h="4674870">
                  <a:moveTo>
                    <a:pt x="8369617" y="9525"/>
                  </a:moveTo>
                  <a:lnTo>
                    <a:pt x="8331517" y="9525"/>
                  </a:lnTo>
                  <a:lnTo>
                    <a:pt x="8331517" y="0"/>
                  </a:lnTo>
                  <a:lnTo>
                    <a:pt x="8369617" y="0"/>
                  </a:lnTo>
                  <a:lnTo>
                    <a:pt x="8369617" y="9525"/>
                  </a:lnTo>
                  <a:close/>
                </a:path>
                <a:path w="8477250" h="4674870">
                  <a:moveTo>
                    <a:pt x="8407717" y="9525"/>
                  </a:moveTo>
                  <a:lnTo>
                    <a:pt x="8398192" y="9525"/>
                  </a:lnTo>
                  <a:lnTo>
                    <a:pt x="8398192" y="0"/>
                  </a:lnTo>
                  <a:lnTo>
                    <a:pt x="8407717" y="0"/>
                  </a:lnTo>
                  <a:lnTo>
                    <a:pt x="8407717" y="9525"/>
                  </a:lnTo>
                  <a:close/>
                </a:path>
                <a:path w="8477250" h="4674870">
                  <a:moveTo>
                    <a:pt x="8467725" y="9525"/>
                  </a:moveTo>
                  <a:lnTo>
                    <a:pt x="8436292" y="9525"/>
                  </a:lnTo>
                  <a:lnTo>
                    <a:pt x="8436292" y="0"/>
                  </a:lnTo>
                  <a:lnTo>
                    <a:pt x="8477250" y="0"/>
                  </a:lnTo>
                  <a:lnTo>
                    <a:pt x="8477250" y="4762"/>
                  </a:lnTo>
                  <a:lnTo>
                    <a:pt x="8467725" y="4762"/>
                  </a:lnTo>
                  <a:lnTo>
                    <a:pt x="8467725" y="9525"/>
                  </a:lnTo>
                  <a:close/>
                </a:path>
                <a:path w="8477250" h="4674870">
                  <a:moveTo>
                    <a:pt x="8472487" y="9525"/>
                  </a:moveTo>
                  <a:lnTo>
                    <a:pt x="8467725" y="9525"/>
                  </a:lnTo>
                  <a:lnTo>
                    <a:pt x="8467725" y="4762"/>
                  </a:lnTo>
                  <a:lnTo>
                    <a:pt x="8472487" y="9525"/>
                  </a:lnTo>
                  <a:close/>
                </a:path>
                <a:path w="8477250" h="4674870">
                  <a:moveTo>
                    <a:pt x="8477250" y="6667"/>
                  </a:moveTo>
                  <a:lnTo>
                    <a:pt x="8469630" y="6667"/>
                  </a:lnTo>
                  <a:lnTo>
                    <a:pt x="8467725" y="4762"/>
                  </a:lnTo>
                  <a:lnTo>
                    <a:pt x="8477250" y="4762"/>
                  </a:lnTo>
                  <a:lnTo>
                    <a:pt x="8477250" y="6667"/>
                  </a:lnTo>
                  <a:close/>
                </a:path>
                <a:path w="8477250" h="4674870">
                  <a:moveTo>
                    <a:pt x="8477250" y="44767"/>
                  </a:moveTo>
                  <a:lnTo>
                    <a:pt x="8467725" y="44767"/>
                  </a:lnTo>
                  <a:lnTo>
                    <a:pt x="8467725" y="35242"/>
                  </a:lnTo>
                  <a:lnTo>
                    <a:pt x="8477250" y="35242"/>
                  </a:lnTo>
                  <a:lnTo>
                    <a:pt x="8477250" y="44767"/>
                  </a:lnTo>
                  <a:close/>
                </a:path>
                <a:path w="8477250" h="4674870">
                  <a:moveTo>
                    <a:pt x="8477250" y="111442"/>
                  </a:moveTo>
                  <a:lnTo>
                    <a:pt x="8467725" y="111442"/>
                  </a:lnTo>
                  <a:lnTo>
                    <a:pt x="8467725" y="73342"/>
                  </a:lnTo>
                  <a:lnTo>
                    <a:pt x="8477250" y="73342"/>
                  </a:lnTo>
                  <a:lnTo>
                    <a:pt x="8477250" y="111442"/>
                  </a:lnTo>
                  <a:close/>
                </a:path>
                <a:path w="8477250" h="4674870">
                  <a:moveTo>
                    <a:pt x="8477250" y="149542"/>
                  </a:moveTo>
                  <a:lnTo>
                    <a:pt x="8467725" y="149542"/>
                  </a:lnTo>
                  <a:lnTo>
                    <a:pt x="8467725" y="140017"/>
                  </a:lnTo>
                  <a:lnTo>
                    <a:pt x="8477250" y="140017"/>
                  </a:lnTo>
                  <a:lnTo>
                    <a:pt x="8477250" y="149542"/>
                  </a:lnTo>
                  <a:close/>
                </a:path>
                <a:path w="8477250" h="4674870">
                  <a:moveTo>
                    <a:pt x="8477250" y="216217"/>
                  </a:moveTo>
                  <a:lnTo>
                    <a:pt x="8467725" y="216217"/>
                  </a:lnTo>
                  <a:lnTo>
                    <a:pt x="8467725" y="178117"/>
                  </a:lnTo>
                  <a:lnTo>
                    <a:pt x="8477250" y="178117"/>
                  </a:lnTo>
                  <a:lnTo>
                    <a:pt x="8477250" y="216217"/>
                  </a:lnTo>
                  <a:close/>
                </a:path>
                <a:path w="8477250" h="4674870">
                  <a:moveTo>
                    <a:pt x="8477250" y="254317"/>
                  </a:moveTo>
                  <a:lnTo>
                    <a:pt x="8467725" y="254317"/>
                  </a:lnTo>
                  <a:lnTo>
                    <a:pt x="8467725" y="244792"/>
                  </a:lnTo>
                  <a:lnTo>
                    <a:pt x="8477250" y="244792"/>
                  </a:lnTo>
                  <a:lnTo>
                    <a:pt x="8477250" y="254317"/>
                  </a:lnTo>
                  <a:close/>
                </a:path>
                <a:path w="8477250" h="4674870">
                  <a:moveTo>
                    <a:pt x="8477250" y="320992"/>
                  </a:moveTo>
                  <a:lnTo>
                    <a:pt x="8467725" y="320992"/>
                  </a:lnTo>
                  <a:lnTo>
                    <a:pt x="8467725" y="282892"/>
                  </a:lnTo>
                  <a:lnTo>
                    <a:pt x="8477250" y="282892"/>
                  </a:lnTo>
                  <a:lnTo>
                    <a:pt x="8477250" y="320992"/>
                  </a:lnTo>
                  <a:close/>
                </a:path>
                <a:path w="8477250" h="4674870">
                  <a:moveTo>
                    <a:pt x="8477250" y="359092"/>
                  </a:moveTo>
                  <a:lnTo>
                    <a:pt x="8467725" y="359092"/>
                  </a:lnTo>
                  <a:lnTo>
                    <a:pt x="8467725" y="349567"/>
                  </a:lnTo>
                  <a:lnTo>
                    <a:pt x="8477250" y="349567"/>
                  </a:lnTo>
                  <a:lnTo>
                    <a:pt x="8477250" y="359092"/>
                  </a:lnTo>
                  <a:close/>
                </a:path>
                <a:path w="8477250" h="4674870">
                  <a:moveTo>
                    <a:pt x="8477250" y="425767"/>
                  </a:moveTo>
                  <a:lnTo>
                    <a:pt x="8467725" y="425767"/>
                  </a:lnTo>
                  <a:lnTo>
                    <a:pt x="8467725" y="387667"/>
                  </a:lnTo>
                  <a:lnTo>
                    <a:pt x="8477250" y="387667"/>
                  </a:lnTo>
                  <a:lnTo>
                    <a:pt x="8477250" y="425767"/>
                  </a:lnTo>
                  <a:close/>
                </a:path>
                <a:path w="8477250" h="4674870">
                  <a:moveTo>
                    <a:pt x="8477250" y="463867"/>
                  </a:moveTo>
                  <a:lnTo>
                    <a:pt x="8467725" y="463867"/>
                  </a:lnTo>
                  <a:lnTo>
                    <a:pt x="8467725" y="454342"/>
                  </a:lnTo>
                  <a:lnTo>
                    <a:pt x="8477250" y="454342"/>
                  </a:lnTo>
                  <a:lnTo>
                    <a:pt x="8477250" y="463867"/>
                  </a:lnTo>
                  <a:close/>
                </a:path>
                <a:path w="8477250" h="4674870">
                  <a:moveTo>
                    <a:pt x="8477250" y="530542"/>
                  </a:moveTo>
                  <a:lnTo>
                    <a:pt x="8467725" y="530542"/>
                  </a:lnTo>
                  <a:lnTo>
                    <a:pt x="8467725" y="492442"/>
                  </a:lnTo>
                  <a:lnTo>
                    <a:pt x="8477250" y="492442"/>
                  </a:lnTo>
                  <a:lnTo>
                    <a:pt x="8477250" y="530542"/>
                  </a:lnTo>
                  <a:close/>
                </a:path>
                <a:path w="8477250" h="4674870">
                  <a:moveTo>
                    <a:pt x="8477250" y="568642"/>
                  </a:moveTo>
                  <a:lnTo>
                    <a:pt x="8467725" y="568642"/>
                  </a:lnTo>
                  <a:lnTo>
                    <a:pt x="8467725" y="559117"/>
                  </a:lnTo>
                  <a:lnTo>
                    <a:pt x="8477250" y="559117"/>
                  </a:lnTo>
                  <a:lnTo>
                    <a:pt x="8477250" y="568642"/>
                  </a:lnTo>
                  <a:close/>
                </a:path>
                <a:path w="8477250" h="4674870">
                  <a:moveTo>
                    <a:pt x="8477250" y="635317"/>
                  </a:moveTo>
                  <a:lnTo>
                    <a:pt x="8467725" y="635317"/>
                  </a:lnTo>
                  <a:lnTo>
                    <a:pt x="8467725" y="597217"/>
                  </a:lnTo>
                  <a:lnTo>
                    <a:pt x="8477250" y="597217"/>
                  </a:lnTo>
                  <a:lnTo>
                    <a:pt x="8477250" y="635317"/>
                  </a:lnTo>
                  <a:close/>
                </a:path>
                <a:path w="8477250" h="4674870">
                  <a:moveTo>
                    <a:pt x="8477250" y="673417"/>
                  </a:moveTo>
                  <a:lnTo>
                    <a:pt x="8467725" y="673417"/>
                  </a:lnTo>
                  <a:lnTo>
                    <a:pt x="8467725" y="663892"/>
                  </a:lnTo>
                  <a:lnTo>
                    <a:pt x="8477250" y="663892"/>
                  </a:lnTo>
                  <a:lnTo>
                    <a:pt x="8477250" y="673417"/>
                  </a:lnTo>
                  <a:close/>
                </a:path>
                <a:path w="8477250" h="4674870">
                  <a:moveTo>
                    <a:pt x="8477250" y="740092"/>
                  </a:moveTo>
                  <a:lnTo>
                    <a:pt x="8467725" y="740092"/>
                  </a:lnTo>
                  <a:lnTo>
                    <a:pt x="8467725" y="701992"/>
                  </a:lnTo>
                  <a:lnTo>
                    <a:pt x="8477250" y="701992"/>
                  </a:lnTo>
                  <a:lnTo>
                    <a:pt x="8477250" y="740092"/>
                  </a:lnTo>
                  <a:close/>
                </a:path>
                <a:path w="8477250" h="4674870">
                  <a:moveTo>
                    <a:pt x="8477250" y="778192"/>
                  </a:moveTo>
                  <a:lnTo>
                    <a:pt x="8467725" y="778192"/>
                  </a:lnTo>
                  <a:lnTo>
                    <a:pt x="8467725" y="768667"/>
                  </a:lnTo>
                  <a:lnTo>
                    <a:pt x="8477250" y="768667"/>
                  </a:lnTo>
                  <a:lnTo>
                    <a:pt x="8477250" y="778192"/>
                  </a:lnTo>
                  <a:close/>
                </a:path>
                <a:path w="8477250" h="4674870">
                  <a:moveTo>
                    <a:pt x="8477250" y="844867"/>
                  </a:moveTo>
                  <a:lnTo>
                    <a:pt x="8467725" y="844867"/>
                  </a:lnTo>
                  <a:lnTo>
                    <a:pt x="8467725" y="806767"/>
                  </a:lnTo>
                  <a:lnTo>
                    <a:pt x="8477250" y="806767"/>
                  </a:lnTo>
                  <a:lnTo>
                    <a:pt x="8477250" y="844867"/>
                  </a:lnTo>
                  <a:close/>
                </a:path>
                <a:path w="8477250" h="4674870">
                  <a:moveTo>
                    <a:pt x="8477250" y="882967"/>
                  </a:moveTo>
                  <a:lnTo>
                    <a:pt x="8467725" y="882967"/>
                  </a:lnTo>
                  <a:lnTo>
                    <a:pt x="8467725" y="873442"/>
                  </a:lnTo>
                  <a:lnTo>
                    <a:pt x="8477250" y="873442"/>
                  </a:lnTo>
                  <a:lnTo>
                    <a:pt x="8477250" y="882967"/>
                  </a:lnTo>
                  <a:close/>
                </a:path>
                <a:path w="8477250" h="4674870">
                  <a:moveTo>
                    <a:pt x="8477250" y="949642"/>
                  </a:moveTo>
                  <a:lnTo>
                    <a:pt x="8467725" y="949642"/>
                  </a:lnTo>
                  <a:lnTo>
                    <a:pt x="8467725" y="911542"/>
                  </a:lnTo>
                  <a:lnTo>
                    <a:pt x="8477250" y="911542"/>
                  </a:lnTo>
                  <a:lnTo>
                    <a:pt x="8477250" y="949642"/>
                  </a:lnTo>
                  <a:close/>
                </a:path>
                <a:path w="8477250" h="4674870">
                  <a:moveTo>
                    <a:pt x="8477250" y="987742"/>
                  </a:moveTo>
                  <a:lnTo>
                    <a:pt x="8467725" y="987742"/>
                  </a:lnTo>
                  <a:lnTo>
                    <a:pt x="8467725" y="978217"/>
                  </a:lnTo>
                  <a:lnTo>
                    <a:pt x="8477250" y="978217"/>
                  </a:lnTo>
                  <a:lnTo>
                    <a:pt x="8477250" y="987742"/>
                  </a:lnTo>
                  <a:close/>
                </a:path>
                <a:path w="8477250" h="4674870">
                  <a:moveTo>
                    <a:pt x="8477250" y="1054417"/>
                  </a:moveTo>
                  <a:lnTo>
                    <a:pt x="8467725" y="1054417"/>
                  </a:lnTo>
                  <a:lnTo>
                    <a:pt x="8467725" y="1016317"/>
                  </a:lnTo>
                  <a:lnTo>
                    <a:pt x="8477250" y="1016317"/>
                  </a:lnTo>
                  <a:lnTo>
                    <a:pt x="8477250" y="1054417"/>
                  </a:lnTo>
                  <a:close/>
                </a:path>
                <a:path w="8477250" h="4674870">
                  <a:moveTo>
                    <a:pt x="8477250" y="1092517"/>
                  </a:moveTo>
                  <a:lnTo>
                    <a:pt x="8467725" y="1092517"/>
                  </a:lnTo>
                  <a:lnTo>
                    <a:pt x="8467725" y="1082992"/>
                  </a:lnTo>
                  <a:lnTo>
                    <a:pt x="8477250" y="1082992"/>
                  </a:lnTo>
                  <a:lnTo>
                    <a:pt x="8477250" y="1092517"/>
                  </a:lnTo>
                  <a:close/>
                </a:path>
                <a:path w="8477250" h="4674870">
                  <a:moveTo>
                    <a:pt x="8477250" y="1159192"/>
                  </a:moveTo>
                  <a:lnTo>
                    <a:pt x="8467725" y="1159192"/>
                  </a:lnTo>
                  <a:lnTo>
                    <a:pt x="8467725" y="1121092"/>
                  </a:lnTo>
                  <a:lnTo>
                    <a:pt x="8477250" y="1121092"/>
                  </a:lnTo>
                  <a:lnTo>
                    <a:pt x="8477250" y="1159192"/>
                  </a:lnTo>
                  <a:close/>
                </a:path>
                <a:path w="8477250" h="4674870">
                  <a:moveTo>
                    <a:pt x="8477250" y="1197292"/>
                  </a:moveTo>
                  <a:lnTo>
                    <a:pt x="8467725" y="1197292"/>
                  </a:lnTo>
                  <a:lnTo>
                    <a:pt x="8467725" y="1187767"/>
                  </a:lnTo>
                  <a:lnTo>
                    <a:pt x="8477250" y="1187767"/>
                  </a:lnTo>
                  <a:lnTo>
                    <a:pt x="8477250" y="1197292"/>
                  </a:lnTo>
                  <a:close/>
                </a:path>
                <a:path w="8477250" h="4674870">
                  <a:moveTo>
                    <a:pt x="8477250" y="1263967"/>
                  </a:moveTo>
                  <a:lnTo>
                    <a:pt x="8467725" y="1263967"/>
                  </a:lnTo>
                  <a:lnTo>
                    <a:pt x="8467725" y="1225867"/>
                  </a:lnTo>
                  <a:lnTo>
                    <a:pt x="8477250" y="1225867"/>
                  </a:lnTo>
                  <a:lnTo>
                    <a:pt x="8477250" y="1263967"/>
                  </a:lnTo>
                  <a:close/>
                </a:path>
                <a:path w="8477250" h="4674870">
                  <a:moveTo>
                    <a:pt x="8477250" y="1302067"/>
                  </a:moveTo>
                  <a:lnTo>
                    <a:pt x="8467725" y="1302067"/>
                  </a:lnTo>
                  <a:lnTo>
                    <a:pt x="8467725" y="1292542"/>
                  </a:lnTo>
                  <a:lnTo>
                    <a:pt x="8477250" y="1292542"/>
                  </a:lnTo>
                  <a:lnTo>
                    <a:pt x="8477250" y="1302067"/>
                  </a:lnTo>
                  <a:close/>
                </a:path>
                <a:path w="8477250" h="4674870">
                  <a:moveTo>
                    <a:pt x="8477250" y="1368742"/>
                  </a:moveTo>
                  <a:lnTo>
                    <a:pt x="8467725" y="1368742"/>
                  </a:lnTo>
                  <a:lnTo>
                    <a:pt x="8467725" y="1330642"/>
                  </a:lnTo>
                  <a:lnTo>
                    <a:pt x="8477250" y="1330642"/>
                  </a:lnTo>
                  <a:lnTo>
                    <a:pt x="8477250" y="1368742"/>
                  </a:lnTo>
                  <a:close/>
                </a:path>
                <a:path w="8477250" h="4674870">
                  <a:moveTo>
                    <a:pt x="8477250" y="1406842"/>
                  </a:moveTo>
                  <a:lnTo>
                    <a:pt x="8467725" y="1406842"/>
                  </a:lnTo>
                  <a:lnTo>
                    <a:pt x="8467725" y="1397317"/>
                  </a:lnTo>
                  <a:lnTo>
                    <a:pt x="8477250" y="1397317"/>
                  </a:lnTo>
                  <a:lnTo>
                    <a:pt x="8477250" y="1406842"/>
                  </a:lnTo>
                  <a:close/>
                </a:path>
                <a:path w="8477250" h="4674870">
                  <a:moveTo>
                    <a:pt x="8477250" y="1473517"/>
                  </a:moveTo>
                  <a:lnTo>
                    <a:pt x="8467725" y="1473517"/>
                  </a:lnTo>
                  <a:lnTo>
                    <a:pt x="8467725" y="1435417"/>
                  </a:lnTo>
                  <a:lnTo>
                    <a:pt x="8477250" y="1435417"/>
                  </a:lnTo>
                  <a:lnTo>
                    <a:pt x="8477250" y="1473517"/>
                  </a:lnTo>
                  <a:close/>
                </a:path>
                <a:path w="8477250" h="4674870">
                  <a:moveTo>
                    <a:pt x="8477250" y="1511617"/>
                  </a:moveTo>
                  <a:lnTo>
                    <a:pt x="8467725" y="1511617"/>
                  </a:lnTo>
                  <a:lnTo>
                    <a:pt x="8467725" y="1502092"/>
                  </a:lnTo>
                  <a:lnTo>
                    <a:pt x="8477250" y="1502092"/>
                  </a:lnTo>
                  <a:lnTo>
                    <a:pt x="8477250" y="1511617"/>
                  </a:lnTo>
                  <a:close/>
                </a:path>
                <a:path w="8477250" h="4674870">
                  <a:moveTo>
                    <a:pt x="8477250" y="1578292"/>
                  </a:moveTo>
                  <a:lnTo>
                    <a:pt x="8467725" y="1578292"/>
                  </a:lnTo>
                  <a:lnTo>
                    <a:pt x="8467725" y="1540192"/>
                  </a:lnTo>
                  <a:lnTo>
                    <a:pt x="8477250" y="1540192"/>
                  </a:lnTo>
                  <a:lnTo>
                    <a:pt x="8477250" y="1578292"/>
                  </a:lnTo>
                  <a:close/>
                </a:path>
                <a:path w="8477250" h="4674870">
                  <a:moveTo>
                    <a:pt x="8477250" y="1616392"/>
                  </a:moveTo>
                  <a:lnTo>
                    <a:pt x="8467725" y="1616392"/>
                  </a:lnTo>
                  <a:lnTo>
                    <a:pt x="8467725" y="1606867"/>
                  </a:lnTo>
                  <a:lnTo>
                    <a:pt x="8477250" y="1606867"/>
                  </a:lnTo>
                  <a:lnTo>
                    <a:pt x="8477250" y="1616392"/>
                  </a:lnTo>
                  <a:close/>
                </a:path>
                <a:path w="8477250" h="4674870">
                  <a:moveTo>
                    <a:pt x="8477250" y="1683067"/>
                  </a:moveTo>
                  <a:lnTo>
                    <a:pt x="8467725" y="1683067"/>
                  </a:lnTo>
                  <a:lnTo>
                    <a:pt x="8467725" y="1644967"/>
                  </a:lnTo>
                  <a:lnTo>
                    <a:pt x="8477250" y="1644967"/>
                  </a:lnTo>
                  <a:lnTo>
                    <a:pt x="8477250" y="1683067"/>
                  </a:lnTo>
                  <a:close/>
                </a:path>
                <a:path w="8477250" h="4674870">
                  <a:moveTo>
                    <a:pt x="8477250" y="1721167"/>
                  </a:moveTo>
                  <a:lnTo>
                    <a:pt x="8467725" y="1721167"/>
                  </a:lnTo>
                  <a:lnTo>
                    <a:pt x="8467725" y="1711642"/>
                  </a:lnTo>
                  <a:lnTo>
                    <a:pt x="8477250" y="1711642"/>
                  </a:lnTo>
                  <a:lnTo>
                    <a:pt x="8477250" y="1721167"/>
                  </a:lnTo>
                  <a:close/>
                </a:path>
                <a:path w="8477250" h="4674870">
                  <a:moveTo>
                    <a:pt x="8477250" y="1787842"/>
                  </a:moveTo>
                  <a:lnTo>
                    <a:pt x="8467725" y="1787842"/>
                  </a:lnTo>
                  <a:lnTo>
                    <a:pt x="8467725" y="1749742"/>
                  </a:lnTo>
                  <a:lnTo>
                    <a:pt x="8477250" y="1749742"/>
                  </a:lnTo>
                  <a:lnTo>
                    <a:pt x="8477250" y="1787842"/>
                  </a:lnTo>
                  <a:close/>
                </a:path>
                <a:path w="8477250" h="4674870">
                  <a:moveTo>
                    <a:pt x="8477250" y="1825942"/>
                  </a:moveTo>
                  <a:lnTo>
                    <a:pt x="8467725" y="1825942"/>
                  </a:lnTo>
                  <a:lnTo>
                    <a:pt x="8467725" y="1816417"/>
                  </a:lnTo>
                  <a:lnTo>
                    <a:pt x="8477250" y="1816417"/>
                  </a:lnTo>
                  <a:lnTo>
                    <a:pt x="8477250" y="1825942"/>
                  </a:lnTo>
                  <a:close/>
                </a:path>
                <a:path w="8477250" h="4674870">
                  <a:moveTo>
                    <a:pt x="8477250" y="1892617"/>
                  </a:moveTo>
                  <a:lnTo>
                    <a:pt x="8467725" y="1892617"/>
                  </a:lnTo>
                  <a:lnTo>
                    <a:pt x="8467725" y="1854517"/>
                  </a:lnTo>
                  <a:lnTo>
                    <a:pt x="8477250" y="1854517"/>
                  </a:lnTo>
                  <a:lnTo>
                    <a:pt x="8477250" y="1892617"/>
                  </a:lnTo>
                  <a:close/>
                </a:path>
                <a:path w="8477250" h="4674870">
                  <a:moveTo>
                    <a:pt x="8477250" y="1930717"/>
                  </a:moveTo>
                  <a:lnTo>
                    <a:pt x="8467725" y="1930717"/>
                  </a:lnTo>
                  <a:lnTo>
                    <a:pt x="8467725" y="1921192"/>
                  </a:lnTo>
                  <a:lnTo>
                    <a:pt x="8477250" y="1921192"/>
                  </a:lnTo>
                  <a:lnTo>
                    <a:pt x="8477250" y="1930717"/>
                  </a:lnTo>
                  <a:close/>
                </a:path>
                <a:path w="8477250" h="4674870">
                  <a:moveTo>
                    <a:pt x="8477250" y="1997392"/>
                  </a:moveTo>
                  <a:lnTo>
                    <a:pt x="8467725" y="1997392"/>
                  </a:lnTo>
                  <a:lnTo>
                    <a:pt x="8467725" y="1959292"/>
                  </a:lnTo>
                  <a:lnTo>
                    <a:pt x="8477250" y="1959292"/>
                  </a:lnTo>
                  <a:lnTo>
                    <a:pt x="8477250" y="1997392"/>
                  </a:lnTo>
                  <a:close/>
                </a:path>
                <a:path w="8477250" h="4674870">
                  <a:moveTo>
                    <a:pt x="8477250" y="2035492"/>
                  </a:moveTo>
                  <a:lnTo>
                    <a:pt x="8467725" y="2035492"/>
                  </a:lnTo>
                  <a:lnTo>
                    <a:pt x="8467725" y="2025967"/>
                  </a:lnTo>
                  <a:lnTo>
                    <a:pt x="8477250" y="2025967"/>
                  </a:lnTo>
                  <a:lnTo>
                    <a:pt x="8477250" y="2035492"/>
                  </a:lnTo>
                  <a:close/>
                </a:path>
                <a:path w="8477250" h="4674870">
                  <a:moveTo>
                    <a:pt x="8477250" y="2102167"/>
                  </a:moveTo>
                  <a:lnTo>
                    <a:pt x="8467725" y="2102167"/>
                  </a:lnTo>
                  <a:lnTo>
                    <a:pt x="8467725" y="2064067"/>
                  </a:lnTo>
                  <a:lnTo>
                    <a:pt x="8477250" y="2064067"/>
                  </a:lnTo>
                  <a:lnTo>
                    <a:pt x="8477250" y="2102167"/>
                  </a:lnTo>
                  <a:close/>
                </a:path>
                <a:path w="8477250" h="4674870">
                  <a:moveTo>
                    <a:pt x="8477250" y="2140267"/>
                  </a:moveTo>
                  <a:lnTo>
                    <a:pt x="8467725" y="2140267"/>
                  </a:lnTo>
                  <a:lnTo>
                    <a:pt x="8467725" y="2130742"/>
                  </a:lnTo>
                  <a:lnTo>
                    <a:pt x="8477250" y="2130742"/>
                  </a:lnTo>
                  <a:lnTo>
                    <a:pt x="8477250" y="2140267"/>
                  </a:lnTo>
                  <a:close/>
                </a:path>
                <a:path w="8477250" h="4674870">
                  <a:moveTo>
                    <a:pt x="8477250" y="2206942"/>
                  </a:moveTo>
                  <a:lnTo>
                    <a:pt x="8467725" y="2206942"/>
                  </a:lnTo>
                  <a:lnTo>
                    <a:pt x="8467725" y="2168842"/>
                  </a:lnTo>
                  <a:lnTo>
                    <a:pt x="8477250" y="2168842"/>
                  </a:lnTo>
                  <a:lnTo>
                    <a:pt x="8477250" y="2206942"/>
                  </a:lnTo>
                  <a:close/>
                </a:path>
                <a:path w="8477250" h="4674870">
                  <a:moveTo>
                    <a:pt x="8477250" y="2245042"/>
                  </a:moveTo>
                  <a:lnTo>
                    <a:pt x="8467725" y="2245042"/>
                  </a:lnTo>
                  <a:lnTo>
                    <a:pt x="8467725" y="2235517"/>
                  </a:lnTo>
                  <a:lnTo>
                    <a:pt x="8477250" y="2235517"/>
                  </a:lnTo>
                  <a:lnTo>
                    <a:pt x="8477250" y="2245042"/>
                  </a:lnTo>
                  <a:close/>
                </a:path>
                <a:path w="8477250" h="4674870">
                  <a:moveTo>
                    <a:pt x="8477250" y="2311717"/>
                  </a:moveTo>
                  <a:lnTo>
                    <a:pt x="8467725" y="2311717"/>
                  </a:lnTo>
                  <a:lnTo>
                    <a:pt x="8467725" y="2273617"/>
                  </a:lnTo>
                  <a:lnTo>
                    <a:pt x="8477250" y="2273617"/>
                  </a:lnTo>
                  <a:lnTo>
                    <a:pt x="8477250" y="2311717"/>
                  </a:lnTo>
                  <a:close/>
                </a:path>
                <a:path w="8477250" h="4674870">
                  <a:moveTo>
                    <a:pt x="8477250" y="2349817"/>
                  </a:moveTo>
                  <a:lnTo>
                    <a:pt x="8467725" y="2349817"/>
                  </a:lnTo>
                  <a:lnTo>
                    <a:pt x="8467725" y="2340292"/>
                  </a:lnTo>
                  <a:lnTo>
                    <a:pt x="8477250" y="2340292"/>
                  </a:lnTo>
                  <a:lnTo>
                    <a:pt x="8477250" y="2349817"/>
                  </a:lnTo>
                  <a:close/>
                </a:path>
                <a:path w="8477250" h="4674870">
                  <a:moveTo>
                    <a:pt x="8477250" y="2416492"/>
                  </a:moveTo>
                  <a:lnTo>
                    <a:pt x="8467725" y="2416492"/>
                  </a:lnTo>
                  <a:lnTo>
                    <a:pt x="8467725" y="2378392"/>
                  </a:lnTo>
                  <a:lnTo>
                    <a:pt x="8477250" y="2378392"/>
                  </a:lnTo>
                  <a:lnTo>
                    <a:pt x="8477250" y="2416492"/>
                  </a:lnTo>
                  <a:close/>
                </a:path>
                <a:path w="8477250" h="4674870">
                  <a:moveTo>
                    <a:pt x="8477250" y="2454592"/>
                  </a:moveTo>
                  <a:lnTo>
                    <a:pt x="8467725" y="2454592"/>
                  </a:lnTo>
                  <a:lnTo>
                    <a:pt x="8467725" y="2445067"/>
                  </a:lnTo>
                  <a:lnTo>
                    <a:pt x="8477250" y="2445067"/>
                  </a:lnTo>
                  <a:lnTo>
                    <a:pt x="8477250" y="2454592"/>
                  </a:lnTo>
                  <a:close/>
                </a:path>
                <a:path w="8477250" h="4674870">
                  <a:moveTo>
                    <a:pt x="8477250" y="2521267"/>
                  </a:moveTo>
                  <a:lnTo>
                    <a:pt x="8467725" y="2521267"/>
                  </a:lnTo>
                  <a:lnTo>
                    <a:pt x="8467725" y="2483167"/>
                  </a:lnTo>
                  <a:lnTo>
                    <a:pt x="8477250" y="2483167"/>
                  </a:lnTo>
                  <a:lnTo>
                    <a:pt x="8477250" y="2521267"/>
                  </a:lnTo>
                  <a:close/>
                </a:path>
                <a:path w="8477250" h="4674870">
                  <a:moveTo>
                    <a:pt x="8477250" y="2559367"/>
                  </a:moveTo>
                  <a:lnTo>
                    <a:pt x="8467725" y="2559367"/>
                  </a:lnTo>
                  <a:lnTo>
                    <a:pt x="8467725" y="2549842"/>
                  </a:lnTo>
                  <a:lnTo>
                    <a:pt x="8477250" y="2549842"/>
                  </a:lnTo>
                  <a:lnTo>
                    <a:pt x="8477250" y="2559367"/>
                  </a:lnTo>
                  <a:close/>
                </a:path>
                <a:path w="8477250" h="4674870">
                  <a:moveTo>
                    <a:pt x="8477250" y="2626042"/>
                  </a:moveTo>
                  <a:lnTo>
                    <a:pt x="8467725" y="2626042"/>
                  </a:lnTo>
                  <a:lnTo>
                    <a:pt x="8467725" y="2587942"/>
                  </a:lnTo>
                  <a:lnTo>
                    <a:pt x="8477250" y="2587942"/>
                  </a:lnTo>
                  <a:lnTo>
                    <a:pt x="8477250" y="2626042"/>
                  </a:lnTo>
                  <a:close/>
                </a:path>
                <a:path w="8477250" h="4674870">
                  <a:moveTo>
                    <a:pt x="8477250" y="2664142"/>
                  </a:moveTo>
                  <a:lnTo>
                    <a:pt x="8467725" y="2664142"/>
                  </a:lnTo>
                  <a:lnTo>
                    <a:pt x="8467725" y="2654617"/>
                  </a:lnTo>
                  <a:lnTo>
                    <a:pt x="8477250" y="2654617"/>
                  </a:lnTo>
                  <a:lnTo>
                    <a:pt x="8477250" y="2664142"/>
                  </a:lnTo>
                  <a:close/>
                </a:path>
                <a:path w="8477250" h="4674870">
                  <a:moveTo>
                    <a:pt x="8477250" y="2730817"/>
                  </a:moveTo>
                  <a:lnTo>
                    <a:pt x="8467725" y="2730817"/>
                  </a:lnTo>
                  <a:lnTo>
                    <a:pt x="8467725" y="2692717"/>
                  </a:lnTo>
                  <a:lnTo>
                    <a:pt x="8477250" y="2692717"/>
                  </a:lnTo>
                  <a:lnTo>
                    <a:pt x="8477250" y="2730817"/>
                  </a:lnTo>
                  <a:close/>
                </a:path>
                <a:path w="8477250" h="4674870">
                  <a:moveTo>
                    <a:pt x="8477250" y="2768917"/>
                  </a:moveTo>
                  <a:lnTo>
                    <a:pt x="8467725" y="2768917"/>
                  </a:lnTo>
                  <a:lnTo>
                    <a:pt x="8467725" y="2759392"/>
                  </a:lnTo>
                  <a:lnTo>
                    <a:pt x="8477250" y="2759392"/>
                  </a:lnTo>
                  <a:lnTo>
                    <a:pt x="8477250" y="2768917"/>
                  </a:lnTo>
                  <a:close/>
                </a:path>
                <a:path w="8477250" h="4674870">
                  <a:moveTo>
                    <a:pt x="8477250" y="2835592"/>
                  </a:moveTo>
                  <a:lnTo>
                    <a:pt x="8467725" y="2835592"/>
                  </a:lnTo>
                  <a:lnTo>
                    <a:pt x="8467725" y="2797492"/>
                  </a:lnTo>
                  <a:lnTo>
                    <a:pt x="8477250" y="2797492"/>
                  </a:lnTo>
                  <a:lnTo>
                    <a:pt x="8477250" y="2835592"/>
                  </a:lnTo>
                  <a:close/>
                </a:path>
                <a:path w="8477250" h="4674870">
                  <a:moveTo>
                    <a:pt x="8477250" y="2873692"/>
                  </a:moveTo>
                  <a:lnTo>
                    <a:pt x="8467725" y="2873692"/>
                  </a:lnTo>
                  <a:lnTo>
                    <a:pt x="8467725" y="2864167"/>
                  </a:lnTo>
                  <a:lnTo>
                    <a:pt x="8477250" y="2864167"/>
                  </a:lnTo>
                  <a:lnTo>
                    <a:pt x="8477250" y="2873692"/>
                  </a:lnTo>
                  <a:close/>
                </a:path>
                <a:path w="8477250" h="4674870">
                  <a:moveTo>
                    <a:pt x="8477250" y="2940367"/>
                  </a:moveTo>
                  <a:lnTo>
                    <a:pt x="8467725" y="2940367"/>
                  </a:lnTo>
                  <a:lnTo>
                    <a:pt x="8467725" y="2902267"/>
                  </a:lnTo>
                  <a:lnTo>
                    <a:pt x="8477250" y="2902267"/>
                  </a:lnTo>
                  <a:lnTo>
                    <a:pt x="8477250" y="2940367"/>
                  </a:lnTo>
                  <a:close/>
                </a:path>
                <a:path w="8477250" h="4674870">
                  <a:moveTo>
                    <a:pt x="8477250" y="2978467"/>
                  </a:moveTo>
                  <a:lnTo>
                    <a:pt x="8467725" y="2978467"/>
                  </a:lnTo>
                  <a:lnTo>
                    <a:pt x="8467725" y="2968942"/>
                  </a:lnTo>
                  <a:lnTo>
                    <a:pt x="8477250" y="2968942"/>
                  </a:lnTo>
                  <a:lnTo>
                    <a:pt x="8477250" y="2978467"/>
                  </a:lnTo>
                  <a:close/>
                </a:path>
                <a:path w="8477250" h="4674870">
                  <a:moveTo>
                    <a:pt x="8477250" y="3045142"/>
                  </a:moveTo>
                  <a:lnTo>
                    <a:pt x="8467725" y="3045142"/>
                  </a:lnTo>
                  <a:lnTo>
                    <a:pt x="8467725" y="3007042"/>
                  </a:lnTo>
                  <a:lnTo>
                    <a:pt x="8477250" y="3007042"/>
                  </a:lnTo>
                  <a:lnTo>
                    <a:pt x="8477250" y="3045142"/>
                  </a:lnTo>
                  <a:close/>
                </a:path>
                <a:path w="8477250" h="4674870">
                  <a:moveTo>
                    <a:pt x="8477250" y="3083242"/>
                  </a:moveTo>
                  <a:lnTo>
                    <a:pt x="8467725" y="3083242"/>
                  </a:lnTo>
                  <a:lnTo>
                    <a:pt x="8467725" y="3073717"/>
                  </a:lnTo>
                  <a:lnTo>
                    <a:pt x="8477250" y="3073717"/>
                  </a:lnTo>
                  <a:lnTo>
                    <a:pt x="8477250" y="3083242"/>
                  </a:lnTo>
                  <a:close/>
                </a:path>
                <a:path w="8477250" h="4674870">
                  <a:moveTo>
                    <a:pt x="8477250" y="3149917"/>
                  </a:moveTo>
                  <a:lnTo>
                    <a:pt x="8467725" y="3149917"/>
                  </a:lnTo>
                  <a:lnTo>
                    <a:pt x="8467725" y="3111817"/>
                  </a:lnTo>
                  <a:lnTo>
                    <a:pt x="8477250" y="3111817"/>
                  </a:lnTo>
                  <a:lnTo>
                    <a:pt x="8477250" y="3149917"/>
                  </a:lnTo>
                  <a:close/>
                </a:path>
                <a:path w="8477250" h="4674870">
                  <a:moveTo>
                    <a:pt x="8477250" y="3188017"/>
                  </a:moveTo>
                  <a:lnTo>
                    <a:pt x="8467725" y="3188017"/>
                  </a:lnTo>
                  <a:lnTo>
                    <a:pt x="8467725" y="3178492"/>
                  </a:lnTo>
                  <a:lnTo>
                    <a:pt x="8477250" y="3178492"/>
                  </a:lnTo>
                  <a:lnTo>
                    <a:pt x="8477250" y="3188017"/>
                  </a:lnTo>
                  <a:close/>
                </a:path>
                <a:path w="8477250" h="4674870">
                  <a:moveTo>
                    <a:pt x="8477250" y="3254692"/>
                  </a:moveTo>
                  <a:lnTo>
                    <a:pt x="8467725" y="3254692"/>
                  </a:lnTo>
                  <a:lnTo>
                    <a:pt x="8467725" y="3216592"/>
                  </a:lnTo>
                  <a:lnTo>
                    <a:pt x="8477250" y="3216592"/>
                  </a:lnTo>
                  <a:lnTo>
                    <a:pt x="8477250" y="3254692"/>
                  </a:lnTo>
                  <a:close/>
                </a:path>
                <a:path w="8477250" h="4674870">
                  <a:moveTo>
                    <a:pt x="8477250" y="3292792"/>
                  </a:moveTo>
                  <a:lnTo>
                    <a:pt x="8467725" y="3292792"/>
                  </a:lnTo>
                  <a:lnTo>
                    <a:pt x="8467725" y="3283267"/>
                  </a:lnTo>
                  <a:lnTo>
                    <a:pt x="8477250" y="3283267"/>
                  </a:lnTo>
                  <a:lnTo>
                    <a:pt x="8477250" y="3292792"/>
                  </a:lnTo>
                  <a:close/>
                </a:path>
                <a:path w="8477250" h="4674870">
                  <a:moveTo>
                    <a:pt x="8477250" y="3359467"/>
                  </a:moveTo>
                  <a:lnTo>
                    <a:pt x="8467725" y="3359467"/>
                  </a:lnTo>
                  <a:lnTo>
                    <a:pt x="8467725" y="3321367"/>
                  </a:lnTo>
                  <a:lnTo>
                    <a:pt x="8477250" y="3321367"/>
                  </a:lnTo>
                  <a:lnTo>
                    <a:pt x="8477250" y="3359467"/>
                  </a:lnTo>
                  <a:close/>
                </a:path>
                <a:path w="8477250" h="4674870">
                  <a:moveTo>
                    <a:pt x="8477250" y="3397567"/>
                  </a:moveTo>
                  <a:lnTo>
                    <a:pt x="8467725" y="3397567"/>
                  </a:lnTo>
                  <a:lnTo>
                    <a:pt x="8467725" y="3388042"/>
                  </a:lnTo>
                  <a:lnTo>
                    <a:pt x="8477250" y="3388042"/>
                  </a:lnTo>
                  <a:lnTo>
                    <a:pt x="8477250" y="3397567"/>
                  </a:lnTo>
                  <a:close/>
                </a:path>
                <a:path w="8477250" h="4674870">
                  <a:moveTo>
                    <a:pt x="8477250" y="3464242"/>
                  </a:moveTo>
                  <a:lnTo>
                    <a:pt x="8467725" y="3464242"/>
                  </a:lnTo>
                  <a:lnTo>
                    <a:pt x="8467725" y="3426142"/>
                  </a:lnTo>
                  <a:lnTo>
                    <a:pt x="8477250" y="3426142"/>
                  </a:lnTo>
                  <a:lnTo>
                    <a:pt x="8477250" y="3464242"/>
                  </a:lnTo>
                  <a:close/>
                </a:path>
                <a:path w="8477250" h="4674870">
                  <a:moveTo>
                    <a:pt x="8477250" y="3502342"/>
                  </a:moveTo>
                  <a:lnTo>
                    <a:pt x="8467725" y="3502342"/>
                  </a:lnTo>
                  <a:lnTo>
                    <a:pt x="8467725" y="3492817"/>
                  </a:lnTo>
                  <a:lnTo>
                    <a:pt x="8477250" y="3492817"/>
                  </a:lnTo>
                  <a:lnTo>
                    <a:pt x="8477250" y="3502342"/>
                  </a:lnTo>
                  <a:close/>
                </a:path>
                <a:path w="8477250" h="4674870">
                  <a:moveTo>
                    <a:pt x="8477250" y="3569017"/>
                  </a:moveTo>
                  <a:lnTo>
                    <a:pt x="8467725" y="3569017"/>
                  </a:lnTo>
                  <a:lnTo>
                    <a:pt x="8467725" y="3530917"/>
                  </a:lnTo>
                  <a:lnTo>
                    <a:pt x="8477250" y="3530917"/>
                  </a:lnTo>
                  <a:lnTo>
                    <a:pt x="8477250" y="3569017"/>
                  </a:lnTo>
                  <a:close/>
                </a:path>
                <a:path w="8477250" h="4674870">
                  <a:moveTo>
                    <a:pt x="8477250" y="3607117"/>
                  </a:moveTo>
                  <a:lnTo>
                    <a:pt x="8467725" y="3607117"/>
                  </a:lnTo>
                  <a:lnTo>
                    <a:pt x="8467725" y="3597592"/>
                  </a:lnTo>
                  <a:lnTo>
                    <a:pt x="8477250" y="3597592"/>
                  </a:lnTo>
                  <a:lnTo>
                    <a:pt x="8477250" y="3607117"/>
                  </a:lnTo>
                  <a:close/>
                </a:path>
                <a:path w="8477250" h="4674870">
                  <a:moveTo>
                    <a:pt x="8477250" y="3673792"/>
                  </a:moveTo>
                  <a:lnTo>
                    <a:pt x="8467725" y="3673792"/>
                  </a:lnTo>
                  <a:lnTo>
                    <a:pt x="8467725" y="3635692"/>
                  </a:lnTo>
                  <a:lnTo>
                    <a:pt x="8477250" y="3635692"/>
                  </a:lnTo>
                  <a:lnTo>
                    <a:pt x="8477250" y="3673792"/>
                  </a:lnTo>
                  <a:close/>
                </a:path>
                <a:path w="8477250" h="4674870">
                  <a:moveTo>
                    <a:pt x="8477250" y="3711892"/>
                  </a:moveTo>
                  <a:lnTo>
                    <a:pt x="8467725" y="3711892"/>
                  </a:lnTo>
                  <a:lnTo>
                    <a:pt x="8467725" y="3702367"/>
                  </a:lnTo>
                  <a:lnTo>
                    <a:pt x="8477250" y="3702367"/>
                  </a:lnTo>
                  <a:lnTo>
                    <a:pt x="8477250" y="3711892"/>
                  </a:lnTo>
                  <a:close/>
                </a:path>
                <a:path w="8477250" h="4674870">
                  <a:moveTo>
                    <a:pt x="8477250" y="3778567"/>
                  </a:moveTo>
                  <a:lnTo>
                    <a:pt x="8467725" y="3778567"/>
                  </a:lnTo>
                  <a:lnTo>
                    <a:pt x="8467725" y="3740467"/>
                  </a:lnTo>
                  <a:lnTo>
                    <a:pt x="8477250" y="3740467"/>
                  </a:lnTo>
                  <a:lnTo>
                    <a:pt x="8477250" y="3778567"/>
                  </a:lnTo>
                  <a:close/>
                </a:path>
                <a:path w="8477250" h="4674870">
                  <a:moveTo>
                    <a:pt x="8477250" y="3816667"/>
                  </a:moveTo>
                  <a:lnTo>
                    <a:pt x="8467725" y="3816667"/>
                  </a:lnTo>
                  <a:lnTo>
                    <a:pt x="8467725" y="3807142"/>
                  </a:lnTo>
                  <a:lnTo>
                    <a:pt x="8477250" y="3807142"/>
                  </a:lnTo>
                  <a:lnTo>
                    <a:pt x="8477250" y="3816667"/>
                  </a:lnTo>
                  <a:close/>
                </a:path>
                <a:path w="8477250" h="4674870">
                  <a:moveTo>
                    <a:pt x="8477250" y="3883342"/>
                  </a:moveTo>
                  <a:lnTo>
                    <a:pt x="8467725" y="3883342"/>
                  </a:lnTo>
                  <a:lnTo>
                    <a:pt x="8467725" y="3845242"/>
                  </a:lnTo>
                  <a:lnTo>
                    <a:pt x="8477250" y="3845242"/>
                  </a:lnTo>
                  <a:lnTo>
                    <a:pt x="8477250" y="3883342"/>
                  </a:lnTo>
                  <a:close/>
                </a:path>
                <a:path w="8477250" h="4674870">
                  <a:moveTo>
                    <a:pt x="8477250" y="3921442"/>
                  </a:moveTo>
                  <a:lnTo>
                    <a:pt x="8467725" y="3921442"/>
                  </a:lnTo>
                  <a:lnTo>
                    <a:pt x="8467725" y="3911917"/>
                  </a:lnTo>
                  <a:lnTo>
                    <a:pt x="8477250" y="3911917"/>
                  </a:lnTo>
                  <a:lnTo>
                    <a:pt x="8477250" y="3921442"/>
                  </a:lnTo>
                  <a:close/>
                </a:path>
                <a:path w="8477250" h="4674870">
                  <a:moveTo>
                    <a:pt x="8477250" y="3988117"/>
                  </a:moveTo>
                  <a:lnTo>
                    <a:pt x="8467725" y="3988117"/>
                  </a:lnTo>
                  <a:lnTo>
                    <a:pt x="8467725" y="3950017"/>
                  </a:lnTo>
                  <a:lnTo>
                    <a:pt x="8477250" y="3950017"/>
                  </a:lnTo>
                  <a:lnTo>
                    <a:pt x="8477250" y="3988117"/>
                  </a:lnTo>
                  <a:close/>
                </a:path>
                <a:path w="8477250" h="4674870">
                  <a:moveTo>
                    <a:pt x="8477250" y="4026217"/>
                  </a:moveTo>
                  <a:lnTo>
                    <a:pt x="8467725" y="4026217"/>
                  </a:lnTo>
                  <a:lnTo>
                    <a:pt x="8467725" y="4016692"/>
                  </a:lnTo>
                  <a:lnTo>
                    <a:pt x="8477250" y="4016692"/>
                  </a:lnTo>
                  <a:lnTo>
                    <a:pt x="8477250" y="4026217"/>
                  </a:lnTo>
                  <a:close/>
                </a:path>
                <a:path w="8477250" h="4674870">
                  <a:moveTo>
                    <a:pt x="8477250" y="4092892"/>
                  </a:moveTo>
                  <a:lnTo>
                    <a:pt x="8467725" y="4092892"/>
                  </a:lnTo>
                  <a:lnTo>
                    <a:pt x="8467725" y="4054792"/>
                  </a:lnTo>
                  <a:lnTo>
                    <a:pt x="8477250" y="4054792"/>
                  </a:lnTo>
                  <a:lnTo>
                    <a:pt x="8477250" y="4092892"/>
                  </a:lnTo>
                  <a:close/>
                </a:path>
                <a:path w="8477250" h="4674870">
                  <a:moveTo>
                    <a:pt x="8477250" y="4130992"/>
                  </a:moveTo>
                  <a:lnTo>
                    <a:pt x="8467725" y="4130992"/>
                  </a:lnTo>
                  <a:lnTo>
                    <a:pt x="8467725" y="4121467"/>
                  </a:lnTo>
                  <a:lnTo>
                    <a:pt x="8477250" y="4121467"/>
                  </a:lnTo>
                  <a:lnTo>
                    <a:pt x="8477250" y="4130992"/>
                  </a:lnTo>
                  <a:close/>
                </a:path>
                <a:path w="8477250" h="4674870">
                  <a:moveTo>
                    <a:pt x="8477250" y="4197667"/>
                  </a:moveTo>
                  <a:lnTo>
                    <a:pt x="8467725" y="4197667"/>
                  </a:lnTo>
                  <a:lnTo>
                    <a:pt x="8467725" y="4159567"/>
                  </a:lnTo>
                  <a:lnTo>
                    <a:pt x="8477250" y="4159567"/>
                  </a:lnTo>
                  <a:lnTo>
                    <a:pt x="8477250" y="4197667"/>
                  </a:lnTo>
                  <a:close/>
                </a:path>
                <a:path w="8477250" h="4674870">
                  <a:moveTo>
                    <a:pt x="8477250" y="4235767"/>
                  </a:moveTo>
                  <a:lnTo>
                    <a:pt x="8467725" y="4235767"/>
                  </a:lnTo>
                  <a:lnTo>
                    <a:pt x="8467725" y="4226242"/>
                  </a:lnTo>
                  <a:lnTo>
                    <a:pt x="8477250" y="4226242"/>
                  </a:lnTo>
                  <a:lnTo>
                    <a:pt x="8477250" y="4235767"/>
                  </a:lnTo>
                  <a:close/>
                </a:path>
                <a:path w="8477250" h="4674870">
                  <a:moveTo>
                    <a:pt x="8477250" y="4302442"/>
                  </a:moveTo>
                  <a:lnTo>
                    <a:pt x="8467725" y="4302442"/>
                  </a:lnTo>
                  <a:lnTo>
                    <a:pt x="8467725" y="4264342"/>
                  </a:lnTo>
                  <a:lnTo>
                    <a:pt x="8477250" y="4264342"/>
                  </a:lnTo>
                  <a:lnTo>
                    <a:pt x="8477250" y="4302442"/>
                  </a:lnTo>
                  <a:close/>
                </a:path>
                <a:path w="8477250" h="4674870">
                  <a:moveTo>
                    <a:pt x="8477250" y="4340542"/>
                  </a:moveTo>
                  <a:lnTo>
                    <a:pt x="8467725" y="4340542"/>
                  </a:lnTo>
                  <a:lnTo>
                    <a:pt x="8467725" y="4331017"/>
                  </a:lnTo>
                  <a:lnTo>
                    <a:pt x="8477250" y="4331017"/>
                  </a:lnTo>
                  <a:lnTo>
                    <a:pt x="8477250" y="4340542"/>
                  </a:lnTo>
                  <a:close/>
                </a:path>
                <a:path w="8477250" h="4674870">
                  <a:moveTo>
                    <a:pt x="8477250" y="4407217"/>
                  </a:moveTo>
                  <a:lnTo>
                    <a:pt x="8467725" y="4407217"/>
                  </a:lnTo>
                  <a:lnTo>
                    <a:pt x="8467725" y="4369117"/>
                  </a:lnTo>
                  <a:lnTo>
                    <a:pt x="8477250" y="4369117"/>
                  </a:lnTo>
                  <a:lnTo>
                    <a:pt x="8477250" y="4407217"/>
                  </a:lnTo>
                  <a:close/>
                </a:path>
                <a:path w="8477250" h="4674870">
                  <a:moveTo>
                    <a:pt x="8477250" y="4445317"/>
                  </a:moveTo>
                  <a:lnTo>
                    <a:pt x="8467725" y="4445317"/>
                  </a:lnTo>
                  <a:lnTo>
                    <a:pt x="8467725" y="4435792"/>
                  </a:lnTo>
                  <a:lnTo>
                    <a:pt x="8477250" y="4435792"/>
                  </a:lnTo>
                  <a:lnTo>
                    <a:pt x="8477250" y="4445317"/>
                  </a:lnTo>
                  <a:close/>
                </a:path>
                <a:path w="8477250" h="4674870">
                  <a:moveTo>
                    <a:pt x="8477250" y="4511992"/>
                  </a:moveTo>
                  <a:lnTo>
                    <a:pt x="8467725" y="4511992"/>
                  </a:lnTo>
                  <a:lnTo>
                    <a:pt x="8467725" y="4473892"/>
                  </a:lnTo>
                  <a:lnTo>
                    <a:pt x="8477250" y="4473892"/>
                  </a:lnTo>
                  <a:lnTo>
                    <a:pt x="8477250" y="4511992"/>
                  </a:lnTo>
                  <a:close/>
                </a:path>
                <a:path w="8477250" h="4674870">
                  <a:moveTo>
                    <a:pt x="8477250" y="4550092"/>
                  </a:moveTo>
                  <a:lnTo>
                    <a:pt x="8467725" y="4550092"/>
                  </a:lnTo>
                  <a:lnTo>
                    <a:pt x="8467725" y="4540567"/>
                  </a:lnTo>
                  <a:lnTo>
                    <a:pt x="8477250" y="4540567"/>
                  </a:lnTo>
                  <a:lnTo>
                    <a:pt x="8477250" y="4550092"/>
                  </a:lnTo>
                  <a:close/>
                </a:path>
                <a:path w="8477250" h="4674870">
                  <a:moveTo>
                    <a:pt x="8477250" y="4616767"/>
                  </a:moveTo>
                  <a:lnTo>
                    <a:pt x="8467725" y="4616767"/>
                  </a:lnTo>
                  <a:lnTo>
                    <a:pt x="8467725" y="4578667"/>
                  </a:lnTo>
                  <a:lnTo>
                    <a:pt x="8477250" y="4578667"/>
                  </a:lnTo>
                  <a:lnTo>
                    <a:pt x="8477250" y="4616767"/>
                  </a:lnTo>
                  <a:close/>
                </a:path>
                <a:path w="8477250" h="4674870">
                  <a:moveTo>
                    <a:pt x="8477250" y="4654867"/>
                  </a:moveTo>
                  <a:lnTo>
                    <a:pt x="8467725" y="4654867"/>
                  </a:lnTo>
                  <a:lnTo>
                    <a:pt x="8467725" y="4645342"/>
                  </a:lnTo>
                  <a:lnTo>
                    <a:pt x="8477250" y="4645342"/>
                  </a:lnTo>
                  <a:lnTo>
                    <a:pt x="8477250" y="4654867"/>
                  </a:lnTo>
                  <a:close/>
                </a:path>
                <a:path w="8477250" h="4674870">
                  <a:moveTo>
                    <a:pt x="8459152" y="4674870"/>
                  </a:moveTo>
                  <a:lnTo>
                    <a:pt x="8421052" y="4674870"/>
                  </a:lnTo>
                  <a:lnTo>
                    <a:pt x="8421052" y="4665345"/>
                  </a:lnTo>
                  <a:lnTo>
                    <a:pt x="8459152" y="4665345"/>
                  </a:lnTo>
                  <a:lnTo>
                    <a:pt x="8459152" y="4674870"/>
                  </a:lnTo>
                  <a:close/>
                </a:path>
                <a:path w="8477250" h="4674870">
                  <a:moveTo>
                    <a:pt x="8392477" y="4674870"/>
                  </a:moveTo>
                  <a:lnTo>
                    <a:pt x="8382952" y="4674870"/>
                  </a:lnTo>
                  <a:lnTo>
                    <a:pt x="8382952" y="4665345"/>
                  </a:lnTo>
                  <a:lnTo>
                    <a:pt x="8392477" y="4665345"/>
                  </a:lnTo>
                  <a:lnTo>
                    <a:pt x="8392477" y="4674870"/>
                  </a:lnTo>
                  <a:close/>
                </a:path>
                <a:path w="8477250" h="4674870">
                  <a:moveTo>
                    <a:pt x="8354377" y="4674870"/>
                  </a:moveTo>
                  <a:lnTo>
                    <a:pt x="8316277" y="4674870"/>
                  </a:lnTo>
                  <a:lnTo>
                    <a:pt x="8316277" y="4665345"/>
                  </a:lnTo>
                  <a:lnTo>
                    <a:pt x="8354377" y="4665345"/>
                  </a:lnTo>
                  <a:lnTo>
                    <a:pt x="8354377" y="4674870"/>
                  </a:lnTo>
                  <a:close/>
                </a:path>
                <a:path w="8477250" h="4674870">
                  <a:moveTo>
                    <a:pt x="8287702" y="4674870"/>
                  </a:moveTo>
                  <a:lnTo>
                    <a:pt x="8278177" y="4674870"/>
                  </a:lnTo>
                  <a:lnTo>
                    <a:pt x="8278177" y="4665345"/>
                  </a:lnTo>
                  <a:lnTo>
                    <a:pt x="8287702" y="4665345"/>
                  </a:lnTo>
                  <a:lnTo>
                    <a:pt x="8287702" y="4674870"/>
                  </a:lnTo>
                  <a:close/>
                </a:path>
                <a:path w="8477250" h="4674870">
                  <a:moveTo>
                    <a:pt x="8249602" y="4674870"/>
                  </a:moveTo>
                  <a:lnTo>
                    <a:pt x="8211502" y="4674870"/>
                  </a:lnTo>
                  <a:lnTo>
                    <a:pt x="8211502" y="4665345"/>
                  </a:lnTo>
                  <a:lnTo>
                    <a:pt x="8249602" y="4665345"/>
                  </a:lnTo>
                  <a:lnTo>
                    <a:pt x="8249602" y="4674870"/>
                  </a:lnTo>
                  <a:close/>
                </a:path>
                <a:path w="8477250" h="4674870">
                  <a:moveTo>
                    <a:pt x="8182927" y="4674870"/>
                  </a:moveTo>
                  <a:lnTo>
                    <a:pt x="8173402" y="4674870"/>
                  </a:lnTo>
                  <a:lnTo>
                    <a:pt x="8173402" y="4665345"/>
                  </a:lnTo>
                  <a:lnTo>
                    <a:pt x="8182927" y="4665345"/>
                  </a:lnTo>
                  <a:lnTo>
                    <a:pt x="8182927" y="4674870"/>
                  </a:lnTo>
                  <a:close/>
                </a:path>
                <a:path w="8477250" h="4674870">
                  <a:moveTo>
                    <a:pt x="8144827" y="4674870"/>
                  </a:moveTo>
                  <a:lnTo>
                    <a:pt x="8106727" y="4674870"/>
                  </a:lnTo>
                  <a:lnTo>
                    <a:pt x="8106727" y="4665345"/>
                  </a:lnTo>
                  <a:lnTo>
                    <a:pt x="8144827" y="4665345"/>
                  </a:lnTo>
                  <a:lnTo>
                    <a:pt x="8144827" y="4674870"/>
                  </a:lnTo>
                  <a:close/>
                </a:path>
                <a:path w="8477250" h="4674870">
                  <a:moveTo>
                    <a:pt x="8078152" y="4674870"/>
                  </a:moveTo>
                  <a:lnTo>
                    <a:pt x="8068627" y="4674870"/>
                  </a:lnTo>
                  <a:lnTo>
                    <a:pt x="8068627" y="4665345"/>
                  </a:lnTo>
                  <a:lnTo>
                    <a:pt x="8078152" y="4665345"/>
                  </a:lnTo>
                  <a:lnTo>
                    <a:pt x="8078152" y="4674870"/>
                  </a:lnTo>
                  <a:close/>
                </a:path>
                <a:path w="8477250" h="4674870">
                  <a:moveTo>
                    <a:pt x="8040052" y="4674870"/>
                  </a:moveTo>
                  <a:lnTo>
                    <a:pt x="8001952" y="4674870"/>
                  </a:lnTo>
                  <a:lnTo>
                    <a:pt x="8001952" y="4665345"/>
                  </a:lnTo>
                  <a:lnTo>
                    <a:pt x="8040052" y="4665345"/>
                  </a:lnTo>
                  <a:lnTo>
                    <a:pt x="8040052" y="4674870"/>
                  </a:lnTo>
                  <a:close/>
                </a:path>
                <a:path w="8477250" h="4674870">
                  <a:moveTo>
                    <a:pt x="7973377" y="4674870"/>
                  </a:moveTo>
                  <a:lnTo>
                    <a:pt x="7963852" y="4674870"/>
                  </a:lnTo>
                  <a:lnTo>
                    <a:pt x="7963852" y="4665345"/>
                  </a:lnTo>
                  <a:lnTo>
                    <a:pt x="7973377" y="4665345"/>
                  </a:lnTo>
                  <a:lnTo>
                    <a:pt x="7973377" y="4674870"/>
                  </a:lnTo>
                  <a:close/>
                </a:path>
                <a:path w="8477250" h="4674870">
                  <a:moveTo>
                    <a:pt x="7935277" y="4674870"/>
                  </a:moveTo>
                  <a:lnTo>
                    <a:pt x="7897177" y="4674870"/>
                  </a:lnTo>
                  <a:lnTo>
                    <a:pt x="7897177" y="4665345"/>
                  </a:lnTo>
                  <a:lnTo>
                    <a:pt x="7935277" y="4665345"/>
                  </a:lnTo>
                  <a:lnTo>
                    <a:pt x="7935277" y="4674870"/>
                  </a:lnTo>
                  <a:close/>
                </a:path>
                <a:path w="8477250" h="4674870">
                  <a:moveTo>
                    <a:pt x="7868602" y="4674870"/>
                  </a:moveTo>
                  <a:lnTo>
                    <a:pt x="7859077" y="4674870"/>
                  </a:lnTo>
                  <a:lnTo>
                    <a:pt x="7859077" y="4665345"/>
                  </a:lnTo>
                  <a:lnTo>
                    <a:pt x="7868602" y="4665345"/>
                  </a:lnTo>
                  <a:lnTo>
                    <a:pt x="7868602" y="4674870"/>
                  </a:lnTo>
                  <a:close/>
                </a:path>
                <a:path w="8477250" h="4674870">
                  <a:moveTo>
                    <a:pt x="7830502" y="4674870"/>
                  </a:moveTo>
                  <a:lnTo>
                    <a:pt x="7792402" y="4674870"/>
                  </a:lnTo>
                  <a:lnTo>
                    <a:pt x="7792402" y="4665345"/>
                  </a:lnTo>
                  <a:lnTo>
                    <a:pt x="7830502" y="4665345"/>
                  </a:lnTo>
                  <a:lnTo>
                    <a:pt x="7830502" y="4674870"/>
                  </a:lnTo>
                  <a:close/>
                </a:path>
                <a:path w="8477250" h="4674870">
                  <a:moveTo>
                    <a:pt x="7763827" y="4674870"/>
                  </a:moveTo>
                  <a:lnTo>
                    <a:pt x="7754302" y="4674870"/>
                  </a:lnTo>
                  <a:lnTo>
                    <a:pt x="7754302" y="4665345"/>
                  </a:lnTo>
                  <a:lnTo>
                    <a:pt x="7763827" y="4665345"/>
                  </a:lnTo>
                  <a:lnTo>
                    <a:pt x="7763827" y="4674870"/>
                  </a:lnTo>
                  <a:close/>
                </a:path>
                <a:path w="8477250" h="4674870">
                  <a:moveTo>
                    <a:pt x="7725727" y="4674870"/>
                  </a:moveTo>
                  <a:lnTo>
                    <a:pt x="7687627" y="4674870"/>
                  </a:lnTo>
                  <a:lnTo>
                    <a:pt x="7687627" y="4665345"/>
                  </a:lnTo>
                  <a:lnTo>
                    <a:pt x="7725727" y="4665345"/>
                  </a:lnTo>
                  <a:lnTo>
                    <a:pt x="7725727" y="4674870"/>
                  </a:lnTo>
                  <a:close/>
                </a:path>
                <a:path w="8477250" h="4674870">
                  <a:moveTo>
                    <a:pt x="7659052" y="4674870"/>
                  </a:moveTo>
                  <a:lnTo>
                    <a:pt x="7649527" y="4674870"/>
                  </a:lnTo>
                  <a:lnTo>
                    <a:pt x="7649527" y="4665345"/>
                  </a:lnTo>
                  <a:lnTo>
                    <a:pt x="7659052" y="4665345"/>
                  </a:lnTo>
                  <a:lnTo>
                    <a:pt x="7659052" y="4674870"/>
                  </a:lnTo>
                  <a:close/>
                </a:path>
                <a:path w="8477250" h="4674870">
                  <a:moveTo>
                    <a:pt x="7620952" y="4674870"/>
                  </a:moveTo>
                  <a:lnTo>
                    <a:pt x="7582852" y="4674870"/>
                  </a:lnTo>
                  <a:lnTo>
                    <a:pt x="7582852" y="4665345"/>
                  </a:lnTo>
                  <a:lnTo>
                    <a:pt x="7620952" y="4665345"/>
                  </a:lnTo>
                  <a:lnTo>
                    <a:pt x="7620952" y="4674870"/>
                  </a:lnTo>
                  <a:close/>
                </a:path>
                <a:path w="8477250" h="4674870">
                  <a:moveTo>
                    <a:pt x="7554277" y="4674870"/>
                  </a:moveTo>
                  <a:lnTo>
                    <a:pt x="7544752" y="4674870"/>
                  </a:lnTo>
                  <a:lnTo>
                    <a:pt x="7544752" y="4665345"/>
                  </a:lnTo>
                  <a:lnTo>
                    <a:pt x="7554277" y="4665345"/>
                  </a:lnTo>
                  <a:lnTo>
                    <a:pt x="7554277" y="4674870"/>
                  </a:lnTo>
                  <a:close/>
                </a:path>
                <a:path w="8477250" h="4674870">
                  <a:moveTo>
                    <a:pt x="7516177" y="4674870"/>
                  </a:moveTo>
                  <a:lnTo>
                    <a:pt x="7478077" y="4674870"/>
                  </a:lnTo>
                  <a:lnTo>
                    <a:pt x="7478077" y="4665345"/>
                  </a:lnTo>
                  <a:lnTo>
                    <a:pt x="7516177" y="4665345"/>
                  </a:lnTo>
                  <a:lnTo>
                    <a:pt x="7516177" y="4674870"/>
                  </a:lnTo>
                  <a:close/>
                </a:path>
                <a:path w="8477250" h="4674870">
                  <a:moveTo>
                    <a:pt x="7449502" y="4674870"/>
                  </a:moveTo>
                  <a:lnTo>
                    <a:pt x="7439977" y="4674870"/>
                  </a:lnTo>
                  <a:lnTo>
                    <a:pt x="7439977" y="4665345"/>
                  </a:lnTo>
                  <a:lnTo>
                    <a:pt x="7449502" y="4665345"/>
                  </a:lnTo>
                  <a:lnTo>
                    <a:pt x="7449502" y="4674870"/>
                  </a:lnTo>
                  <a:close/>
                </a:path>
                <a:path w="8477250" h="4674870">
                  <a:moveTo>
                    <a:pt x="7411402" y="4674870"/>
                  </a:moveTo>
                  <a:lnTo>
                    <a:pt x="7373302" y="4674870"/>
                  </a:lnTo>
                  <a:lnTo>
                    <a:pt x="7373302" y="4665345"/>
                  </a:lnTo>
                  <a:lnTo>
                    <a:pt x="7411402" y="4665345"/>
                  </a:lnTo>
                  <a:lnTo>
                    <a:pt x="7411402" y="4674870"/>
                  </a:lnTo>
                  <a:close/>
                </a:path>
                <a:path w="8477250" h="4674870">
                  <a:moveTo>
                    <a:pt x="7344727" y="4674870"/>
                  </a:moveTo>
                  <a:lnTo>
                    <a:pt x="7335202" y="4674870"/>
                  </a:lnTo>
                  <a:lnTo>
                    <a:pt x="7335202" y="4665345"/>
                  </a:lnTo>
                  <a:lnTo>
                    <a:pt x="7344727" y="4665345"/>
                  </a:lnTo>
                  <a:lnTo>
                    <a:pt x="7344727" y="4674870"/>
                  </a:lnTo>
                  <a:close/>
                </a:path>
                <a:path w="8477250" h="4674870">
                  <a:moveTo>
                    <a:pt x="7306627" y="4674870"/>
                  </a:moveTo>
                  <a:lnTo>
                    <a:pt x="7268527" y="4674870"/>
                  </a:lnTo>
                  <a:lnTo>
                    <a:pt x="7268527" y="4665345"/>
                  </a:lnTo>
                  <a:lnTo>
                    <a:pt x="7306627" y="4665345"/>
                  </a:lnTo>
                  <a:lnTo>
                    <a:pt x="7306627" y="4674870"/>
                  </a:lnTo>
                  <a:close/>
                </a:path>
                <a:path w="8477250" h="4674870">
                  <a:moveTo>
                    <a:pt x="7239952" y="4674870"/>
                  </a:moveTo>
                  <a:lnTo>
                    <a:pt x="7230427" y="4674870"/>
                  </a:lnTo>
                  <a:lnTo>
                    <a:pt x="7230427" y="4665345"/>
                  </a:lnTo>
                  <a:lnTo>
                    <a:pt x="7239952" y="4665345"/>
                  </a:lnTo>
                  <a:lnTo>
                    <a:pt x="7239952" y="4674870"/>
                  </a:lnTo>
                  <a:close/>
                </a:path>
                <a:path w="8477250" h="4674870">
                  <a:moveTo>
                    <a:pt x="7201852" y="4674870"/>
                  </a:moveTo>
                  <a:lnTo>
                    <a:pt x="7163752" y="4674870"/>
                  </a:lnTo>
                  <a:lnTo>
                    <a:pt x="7163752" y="4665345"/>
                  </a:lnTo>
                  <a:lnTo>
                    <a:pt x="7201852" y="4665345"/>
                  </a:lnTo>
                  <a:lnTo>
                    <a:pt x="7201852" y="4674870"/>
                  </a:lnTo>
                  <a:close/>
                </a:path>
                <a:path w="8477250" h="4674870">
                  <a:moveTo>
                    <a:pt x="7135177" y="4674870"/>
                  </a:moveTo>
                  <a:lnTo>
                    <a:pt x="7125652" y="4674870"/>
                  </a:lnTo>
                  <a:lnTo>
                    <a:pt x="7125652" y="4665345"/>
                  </a:lnTo>
                  <a:lnTo>
                    <a:pt x="7135177" y="4665345"/>
                  </a:lnTo>
                  <a:lnTo>
                    <a:pt x="7135177" y="4674870"/>
                  </a:lnTo>
                  <a:close/>
                </a:path>
                <a:path w="8477250" h="4674870">
                  <a:moveTo>
                    <a:pt x="7097077" y="4674870"/>
                  </a:moveTo>
                  <a:lnTo>
                    <a:pt x="7058977" y="4674870"/>
                  </a:lnTo>
                  <a:lnTo>
                    <a:pt x="7058977" y="4665345"/>
                  </a:lnTo>
                  <a:lnTo>
                    <a:pt x="7097077" y="4665345"/>
                  </a:lnTo>
                  <a:lnTo>
                    <a:pt x="7097077" y="4674870"/>
                  </a:lnTo>
                  <a:close/>
                </a:path>
                <a:path w="8477250" h="4674870">
                  <a:moveTo>
                    <a:pt x="7030402" y="4674870"/>
                  </a:moveTo>
                  <a:lnTo>
                    <a:pt x="7020877" y="4674870"/>
                  </a:lnTo>
                  <a:lnTo>
                    <a:pt x="7020877" y="4665345"/>
                  </a:lnTo>
                  <a:lnTo>
                    <a:pt x="7030402" y="4665345"/>
                  </a:lnTo>
                  <a:lnTo>
                    <a:pt x="7030402" y="4674870"/>
                  </a:lnTo>
                  <a:close/>
                </a:path>
                <a:path w="8477250" h="4674870">
                  <a:moveTo>
                    <a:pt x="6992302" y="4674870"/>
                  </a:moveTo>
                  <a:lnTo>
                    <a:pt x="6954202" y="4674870"/>
                  </a:lnTo>
                  <a:lnTo>
                    <a:pt x="6954202" y="4665345"/>
                  </a:lnTo>
                  <a:lnTo>
                    <a:pt x="6992302" y="4665345"/>
                  </a:lnTo>
                  <a:lnTo>
                    <a:pt x="6992302" y="4674870"/>
                  </a:lnTo>
                  <a:close/>
                </a:path>
                <a:path w="8477250" h="4674870">
                  <a:moveTo>
                    <a:pt x="6925627" y="4674870"/>
                  </a:moveTo>
                  <a:lnTo>
                    <a:pt x="6916102" y="4674870"/>
                  </a:lnTo>
                  <a:lnTo>
                    <a:pt x="6916102" y="4665345"/>
                  </a:lnTo>
                  <a:lnTo>
                    <a:pt x="6925627" y="4665345"/>
                  </a:lnTo>
                  <a:lnTo>
                    <a:pt x="6925627" y="4674870"/>
                  </a:lnTo>
                  <a:close/>
                </a:path>
                <a:path w="8477250" h="4674870">
                  <a:moveTo>
                    <a:pt x="6887527" y="4674870"/>
                  </a:moveTo>
                  <a:lnTo>
                    <a:pt x="6849427" y="4674870"/>
                  </a:lnTo>
                  <a:lnTo>
                    <a:pt x="6849427" y="4665345"/>
                  </a:lnTo>
                  <a:lnTo>
                    <a:pt x="6887527" y="4665345"/>
                  </a:lnTo>
                  <a:lnTo>
                    <a:pt x="6887527" y="4674870"/>
                  </a:lnTo>
                  <a:close/>
                </a:path>
                <a:path w="8477250" h="4674870">
                  <a:moveTo>
                    <a:pt x="6820852" y="4674870"/>
                  </a:moveTo>
                  <a:lnTo>
                    <a:pt x="6811327" y="4674870"/>
                  </a:lnTo>
                  <a:lnTo>
                    <a:pt x="6811327" y="4665345"/>
                  </a:lnTo>
                  <a:lnTo>
                    <a:pt x="6820852" y="4665345"/>
                  </a:lnTo>
                  <a:lnTo>
                    <a:pt x="6820852" y="4674870"/>
                  </a:lnTo>
                  <a:close/>
                </a:path>
                <a:path w="8477250" h="4674870">
                  <a:moveTo>
                    <a:pt x="6782752" y="4674870"/>
                  </a:moveTo>
                  <a:lnTo>
                    <a:pt x="6744652" y="4674870"/>
                  </a:lnTo>
                  <a:lnTo>
                    <a:pt x="6744652" y="4665345"/>
                  </a:lnTo>
                  <a:lnTo>
                    <a:pt x="6782752" y="4665345"/>
                  </a:lnTo>
                  <a:lnTo>
                    <a:pt x="6782752" y="4674870"/>
                  </a:lnTo>
                  <a:close/>
                </a:path>
                <a:path w="8477250" h="4674870">
                  <a:moveTo>
                    <a:pt x="6716077" y="4674870"/>
                  </a:moveTo>
                  <a:lnTo>
                    <a:pt x="6706552" y="4674870"/>
                  </a:lnTo>
                  <a:lnTo>
                    <a:pt x="6706552" y="4665345"/>
                  </a:lnTo>
                  <a:lnTo>
                    <a:pt x="6716077" y="4665345"/>
                  </a:lnTo>
                  <a:lnTo>
                    <a:pt x="6716077" y="4674870"/>
                  </a:lnTo>
                  <a:close/>
                </a:path>
                <a:path w="8477250" h="4674870">
                  <a:moveTo>
                    <a:pt x="6677977" y="4674870"/>
                  </a:moveTo>
                  <a:lnTo>
                    <a:pt x="6639877" y="4674870"/>
                  </a:lnTo>
                  <a:lnTo>
                    <a:pt x="6639877" y="4665345"/>
                  </a:lnTo>
                  <a:lnTo>
                    <a:pt x="6677977" y="4665345"/>
                  </a:lnTo>
                  <a:lnTo>
                    <a:pt x="6677977" y="4674870"/>
                  </a:lnTo>
                  <a:close/>
                </a:path>
                <a:path w="8477250" h="4674870">
                  <a:moveTo>
                    <a:pt x="6611302" y="4674870"/>
                  </a:moveTo>
                  <a:lnTo>
                    <a:pt x="6601777" y="4674870"/>
                  </a:lnTo>
                  <a:lnTo>
                    <a:pt x="6601777" y="4665345"/>
                  </a:lnTo>
                  <a:lnTo>
                    <a:pt x="6611302" y="4665345"/>
                  </a:lnTo>
                  <a:lnTo>
                    <a:pt x="6611302" y="4674870"/>
                  </a:lnTo>
                  <a:close/>
                </a:path>
                <a:path w="8477250" h="4674870">
                  <a:moveTo>
                    <a:pt x="6573202" y="4674870"/>
                  </a:moveTo>
                  <a:lnTo>
                    <a:pt x="6535102" y="4674870"/>
                  </a:lnTo>
                  <a:lnTo>
                    <a:pt x="6535102" y="4665345"/>
                  </a:lnTo>
                  <a:lnTo>
                    <a:pt x="6573202" y="4665345"/>
                  </a:lnTo>
                  <a:lnTo>
                    <a:pt x="6573202" y="4674870"/>
                  </a:lnTo>
                  <a:close/>
                </a:path>
                <a:path w="8477250" h="4674870">
                  <a:moveTo>
                    <a:pt x="6506527" y="4674870"/>
                  </a:moveTo>
                  <a:lnTo>
                    <a:pt x="6497002" y="4674870"/>
                  </a:lnTo>
                  <a:lnTo>
                    <a:pt x="6497002" y="4665345"/>
                  </a:lnTo>
                  <a:lnTo>
                    <a:pt x="6506527" y="4665345"/>
                  </a:lnTo>
                  <a:lnTo>
                    <a:pt x="6506527" y="4674870"/>
                  </a:lnTo>
                  <a:close/>
                </a:path>
                <a:path w="8477250" h="4674870">
                  <a:moveTo>
                    <a:pt x="6468427" y="4674870"/>
                  </a:moveTo>
                  <a:lnTo>
                    <a:pt x="6430327" y="4674870"/>
                  </a:lnTo>
                  <a:lnTo>
                    <a:pt x="6430327" y="4665345"/>
                  </a:lnTo>
                  <a:lnTo>
                    <a:pt x="6468427" y="4665345"/>
                  </a:lnTo>
                  <a:lnTo>
                    <a:pt x="6468427" y="4674870"/>
                  </a:lnTo>
                  <a:close/>
                </a:path>
                <a:path w="8477250" h="4674870">
                  <a:moveTo>
                    <a:pt x="6401752" y="4674870"/>
                  </a:moveTo>
                  <a:lnTo>
                    <a:pt x="6392227" y="4674870"/>
                  </a:lnTo>
                  <a:lnTo>
                    <a:pt x="6392227" y="4665345"/>
                  </a:lnTo>
                  <a:lnTo>
                    <a:pt x="6401752" y="4665345"/>
                  </a:lnTo>
                  <a:lnTo>
                    <a:pt x="6401752" y="4674870"/>
                  </a:lnTo>
                  <a:close/>
                </a:path>
                <a:path w="8477250" h="4674870">
                  <a:moveTo>
                    <a:pt x="6363652" y="4674870"/>
                  </a:moveTo>
                  <a:lnTo>
                    <a:pt x="6325552" y="4674870"/>
                  </a:lnTo>
                  <a:lnTo>
                    <a:pt x="6325552" y="4665345"/>
                  </a:lnTo>
                  <a:lnTo>
                    <a:pt x="6363652" y="4665345"/>
                  </a:lnTo>
                  <a:lnTo>
                    <a:pt x="6363652" y="4674870"/>
                  </a:lnTo>
                  <a:close/>
                </a:path>
                <a:path w="8477250" h="4674870">
                  <a:moveTo>
                    <a:pt x="6296977" y="4674870"/>
                  </a:moveTo>
                  <a:lnTo>
                    <a:pt x="6287452" y="4674870"/>
                  </a:lnTo>
                  <a:lnTo>
                    <a:pt x="6287452" y="4665345"/>
                  </a:lnTo>
                  <a:lnTo>
                    <a:pt x="6296977" y="4665345"/>
                  </a:lnTo>
                  <a:lnTo>
                    <a:pt x="6296977" y="4674870"/>
                  </a:lnTo>
                  <a:close/>
                </a:path>
                <a:path w="8477250" h="4674870">
                  <a:moveTo>
                    <a:pt x="6258877" y="4674870"/>
                  </a:moveTo>
                  <a:lnTo>
                    <a:pt x="6220777" y="4674870"/>
                  </a:lnTo>
                  <a:lnTo>
                    <a:pt x="6220777" y="4665345"/>
                  </a:lnTo>
                  <a:lnTo>
                    <a:pt x="6258877" y="4665345"/>
                  </a:lnTo>
                  <a:lnTo>
                    <a:pt x="6258877" y="4674870"/>
                  </a:lnTo>
                  <a:close/>
                </a:path>
                <a:path w="8477250" h="4674870">
                  <a:moveTo>
                    <a:pt x="6192202" y="4674870"/>
                  </a:moveTo>
                  <a:lnTo>
                    <a:pt x="6182677" y="4674870"/>
                  </a:lnTo>
                  <a:lnTo>
                    <a:pt x="6182677" y="4665345"/>
                  </a:lnTo>
                  <a:lnTo>
                    <a:pt x="6192202" y="4665345"/>
                  </a:lnTo>
                  <a:lnTo>
                    <a:pt x="6192202" y="4674870"/>
                  </a:lnTo>
                  <a:close/>
                </a:path>
                <a:path w="8477250" h="4674870">
                  <a:moveTo>
                    <a:pt x="6154102" y="4674870"/>
                  </a:moveTo>
                  <a:lnTo>
                    <a:pt x="6116002" y="4674870"/>
                  </a:lnTo>
                  <a:lnTo>
                    <a:pt x="6116002" y="4665345"/>
                  </a:lnTo>
                  <a:lnTo>
                    <a:pt x="6154102" y="4665345"/>
                  </a:lnTo>
                  <a:lnTo>
                    <a:pt x="6154102" y="4674870"/>
                  </a:lnTo>
                  <a:close/>
                </a:path>
                <a:path w="8477250" h="4674870">
                  <a:moveTo>
                    <a:pt x="6087427" y="4674870"/>
                  </a:moveTo>
                  <a:lnTo>
                    <a:pt x="6077902" y="4674870"/>
                  </a:lnTo>
                  <a:lnTo>
                    <a:pt x="6077902" y="4665345"/>
                  </a:lnTo>
                  <a:lnTo>
                    <a:pt x="6087427" y="4665345"/>
                  </a:lnTo>
                  <a:lnTo>
                    <a:pt x="6087427" y="4674870"/>
                  </a:lnTo>
                  <a:close/>
                </a:path>
                <a:path w="8477250" h="4674870">
                  <a:moveTo>
                    <a:pt x="6049327" y="4674870"/>
                  </a:moveTo>
                  <a:lnTo>
                    <a:pt x="6011227" y="4674870"/>
                  </a:lnTo>
                  <a:lnTo>
                    <a:pt x="6011227" y="4665345"/>
                  </a:lnTo>
                  <a:lnTo>
                    <a:pt x="6049327" y="4665345"/>
                  </a:lnTo>
                  <a:lnTo>
                    <a:pt x="6049327" y="4674870"/>
                  </a:lnTo>
                  <a:close/>
                </a:path>
                <a:path w="8477250" h="4674870">
                  <a:moveTo>
                    <a:pt x="5982652" y="4674870"/>
                  </a:moveTo>
                  <a:lnTo>
                    <a:pt x="5973127" y="4674870"/>
                  </a:lnTo>
                  <a:lnTo>
                    <a:pt x="5973127" y="4665345"/>
                  </a:lnTo>
                  <a:lnTo>
                    <a:pt x="5982652" y="4665345"/>
                  </a:lnTo>
                  <a:lnTo>
                    <a:pt x="5982652" y="4674870"/>
                  </a:lnTo>
                  <a:close/>
                </a:path>
                <a:path w="8477250" h="4674870">
                  <a:moveTo>
                    <a:pt x="5944552" y="4674870"/>
                  </a:moveTo>
                  <a:lnTo>
                    <a:pt x="5906452" y="4674870"/>
                  </a:lnTo>
                  <a:lnTo>
                    <a:pt x="5906452" y="4665345"/>
                  </a:lnTo>
                  <a:lnTo>
                    <a:pt x="5944552" y="4665345"/>
                  </a:lnTo>
                  <a:lnTo>
                    <a:pt x="5944552" y="4674870"/>
                  </a:lnTo>
                  <a:close/>
                </a:path>
                <a:path w="8477250" h="4674870">
                  <a:moveTo>
                    <a:pt x="5877877" y="4674870"/>
                  </a:moveTo>
                  <a:lnTo>
                    <a:pt x="5868352" y="4674870"/>
                  </a:lnTo>
                  <a:lnTo>
                    <a:pt x="5868352" y="4665345"/>
                  </a:lnTo>
                  <a:lnTo>
                    <a:pt x="5877877" y="4665345"/>
                  </a:lnTo>
                  <a:lnTo>
                    <a:pt x="5877877" y="4674870"/>
                  </a:lnTo>
                  <a:close/>
                </a:path>
                <a:path w="8477250" h="4674870">
                  <a:moveTo>
                    <a:pt x="5839777" y="4674870"/>
                  </a:moveTo>
                  <a:lnTo>
                    <a:pt x="5801677" y="4674870"/>
                  </a:lnTo>
                  <a:lnTo>
                    <a:pt x="5801677" y="4665345"/>
                  </a:lnTo>
                  <a:lnTo>
                    <a:pt x="5839777" y="4665345"/>
                  </a:lnTo>
                  <a:lnTo>
                    <a:pt x="5839777" y="4674870"/>
                  </a:lnTo>
                  <a:close/>
                </a:path>
                <a:path w="8477250" h="4674870">
                  <a:moveTo>
                    <a:pt x="5773102" y="4674870"/>
                  </a:moveTo>
                  <a:lnTo>
                    <a:pt x="5763577" y="4674870"/>
                  </a:lnTo>
                  <a:lnTo>
                    <a:pt x="5763577" y="4665345"/>
                  </a:lnTo>
                  <a:lnTo>
                    <a:pt x="5773102" y="4665345"/>
                  </a:lnTo>
                  <a:lnTo>
                    <a:pt x="5773102" y="4674870"/>
                  </a:lnTo>
                  <a:close/>
                </a:path>
                <a:path w="8477250" h="4674870">
                  <a:moveTo>
                    <a:pt x="5735002" y="4674870"/>
                  </a:moveTo>
                  <a:lnTo>
                    <a:pt x="5696902" y="4674870"/>
                  </a:lnTo>
                  <a:lnTo>
                    <a:pt x="5696902" y="4665345"/>
                  </a:lnTo>
                  <a:lnTo>
                    <a:pt x="5735002" y="4665345"/>
                  </a:lnTo>
                  <a:lnTo>
                    <a:pt x="5735002" y="4674870"/>
                  </a:lnTo>
                  <a:close/>
                </a:path>
                <a:path w="8477250" h="4674870">
                  <a:moveTo>
                    <a:pt x="5668327" y="4674870"/>
                  </a:moveTo>
                  <a:lnTo>
                    <a:pt x="5658802" y="4674870"/>
                  </a:lnTo>
                  <a:lnTo>
                    <a:pt x="5658802" y="4665345"/>
                  </a:lnTo>
                  <a:lnTo>
                    <a:pt x="5668327" y="4665345"/>
                  </a:lnTo>
                  <a:lnTo>
                    <a:pt x="5668327" y="4674870"/>
                  </a:lnTo>
                  <a:close/>
                </a:path>
                <a:path w="8477250" h="4674870">
                  <a:moveTo>
                    <a:pt x="5630227" y="4674870"/>
                  </a:moveTo>
                  <a:lnTo>
                    <a:pt x="5592127" y="4674870"/>
                  </a:lnTo>
                  <a:lnTo>
                    <a:pt x="5592127" y="4665345"/>
                  </a:lnTo>
                  <a:lnTo>
                    <a:pt x="5630227" y="4665345"/>
                  </a:lnTo>
                  <a:lnTo>
                    <a:pt x="5630227" y="4674870"/>
                  </a:lnTo>
                  <a:close/>
                </a:path>
                <a:path w="8477250" h="4674870">
                  <a:moveTo>
                    <a:pt x="5563552" y="4674870"/>
                  </a:moveTo>
                  <a:lnTo>
                    <a:pt x="5554027" y="4674870"/>
                  </a:lnTo>
                  <a:lnTo>
                    <a:pt x="5554027" y="4665345"/>
                  </a:lnTo>
                  <a:lnTo>
                    <a:pt x="5563552" y="4665345"/>
                  </a:lnTo>
                  <a:lnTo>
                    <a:pt x="5563552" y="4674870"/>
                  </a:lnTo>
                  <a:close/>
                </a:path>
                <a:path w="8477250" h="4674870">
                  <a:moveTo>
                    <a:pt x="5525452" y="4674870"/>
                  </a:moveTo>
                  <a:lnTo>
                    <a:pt x="5487352" y="4674870"/>
                  </a:lnTo>
                  <a:lnTo>
                    <a:pt x="5487352" y="4665345"/>
                  </a:lnTo>
                  <a:lnTo>
                    <a:pt x="5525452" y="4665345"/>
                  </a:lnTo>
                  <a:lnTo>
                    <a:pt x="5525452" y="4674870"/>
                  </a:lnTo>
                  <a:close/>
                </a:path>
                <a:path w="8477250" h="4674870">
                  <a:moveTo>
                    <a:pt x="5458777" y="4674870"/>
                  </a:moveTo>
                  <a:lnTo>
                    <a:pt x="5449252" y="4674870"/>
                  </a:lnTo>
                  <a:lnTo>
                    <a:pt x="5449252" y="4665345"/>
                  </a:lnTo>
                  <a:lnTo>
                    <a:pt x="5458777" y="4665345"/>
                  </a:lnTo>
                  <a:lnTo>
                    <a:pt x="5458777" y="4674870"/>
                  </a:lnTo>
                  <a:close/>
                </a:path>
                <a:path w="8477250" h="4674870">
                  <a:moveTo>
                    <a:pt x="5420677" y="4674870"/>
                  </a:moveTo>
                  <a:lnTo>
                    <a:pt x="5382577" y="4674870"/>
                  </a:lnTo>
                  <a:lnTo>
                    <a:pt x="5382577" y="4665345"/>
                  </a:lnTo>
                  <a:lnTo>
                    <a:pt x="5420677" y="4665345"/>
                  </a:lnTo>
                  <a:lnTo>
                    <a:pt x="5420677" y="4674870"/>
                  </a:lnTo>
                  <a:close/>
                </a:path>
                <a:path w="8477250" h="4674870">
                  <a:moveTo>
                    <a:pt x="5354002" y="4674870"/>
                  </a:moveTo>
                  <a:lnTo>
                    <a:pt x="5344477" y="4674870"/>
                  </a:lnTo>
                  <a:lnTo>
                    <a:pt x="5344477" y="4665345"/>
                  </a:lnTo>
                  <a:lnTo>
                    <a:pt x="5354002" y="4665345"/>
                  </a:lnTo>
                  <a:lnTo>
                    <a:pt x="5354002" y="4674870"/>
                  </a:lnTo>
                  <a:close/>
                </a:path>
                <a:path w="8477250" h="4674870">
                  <a:moveTo>
                    <a:pt x="5315902" y="4674870"/>
                  </a:moveTo>
                  <a:lnTo>
                    <a:pt x="5277802" y="4674870"/>
                  </a:lnTo>
                  <a:lnTo>
                    <a:pt x="5277802" y="4665345"/>
                  </a:lnTo>
                  <a:lnTo>
                    <a:pt x="5315902" y="4665345"/>
                  </a:lnTo>
                  <a:lnTo>
                    <a:pt x="5315902" y="4674870"/>
                  </a:lnTo>
                  <a:close/>
                </a:path>
                <a:path w="8477250" h="4674870">
                  <a:moveTo>
                    <a:pt x="5249227" y="4674870"/>
                  </a:moveTo>
                  <a:lnTo>
                    <a:pt x="5239702" y="4674870"/>
                  </a:lnTo>
                  <a:lnTo>
                    <a:pt x="5239702" y="4665345"/>
                  </a:lnTo>
                  <a:lnTo>
                    <a:pt x="5249227" y="4665345"/>
                  </a:lnTo>
                  <a:lnTo>
                    <a:pt x="5249227" y="4674870"/>
                  </a:lnTo>
                  <a:close/>
                </a:path>
                <a:path w="8477250" h="4674870">
                  <a:moveTo>
                    <a:pt x="5211127" y="4674870"/>
                  </a:moveTo>
                  <a:lnTo>
                    <a:pt x="5173027" y="4674870"/>
                  </a:lnTo>
                  <a:lnTo>
                    <a:pt x="5173027" y="4665345"/>
                  </a:lnTo>
                  <a:lnTo>
                    <a:pt x="5211127" y="4665345"/>
                  </a:lnTo>
                  <a:lnTo>
                    <a:pt x="5211127" y="4674870"/>
                  </a:lnTo>
                  <a:close/>
                </a:path>
                <a:path w="8477250" h="4674870">
                  <a:moveTo>
                    <a:pt x="5144452" y="4674870"/>
                  </a:moveTo>
                  <a:lnTo>
                    <a:pt x="5134927" y="4674870"/>
                  </a:lnTo>
                  <a:lnTo>
                    <a:pt x="5134927" y="4665345"/>
                  </a:lnTo>
                  <a:lnTo>
                    <a:pt x="5144452" y="4665345"/>
                  </a:lnTo>
                  <a:lnTo>
                    <a:pt x="5144452" y="4674870"/>
                  </a:lnTo>
                  <a:close/>
                </a:path>
                <a:path w="8477250" h="4674870">
                  <a:moveTo>
                    <a:pt x="5106352" y="4674870"/>
                  </a:moveTo>
                  <a:lnTo>
                    <a:pt x="5068252" y="4674870"/>
                  </a:lnTo>
                  <a:lnTo>
                    <a:pt x="5068252" y="4665345"/>
                  </a:lnTo>
                  <a:lnTo>
                    <a:pt x="5106352" y="4665345"/>
                  </a:lnTo>
                  <a:lnTo>
                    <a:pt x="5106352" y="4674870"/>
                  </a:lnTo>
                  <a:close/>
                </a:path>
                <a:path w="8477250" h="4674870">
                  <a:moveTo>
                    <a:pt x="5039677" y="4674870"/>
                  </a:moveTo>
                  <a:lnTo>
                    <a:pt x="5030152" y="4674870"/>
                  </a:lnTo>
                  <a:lnTo>
                    <a:pt x="5030152" y="4665345"/>
                  </a:lnTo>
                  <a:lnTo>
                    <a:pt x="5039677" y="4665345"/>
                  </a:lnTo>
                  <a:lnTo>
                    <a:pt x="5039677" y="4674870"/>
                  </a:lnTo>
                  <a:close/>
                </a:path>
                <a:path w="8477250" h="4674870">
                  <a:moveTo>
                    <a:pt x="5001577" y="4674870"/>
                  </a:moveTo>
                  <a:lnTo>
                    <a:pt x="4963477" y="4674870"/>
                  </a:lnTo>
                  <a:lnTo>
                    <a:pt x="4963477" y="4665345"/>
                  </a:lnTo>
                  <a:lnTo>
                    <a:pt x="5001577" y="4665345"/>
                  </a:lnTo>
                  <a:lnTo>
                    <a:pt x="5001577" y="4674870"/>
                  </a:lnTo>
                  <a:close/>
                </a:path>
                <a:path w="8477250" h="4674870">
                  <a:moveTo>
                    <a:pt x="4934902" y="4674870"/>
                  </a:moveTo>
                  <a:lnTo>
                    <a:pt x="4925377" y="4674870"/>
                  </a:lnTo>
                  <a:lnTo>
                    <a:pt x="4925377" y="4665345"/>
                  </a:lnTo>
                  <a:lnTo>
                    <a:pt x="4934902" y="4665345"/>
                  </a:lnTo>
                  <a:lnTo>
                    <a:pt x="4934902" y="4674870"/>
                  </a:lnTo>
                  <a:close/>
                </a:path>
                <a:path w="8477250" h="4674870">
                  <a:moveTo>
                    <a:pt x="4896802" y="4674870"/>
                  </a:moveTo>
                  <a:lnTo>
                    <a:pt x="4858702" y="4674870"/>
                  </a:lnTo>
                  <a:lnTo>
                    <a:pt x="4858702" y="4665345"/>
                  </a:lnTo>
                  <a:lnTo>
                    <a:pt x="4896802" y="4665345"/>
                  </a:lnTo>
                  <a:lnTo>
                    <a:pt x="4896802" y="4674870"/>
                  </a:lnTo>
                  <a:close/>
                </a:path>
                <a:path w="8477250" h="4674870">
                  <a:moveTo>
                    <a:pt x="4830127" y="4674870"/>
                  </a:moveTo>
                  <a:lnTo>
                    <a:pt x="4820602" y="4674870"/>
                  </a:lnTo>
                  <a:lnTo>
                    <a:pt x="4820602" y="4665345"/>
                  </a:lnTo>
                  <a:lnTo>
                    <a:pt x="4830127" y="4665345"/>
                  </a:lnTo>
                  <a:lnTo>
                    <a:pt x="4830127" y="4674870"/>
                  </a:lnTo>
                  <a:close/>
                </a:path>
                <a:path w="8477250" h="4674870">
                  <a:moveTo>
                    <a:pt x="4792027" y="4674870"/>
                  </a:moveTo>
                  <a:lnTo>
                    <a:pt x="4753927" y="4674870"/>
                  </a:lnTo>
                  <a:lnTo>
                    <a:pt x="4753927" y="4665345"/>
                  </a:lnTo>
                  <a:lnTo>
                    <a:pt x="4792027" y="4665345"/>
                  </a:lnTo>
                  <a:lnTo>
                    <a:pt x="4792027" y="4674870"/>
                  </a:lnTo>
                  <a:close/>
                </a:path>
                <a:path w="8477250" h="4674870">
                  <a:moveTo>
                    <a:pt x="4725352" y="4674870"/>
                  </a:moveTo>
                  <a:lnTo>
                    <a:pt x="4715827" y="4674870"/>
                  </a:lnTo>
                  <a:lnTo>
                    <a:pt x="4715827" y="4665345"/>
                  </a:lnTo>
                  <a:lnTo>
                    <a:pt x="4725352" y="4665345"/>
                  </a:lnTo>
                  <a:lnTo>
                    <a:pt x="4725352" y="4674870"/>
                  </a:lnTo>
                  <a:close/>
                </a:path>
                <a:path w="8477250" h="4674870">
                  <a:moveTo>
                    <a:pt x="4687252" y="4674870"/>
                  </a:moveTo>
                  <a:lnTo>
                    <a:pt x="4649152" y="4674870"/>
                  </a:lnTo>
                  <a:lnTo>
                    <a:pt x="4649152" y="4665345"/>
                  </a:lnTo>
                  <a:lnTo>
                    <a:pt x="4687252" y="4665345"/>
                  </a:lnTo>
                  <a:lnTo>
                    <a:pt x="4687252" y="4674870"/>
                  </a:lnTo>
                  <a:close/>
                </a:path>
                <a:path w="8477250" h="4674870">
                  <a:moveTo>
                    <a:pt x="4620577" y="4674870"/>
                  </a:moveTo>
                  <a:lnTo>
                    <a:pt x="4611052" y="4674870"/>
                  </a:lnTo>
                  <a:lnTo>
                    <a:pt x="4611052" y="4665345"/>
                  </a:lnTo>
                  <a:lnTo>
                    <a:pt x="4620577" y="4665345"/>
                  </a:lnTo>
                  <a:lnTo>
                    <a:pt x="4620577" y="4674870"/>
                  </a:lnTo>
                  <a:close/>
                </a:path>
                <a:path w="8477250" h="4674870">
                  <a:moveTo>
                    <a:pt x="4582477" y="4674870"/>
                  </a:moveTo>
                  <a:lnTo>
                    <a:pt x="4544377" y="4674870"/>
                  </a:lnTo>
                  <a:lnTo>
                    <a:pt x="4544377" y="4665345"/>
                  </a:lnTo>
                  <a:lnTo>
                    <a:pt x="4582477" y="4665345"/>
                  </a:lnTo>
                  <a:lnTo>
                    <a:pt x="4582477" y="4674870"/>
                  </a:lnTo>
                  <a:close/>
                </a:path>
                <a:path w="8477250" h="4674870">
                  <a:moveTo>
                    <a:pt x="4515802" y="4674870"/>
                  </a:moveTo>
                  <a:lnTo>
                    <a:pt x="4506277" y="4674870"/>
                  </a:lnTo>
                  <a:lnTo>
                    <a:pt x="4506277" y="4665345"/>
                  </a:lnTo>
                  <a:lnTo>
                    <a:pt x="4515802" y="4665345"/>
                  </a:lnTo>
                  <a:lnTo>
                    <a:pt x="4515802" y="4674870"/>
                  </a:lnTo>
                  <a:close/>
                </a:path>
                <a:path w="8477250" h="4674870">
                  <a:moveTo>
                    <a:pt x="4477702" y="4674870"/>
                  </a:moveTo>
                  <a:lnTo>
                    <a:pt x="4439602" y="4674870"/>
                  </a:lnTo>
                  <a:lnTo>
                    <a:pt x="4439602" y="4665345"/>
                  </a:lnTo>
                  <a:lnTo>
                    <a:pt x="4477702" y="4665345"/>
                  </a:lnTo>
                  <a:lnTo>
                    <a:pt x="4477702" y="4674870"/>
                  </a:lnTo>
                  <a:close/>
                </a:path>
                <a:path w="8477250" h="4674870">
                  <a:moveTo>
                    <a:pt x="4411027" y="4674870"/>
                  </a:moveTo>
                  <a:lnTo>
                    <a:pt x="4401502" y="4674870"/>
                  </a:lnTo>
                  <a:lnTo>
                    <a:pt x="4401502" y="4665345"/>
                  </a:lnTo>
                  <a:lnTo>
                    <a:pt x="4411027" y="4665345"/>
                  </a:lnTo>
                  <a:lnTo>
                    <a:pt x="4411027" y="4674870"/>
                  </a:lnTo>
                  <a:close/>
                </a:path>
                <a:path w="8477250" h="4674870">
                  <a:moveTo>
                    <a:pt x="4372927" y="4674870"/>
                  </a:moveTo>
                  <a:lnTo>
                    <a:pt x="4334827" y="4674870"/>
                  </a:lnTo>
                  <a:lnTo>
                    <a:pt x="4334827" y="4665345"/>
                  </a:lnTo>
                  <a:lnTo>
                    <a:pt x="4372927" y="4665345"/>
                  </a:lnTo>
                  <a:lnTo>
                    <a:pt x="4372927" y="4674870"/>
                  </a:lnTo>
                  <a:close/>
                </a:path>
                <a:path w="8477250" h="4674870">
                  <a:moveTo>
                    <a:pt x="4306252" y="4674870"/>
                  </a:moveTo>
                  <a:lnTo>
                    <a:pt x="4296727" y="4674870"/>
                  </a:lnTo>
                  <a:lnTo>
                    <a:pt x="4296727" y="4665345"/>
                  </a:lnTo>
                  <a:lnTo>
                    <a:pt x="4306252" y="4665345"/>
                  </a:lnTo>
                  <a:lnTo>
                    <a:pt x="4306252" y="4674870"/>
                  </a:lnTo>
                  <a:close/>
                </a:path>
                <a:path w="8477250" h="4674870">
                  <a:moveTo>
                    <a:pt x="4268152" y="4674870"/>
                  </a:moveTo>
                  <a:lnTo>
                    <a:pt x="4230052" y="4674870"/>
                  </a:lnTo>
                  <a:lnTo>
                    <a:pt x="4230052" y="4665345"/>
                  </a:lnTo>
                  <a:lnTo>
                    <a:pt x="4268152" y="4665345"/>
                  </a:lnTo>
                  <a:lnTo>
                    <a:pt x="4268152" y="4674870"/>
                  </a:lnTo>
                  <a:close/>
                </a:path>
                <a:path w="8477250" h="4674870">
                  <a:moveTo>
                    <a:pt x="4201477" y="4674870"/>
                  </a:moveTo>
                  <a:lnTo>
                    <a:pt x="4191952" y="4674870"/>
                  </a:lnTo>
                  <a:lnTo>
                    <a:pt x="4191952" y="4665345"/>
                  </a:lnTo>
                  <a:lnTo>
                    <a:pt x="4201477" y="4665345"/>
                  </a:lnTo>
                  <a:lnTo>
                    <a:pt x="4201477" y="4674870"/>
                  </a:lnTo>
                  <a:close/>
                </a:path>
                <a:path w="8477250" h="4674870">
                  <a:moveTo>
                    <a:pt x="4163377" y="4674870"/>
                  </a:moveTo>
                  <a:lnTo>
                    <a:pt x="4125277" y="4674870"/>
                  </a:lnTo>
                  <a:lnTo>
                    <a:pt x="4125277" y="4665345"/>
                  </a:lnTo>
                  <a:lnTo>
                    <a:pt x="4163377" y="4665345"/>
                  </a:lnTo>
                  <a:lnTo>
                    <a:pt x="4163377" y="4674870"/>
                  </a:lnTo>
                  <a:close/>
                </a:path>
                <a:path w="8477250" h="4674870">
                  <a:moveTo>
                    <a:pt x="4096702" y="4674870"/>
                  </a:moveTo>
                  <a:lnTo>
                    <a:pt x="4087177" y="4674870"/>
                  </a:lnTo>
                  <a:lnTo>
                    <a:pt x="4087177" y="4665345"/>
                  </a:lnTo>
                  <a:lnTo>
                    <a:pt x="4096702" y="4665345"/>
                  </a:lnTo>
                  <a:lnTo>
                    <a:pt x="4096702" y="4674870"/>
                  </a:lnTo>
                  <a:close/>
                </a:path>
                <a:path w="8477250" h="4674870">
                  <a:moveTo>
                    <a:pt x="4058602" y="4674870"/>
                  </a:moveTo>
                  <a:lnTo>
                    <a:pt x="4020502" y="4674870"/>
                  </a:lnTo>
                  <a:lnTo>
                    <a:pt x="4020502" y="4665345"/>
                  </a:lnTo>
                  <a:lnTo>
                    <a:pt x="4058602" y="4665345"/>
                  </a:lnTo>
                  <a:lnTo>
                    <a:pt x="4058602" y="4674870"/>
                  </a:lnTo>
                  <a:close/>
                </a:path>
                <a:path w="8477250" h="4674870">
                  <a:moveTo>
                    <a:pt x="3991927" y="4674870"/>
                  </a:moveTo>
                  <a:lnTo>
                    <a:pt x="3982402" y="4674870"/>
                  </a:lnTo>
                  <a:lnTo>
                    <a:pt x="3982402" y="4665345"/>
                  </a:lnTo>
                  <a:lnTo>
                    <a:pt x="3991927" y="4665345"/>
                  </a:lnTo>
                  <a:lnTo>
                    <a:pt x="3991927" y="4674870"/>
                  </a:lnTo>
                  <a:close/>
                </a:path>
                <a:path w="8477250" h="4674870">
                  <a:moveTo>
                    <a:pt x="3953827" y="4674870"/>
                  </a:moveTo>
                  <a:lnTo>
                    <a:pt x="3915727" y="4674870"/>
                  </a:lnTo>
                  <a:lnTo>
                    <a:pt x="3915727" y="4665345"/>
                  </a:lnTo>
                  <a:lnTo>
                    <a:pt x="3953827" y="4665345"/>
                  </a:lnTo>
                  <a:lnTo>
                    <a:pt x="3953827" y="4674870"/>
                  </a:lnTo>
                  <a:close/>
                </a:path>
                <a:path w="8477250" h="4674870">
                  <a:moveTo>
                    <a:pt x="3887152" y="4674870"/>
                  </a:moveTo>
                  <a:lnTo>
                    <a:pt x="3877627" y="4674870"/>
                  </a:lnTo>
                  <a:lnTo>
                    <a:pt x="3877627" y="4665345"/>
                  </a:lnTo>
                  <a:lnTo>
                    <a:pt x="3887152" y="4665345"/>
                  </a:lnTo>
                  <a:lnTo>
                    <a:pt x="3887152" y="4674870"/>
                  </a:lnTo>
                  <a:close/>
                </a:path>
                <a:path w="8477250" h="4674870">
                  <a:moveTo>
                    <a:pt x="3849052" y="4674870"/>
                  </a:moveTo>
                  <a:lnTo>
                    <a:pt x="3810952" y="4674870"/>
                  </a:lnTo>
                  <a:lnTo>
                    <a:pt x="3810952" y="4665345"/>
                  </a:lnTo>
                  <a:lnTo>
                    <a:pt x="3849052" y="4665345"/>
                  </a:lnTo>
                  <a:lnTo>
                    <a:pt x="3849052" y="4674870"/>
                  </a:lnTo>
                  <a:close/>
                </a:path>
                <a:path w="8477250" h="4674870">
                  <a:moveTo>
                    <a:pt x="3782377" y="4674870"/>
                  </a:moveTo>
                  <a:lnTo>
                    <a:pt x="3772852" y="4674870"/>
                  </a:lnTo>
                  <a:lnTo>
                    <a:pt x="3772852" y="4665345"/>
                  </a:lnTo>
                  <a:lnTo>
                    <a:pt x="3782377" y="4665345"/>
                  </a:lnTo>
                  <a:lnTo>
                    <a:pt x="3782377" y="4674870"/>
                  </a:lnTo>
                  <a:close/>
                </a:path>
                <a:path w="8477250" h="4674870">
                  <a:moveTo>
                    <a:pt x="3744277" y="4674870"/>
                  </a:moveTo>
                  <a:lnTo>
                    <a:pt x="3706177" y="4674870"/>
                  </a:lnTo>
                  <a:lnTo>
                    <a:pt x="3706177" y="4665345"/>
                  </a:lnTo>
                  <a:lnTo>
                    <a:pt x="3744277" y="4665345"/>
                  </a:lnTo>
                  <a:lnTo>
                    <a:pt x="3744277" y="4674870"/>
                  </a:lnTo>
                  <a:close/>
                </a:path>
                <a:path w="8477250" h="4674870">
                  <a:moveTo>
                    <a:pt x="3677602" y="4674870"/>
                  </a:moveTo>
                  <a:lnTo>
                    <a:pt x="3668077" y="4674870"/>
                  </a:lnTo>
                  <a:lnTo>
                    <a:pt x="3668077" y="4665345"/>
                  </a:lnTo>
                  <a:lnTo>
                    <a:pt x="3677602" y="4665345"/>
                  </a:lnTo>
                  <a:lnTo>
                    <a:pt x="3677602" y="4674870"/>
                  </a:lnTo>
                  <a:close/>
                </a:path>
                <a:path w="8477250" h="4674870">
                  <a:moveTo>
                    <a:pt x="3639502" y="4674870"/>
                  </a:moveTo>
                  <a:lnTo>
                    <a:pt x="3601402" y="4674870"/>
                  </a:lnTo>
                  <a:lnTo>
                    <a:pt x="3601402" y="4665345"/>
                  </a:lnTo>
                  <a:lnTo>
                    <a:pt x="3639502" y="4665345"/>
                  </a:lnTo>
                  <a:lnTo>
                    <a:pt x="3639502" y="4674870"/>
                  </a:lnTo>
                  <a:close/>
                </a:path>
                <a:path w="8477250" h="4674870">
                  <a:moveTo>
                    <a:pt x="3572827" y="4674870"/>
                  </a:moveTo>
                  <a:lnTo>
                    <a:pt x="3563302" y="4674870"/>
                  </a:lnTo>
                  <a:lnTo>
                    <a:pt x="3563302" y="4665345"/>
                  </a:lnTo>
                  <a:lnTo>
                    <a:pt x="3572827" y="4665345"/>
                  </a:lnTo>
                  <a:lnTo>
                    <a:pt x="3572827" y="4674870"/>
                  </a:lnTo>
                  <a:close/>
                </a:path>
                <a:path w="8477250" h="4674870">
                  <a:moveTo>
                    <a:pt x="3534727" y="4674870"/>
                  </a:moveTo>
                  <a:lnTo>
                    <a:pt x="3496627" y="4674870"/>
                  </a:lnTo>
                  <a:lnTo>
                    <a:pt x="3496627" y="4665345"/>
                  </a:lnTo>
                  <a:lnTo>
                    <a:pt x="3534727" y="4665345"/>
                  </a:lnTo>
                  <a:lnTo>
                    <a:pt x="3534727" y="4674870"/>
                  </a:lnTo>
                  <a:close/>
                </a:path>
                <a:path w="8477250" h="4674870">
                  <a:moveTo>
                    <a:pt x="3468052" y="4674870"/>
                  </a:moveTo>
                  <a:lnTo>
                    <a:pt x="3458527" y="4674870"/>
                  </a:lnTo>
                  <a:lnTo>
                    <a:pt x="3458527" y="4665345"/>
                  </a:lnTo>
                  <a:lnTo>
                    <a:pt x="3468052" y="4665345"/>
                  </a:lnTo>
                  <a:lnTo>
                    <a:pt x="3468052" y="4674870"/>
                  </a:lnTo>
                  <a:close/>
                </a:path>
                <a:path w="8477250" h="4674870">
                  <a:moveTo>
                    <a:pt x="3429952" y="4674870"/>
                  </a:moveTo>
                  <a:lnTo>
                    <a:pt x="3391852" y="4674870"/>
                  </a:lnTo>
                  <a:lnTo>
                    <a:pt x="3391852" y="4665345"/>
                  </a:lnTo>
                  <a:lnTo>
                    <a:pt x="3429952" y="4665345"/>
                  </a:lnTo>
                  <a:lnTo>
                    <a:pt x="3429952" y="4674870"/>
                  </a:lnTo>
                  <a:close/>
                </a:path>
                <a:path w="8477250" h="4674870">
                  <a:moveTo>
                    <a:pt x="3363277" y="4674870"/>
                  </a:moveTo>
                  <a:lnTo>
                    <a:pt x="3353752" y="4674870"/>
                  </a:lnTo>
                  <a:lnTo>
                    <a:pt x="3353752" y="4665345"/>
                  </a:lnTo>
                  <a:lnTo>
                    <a:pt x="3363277" y="4665345"/>
                  </a:lnTo>
                  <a:lnTo>
                    <a:pt x="3363277" y="4674870"/>
                  </a:lnTo>
                  <a:close/>
                </a:path>
                <a:path w="8477250" h="4674870">
                  <a:moveTo>
                    <a:pt x="3325177" y="4674870"/>
                  </a:moveTo>
                  <a:lnTo>
                    <a:pt x="3287077" y="4674870"/>
                  </a:lnTo>
                  <a:lnTo>
                    <a:pt x="3287077" y="4665345"/>
                  </a:lnTo>
                  <a:lnTo>
                    <a:pt x="3325177" y="4665345"/>
                  </a:lnTo>
                  <a:lnTo>
                    <a:pt x="3325177" y="4674870"/>
                  </a:lnTo>
                  <a:close/>
                </a:path>
                <a:path w="8477250" h="4674870">
                  <a:moveTo>
                    <a:pt x="3258502" y="4674870"/>
                  </a:moveTo>
                  <a:lnTo>
                    <a:pt x="3248977" y="4674870"/>
                  </a:lnTo>
                  <a:lnTo>
                    <a:pt x="3248977" y="4665345"/>
                  </a:lnTo>
                  <a:lnTo>
                    <a:pt x="3258502" y="4665345"/>
                  </a:lnTo>
                  <a:lnTo>
                    <a:pt x="3258502" y="4674870"/>
                  </a:lnTo>
                  <a:close/>
                </a:path>
                <a:path w="8477250" h="4674870">
                  <a:moveTo>
                    <a:pt x="3220402" y="4674870"/>
                  </a:moveTo>
                  <a:lnTo>
                    <a:pt x="3182302" y="4674870"/>
                  </a:lnTo>
                  <a:lnTo>
                    <a:pt x="3182302" y="4665345"/>
                  </a:lnTo>
                  <a:lnTo>
                    <a:pt x="3220402" y="4665345"/>
                  </a:lnTo>
                  <a:lnTo>
                    <a:pt x="3220402" y="4674870"/>
                  </a:lnTo>
                  <a:close/>
                </a:path>
                <a:path w="8477250" h="4674870">
                  <a:moveTo>
                    <a:pt x="3153727" y="4674870"/>
                  </a:moveTo>
                  <a:lnTo>
                    <a:pt x="3144202" y="4674870"/>
                  </a:lnTo>
                  <a:lnTo>
                    <a:pt x="3144202" y="4665345"/>
                  </a:lnTo>
                  <a:lnTo>
                    <a:pt x="3153727" y="4665345"/>
                  </a:lnTo>
                  <a:lnTo>
                    <a:pt x="3153727" y="4674870"/>
                  </a:lnTo>
                  <a:close/>
                </a:path>
                <a:path w="8477250" h="4674870">
                  <a:moveTo>
                    <a:pt x="3115627" y="4674870"/>
                  </a:moveTo>
                  <a:lnTo>
                    <a:pt x="3077527" y="4674870"/>
                  </a:lnTo>
                  <a:lnTo>
                    <a:pt x="3077527" y="4665345"/>
                  </a:lnTo>
                  <a:lnTo>
                    <a:pt x="3115627" y="4665345"/>
                  </a:lnTo>
                  <a:lnTo>
                    <a:pt x="3115627" y="4674870"/>
                  </a:lnTo>
                  <a:close/>
                </a:path>
                <a:path w="8477250" h="4674870">
                  <a:moveTo>
                    <a:pt x="3048952" y="4674870"/>
                  </a:moveTo>
                  <a:lnTo>
                    <a:pt x="3039427" y="4674870"/>
                  </a:lnTo>
                  <a:lnTo>
                    <a:pt x="3039427" y="4665345"/>
                  </a:lnTo>
                  <a:lnTo>
                    <a:pt x="3048952" y="4665345"/>
                  </a:lnTo>
                  <a:lnTo>
                    <a:pt x="3048952" y="4674870"/>
                  </a:lnTo>
                  <a:close/>
                </a:path>
                <a:path w="8477250" h="4674870">
                  <a:moveTo>
                    <a:pt x="3010852" y="4674870"/>
                  </a:moveTo>
                  <a:lnTo>
                    <a:pt x="2972752" y="4674870"/>
                  </a:lnTo>
                  <a:lnTo>
                    <a:pt x="2972752" y="4665345"/>
                  </a:lnTo>
                  <a:lnTo>
                    <a:pt x="3010852" y="4665345"/>
                  </a:lnTo>
                  <a:lnTo>
                    <a:pt x="3010852" y="4674870"/>
                  </a:lnTo>
                  <a:close/>
                </a:path>
                <a:path w="8477250" h="4674870">
                  <a:moveTo>
                    <a:pt x="2944177" y="4674870"/>
                  </a:moveTo>
                  <a:lnTo>
                    <a:pt x="2934652" y="4674870"/>
                  </a:lnTo>
                  <a:lnTo>
                    <a:pt x="2934652" y="4665345"/>
                  </a:lnTo>
                  <a:lnTo>
                    <a:pt x="2944177" y="4665345"/>
                  </a:lnTo>
                  <a:lnTo>
                    <a:pt x="2944177" y="4674870"/>
                  </a:lnTo>
                  <a:close/>
                </a:path>
                <a:path w="8477250" h="4674870">
                  <a:moveTo>
                    <a:pt x="2906077" y="4674870"/>
                  </a:moveTo>
                  <a:lnTo>
                    <a:pt x="2867977" y="4674870"/>
                  </a:lnTo>
                  <a:lnTo>
                    <a:pt x="2867977" y="4665345"/>
                  </a:lnTo>
                  <a:lnTo>
                    <a:pt x="2906077" y="4665345"/>
                  </a:lnTo>
                  <a:lnTo>
                    <a:pt x="2906077" y="4674870"/>
                  </a:lnTo>
                  <a:close/>
                </a:path>
                <a:path w="8477250" h="4674870">
                  <a:moveTo>
                    <a:pt x="2839402" y="4674870"/>
                  </a:moveTo>
                  <a:lnTo>
                    <a:pt x="2829877" y="4674870"/>
                  </a:lnTo>
                  <a:lnTo>
                    <a:pt x="2829877" y="4665345"/>
                  </a:lnTo>
                  <a:lnTo>
                    <a:pt x="2839402" y="4665345"/>
                  </a:lnTo>
                  <a:lnTo>
                    <a:pt x="2839402" y="4674870"/>
                  </a:lnTo>
                  <a:close/>
                </a:path>
                <a:path w="8477250" h="4674870">
                  <a:moveTo>
                    <a:pt x="2801302" y="4674870"/>
                  </a:moveTo>
                  <a:lnTo>
                    <a:pt x="2763202" y="4674870"/>
                  </a:lnTo>
                  <a:lnTo>
                    <a:pt x="2763202" y="4665345"/>
                  </a:lnTo>
                  <a:lnTo>
                    <a:pt x="2801302" y="4665345"/>
                  </a:lnTo>
                  <a:lnTo>
                    <a:pt x="2801302" y="4674870"/>
                  </a:lnTo>
                  <a:close/>
                </a:path>
                <a:path w="8477250" h="4674870">
                  <a:moveTo>
                    <a:pt x="2734627" y="4674870"/>
                  </a:moveTo>
                  <a:lnTo>
                    <a:pt x="2725102" y="4674870"/>
                  </a:lnTo>
                  <a:lnTo>
                    <a:pt x="2725102" y="4665345"/>
                  </a:lnTo>
                  <a:lnTo>
                    <a:pt x="2734627" y="4665345"/>
                  </a:lnTo>
                  <a:lnTo>
                    <a:pt x="2734627" y="4674870"/>
                  </a:lnTo>
                  <a:close/>
                </a:path>
                <a:path w="8477250" h="4674870">
                  <a:moveTo>
                    <a:pt x="2696527" y="4674870"/>
                  </a:moveTo>
                  <a:lnTo>
                    <a:pt x="2658427" y="4674870"/>
                  </a:lnTo>
                  <a:lnTo>
                    <a:pt x="2658427" y="4665345"/>
                  </a:lnTo>
                  <a:lnTo>
                    <a:pt x="2696527" y="4665345"/>
                  </a:lnTo>
                  <a:lnTo>
                    <a:pt x="2696527" y="4674870"/>
                  </a:lnTo>
                  <a:close/>
                </a:path>
                <a:path w="8477250" h="4674870">
                  <a:moveTo>
                    <a:pt x="2629852" y="4674870"/>
                  </a:moveTo>
                  <a:lnTo>
                    <a:pt x="2620327" y="4674870"/>
                  </a:lnTo>
                  <a:lnTo>
                    <a:pt x="2620327" y="4665345"/>
                  </a:lnTo>
                  <a:lnTo>
                    <a:pt x="2629852" y="4665345"/>
                  </a:lnTo>
                  <a:lnTo>
                    <a:pt x="2629852" y="4674870"/>
                  </a:lnTo>
                  <a:close/>
                </a:path>
                <a:path w="8477250" h="4674870">
                  <a:moveTo>
                    <a:pt x="2591752" y="4674870"/>
                  </a:moveTo>
                  <a:lnTo>
                    <a:pt x="2553652" y="4674870"/>
                  </a:lnTo>
                  <a:lnTo>
                    <a:pt x="2553652" y="4665345"/>
                  </a:lnTo>
                  <a:lnTo>
                    <a:pt x="2591752" y="4665345"/>
                  </a:lnTo>
                  <a:lnTo>
                    <a:pt x="2591752" y="4674870"/>
                  </a:lnTo>
                  <a:close/>
                </a:path>
                <a:path w="8477250" h="4674870">
                  <a:moveTo>
                    <a:pt x="2525077" y="4674870"/>
                  </a:moveTo>
                  <a:lnTo>
                    <a:pt x="2515552" y="4674870"/>
                  </a:lnTo>
                  <a:lnTo>
                    <a:pt x="2515552" y="4665345"/>
                  </a:lnTo>
                  <a:lnTo>
                    <a:pt x="2525077" y="4665345"/>
                  </a:lnTo>
                  <a:lnTo>
                    <a:pt x="2525077" y="4674870"/>
                  </a:lnTo>
                  <a:close/>
                </a:path>
                <a:path w="8477250" h="4674870">
                  <a:moveTo>
                    <a:pt x="2486977" y="4674870"/>
                  </a:moveTo>
                  <a:lnTo>
                    <a:pt x="2448877" y="4674870"/>
                  </a:lnTo>
                  <a:lnTo>
                    <a:pt x="2448877" y="4665345"/>
                  </a:lnTo>
                  <a:lnTo>
                    <a:pt x="2486977" y="4665345"/>
                  </a:lnTo>
                  <a:lnTo>
                    <a:pt x="2486977" y="4674870"/>
                  </a:lnTo>
                  <a:close/>
                </a:path>
                <a:path w="8477250" h="4674870">
                  <a:moveTo>
                    <a:pt x="2420302" y="4674870"/>
                  </a:moveTo>
                  <a:lnTo>
                    <a:pt x="2410777" y="4674870"/>
                  </a:lnTo>
                  <a:lnTo>
                    <a:pt x="2410777" y="4665345"/>
                  </a:lnTo>
                  <a:lnTo>
                    <a:pt x="2420302" y="4665345"/>
                  </a:lnTo>
                  <a:lnTo>
                    <a:pt x="2420302" y="4674870"/>
                  </a:lnTo>
                  <a:close/>
                </a:path>
                <a:path w="8477250" h="4674870">
                  <a:moveTo>
                    <a:pt x="2382202" y="4674870"/>
                  </a:moveTo>
                  <a:lnTo>
                    <a:pt x="2344102" y="4674870"/>
                  </a:lnTo>
                  <a:lnTo>
                    <a:pt x="2344102" y="4665345"/>
                  </a:lnTo>
                  <a:lnTo>
                    <a:pt x="2382202" y="4665345"/>
                  </a:lnTo>
                  <a:lnTo>
                    <a:pt x="2382202" y="4674870"/>
                  </a:lnTo>
                  <a:close/>
                </a:path>
                <a:path w="8477250" h="4674870">
                  <a:moveTo>
                    <a:pt x="2315527" y="4674870"/>
                  </a:moveTo>
                  <a:lnTo>
                    <a:pt x="2306002" y="4674870"/>
                  </a:lnTo>
                  <a:lnTo>
                    <a:pt x="2306002" y="4665345"/>
                  </a:lnTo>
                  <a:lnTo>
                    <a:pt x="2315527" y="4665345"/>
                  </a:lnTo>
                  <a:lnTo>
                    <a:pt x="2315527" y="4674870"/>
                  </a:lnTo>
                  <a:close/>
                </a:path>
                <a:path w="8477250" h="4674870">
                  <a:moveTo>
                    <a:pt x="2277427" y="4674870"/>
                  </a:moveTo>
                  <a:lnTo>
                    <a:pt x="2239327" y="4674870"/>
                  </a:lnTo>
                  <a:lnTo>
                    <a:pt x="2239327" y="4665345"/>
                  </a:lnTo>
                  <a:lnTo>
                    <a:pt x="2277427" y="4665345"/>
                  </a:lnTo>
                  <a:lnTo>
                    <a:pt x="2277427" y="4674870"/>
                  </a:lnTo>
                  <a:close/>
                </a:path>
                <a:path w="8477250" h="4674870">
                  <a:moveTo>
                    <a:pt x="2210752" y="4674870"/>
                  </a:moveTo>
                  <a:lnTo>
                    <a:pt x="2201227" y="4674870"/>
                  </a:lnTo>
                  <a:lnTo>
                    <a:pt x="2201227" y="4665345"/>
                  </a:lnTo>
                  <a:lnTo>
                    <a:pt x="2210752" y="4665345"/>
                  </a:lnTo>
                  <a:lnTo>
                    <a:pt x="2210752" y="4674870"/>
                  </a:lnTo>
                  <a:close/>
                </a:path>
                <a:path w="8477250" h="4674870">
                  <a:moveTo>
                    <a:pt x="2172652" y="4674870"/>
                  </a:moveTo>
                  <a:lnTo>
                    <a:pt x="2134552" y="4674870"/>
                  </a:lnTo>
                  <a:lnTo>
                    <a:pt x="2134552" y="4665345"/>
                  </a:lnTo>
                  <a:lnTo>
                    <a:pt x="2172652" y="4665345"/>
                  </a:lnTo>
                  <a:lnTo>
                    <a:pt x="2172652" y="4674870"/>
                  </a:lnTo>
                  <a:close/>
                </a:path>
                <a:path w="8477250" h="4674870">
                  <a:moveTo>
                    <a:pt x="2105977" y="4674870"/>
                  </a:moveTo>
                  <a:lnTo>
                    <a:pt x="2096452" y="4674870"/>
                  </a:lnTo>
                  <a:lnTo>
                    <a:pt x="2096452" y="4665345"/>
                  </a:lnTo>
                  <a:lnTo>
                    <a:pt x="2105977" y="4665345"/>
                  </a:lnTo>
                  <a:lnTo>
                    <a:pt x="2105977" y="4674870"/>
                  </a:lnTo>
                  <a:close/>
                </a:path>
                <a:path w="8477250" h="4674870">
                  <a:moveTo>
                    <a:pt x="2067877" y="4674870"/>
                  </a:moveTo>
                  <a:lnTo>
                    <a:pt x="2029777" y="4674870"/>
                  </a:lnTo>
                  <a:lnTo>
                    <a:pt x="2029777" y="4665345"/>
                  </a:lnTo>
                  <a:lnTo>
                    <a:pt x="2067877" y="4665345"/>
                  </a:lnTo>
                  <a:lnTo>
                    <a:pt x="2067877" y="4674870"/>
                  </a:lnTo>
                  <a:close/>
                </a:path>
                <a:path w="8477250" h="4674870">
                  <a:moveTo>
                    <a:pt x="2001202" y="4674870"/>
                  </a:moveTo>
                  <a:lnTo>
                    <a:pt x="1991677" y="4674870"/>
                  </a:lnTo>
                  <a:lnTo>
                    <a:pt x="1991677" y="4665345"/>
                  </a:lnTo>
                  <a:lnTo>
                    <a:pt x="2001202" y="4665345"/>
                  </a:lnTo>
                  <a:lnTo>
                    <a:pt x="2001202" y="4674870"/>
                  </a:lnTo>
                  <a:close/>
                </a:path>
                <a:path w="8477250" h="4674870">
                  <a:moveTo>
                    <a:pt x="1963102" y="4674870"/>
                  </a:moveTo>
                  <a:lnTo>
                    <a:pt x="1925002" y="4674870"/>
                  </a:lnTo>
                  <a:lnTo>
                    <a:pt x="1925002" y="4665345"/>
                  </a:lnTo>
                  <a:lnTo>
                    <a:pt x="1963102" y="4665345"/>
                  </a:lnTo>
                  <a:lnTo>
                    <a:pt x="1963102" y="4674870"/>
                  </a:lnTo>
                  <a:close/>
                </a:path>
                <a:path w="8477250" h="4674870">
                  <a:moveTo>
                    <a:pt x="1896427" y="4674870"/>
                  </a:moveTo>
                  <a:lnTo>
                    <a:pt x="1886902" y="4674870"/>
                  </a:lnTo>
                  <a:lnTo>
                    <a:pt x="1886902" y="4665345"/>
                  </a:lnTo>
                  <a:lnTo>
                    <a:pt x="1896427" y="4665345"/>
                  </a:lnTo>
                  <a:lnTo>
                    <a:pt x="1896427" y="4674870"/>
                  </a:lnTo>
                  <a:close/>
                </a:path>
                <a:path w="8477250" h="4674870">
                  <a:moveTo>
                    <a:pt x="1858327" y="4674870"/>
                  </a:moveTo>
                  <a:lnTo>
                    <a:pt x="1820227" y="4674870"/>
                  </a:lnTo>
                  <a:lnTo>
                    <a:pt x="1820227" y="4665345"/>
                  </a:lnTo>
                  <a:lnTo>
                    <a:pt x="1858327" y="4665345"/>
                  </a:lnTo>
                  <a:lnTo>
                    <a:pt x="1858327" y="4674870"/>
                  </a:lnTo>
                  <a:close/>
                </a:path>
                <a:path w="8477250" h="4674870">
                  <a:moveTo>
                    <a:pt x="1791652" y="4674870"/>
                  </a:moveTo>
                  <a:lnTo>
                    <a:pt x="1782127" y="4674870"/>
                  </a:lnTo>
                  <a:lnTo>
                    <a:pt x="1782127" y="4665345"/>
                  </a:lnTo>
                  <a:lnTo>
                    <a:pt x="1791652" y="4665345"/>
                  </a:lnTo>
                  <a:lnTo>
                    <a:pt x="1791652" y="4674870"/>
                  </a:lnTo>
                  <a:close/>
                </a:path>
                <a:path w="8477250" h="4674870">
                  <a:moveTo>
                    <a:pt x="1753552" y="4674870"/>
                  </a:moveTo>
                  <a:lnTo>
                    <a:pt x="1715452" y="4674870"/>
                  </a:lnTo>
                  <a:lnTo>
                    <a:pt x="1715452" y="4665345"/>
                  </a:lnTo>
                  <a:lnTo>
                    <a:pt x="1753552" y="4665345"/>
                  </a:lnTo>
                  <a:lnTo>
                    <a:pt x="1753552" y="4674870"/>
                  </a:lnTo>
                  <a:close/>
                </a:path>
                <a:path w="8477250" h="4674870">
                  <a:moveTo>
                    <a:pt x="1686877" y="4674870"/>
                  </a:moveTo>
                  <a:lnTo>
                    <a:pt x="1677352" y="4674870"/>
                  </a:lnTo>
                  <a:lnTo>
                    <a:pt x="1677352" y="4665345"/>
                  </a:lnTo>
                  <a:lnTo>
                    <a:pt x="1686877" y="4665345"/>
                  </a:lnTo>
                  <a:lnTo>
                    <a:pt x="1686877" y="4674870"/>
                  </a:lnTo>
                  <a:close/>
                </a:path>
                <a:path w="8477250" h="4674870">
                  <a:moveTo>
                    <a:pt x="1648777" y="4674870"/>
                  </a:moveTo>
                  <a:lnTo>
                    <a:pt x="1610677" y="4674870"/>
                  </a:lnTo>
                  <a:lnTo>
                    <a:pt x="1610677" y="4665345"/>
                  </a:lnTo>
                  <a:lnTo>
                    <a:pt x="1648777" y="4665345"/>
                  </a:lnTo>
                  <a:lnTo>
                    <a:pt x="1648777" y="4674870"/>
                  </a:lnTo>
                  <a:close/>
                </a:path>
                <a:path w="8477250" h="4674870">
                  <a:moveTo>
                    <a:pt x="1582102" y="4674870"/>
                  </a:moveTo>
                  <a:lnTo>
                    <a:pt x="1572577" y="4674870"/>
                  </a:lnTo>
                  <a:lnTo>
                    <a:pt x="1572577" y="4665345"/>
                  </a:lnTo>
                  <a:lnTo>
                    <a:pt x="1582102" y="4665345"/>
                  </a:lnTo>
                  <a:lnTo>
                    <a:pt x="1582102" y="4674870"/>
                  </a:lnTo>
                  <a:close/>
                </a:path>
                <a:path w="8477250" h="4674870">
                  <a:moveTo>
                    <a:pt x="1544002" y="4674870"/>
                  </a:moveTo>
                  <a:lnTo>
                    <a:pt x="1505902" y="4674870"/>
                  </a:lnTo>
                  <a:lnTo>
                    <a:pt x="1505902" y="4665345"/>
                  </a:lnTo>
                  <a:lnTo>
                    <a:pt x="1544002" y="4665345"/>
                  </a:lnTo>
                  <a:lnTo>
                    <a:pt x="1544002" y="4674870"/>
                  </a:lnTo>
                  <a:close/>
                </a:path>
                <a:path w="8477250" h="4674870">
                  <a:moveTo>
                    <a:pt x="1477327" y="4674870"/>
                  </a:moveTo>
                  <a:lnTo>
                    <a:pt x="1467802" y="4674870"/>
                  </a:lnTo>
                  <a:lnTo>
                    <a:pt x="1467802" y="4665345"/>
                  </a:lnTo>
                  <a:lnTo>
                    <a:pt x="1477327" y="4665345"/>
                  </a:lnTo>
                  <a:lnTo>
                    <a:pt x="1477327" y="4674870"/>
                  </a:lnTo>
                  <a:close/>
                </a:path>
                <a:path w="8477250" h="4674870">
                  <a:moveTo>
                    <a:pt x="1439227" y="4674870"/>
                  </a:moveTo>
                  <a:lnTo>
                    <a:pt x="1401127" y="4674870"/>
                  </a:lnTo>
                  <a:lnTo>
                    <a:pt x="1401127" y="4665345"/>
                  </a:lnTo>
                  <a:lnTo>
                    <a:pt x="1439227" y="4665345"/>
                  </a:lnTo>
                  <a:lnTo>
                    <a:pt x="1439227" y="4674870"/>
                  </a:lnTo>
                  <a:close/>
                </a:path>
                <a:path w="8477250" h="4674870">
                  <a:moveTo>
                    <a:pt x="1372552" y="4674870"/>
                  </a:moveTo>
                  <a:lnTo>
                    <a:pt x="1363027" y="4674870"/>
                  </a:lnTo>
                  <a:lnTo>
                    <a:pt x="1363027" y="4665345"/>
                  </a:lnTo>
                  <a:lnTo>
                    <a:pt x="1372552" y="4665345"/>
                  </a:lnTo>
                  <a:lnTo>
                    <a:pt x="1372552" y="4674870"/>
                  </a:lnTo>
                  <a:close/>
                </a:path>
                <a:path w="8477250" h="4674870">
                  <a:moveTo>
                    <a:pt x="1334452" y="4674870"/>
                  </a:moveTo>
                  <a:lnTo>
                    <a:pt x="1296352" y="4674870"/>
                  </a:lnTo>
                  <a:lnTo>
                    <a:pt x="1296352" y="4665345"/>
                  </a:lnTo>
                  <a:lnTo>
                    <a:pt x="1334452" y="4665345"/>
                  </a:lnTo>
                  <a:lnTo>
                    <a:pt x="1334452" y="4674870"/>
                  </a:lnTo>
                  <a:close/>
                </a:path>
                <a:path w="8477250" h="4674870">
                  <a:moveTo>
                    <a:pt x="1267777" y="4674870"/>
                  </a:moveTo>
                  <a:lnTo>
                    <a:pt x="1258252" y="4674870"/>
                  </a:lnTo>
                  <a:lnTo>
                    <a:pt x="1258252" y="4665345"/>
                  </a:lnTo>
                  <a:lnTo>
                    <a:pt x="1267777" y="4665345"/>
                  </a:lnTo>
                  <a:lnTo>
                    <a:pt x="1267777" y="4674870"/>
                  </a:lnTo>
                  <a:close/>
                </a:path>
                <a:path w="8477250" h="4674870">
                  <a:moveTo>
                    <a:pt x="1229677" y="4674870"/>
                  </a:moveTo>
                  <a:lnTo>
                    <a:pt x="1191577" y="4674870"/>
                  </a:lnTo>
                  <a:lnTo>
                    <a:pt x="1191577" y="4665345"/>
                  </a:lnTo>
                  <a:lnTo>
                    <a:pt x="1229677" y="4665345"/>
                  </a:lnTo>
                  <a:lnTo>
                    <a:pt x="1229677" y="4674870"/>
                  </a:lnTo>
                  <a:close/>
                </a:path>
                <a:path w="8477250" h="4674870">
                  <a:moveTo>
                    <a:pt x="1163002" y="4674870"/>
                  </a:moveTo>
                  <a:lnTo>
                    <a:pt x="1153477" y="4674870"/>
                  </a:lnTo>
                  <a:lnTo>
                    <a:pt x="1153477" y="4665345"/>
                  </a:lnTo>
                  <a:lnTo>
                    <a:pt x="1163002" y="4665345"/>
                  </a:lnTo>
                  <a:lnTo>
                    <a:pt x="1163002" y="4674870"/>
                  </a:lnTo>
                  <a:close/>
                </a:path>
                <a:path w="8477250" h="4674870">
                  <a:moveTo>
                    <a:pt x="1124902" y="4674870"/>
                  </a:moveTo>
                  <a:lnTo>
                    <a:pt x="1086802" y="4674870"/>
                  </a:lnTo>
                  <a:lnTo>
                    <a:pt x="1086802" y="4665345"/>
                  </a:lnTo>
                  <a:lnTo>
                    <a:pt x="1124902" y="4665345"/>
                  </a:lnTo>
                  <a:lnTo>
                    <a:pt x="1124902" y="4674870"/>
                  </a:lnTo>
                  <a:close/>
                </a:path>
                <a:path w="8477250" h="4674870">
                  <a:moveTo>
                    <a:pt x="1058227" y="4674870"/>
                  </a:moveTo>
                  <a:lnTo>
                    <a:pt x="1048702" y="4674870"/>
                  </a:lnTo>
                  <a:lnTo>
                    <a:pt x="1048702" y="4665345"/>
                  </a:lnTo>
                  <a:lnTo>
                    <a:pt x="1058227" y="4665345"/>
                  </a:lnTo>
                  <a:lnTo>
                    <a:pt x="1058227" y="4674870"/>
                  </a:lnTo>
                  <a:close/>
                </a:path>
                <a:path w="8477250" h="4674870">
                  <a:moveTo>
                    <a:pt x="1020127" y="4674870"/>
                  </a:moveTo>
                  <a:lnTo>
                    <a:pt x="982027" y="4674870"/>
                  </a:lnTo>
                  <a:lnTo>
                    <a:pt x="982027" y="4665345"/>
                  </a:lnTo>
                  <a:lnTo>
                    <a:pt x="1020127" y="4665345"/>
                  </a:lnTo>
                  <a:lnTo>
                    <a:pt x="1020127" y="4674870"/>
                  </a:lnTo>
                  <a:close/>
                </a:path>
                <a:path w="8477250" h="4674870">
                  <a:moveTo>
                    <a:pt x="953452" y="4674870"/>
                  </a:moveTo>
                  <a:lnTo>
                    <a:pt x="943927" y="4674870"/>
                  </a:lnTo>
                  <a:lnTo>
                    <a:pt x="943927" y="4665345"/>
                  </a:lnTo>
                  <a:lnTo>
                    <a:pt x="953452" y="4665345"/>
                  </a:lnTo>
                  <a:lnTo>
                    <a:pt x="953452" y="4674870"/>
                  </a:lnTo>
                  <a:close/>
                </a:path>
                <a:path w="8477250" h="4674870">
                  <a:moveTo>
                    <a:pt x="915352" y="4674870"/>
                  </a:moveTo>
                  <a:lnTo>
                    <a:pt x="877252" y="4674870"/>
                  </a:lnTo>
                  <a:lnTo>
                    <a:pt x="877252" y="4665345"/>
                  </a:lnTo>
                  <a:lnTo>
                    <a:pt x="915352" y="4665345"/>
                  </a:lnTo>
                  <a:lnTo>
                    <a:pt x="915352" y="4674870"/>
                  </a:lnTo>
                  <a:close/>
                </a:path>
                <a:path w="8477250" h="4674870">
                  <a:moveTo>
                    <a:pt x="848677" y="4674870"/>
                  </a:moveTo>
                  <a:lnTo>
                    <a:pt x="839152" y="4674870"/>
                  </a:lnTo>
                  <a:lnTo>
                    <a:pt x="839152" y="4665345"/>
                  </a:lnTo>
                  <a:lnTo>
                    <a:pt x="848677" y="4665345"/>
                  </a:lnTo>
                  <a:lnTo>
                    <a:pt x="848677" y="4674870"/>
                  </a:lnTo>
                  <a:close/>
                </a:path>
                <a:path w="8477250" h="4674870">
                  <a:moveTo>
                    <a:pt x="810577" y="4674870"/>
                  </a:moveTo>
                  <a:lnTo>
                    <a:pt x="772477" y="4674870"/>
                  </a:lnTo>
                  <a:lnTo>
                    <a:pt x="772477" y="4665345"/>
                  </a:lnTo>
                  <a:lnTo>
                    <a:pt x="810577" y="4665345"/>
                  </a:lnTo>
                  <a:lnTo>
                    <a:pt x="810577" y="4674870"/>
                  </a:lnTo>
                  <a:close/>
                </a:path>
                <a:path w="8477250" h="4674870">
                  <a:moveTo>
                    <a:pt x="743902" y="4674870"/>
                  </a:moveTo>
                  <a:lnTo>
                    <a:pt x="734377" y="4674870"/>
                  </a:lnTo>
                  <a:lnTo>
                    <a:pt x="734377" y="4665345"/>
                  </a:lnTo>
                  <a:lnTo>
                    <a:pt x="743902" y="4665345"/>
                  </a:lnTo>
                  <a:lnTo>
                    <a:pt x="743902" y="4674870"/>
                  </a:lnTo>
                  <a:close/>
                </a:path>
                <a:path w="8477250" h="4674870">
                  <a:moveTo>
                    <a:pt x="705802" y="4674870"/>
                  </a:moveTo>
                  <a:lnTo>
                    <a:pt x="667702" y="4674870"/>
                  </a:lnTo>
                  <a:lnTo>
                    <a:pt x="667702" y="4665345"/>
                  </a:lnTo>
                  <a:lnTo>
                    <a:pt x="705802" y="4665345"/>
                  </a:lnTo>
                  <a:lnTo>
                    <a:pt x="705802" y="4674870"/>
                  </a:lnTo>
                  <a:close/>
                </a:path>
                <a:path w="8477250" h="4674870">
                  <a:moveTo>
                    <a:pt x="639127" y="4674870"/>
                  </a:moveTo>
                  <a:lnTo>
                    <a:pt x="629602" y="4674870"/>
                  </a:lnTo>
                  <a:lnTo>
                    <a:pt x="629602" y="4665345"/>
                  </a:lnTo>
                  <a:lnTo>
                    <a:pt x="639127" y="4665345"/>
                  </a:lnTo>
                  <a:lnTo>
                    <a:pt x="639127" y="4674870"/>
                  </a:lnTo>
                  <a:close/>
                </a:path>
                <a:path w="8477250" h="4674870">
                  <a:moveTo>
                    <a:pt x="601027" y="4674870"/>
                  </a:moveTo>
                  <a:lnTo>
                    <a:pt x="562927" y="4674870"/>
                  </a:lnTo>
                  <a:lnTo>
                    <a:pt x="562927" y="4665345"/>
                  </a:lnTo>
                  <a:lnTo>
                    <a:pt x="601027" y="4665345"/>
                  </a:lnTo>
                  <a:lnTo>
                    <a:pt x="601027" y="4674870"/>
                  </a:lnTo>
                  <a:close/>
                </a:path>
                <a:path w="8477250" h="4674870">
                  <a:moveTo>
                    <a:pt x="534352" y="4674870"/>
                  </a:moveTo>
                  <a:lnTo>
                    <a:pt x="524827" y="4674870"/>
                  </a:lnTo>
                  <a:lnTo>
                    <a:pt x="524827" y="4665345"/>
                  </a:lnTo>
                  <a:lnTo>
                    <a:pt x="534352" y="4665345"/>
                  </a:lnTo>
                  <a:lnTo>
                    <a:pt x="534352" y="4674870"/>
                  </a:lnTo>
                  <a:close/>
                </a:path>
                <a:path w="8477250" h="4674870">
                  <a:moveTo>
                    <a:pt x="496252" y="4674870"/>
                  </a:moveTo>
                  <a:lnTo>
                    <a:pt x="458152" y="4674870"/>
                  </a:lnTo>
                  <a:lnTo>
                    <a:pt x="458152" y="4665345"/>
                  </a:lnTo>
                  <a:lnTo>
                    <a:pt x="496252" y="4665345"/>
                  </a:lnTo>
                  <a:lnTo>
                    <a:pt x="496252" y="4674870"/>
                  </a:lnTo>
                  <a:close/>
                </a:path>
                <a:path w="8477250" h="4674870">
                  <a:moveTo>
                    <a:pt x="429577" y="4674870"/>
                  </a:moveTo>
                  <a:lnTo>
                    <a:pt x="420052" y="4674870"/>
                  </a:lnTo>
                  <a:lnTo>
                    <a:pt x="420052" y="4665345"/>
                  </a:lnTo>
                  <a:lnTo>
                    <a:pt x="429577" y="4665345"/>
                  </a:lnTo>
                  <a:lnTo>
                    <a:pt x="429577" y="4674870"/>
                  </a:lnTo>
                  <a:close/>
                </a:path>
                <a:path w="8477250" h="4674870">
                  <a:moveTo>
                    <a:pt x="391477" y="4674870"/>
                  </a:moveTo>
                  <a:lnTo>
                    <a:pt x="353377" y="4674870"/>
                  </a:lnTo>
                  <a:lnTo>
                    <a:pt x="353377" y="4665345"/>
                  </a:lnTo>
                  <a:lnTo>
                    <a:pt x="391477" y="4665345"/>
                  </a:lnTo>
                  <a:lnTo>
                    <a:pt x="391477" y="4674870"/>
                  </a:lnTo>
                  <a:close/>
                </a:path>
                <a:path w="8477250" h="4674870">
                  <a:moveTo>
                    <a:pt x="324802" y="4674870"/>
                  </a:moveTo>
                  <a:lnTo>
                    <a:pt x="315277" y="4674870"/>
                  </a:lnTo>
                  <a:lnTo>
                    <a:pt x="315277" y="4665345"/>
                  </a:lnTo>
                  <a:lnTo>
                    <a:pt x="324802" y="4665345"/>
                  </a:lnTo>
                  <a:lnTo>
                    <a:pt x="324802" y="4674870"/>
                  </a:lnTo>
                  <a:close/>
                </a:path>
                <a:path w="8477250" h="4674870">
                  <a:moveTo>
                    <a:pt x="286702" y="4674870"/>
                  </a:moveTo>
                  <a:lnTo>
                    <a:pt x="248602" y="4674870"/>
                  </a:lnTo>
                  <a:lnTo>
                    <a:pt x="248602" y="4665345"/>
                  </a:lnTo>
                  <a:lnTo>
                    <a:pt x="286702" y="4665345"/>
                  </a:lnTo>
                  <a:lnTo>
                    <a:pt x="286702" y="4674870"/>
                  </a:lnTo>
                  <a:close/>
                </a:path>
                <a:path w="8477250" h="4674870">
                  <a:moveTo>
                    <a:pt x="220027" y="4674870"/>
                  </a:moveTo>
                  <a:lnTo>
                    <a:pt x="210502" y="4674870"/>
                  </a:lnTo>
                  <a:lnTo>
                    <a:pt x="210502" y="4665345"/>
                  </a:lnTo>
                  <a:lnTo>
                    <a:pt x="220027" y="4665345"/>
                  </a:lnTo>
                  <a:lnTo>
                    <a:pt x="220027" y="4674870"/>
                  </a:lnTo>
                  <a:close/>
                </a:path>
                <a:path w="8477250" h="4674870">
                  <a:moveTo>
                    <a:pt x="181927" y="4674870"/>
                  </a:moveTo>
                  <a:lnTo>
                    <a:pt x="143827" y="4674870"/>
                  </a:lnTo>
                  <a:lnTo>
                    <a:pt x="143827" y="4665345"/>
                  </a:lnTo>
                  <a:lnTo>
                    <a:pt x="181927" y="4665345"/>
                  </a:lnTo>
                  <a:lnTo>
                    <a:pt x="181927" y="4674870"/>
                  </a:lnTo>
                  <a:close/>
                </a:path>
                <a:path w="8477250" h="4674870">
                  <a:moveTo>
                    <a:pt x="115252" y="4674870"/>
                  </a:moveTo>
                  <a:lnTo>
                    <a:pt x="105727" y="4674870"/>
                  </a:lnTo>
                  <a:lnTo>
                    <a:pt x="105727" y="4665345"/>
                  </a:lnTo>
                  <a:lnTo>
                    <a:pt x="115252" y="4665345"/>
                  </a:lnTo>
                  <a:lnTo>
                    <a:pt x="115252" y="4674870"/>
                  </a:lnTo>
                  <a:close/>
                </a:path>
                <a:path w="8477250" h="4674870">
                  <a:moveTo>
                    <a:pt x="77152" y="4674870"/>
                  </a:moveTo>
                  <a:lnTo>
                    <a:pt x="39052" y="4674870"/>
                  </a:lnTo>
                  <a:lnTo>
                    <a:pt x="39052" y="4665345"/>
                  </a:lnTo>
                  <a:lnTo>
                    <a:pt x="77152" y="4665345"/>
                  </a:lnTo>
                  <a:lnTo>
                    <a:pt x="77152" y="467487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531734" y="2954019"/>
            <a:ext cx="46355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IRR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74670" y="2954019"/>
            <a:ext cx="44958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ISR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85584" y="3629660"/>
            <a:ext cx="4914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IMR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4990" y="5922009"/>
            <a:ext cx="481393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400" dirty="0">
                <a:solidFill>
                  <a:srgbClr val="0000FF"/>
                </a:solidFill>
                <a:latin typeface="Noto Serif CJK JP"/>
                <a:cs typeface="Noto Serif CJK JP"/>
              </a:rPr>
              <a:t>：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Initialization</a:t>
            </a:r>
            <a:r>
              <a:rPr sz="2400" spc="-1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Command</a:t>
            </a:r>
            <a:r>
              <a:rPr sz="2400" spc="-13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Word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OCW</a:t>
            </a:r>
            <a:r>
              <a:rPr sz="2400" dirty="0">
                <a:solidFill>
                  <a:srgbClr val="0000FF"/>
                </a:solidFill>
                <a:latin typeface="Noto Serif CJK JP"/>
                <a:cs typeface="Noto Serif CJK JP"/>
              </a:rPr>
              <a:t>：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Operation</a:t>
            </a:r>
            <a:r>
              <a:rPr sz="2400" spc="-1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Command</a:t>
            </a:r>
            <a:r>
              <a:rPr sz="2400" spc="-1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Word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74751"/>
            <a:ext cx="330390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Arial" panose="020B0604020202020204"/>
                <a:cs typeface="Arial" panose="020B0604020202020204"/>
              </a:rPr>
              <a:t>8259</a:t>
            </a:r>
            <a:r>
              <a:rPr spc="-35" dirty="0"/>
              <a:t>的初始化命令字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1185862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4552" y="988377"/>
            <a:ext cx="8069580" cy="3862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使用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之前必须通过写入初始化命令字对其进行初始化，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最复杂的情况下需要写入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个初始化命令字。</a:t>
            </a:r>
            <a:endParaRPr sz="2400">
              <a:latin typeface="Noto Sans Mono CJK HK"/>
              <a:cs typeface="Noto Sans Mono CJK HK"/>
            </a:endParaRPr>
          </a:p>
          <a:p>
            <a:pPr marL="38100" marR="320040">
              <a:lnSpc>
                <a:spcPct val="167000"/>
              </a:lnSpc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和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ICW2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必须设置，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ICW3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和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ICW4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由工作方式决定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 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写入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偶地址中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=0</a:t>
            </a:r>
            <a:r>
              <a:rPr sz="2400" u="none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endParaRPr sz="2400">
              <a:latin typeface="Noto Sans Mono CJK HK"/>
              <a:cs typeface="Noto Sans Mono CJK HK"/>
            </a:endParaRPr>
          </a:p>
          <a:p>
            <a:pPr marL="38100" marR="320040">
              <a:lnSpc>
                <a:spcPct val="125000"/>
              </a:lnSpc>
              <a:spcBef>
                <a:spcPts val="1200"/>
              </a:spcBef>
            </a:pPr>
            <a:r>
              <a:rPr sz="2400" spc="1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ICW2~ICW4</a:t>
            </a:r>
            <a:r>
              <a:rPr sz="2400" spc="16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写入</a:t>
            </a:r>
            <a:r>
              <a:rPr sz="2400" spc="14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160" dirty="0">
                <a:solidFill>
                  <a:srgbClr val="000099"/>
                </a:solidFill>
                <a:latin typeface="Noto Sans Mono CJK HK"/>
                <a:cs typeface="Noto Sans Mono CJK HK"/>
              </a:rPr>
              <a:t>奇地址中</a:t>
            </a:r>
            <a:r>
              <a:rPr sz="2400" spc="10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（</a:t>
            </a:r>
            <a:r>
              <a:rPr sz="2400" spc="10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15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325" spc="-359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15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38100" marR="320675">
              <a:lnSpc>
                <a:spcPct val="125000"/>
              </a:lnSpc>
              <a:spcBef>
                <a:spcPts val="121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~ICW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必须在初始化程序中按</a:t>
            </a:r>
            <a:r>
              <a:rPr sz="2400" dirty="0">
                <a:solidFill>
                  <a:srgbClr val="0000FF"/>
                </a:solidFill>
                <a:latin typeface="Noto Sans Mono CJK HK"/>
                <a:cs typeface="Noto Sans Mono CJK HK"/>
              </a:rPr>
              <a:t>顺序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设定，且在整个工作过程中保持不变。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2252662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2862262"/>
            <a:ext cx="208915" cy="209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3471862"/>
            <a:ext cx="208915" cy="2095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59752" y="4538662"/>
            <a:ext cx="208915" cy="2095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86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ICW1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8775" y="1590675"/>
          <a:ext cx="8470900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/>
                <a:gridCol w="1046480"/>
                <a:gridCol w="1042669"/>
                <a:gridCol w="1049655"/>
                <a:gridCol w="1052195"/>
                <a:gridCol w="1040129"/>
                <a:gridCol w="1042670"/>
                <a:gridCol w="1046479"/>
              </a:tblGrid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LTIM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SNGL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IC4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4212" y="1113155"/>
            <a:ext cx="77444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8545" algn="l"/>
                <a:tab pos="2103120" algn="l"/>
                <a:tab pos="3148965" algn="l"/>
                <a:tab pos="4196080" algn="l"/>
                <a:tab pos="5242560" algn="l"/>
                <a:tab pos="6287770" algn="l"/>
                <a:tab pos="7332345" algn="l"/>
              </a:tabLst>
            </a:pP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78954" y="2153627"/>
            <a:ext cx="5291455" cy="2088514"/>
            <a:chOff x="778954" y="2153627"/>
            <a:chExt cx="5291455" cy="2088514"/>
          </a:xfrm>
        </p:grpSpPr>
        <p:sp>
          <p:nvSpPr>
            <p:cNvPr id="7" name="object 7"/>
            <p:cNvSpPr/>
            <p:nvPr/>
          </p:nvSpPr>
          <p:spPr>
            <a:xfrm>
              <a:off x="838733" y="2153627"/>
              <a:ext cx="85725" cy="761365"/>
            </a:xfrm>
            <a:custGeom>
              <a:avLst/>
              <a:gdLst/>
              <a:ahLst/>
              <a:cxnLst/>
              <a:rect l="l" t="t" r="r" b="b"/>
              <a:pathLst>
                <a:path w="85725" h="761364">
                  <a:moveTo>
                    <a:pt x="57150" y="696976"/>
                  </a:moveTo>
                  <a:lnTo>
                    <a:pt x="28575" y="696976"/>
                  </a:lnTo>
                  <a:lnTo>
                    <a:pt x="28575" y="0"/>
                  </a:lnTo>
                  <a:lnTo>
                    <a:pt x="57150" y="0"/>
                  </a:lnTo>
                  <a:lnTo>
                    <a:pt x="57150" y="696976"/>
                  </a:lnTo>
                  <a:close/>
                </a:path>
                <a:path w="85725" h="761364">
                  <a:moveTo>
                    <a:pt x="42862" y="761263"/>
                  </a:moveTo>
                  <a:lnTo>
                    <a:pt x="0" y="675538"/>
                  </a:lnTo>
                  <a:lnTo>
                    <a:pt x="28575" y="675538"/>
                  </a:lnTo>
                  <a:lnTo>
                    <a:pt x="28575" y="696976"/>
                  </a:lnTo>
                  <a:lnTo>
                    <a:pt x="75006" y="696976"/>
                  </a:lnTo>
                  <a:lnTo>
                    <a:pt x="42862" y="761263"/>
                  </a:lnTo>
                  <a:close/>
                </a:path>
                <a:path w="85725" h="761364">
                  <a:moveTo>
                    <a:pt x="75006" y="696976"/>
                  </a:moveTo>
                  <a:lnTo>
                    <a:pt x="57150" y="696976"/>
                  </a:lnTo>
                  <a:lnTo>
                    <a:pt x="57150" y="675538"/>
                  </a:lnTo>
                  <a:lnTo>
                    <a:pt x="85725" y="675538"/>
                  </a:lnTo>
                  <a:lnTo>
                    <a:pt x="75006" y="69697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78954" y="2921241"/>
              <a:ext cx="5291455" cy="1320800"/>
            </a:xfrm>
            <a:custGeom>
              <a:avLst/>
              <a:gdLst/>
              <a:ahLst/>
              <a:cxnLst/>
              <a:rect l="l" t="t" r="r" b="b"/>
              <a:pathLst>
                <a:path w="5291455" h="1320800">
                  <a:moveTo>
                    <a:pt x="5139550" y="12700"/>
                  </a:moveTo>
                  <a:lnTo>
                    <a:pt x="150698" y="12700"/>
                  </a:lnTo>
                  <a:lnTo>
                    <a:pt x="161391" y="0"/>
                  </a:lnTo>
                  <a:lnTo>
                    <a:pt x="5129441" y="0"/>
                  </a:lnTo>
                  <a:lnTo>
                    <a:pt x="5139550" y="12700"/>
                  </a:lnTo>
                  <a:close/>
                </a:path>
                <a:path w="5291455" h="1320800">
                  <a:moveTo>
                    <a:pt x="5170157" y="25400"/>
                  </a:moveTo>
                  <a:lnTo>
                    <a:pt x="120675" y="25400"/>
                  </a:lnTo>
                  <a:lnTo>
                    <a:pt x="130060" y="12700"/>
                  </a:lnTo>
                  <a:lnTo>
                    <a:pt x="5160225" y="12700"/>
                  </a:lnTo>
                  <a:lnTo>
                    <a:pt x="5170157" y="25400"/>
                  </a:lnTo>
                  <a:close/>
                </a:path>
                <a:path w="5291455" h="1320800">
                  <a:moveTo>
                    <a:pt x="150139" y="38100"/>
                  </a:moveTo>
                  <a:lnTo>
                    <a:pt x="101168" y="38100"/>
                  </a:lnTo>
                  <a:lnTo>
                    <a:pt x="110502" y="25400"/>
                  </a:lnTo>
                  <a:lnTo>
                    <a:pt x="160020" y="25400"/>
                  </a:lnTo>
                  <a:lnTo>
                    <a:pt x="150139" y="38100"/>
                  </a:lnTo>
                  <a:close/>
                </a:path>
                <a:path w="5291455" h="1320800">
                  <a:moveTo>
                    <a:pt x="5189664" y="38100"/>
                  </a:moveTo>
                  <a:lnTo>
                    <a:pt x="5140693" y="38100"/>
                  </a:lnTo>
                  <a:lnTo>
                    <a:pt x="5130812" y="25400"/>
                  </a:lnTo>
                  <a:lnTo>
                    <a:pt x="5180330" y="25400"/>
                  </a:lnTo>
                  <a:lnTo>
                    <a:pt x="5189664" y="38100"/>
                  </a:lnTo>
                  <a:close/>
                </a:path>
                <a:path w="5291455" h="1320800">
                  <a:moveTo>
                    <a:pt x="123685" y="50800"/>
                  </a:moveTo>
                  <a:lnTo>
                    <a:pt x="83934" y="50800"/>
                  </a:lnTo>
                  <a:lnTo>
                    <a:pt x="92151" y="38100"/>
                  </a:lnTo>
                  <a:lnTo>
                    <a:pt x="132791" y="38100"/>
                  </a:lnTo>
                  <a:lnTo>
                    <a:pt x="123685" y="50800"/>
                  </a:lnTo>
                  <a:close/>
                </a:path>
                <a:path w="5291455" h="1320800">
                  <a:moveTo>
                    <a:pt x="5206898" y="50800"/>
                  </a:moveTo>
                  <a:lnTo>
                    <a:pt x="5167147" y="50800"/>
                  </a:lnTo>
                  <a:lnTo>
                    <a:pt x="5158041" y="38100"/>
                  </a:lnTo>
                  <a:lnTo>
                    <a:pt x="5198681" y="38100"/>
                  </a:lnTo>
                  <a:lnTo>
                    <a:pt x="5206898" y="50800"/>
                  </a:lnTo>
                  <a:close/>
                </a:path>
                <a:path w="5291455" h="1320800">
                  <a:moveTo>
                    <a:pt x="107365" y="63500"/>
                  </a:moveTo>
                  <a:lnTo>
                    <a:pt x="67576" y="63500"/>
                  </a:lnTo>
                  <a:lnTo>
                    <a:pt x="75577" y="50800"/>
                  </a:lnTo>
                  <a:lnTo>
                    <a:pt x="115887" y="50800"/>
                  </a:lnTo>
                  <a:lnTo>
                    <a:pt x="107365" y="63500"/>
                  </a:lnTo>
                  <a:close/>
                </a:path>
                <a:path w="5291455" h="1320800">
                  <a:moveTo>
                    <a:pt x="5223256" y="63500"/>
                  </a:moveTo>
                  <a:lnTo>
                    <a:pt x="5183466" y="63500"/>
                  </a:lnTo>
                  <a:lnTo>
                    <a:pt x="5174945" y="50800"/>
                  </a:lnTo>
                  <a:lnTo>
                    <a:pt x="5215712" y="50800"/>
                  </a:lnTo>
                  <a:lnTo>
                    <a:pt x="5223256" y="63500"/>
                  </a:lnTo>
                  <a:close/>
                </a:path>
                <a:path w="5291455" h="1320800">
                  <a:moveTo>
                    <a:pt x="78320" y="88900"/>
                  </a:moveTo>
                  <a:lnTo>
                    <a:pt x="45859" y="88900"/>
                  </a:lnTo>
                  <a:lnTo>
                    <a:pt x="52311" y="76200"/>
                  </a:lnTo>
                  <a:lnTo>
                    <a:pt x="59537" y="63500"/>
                  </a:lnTo>
                  <a:lnTo>
                    <a:pt x="100101" y="63500"/>
                  </a:lnTo>
                  <a:lnTo>
                    <a:pt x="92201" y="76200"/>
                  </a:lnTo>
                  <a:lnTo>
                    <a:pt x="85534" y="76200"/>
                  </a:lnTo>
                  <a:lnTo>
                    <a:pt x="78320" y="88900"/>
                  </a:lnTo>
                  <a:close/>
                </a:path>
                <a:path w="5291455" h="1320800">
                  <a:moveTo>
                    <a:pt x="5244985" y="88900"/>
                  </a:moveTo>
                  <a:lnTo>
                    <a:pt x="5212511" y="88900"/>
                  </a:lnTo>
                  <a:lnTo>
                    <a:pt x="5205310" y="76200"/>
                  </a:lnTo>
                  <a:lnTo>
                    <a:pt x="5198630" y="76200"/>
                  </a:lnTo>
                  <a:lnTo>
                    <a:pt x="5190731" y="63500"/>
                  </a:lnTo>
                  <a:lnTo>
                    <a:pt x="5231295" y="63500"/>
                  </a:lnTo>
                  <a:lnTo>
                    <a:pt x="5238521" y="76200"/>
                  </a:lnTo>
                  <a:lnTo>
                    <a:pt x="5244985" y="88900"/>
                  </a:lnTo>
                  <a:close/>
                </a:path>
                <a:path w="5291455" h="1320800">
                  <a:moveTo>
                    <a:pt x="65824" y="101600"/>
                  </a:moveTo>
                  <a:lnTo>
                    <a:pt x="33426" y="101600"/>
                  </a:lnTo>
                  <a:lnTo>
                    <a:pt x="39420" y="88900"/>
                  </a:lnTo>
                  <a:lnTo>
                    <a:pt x="72288" y="88900"/>
                  </a:lnTo>
                  <a:lnTo>
                    <a:pt x="65824" y="101600"/>
                  </a:lnTo>
                  <a:close/>
                </a:path>
                <a:path w="5291455" h="1320800">
                  <a:moveTo>
                    <a:pt x="5251754" y="101600"/>
                  </a:moveTo>
                  <a:lnTo>
                    <a:pt x="5225008" y="101600"/>
                  </a:lnTo>
                  <a:lnTo>
                    <a:pt x="5218557" y="88900"/>
                  </a:lnTo>
                  <a:lnTo>
                    <a:pt x="5251411" y="88900"/>
                  </a:lnTo>
                  <a:lnTo>
                    <a:pt x="5251754" y="101600"/>
                  </a:lnTo>
                  <a:close/>
                </a:path>
                <a:path w="5291455" h="1320800">
                  <a:moveTo>
                    <a:pt x="45377" y="139700"/>
                  </a:moveTo>
                  <a:lnTo>
                    <a:pt x="18148" y="139700"/>
                  </a:lnTo>
                  <a:lnTo>
                    <a:pt x="22771" y="127000"/>
                  </a:lnTo>
                  <a:lnTo>
                    <a:pt x="27571" y="114300"/>
                  </a:lnTo>
                  <a:lnTo>
                    <a:pt x="33108" y="101600"/>
                  </a:lnTo>
                  <a:lnTo>
                    <a:pt x="66192" y="101600"/>
                  </a:lnTo>
                  <a:lnTo>
                    <a:pt x="60121" y="114300"/>
                  </a:lnTo>
                  <a:lnTo>
                    <a:pt x="55130" y="114300"/>
                  </a:lnTo>
                  <a:lnTo>
                    <a:pt x="49885" y="127000"/>
                  </a:lnTo>
                  <a:lnTo>
                    <a:pt x="50177" y="127000"/>
                  </a:lnTo>
                  <a:lnTo>
                    <a:pt x="45377" y="139700"/>
                  </a:lnTo>
                  <a:close/>
                </a:path>
                <a:path w="5291455" h="1320800">
                  <a:moveTo>
                    <a:pt x="5272684" y="139700"/>
                  </a:moveTo>
                  <a:lnTo>
                    <a:pt x="5245455" y="139700"/>
                  </a:lnTo>
                  <a:lnTo>
                    <a:pt x="5240655" y="127000"/>
                  </a:lnTo>
                  <a:lnTo>
                    <a:pt x="5240947" y="127000"/>
                  </a:lnTo>
                  <a:lnTo>
                    <a:pt x="5235702" y="114300"/>
                  </a:lnTo>
                  <a:lnTo>
                    <a:pt x="5230710" y="114300"/>
                  </a:lnTo>
                  <a:lnTo>
                    <a:pt x="5224640" y="101600"/>
                  </a:lnTo>
                  <a:lnTo>
                    <a:pt x="5257723" y="101600"/>
                  </a:lnTo>
                  <a:lnTo>
                    <a:pt x="5263261" y="114300"/>
                  </a:lnTo>
                  <a:lnTo>
                    <a:pt x="5268061" y="127000"/>
                  </a:lnTo>
                  <a:lnTo>
                    <a:pt x="5272684" y="139700"/>
                  </a:lnTo>
                  <a:close/>
                </a:path>
                <a:path w="5291455" h="1320800">
                  <a:moveTo>
                    <a:pt x="31686" y="177800"/>
                  </a:moveTo>
                  <a:lnTo>
                    <a:pt x="4673" y="177800"/>
                  </a:lnTo>
                  <a:lnTo>
                    <a:pt x="7251" y="165100"/>
                  </a:lnTo>
                  <a:lnTo>
                    <a:pt x="10185" y="152400"/>
                  </a:lnTo>
                  <a:lnTo>
                    <a:pt x="13792" y="139700"/>
                  </a:lnTo>
                  <a:lnTo>
                    <a:pt x="41529" y="139700"/>
                  </a:lnTo>
                  <a:lnTo>
                    <a:pt x="37642" y="152400"/>
                  </a:lnTo>
                  <a:lnTo>
                    <a:pt x="37858" y="152400"/>
                  </a:lnTo>
                  <a:lnTo>
                    <a:pt x="34429" y="165100"/>
                  </a:lnTo>
                  <a:lnTo>
                    <a:pt x="34620" y="165100"/>
                  </a:lnTo>
                  <a:lnTo>
                    <a:pt x="31686" y="177800"/>
                  </a:lnTo>
                  <a:close/>
                </a:path>
                <a:path w="5291455" h="1320800">
                  <a:moveTo>
                    <a:pt x="5286171" y="177800"/>
                  </a:moveTo>
                  <a:lnTo>
                    <a:pt x="5259146" y="177800"/>
                  </a:lnTo>
                  <a:lnTo>
                    <a:pt x="5256212" y="165100"/>
                  </a:lnTo>
                  <a:lnTo>
                    <a:pt x="5256403" y="165100"/>
                  </a:lnTo>
                  <a:lnTo>
                    <a:pt x="5252986" y="152400"/>
                  </a:lnTo>
                  <a:lnTo>
                    <a:pt x="5253189" y="152400"/>
                  </a:lnTo>
                  <a:lnTo>
                    <a:pt x="5249303" y="139700"/>
                  </a:lnTo>
                  <a:lnTo>
                    <a:pt x="5276824" y="139700"/>
                  </a:lnTo>
                  <a:lnTo>
                    <a:pt x="5280647" y="152400"/>
                  </a:lnTo>
                  <a:lnTo>
                    <a:pt x="5283581" y="165100"/>
                  </a:lnTo>
                  <a:lnTo>
                    <a:pt x="5286171" y="177800"/>
                  </a:lnTo>
                  <a:close/>
                </a:path>
                <a:path w="5291455" h="1320800">
                  <a:moveTo>
                    <a:pt x="27635" y="190500"/>
                  </a:moveTo>
                  <a:lnTo>
                    <a:pt x="2628" y="190500"/>
                  </a:lnTo>
                  <a:lnTo>
                    <a:pt x="4546" y="177800"/>
                  </a:lnTo>
                  <a:lnTo>
                    <a:pt x="29552" y="177800"/>
                  </a:lnTo>
                  <a:lnTo>
                    <a:pt x="27635" y="190500"/>
                  </a:lnTo>
                  <a:close/>
                </a:path>
                <a:path w="5291455" h="1320800">
                  <a:moveTo>
                    <a:pt x="5288280" y="190500"/>
                  </a:moveTo>
                  <a:lnTo>
                    <a:pt x="5263197" y="190500"/>
                  </a:lnTo>
                  <a:lnTo>
                    <a:pt x="5261292" y="177800"/>
                  </a:lnTo>
                  <a:lnTo>
                    <a:pt x="5286298" y="177800"/>
                  </a:lnTo>
                  <a:lnTo>
                    <a:pt x="5288280" y="190500"/>
                  </a:lnTo>
                  <a:close/>
                </a:path>
                <a:path w="5291455" h="1320800">
                  <a:moveTo>
                    <a:pt x="26949" y="203200"/>
                  </a:moveTo>
                  <a:lnTo>
                    <a:pt x="1130" y="203200"/>
                  </a:lnTo>
                  <a:lnTo>
                    <a:pt x="1790" y="190500"/>
                  </a:lnTo>
                  <a:lnTo>
                    <a:pt x="27711" y="190500"/>
                  </a:lnTo>
                  <a:lnTo>
                    <a:pt x="26949" y="203200"/>
                  </a:lnTo>
                  <a:close/>
                </a:path>
                <a:path w="5291455" h="1320800">
                  <a:moveTo>
                    <a:pt x="5289740" y="203200"/>
                  </a:moveTo>
                  <a:lnTo>
                    <a:pt x="5263883" y="203200"/>
                  </a:lnTo>
                  <a:lnTo>
                    <a:pt x="5263121" y="190500"/>
                  </a:lnTo>
                  <a:lnTo>
                    <a:pt x="5289080" y="190500"/>
                  </a:lnTo>
                  <a:lnTo>
                    <a:pt x="5289740" y="203200"/>
                  </a:lnTo>
                  <a:close/>
                </a:path>
                <a:path w="5291455" h="1320800">
                  <a:moveTo>
                    <a:pt x="25577" y="215900"/>
                  </a:moveTo>
                  <a:lnTo>
                    <a:pt x="228" y="215900"/>
                  </a:lnTo>
                  <a:lnTo>
                    <a:pt x="609" y="203200"/>
                  </a:lnTo>
                  <a:lnTo>
                    <a:pt x="25933" y="203200"/>
                  </a:lnTo>
                  <a:lnTo>
                    <a:pt x="25577" y="215900"/>
                  </a:lnTo>
                  <a:close/>
                </a:path>
                <a:path w="5291455" h="1320800">
                  <a:moveTo>
                    <a:pt x="5290616" y="215900"/>
                  </a:moveTo>
                  <a:lnTo>
                    <a:pt x="5265254" y="215900"/>
                  </a:lnTo>
                  <a:lnTo>
                    <a:pt x="5264899" y="203200"/>
                  </a:lnTo>
                  <a:lnTo>
                    <a:pt x="5290248" y="203200"/>
                  </a:lnTo>
                  <a:lnTo>
                    <a:pt x="5290616" y="215900"/>
                  </a:lnTo>
                  <a:close/>
                </a:path>
                <a:path w="5291455" h="1320800">
                  <a:moveTo>
                    <a:pt x="25400" y="1104900"/>
                  </a:moveTo>
                  <a:lnTo>
                    <a:pt x="0" y="1104900"/>
                  </a:lnTo>
                  <a:lnTo>
                    <a:pt x="0" y="215900"/>
                  </a:lnTo>
                  <a:lnTo>
                    <a:pt x="25400" y="215900"/>
                  </a:lnTo>
                  <a:lnTo>
                    <a:pt x="25400" y="1104900"/>
                  </a:lnTo>
                  <a:close/>
                </a:path>
                <a:path w="5291455" h="1320800">
                  <a:moveTo>
                    <a:pt x="5290832" y="1104900"/>
                  </a:moveTo>
                  <a:lnTo>
                    <a:pt x="5265445" y="1104900"/>
                  </a:lnTo>
                  <a:lnTo>
                    <a:pt x="5265445" y="215900"/>
                  </a:lnTo>
                  <a:lnTo>
                    <a:pt x="5290832" y="215900"/>
                  </a:lnTo>
                  <a:lnTo>
                    <a:pt x="5290832" y="1104900"/>
                  </a:lnTo>
                  <a:close/>
                </a:path>
                <a:path w="5291455" h="1320800">
                  <a:moveTo>
                    <a:pt x="26403" y="1117600"/>
                  </a:moveTo>
                  <a:lnTo>
                    <a:pt x="584" y="1117600"/>
                  </a:lnTo>
                  <a:lnTo>
                    <a:pt x="215" y="1104900"/>
                  </a:lnTo>
                  <a:lnTo>
                    <a:pt x="25907" y="1104900"/>
                  </a:lnTo>
                  <a:lnTo>
                    <a:pt x="26403" y="1117600"/>
                  </a:lnTo>
                  <a:close/>
                </a:path>
                <a:path w="5291455" h="1320800">
                  <a:moveTo>
                    <a:pt x="5290223" y="1117600"/>
                  </a:moveTo>
                  <a:lnTo>
                    <a:pt x="5264442" y="1117600"/>
                  </a:lnTo>
                  <a:lnTo>
                    <a:pt x="5264924" y="1104900"/>
                  </a:lnTo>
                  <a:lnTo>
                    <a:pt x="5290604" y="1104900"/>
                  </a:lnTo>
                  <a:lnTo>
                    <a:pt x="5290223" y="1117600"/>
                  </a:lnTo>
                  <a:close/>
                </a:path>
                <a:path w="5291455" h="1320800">
                  <a:moveTo>
                    <a:pt x="31851" y="1143000"/>
                  </a:moveTo>
                  <a:lnTo>
                    <a:pt x="4546" y="1143000"/>
                  </a:lnTo>
                  <a:lnTo>
                    <a:pt x="2552" y="1130300"/>
                  </a:lnTo>
                  <a:lnTo>
                    <a:pt x="1752" y="1117600"/>
                  </a:lnTo>
                  <a:lnTo>
                    <a:pt x="26949" y="1117600"/>
                  </a:lnTo>
                  <a:lnTo>
                    <a:pt x="27711" y="1130300"/>
                  </a:lnTo>
                  <a:lnTo>
                    <a:pt x="29413" y="1130300"/>
                  </a:lnTo>
                  <a:lnTo>
                    <a:pt x="31851" y="1143000"/>
                  </a:lnTo>
                  <a:close/>
                </a:path>
                <a:path w="5291455" h="1320800">
                  <a:moveTo>
                    <a:pt x="5286298" y="1143000"/>
                  </a:moveTo>
                  <a:lnTo>
                    <a:pt x="5258981" y="1143000"/>
                  </a:lnTo>
                  <a:lnTo>
                    <a:pt x="5261419" y="1130300"/>
                  </a:lnTo>
                  <a:lnTo>
                    <a:pt x="5263121" y="1130300"/>
                  </a:lnTo>
                  <a:lnTo>
                    <a:pt x="5263883" y="1117600"/>
                  </a:lnTo>
                  <a:lnTo>
                    <a:pt x="5289042" y="1117600"/>
                  </a:lnTo>
                  <a:lnTo>
                    <a:pt x="5288203" y="1130300"/>
                  </a:lnTo>
                  <a:lnTo>
                    <a:pt x="5286298" y="1143000"/>
                  </a:lnTo>
                  <a:close/>
                </a:path>
                <a:path w="5291455" h="1320800">
                  <a:moveTo>
                    <a:pt x="37858" y="1168400"/>
                  </a:moveTo>
                  <a:lnTo>
                    <a:pt x="10185" y="1168400"/>
                  </a:lnTo>
                  <a:lnTo>
                    <a:pt x="7251" y="1155700"/>
                  </a:lnTo>
                  <a:lnTo>
                    <a:pt x="4673" y="1143000"/>
                  </a:lnTo>
                  <a:lnTo>
                    <a:pt x="31686" y="1143000"/>
                  </a:lnTo>
                  <a:lnTo>
                    <a:pt x="34620" y="1155700"/>
                  </a:lnTo>
                  <a:lnTo>
                    <a:pt x="34429" y="1155700"/>
                  </a:lnTo>
                  <a:lnTo>
                    <a:pt x="37858" y="1168400"/>
                  </a:lnTo>
                  <a:close/>
                </a:path>
                <a:path w="5291455" h="1320800">
                  <a:moveTo>
                    <a:pt x="5280647" y="1168400"/>
                  </a:moveTo>
                  <a:lnTo>
                    <a:pt x="5252986" y="1168400"/>
                  </a:lnTo>
                  <a:lnTo>
                    <a:pt x="5256403" y="1155700"/>
                  </a:lnTo>
                  <a:lnTo>
                    <a:pt x="5256212" y="1155700"/>
                  </a:lnTo>
                  <a:lnTo>
                    <a:pt x="5259146" y="1143000"/>
                  </a:lnTo>
                  <a:lnTo>
                    <a:pt x="5286171" y="1143000"/>
                  </a:lnTo>
                  <a:lnTo>
                    <a:pt x="5283581" y="1155700"/>
                  </a:lnTo>
                  <a:lnTo>
                    <a:pt x="5280647" y="1168400"/>
                  </a:lnTo>
                  <a:close/>
                </a:path>
                <a:path w="5291455" h="1320800">
                  <a:moveTo>
                    <a:pt x="45643" y="1181100"/>
                  </a:moveTo>
                  <a:lnTo>
                    <a:pt x="17906" y="1181100"/>
                  </a:lnTo>
                  <a:lnTo>
                    <a:pt x="14008" y="1168400"/>
                  </a:lnTo>
                  <a:lnTo>
                    <a:pt x="41287" y="1168400"/>
                  </a:lnTo>
                  <a:lnTo>
                    <a:pt x="45643" y="1181100"/>
                  </a:lnTo>
                  <a:close/>
                </a:path>
                <a:path w="5291455" h="1320800">
                  <a:moveTo>
                    <a:pt x="5272925" y="1181100"/>
                  </a:moveTo>
                  <a:lnTo>
                    <a:pt x="5245188" y="1181100"/>
                  </a:lnTo>
                  <a:lnTo>
                    <a:pt x="5249545" y="1168400"/>
                  </a:lnTo>
                  <a:lnTo>
                    <a:pt x="5276824" y="1168400"/>
                  </a:lnTo>
                  <a:lnTo>
                    <a:pt x="5272925" y="1181100"/>
                  </a:lnTo>
                  <a:close/>
                </a:path>
                <a:path w="5291455" h="1320800">
                  <a:moveTo>
                    <a:pt x="66192" y="1219200"/>
                  </a:moveTo>
                  <a:lnTo>
                    <a:pt x="33426" y="1219200"/>
                  </a:lnTo>
                  <a:lnTo>
                    <a:pt x="27571" y="1206500"/>
                  </a:lnTo>
                  <a:lnTo>
                    <a:pt x="22771" y="1193800"/>
                  </a:lnTo>
                  <a:lnTo>
                    <a:pt x="18148" y="1181100"/>
                  </a:lnTo>
                  <a:lnTo>
                    <a:pt x="45377" y="1181100"/>
                  </a:lnTo>
                  <a:lnTo>
                    <a:pt x="50177" y="1193800"/>
                  </a:lnTo>
                  <a:lnTo>
                    <a:pt x="49885" y="1193800"/>
                  </a:lnTo>
                  <a:lnTo>
                    <a:pt x="55130" y="1206500"/>
                  </a:lnTo>
                  <a:lnTo>
                    <a:pt x="60121" y="1206500"/>
                  </a:lnTo>
                  <a:lnTo>
                    <a:pt x="66192" y="1219200"/>
                  </a:lnTo>
                  <a:close/>
                </a:path>
                <a:path w="5291455" h="1320800">
                  <a:moveTo>
                    <a:pt x="5257406" y="1219200"/>
                  </a:moveTo>
                  <a:lnTo>
                    <a:pt x="5224640" y="1219200"/>
                  </a:lnTo>
                  <a:lnTo>
                    <a:pt x="5230710" y="1206500"/>
                  </a:lnTo>
                  <a:lnTo>
                    <a:pt x="5235702" y="1206500"/>
                  </a:lnTo>
                  <a:lnTo>
                    <a:pt x="5240947" y="1193800"/>
                  </a:lnTo>
                  <a:lnTo>
                    <a:pt x="5240655" y="1193800"/>
                  </a:lnTo>
                  <a:lnTo>
                    <a:pt x="5245455" y="1181100"/>
                  </a:lnTo>
                  <a:lnTo>
                    <a:pt x="5272684" y="1181100"/>
                  </a:lnTo>
                  <a:lnTo>
                    <a:pt x="5268061" y="1193800"/>
                  </a:lnTo>
                  <a:lnTo>
                    <a:pt x="5263261" y="1206500"/>
                  </a:lnTo>
                  <a:lnTo>
                    <a:pt x="5257406" y="1219200"/>
                  </a:lnTo>
                  <a:close/>
                </a:path>
                <a:path w="5291455" h="1320800">
                  <a:moveTo>
                    <a:pt x="60464" y="1206500"/>
                  </a:moveTo>
                  <a:lnTo>
                    <a:pt x="55130" y="1206500"/>
                  </a:lnTo>
                  <a:lnTo>
                    <a:pt x="54813" y="1193800"/>
                  </a:lnTo>
                  <a:lnTo>
                    <a:pt x="60464" y="1206500"/>
                  </a:lnTo>
                  <a:close/>
                </a:path>
                <a:path w="5291455" h="1320800">
                  <a:moveTo>
                    <a:pt x="5235702" y="1206500"/>
                  </a:moveTo>
                  <a:lnTo>
                    <a:pt x="5230368" y="1206500"/>
                  </a:lnTo>
                  <a:lnTo>
                    <a:pt x="5236032" y="1193800"/>
                  </a:lnTo>
                  <a:lnTo>
                    <a:pt x="5235702" y="1206500"/>
                  </a:lnTo>
                  <a:close/>
                </a:path>
                <a:path w="5291455" h="1320800">
                  <a:moveTo>
                    <a:pt x="85534" y="1244600"/>
                  </a:moveTo>
                  <a:lnTo>
                    <a:pt x="52311" y="1244600"/>
                  </a:lnTo>
                  <a:lnTo>
                    <a:pt x="45491" y="1231900"/>
                  </a:lnTo>
                  <a:lnTo>
                    <a:pt x="39420" y="1219200"/>
                  </a:lnTo>
                  <a:lnTo>
                    <a:pt x="71894" y="1219200"/>
                  </a:lnTo>
                  <a:lnTo>
                    <a:pt x="78739" y="1231900"/>
                  </a:lnTo>
                  <a:lnTo>
                    <a:pt x="78320" y="1231900"/>
                  </a:lnTo>
                  <a:lnTo>
                    <a:pt x="85534" y="1244600"/>
                  </a:lnTo>
                  <a:close/>
                </a:path>
                <a:path w="5291455" h="1320800">
                  <a:moveTo>
                    <a:pt x="5238140" y="1244600"/>
                  </a:moveTo>
                  <a:lnTo>
                    <a:pt x="5205310" y="1244600"/>
                  </a:lnTo>
                  <a:lnTo>
                    <a:pt x="5212511" y="1231900"/>
                  </a:lnTo>
                  <a:lnTo>
                    <a:pt x="5212105" y="1231900"/>
                  </a:lnTo>
                  <a:lnTo>
                    <a:pt x="5218938" y="1219200"/>
                  </a:lnTo>
                  <a:lnTo>
                    <a:pt x="5251754" y="1219200"/>
                  </a:lnTo>
                  <a:lnTo>
                    <a:pt x="5244985" y="1231900"/>
                  </a:lnTo>
                  <a:lnTo>
                    <a:pt x="5238140" y="1244600"/>
                  </a:lnTo>
                  <a:close/>
                </a:path>
                <a:path w="5291455" h="1320800">
                  <a:moveTo>
                    <a:pt x="100101" y="1257300"/>
                  </a:moveTo>
                  <a:lnTo>
                    <a:pt x="67144" y="1257300"/>
                  </a:lnTo>
                  <a:lnTo>
                    <a:pt x="59537" y="1244600"/>
                  </a:lnTo>
                  <a:lnTo>
                    <a:pt x="92201" y="1244600"/>
                  </a:lnTo>
                  <a:lnTo>
                    <a:pt x="100101" y="1257300"/>
                  </a:lnTo>
                  <a:close/>
                </a:path>
                <a:path w="5291455" h="1320800">
                  <a:moveTo>
                    <a:pt x="5223687" y="1257300"/>
                  </a:moveTo>
                  <a:lnTo>
                    <a:pt x="5190731" y="1257300"/>
                  </a:lnTo>
                  <a:lnTo>
                    <a:pt x="5198630" y="1244600"/>
                  </a:lnTo>
                  <a:lnTo>
                    <a:pt x="5231295" y="1244600"/>
                  </a:lnTo>
                  <a:lnTo>
                    <a:pt x="5223687" y="1257300"/>
                  </a:lnTo>
                  <a:close/>
                </a:path>
                <a:path w="5291455" h="1320800">
                  <a:moveTo>
                    <a:pt x="115887" y="1270000"/>
                  </a:moveTo>
                  <a:lnTo>
                    <a:pt x="75577" y="1270000"/>
                  </a:lnTo>
                  <a:lnTo>
                    <a:pt x="67576" y="1257300"/>
                  </a:lnTo>
                  <a:lnTo>
                    <a:pt x="107365" y="1257300"/>
                  </a:lnTo>
                  <a:lnTo>
                    <a:pt x="115887" y="1270000"/>
                  </a:lnTo>
                  <a:close/>
                </a:path>
                <a:path w="5291455" h="1320800">
                  <a:moveTo>
                    <a:pt x="5215712" y="1270000"/>
                  </a:moveTo>
                  <a:lnTo>
                    <a:pt x="5174945" y="1270000"/>
                  </a:lnTo>
                  <a:lnTo>
                    <a:pt x="5183466" y="1257300"/>
                  </a:lnTo>
                  <a:lnTo>
                    <a:pt x="5223256" y="1257300"/>
                  </a:lnTo>
                  <a:lnTo>
                    <a:pt x="5215712" y="1270000"/>
                  </a:lnTo>
                  <a:close/>
                </a:path>
                <a:path w="5291455" h="1320800">
                  <a:moveTo>
                    <a:pt x="141630" y="1282700"/>
                  </a:moveTo>
                  <a:lnTo>
                    <a:pt x="92151" y="1282700"/>
                  </a:lnTo>
                  <a:lnTo>
                    <a:pt x="83934" y="1270000"/>
                  </a:lnTo>
                  <a:lnTo>
                    <a:pt x="132257" y="1270000"/>
                  </a:lnTo>
                  <a:lnTo>
                    <a:pt x="141630" y="1282700"/>
                  </a:lnTo>
                  <a:close/>
                </a:path>
                <a:path w="5291455" h="1320800">
                  <a:moveTo>
                    <a:pt x="5198681" y="1282700"/>
                  </a:moveTo>
                  <a:lnTo>
                    <a:pt x="5149202" y="1282700"/>
                  </a:lnTo>
                  <a:lnTo>
                    <a:pt x="5158574" y="1270000"/>
                  </a:lnTo>
                  <a:lnTo>
                    <a:pt x="5206898" y="1270000"/>
                  </a:lnTo>
                  <a:lnTo>
                    <a:pt x="5198681" y="1282700"/>
                  </a:lnTo>
                  <a:close/>
                </a:path>
                <a:path w="5291455" h="1320800">
                  <a:moveTo>
                    <a:pt x="169532" y="1295400"/>
                  </a:moveTo>
                  <a:lnTo>
                    <a:pt x="110502" y="1295400"/>
                  </a:lnTo>
                  <a:lnTo>
                    <a:pt x="101676" y="1282700"/>
                  </a:lnTo>
                  <a:lnTo>
                    <a:pt x="159435" y="1282700"/>
                  </a:lnTo>
                  <a:lnTo>
                    <a:pt x="169532" y="1295400"/>
                  </a:lnTo>
                  <a:close/>
                </a:path>
                <a:path w="5291455" h="1320800">
                  <a:moveTo>
                    <a:pt x="5180330" y="1295400"/>
                  </a:moveTo>
                  <a:lnTo>
                    <a:pt x="5121300" y="1295400"/>
                  </a:lnTo>
                  <a:lnTo>
                    <a:pt x="5131409" y="1282700"/>
                  </a:lnTo>
                  <a:lnTo>
                    <a:pt x="5189156" y="1282700"/>
                  </a:lnTo>
                  <a:lnTo>
                    <a:pt x="5180330" y="1295400"/>
                  </a:lnTo>
                  <a:close/>
                </a:path>
                <a:path w="5291455" h="1320800">
                  <a:moveTo>
                    <a:pt x="5150586" y="1308100"/>
                  </a:moveTo>
                  <a:lnTo>
                    <a:pt x="140246" y="1308100"/>
                  </a:lnTo>
                  <a:lnTo>
                    <a:pt x="130060" y="1295400"/>
                  </a:lnTo>
                  <a:lnTo>
                    <a:pt x="5160225" y="1295400"/>
                  </a:lnTo>
                  <a:lnTo>
                    <a:pt x="5150586" y="1308100"/>
                  </a:lnTo>
                  <a:close/>
                </a:path>
                <a:path w="5291455" h="1320800">
                  <a:moveTo>
                    <a:pt x="5117896" y="1320800"/>
                  </a:moveTo>
                  <a:lnTo>
                    <a:pt x="172935" y="1320800"/>
                  </a:lnTo>
                  <a:lnTo>
                    <a:pt x="161391" y="1308100"/>
                  </a:lnTo>
                  <a:lnTo>
                    <a:pt x="5129441" y="1308100"/>
                  </a:lnTo>
                  <a:lnTo>
                    <a:pt x="5117896" y="132080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34034" y="2915234"/>
            <a:ext cx="4699635" cy="119507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sz="32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×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——</a:t>
            </a:r>
            <a:r>
              <a:rPr sz="3200" spc="-20" dirty="0">
                <a:solidFill>
                  <a:srgbClr val="0000FF"/>
                </a:solidFill>
                <a:latin typeface="Noto Serif CJK JP"/>
                <a:cs typeface="Noto Serif CJK JP"/>
              </a:rPr>
              <a:t>表示可以任意</a:t>
            </a:r>
            <a:endParaRPr sz="32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32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为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为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200" spc="-10" dirty="0">
                <a:solidFill>
                  <a:srgbClr val="0000FF"/>
                </a:solidFill>
                <a:latin typeface="Noto Serif CJK JP"/>
                <a:cs typeface="Noto Serif CJK JP"/>
              </a:rPr>
              <a:t>都可以（建议为</a:t>
            </a:r>
            <a:r>
              <a:rPr sz="3200" spc="-25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200" spc="-25" dirty="0">
                <a:solidFill>
                  <a:srgbClr val="0000FF"/>
                </a:solidFill>
                <a:latin typeface="Noto Serif CJK JP"/>
                <a:cs typeface="Noto Serif CJK JP"/>
              </a:rPr>
              <a:t>）</a:t>
            </a:r>
            <a:endParaRPr sz="3200">
              <a:latin typeface="Noto Serif CJK JP"/>
              <a:cs typeface="Noto Serif CJK JP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86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ICW1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8775" y="1590675"/>
          <a:ext cx="8470900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/>
                <a:gridCol w="1046480"/>
                <a:gridCol w="1042669"/>
                <a:gridCol w="1049655"/>
                <a:gridCol w="1052195"/>
                <a:gridCol w="1040129"/>
                <a:gridCol w="1042670"/>
                <a:gridCol w="1046479"/>
              </a:tblGrid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LTIM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SNGL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IC4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4212" y="1113155"/>
            <a:ext cx="77444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8545" algn="l"/>
                <a:tab pos="2103120" algn="l"/>
                <a:tab pos="3148965" algn="l"/>
                <a:tab pos="4196080" algn="l"/>
                <a:tab pos="5242560" algn="l"/>
                <a:tab pos="6287770" algn="l"/>
                <a:tab pos="7332345" algn="l"/>
              </a:tabLst>
            </a:pP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319009" y="2153627"/>
            <a:ext cx="5831205" cy="2098675"/>
            <a:chOff x="1319009" y="2153627"/>
            <a:chExt cx="5831205" cy="2098675"/>
          </a:xfrm>
        </p:grpSpPr>
        <p:sp>
          <p:nvSpPr>
            <p:cNvPr id="7" name="object 7"/>
            <p:cNvSpPr/>
            <p:nvPr/>
          </p:nvSpPr>
          <p:spPr>
            <a:xfrm>
              <a:off x="4034078" y="2153627"/>
              <a:ext cx="85725" cy="761365"/>
            </a:xfrm>
            <a:custGeom>
              <a:avLst/>
              <a:gdLst/>
              <a:ahLst/>
              <a:cxnLst/>
              <a:rect l="l" t="t" r="r" b="b"/>
              <a:pathLst>
                <a:path w="85725" h="761364">
                  <a:moveTo>
                    <a:pt x="57150" y="696976"/>
                  </a:moveTo>
                  <a:lnTo>
                    <a:pt x="28575" y="696976"/>
                  </a:lnTo>
                  <a:lnTo>
                    <a:pt x="28575" y="0"/>
                  </a:lnTo>
                  <a:lnTo>
                    <a:pt x="57150" y="0"/>
                  </a:lnTo>
                  <a:lnTo>
                    <a:pt x="57150" y="696976"/>
                  </a:lnTo>
                  <a:close/>
                </a:path>
                <a:path w="85725" h="761364">
                  <a:moveTo>
                    <a:pt x="42862" y="761263"/>
                  </a:moveTo>
                  <a:lnTo>
                    <a:pt x="0" y="675538"/>
                  </a:lnTo>
                  <a:lnTo>
                    <a:pt x="28575" y="675538"/>
                  </a:lnTo>
                  <a:lnTo>
                    <a:pt x="28575" y="696976"/>
                  </a:lnTo>
                  <a:lnTo>
                    <a:pt x="75006" y="696976"/>
                  </a:lnTo>
                  <a:lnTo>
                    <a:pt x="42862" y="761263"/>
                  </a:lnTo>
                  <a:close/>
                </a:path>
                <a:path w="85725" h="761364">
                  <a:moveTo>
                    <a:pt x="75006" y="696976"/>
                  </a:moveTo>
                  <a:lnTo>
                    <a:pt x="57150" y="696976"/>
                  </a:lnTo>
                  <a:lnTo>
                    <a:pt x="57150" y="675538"/>
                  </a:lnTo>
                  <a:lnTo>
                    <a:pt x="85725" y="675538"/>
                  </a:lnTo>
                  <a:lnTo>
                    <a:pt x="75006" y="69697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19009" y="2931236"/>
              <a:ext cx="5831205" cy="1320800"/>
            </a:xfrm>
            <a:custGeom>
              <a:avLst/>
              <a:gdLst/>
              <a:ahLst/>
              <a:cxnLst/>
              <a:rect l="l" t="t" r="r" b="b"/>
              <a:pathLst>
                <a:path w="5831205" h="1320800">
                  <a:moveTo>
                    <a:pt x="5680202" y="12699"/>
                  </a:moveTo>
                  <a:lnTo>
                    <a:pt x="151295" y="12699"/>
                  </a:lnTo>
                  <a:lnTo>
                    <a:pt x="162001" y="0"/>
                  </a:lnTo>
                  <a:lnTo>
                    <a:pt x="5669508" y="0"/>
                  </a:lnTo>
                  <a:lnTo>
                    <a:pt x="5680202" y="12699"/>
                  </a:lnTo>
                  <a:close/>
                </a:path>
                <a:path w="5831205" h="1320800">
                  <a:moveTo>
                    <a:pt x="5710770" y="25399"/>
                  </a:moveTo>
                  <a:lnTo>
                    <a:pt x="120142" y="25399"/>
                  </a:lnTo>
                  <a:lnTo>
                    <a:pt x="130060" y="12699"/>
                  </a:lnTo>
                  <a:lnTo>
                    <a:pt x="5700839" y="12699"/>
                  </a:lnTo>
                  <a:lnTo>
                    <a:pt x="5710770" y="25399"/>
                  </a:lnTo>
                  <a:close/>
                </a:path>
                <a:path w="5831205" h="1320800">
                  <a:moveTo>
                    <a:pt x="150152" y="38099"/>
                  </a:moveTo>
                  <a:lnTo>
                    <a:pt x="101688" y="38099"/>
                  </a:lnTo>
                  <a:lnTo>
                    <a:pt x="110502" y="25399"/>
                  </a:lnTo>
                  <a:lnTo>
                    <a:pt x="160020" y="25399"/>
                  </a:lnTo>
                  <a:lnTo>
                    <a:pt x="150152" y="38099"/>
                  </a:lnTo>
                  <a:close/>
                </a:path>
                <a:path w="5831205" h="1320800">
                  <a:moveTo>
                    <a:pt x="5729224" y="38099"/>
                  </a:moveTo>
                  <a:lnTo>
                    <a:pt x="5680760" y="38099"/>
                  </a:lnTo>
                  <a:lnTo>
                    <a:pt x="5670880" y="25399"/>
                  </a:lnTo>
                  <a:lnTo>
                    <a:pt x="5719876" y="25399"/>
                  </a:lnTo>
                  <a:lnTo>
                    <a:pt x="5729224" y="38099"/>
                  </a:lnTo>
                  <a:close/>
                </a:path>
                <a:path w="5831205" h="1320800">
                  <a:moveTo>
                    <a:pt x="123698" y="50799"/>
                  </a:moveTo>
                  <a:lnTo>
                    <a:pt x="83477" y="50799"/>
                  </a:lnTo>
                  <a:lnTo>
                    <a:pt x="92163" y="38099"/>
                  </a:lnTo>
                  <a:lnTo>
                    <a:pt x="132803" y="38099"/>
                  </a:lnTo>
                  <a:lnTo>
                    <a:pt x="123698" y="50799"/>
                  </a:lnTo>
                  <a:close/>
                </a:path>
                <a:path w="5831205" h="1320800">
                  <a:moveTo>
                    <a:pt x="5747435" y="50799"/>
                  </a:moveTo>
                  <a:lnTo>
                    <a:pt x="5707214" y="50799"/>
                  </a:lnTo>
                  <a:lnTo>
                    <a:pt x="5698109" y="38099"/>
                  </a:lnTo>
                  <a:lnTo>
                    <a:pt x="5738749" y="38099"/>
                  </a:lnTo>
                  <a:lnTo>
                    <a:pt x="5747435" y="50799"/>
                  </a:lnTo>
                  <a:close/>
                </a:path>
                <a:path w="5831205" h="1320800">
                  <a:moveTo>
                    <a:pt x="107365" y="63499"/>
                  </a:moveTo>
                  <a:lnTo>
                    <a:pt x="67576" y="63499"/>
                  </a:lnTo>
                  <a:lnTo>
                    <a:pt x="75577" y="50799"/>
                  </a:lnTo>
                  <a:lnTo>
                    <a:pt x="115900" y="50799"/>
                  </a:lnTo>
                  <a:lnTo>
                    <a:pt x="107365" y="63499"/>
                  </a:lnTo>
                  <a:close/>
                </a:path>
                <a:path w="5831205" h="1320800">
                  <a:moveTo>
                    <a:pt x="5763755" y="63499"/>
                  </a:moveTo>
                  <a:lnTo>
                    <a:pt x="5723534" y="63499"/>
                  </a:lnTo>
                  <a:lnTo>
                    <a:pt x="5715012" y="50799"/>
                  </a:lnTo>
                  <a:lnTo>
                    <a:pt x="5755322" y="50799"/>
                  </a:lnTo>
                  <a:lnTo>
                    <a:pt x="5763755" y="63499"/>
                  </a:lnTo>
                  <a:close/>
                </a:path>
                <a:path w="5831205" h="1320800">
                  <a:moveTo>
                    <a:pt x="78333" y="88899"/>
                  </a:moveTo>
                  <a:lnTo>
                    <a:pt x="45491" y="88899"/>
                  </a:lnTo>
                  <a:lnTo>
                    <a:pt x="59943" y="63499"/>
                  </a:lnTo>
                  <a:lnTo>
                    <a:pt x="100101" y="63499"/>
                  </a:lnTo>
                  <a:lnTo>
                    <a:pt x="92214" y="76199"/>
                  </a:lnTo>
                  <a:lnTo>
                    <a:pt x="85534" y="76199"/>
                  </a:lnTo>
                  <a:lnTo>
                    <a:pt x="78333" y="88899"/>
                  </a:lnTo>
                  <a:close/>
                </a:path>
                <a:path w="5831205" h="1320800">
                  <a:moveTo>
                    <a:pt x="5785408" y="88899"/>
                  </a:moveTo>
                  <a:lnTo>
                    <a:pt x="5752579" y="88899"/>
                  </a:lnTo>
                  <a:lnTo>
                    <a:pt x="5745365" y="76199"/>
                  </a:lnTo>
                  <a:lnTo>
                    <a:pt x="5738698" y="76199"/>
                  </a:lnTo>
                  <a:lnTo>
                    <a:pt x="5730798" y="63499"/>
                  </a:lnTo>
                  <a:lnTo>
                    <a:pt x="5770956" y="63499"/>
                  </a:lnTo>
                  <a:lnTo>
                    <a:pt x="5778207" y="76199"/>
                  </a:lnTo>
                  <a:lnTo>
                    <a:pt x="5785408" y="88899"/>
                  </a:lnTo>
                  <a:close/>
                </a:path>
                <a:path w="5831205" h="1320800">
                  <a:moveTo>
                    <a:pt x="65836" y="101599"/>
                  </a:moveTo>
                  <a:lnTo>
                    <a:pt x="39090" y="101599"/>
                  </a:lnTo>
                  <a:lnTo>
                    <a:pt x="39433" y="88899"/>
                  </a:lnTo>
                  <a:lnTo>
                    <a:pt x="72288" y="88899"/>
                  </a:lnTo>
                  <a:lnTo>
                    <a:pt x="65836" y="101599"/>
                  </a:lnTo>
                  <a:close/>
                </a:path>
                <a:path w="5831205" h="1320800">
                  <a:moveTo>
                    <a:pt x="5791822" y="101599"/>
                  </a:moveTo>
                  <a:lnTo>
                    <a:pt x="5765076" y="101599"/>
                  </a:lnTo>
                  <a:lnTo>
                    <a:pt x="5758611" y="88899"/>
                  </a:lnTo>
                  <a:lnTo>
                    <a:pt x="5791479" y="88899"/>
                  </a:lnTo>
                  <a:lnTo>
                    <a:pt x="5791822" y="101599"/>
                  </a:lnTo>
                  <a:close/>
                </a:path>
                <a:path w="5831205" h="1320800">
                  <a:moveTo>
                    <a:pt x="45389" y="139699"/>
                  </a:moveTo>
                  <a:lnTo>
                    <a:pt x="18148" y="139699"/>
                  </a:lnTo>
                  <a:lnTo>
                    <a:pt x="22504" y="126999"/>
                  </a:lnTo>
                  <a:lnTo>
                    <a:pt x="27876" y="114299"/>
                  </a:lnTo>
                  <a:lnTo>
                    <a:pt x="33108" y="101599"/>
                  </a:lnTo>
                  <a:lnTo>
                    <a:pt x="66192" y="101599"/>
                  </a:lnTo>
                  <a:lnTo>
                    <a:pt x="60134" y="114299"/>
                  </a:lnTo>
                  <a:lnTo>
                    <a:pt x="55130" y="114299"/>
                  </a:lnTo>
                  <a:lnTo>
                    <a:pt x="49898" y="126999"/>
                  </a:lnTo>
                  <a:lnTo>
                    <a:pt x="50190" y="126999"/>
                  </a:lnTo>
                  <a:lnTo>
                    <a:pt x="45389" y="139699"/>
                  </a:lnTo>
                  <a:close/>
                </a:path>
                <a:path w="5831205" h="1320800">
                  <a:moveTo>
                    <a:pt x="5812751" y="139699"/>
                  </a:moveTo>
                  <a:lnTo>
                    <a:pt x="5785523" y="139699"/>
                  </a:lnTo>
                  <a:lnTo>
                    <a:pt x="5780722" y="126999"/>
                  </a:lnTo>
                  <a:lnTo>
                    <a:pt x="5781014" y="126999"/>
                  </a:lnTo>
                  <a:lnTo>
                    <a:pt x="5775769" y="114299"/>
                  </a:lnTo>
                  <a:lnTo>
                    <a:pt x="5770778" y="114299"/>
                  </a:lnTo>
                  <a:lnTo>
                    <a:pt x="5764707" y="101599"/>
                  </a:lnTo>
                  <a:lnTo>
                    <a:pt x="5797791" y="101599"/>
                  </a:lnTo>
                  <a:lnTo>
                    <a:pt x="5803036" y="114299"/>
                  </a:lnTo>
                  <a:lnTo>
                    <a:pt x="5808129" y="126999"/>
                  </a:lnTo>
                  <a:lnTo>
                    <a:pt x="5812751" y="139699"/>
                  </a:lnTo>
                  <a:close/>
                </a:path>
                <a:path w="5831205" h="1320800">
                  <a:moveTo>
                    <a:pt x="31699" y="177799"/>
                  </a:moveTo>
                  <a:lnTo>
                    <a:pt x="4673" y="177799"/>
                  </a:lnTo>
                  <a:lnTo>
                    <a:pt x="7099" y="165099"/>
                  </a:lnTo>
                  <a:lnTo>
                    <a:pt x="10375" y="152399"/>
                  </a:lnTo>
                  <a:lnTo>
                    <a:pt x="13804" y="139699"/>
                  </a:lnTo>
                  <a:lnTo>
                    <a:pt x="41541" y="139699"/>
                  </a:lnTo>
                  <a:lnTo>
                    <a:pt x="37642" y="152399"/>
                  </a:lnTo>
                  <a:lnTo>
                    <a:pt x="37858" y="152399"/>
                  </a:lnTo>
                  <a:lnTo>
                    <a:pt x="34442" y="165099"/>
                  </a:lnTo>
                  <a:lnTo>
                    <a:pt x="34632" y="165099"/>
                  </a:lnTo>
                  <a:lnTo>
                    <a:pt x="31699" y="177799"/>
                  </a:lnTo>
                  <a:close/>
                </a:path>
                <a:path w="5831205" h="1320800">
                  <a:moveTo>
                    <a:pt x="5826226" y="177799"/>
                  </a:moveTo>
                  <a:lnTo>
                    <a:pt x="5799213" y="177799"/>
                  </a:lnTo>
                  <a:lnTo>
                    <a:pt x="5796280" y="165099"/>
                  </a:lnTo>
                  <a:lnTo>
                    <a:pt x="5796470" y="165099"/>
                  </a:lnTo>
                  <a:lnTo>
                    <a:pt x="5793041" y="152399"/>
                  </a:lnTo>
                  <a:lnTo>
                    <a:pt x="5793257" y="152399"/>
                  </a:lnTo>
                  <a:lnTo>
                    <a:pt x="5789371" y="139699"/>
                  </a:lnTo>
                  <a:lnTo>
                    <a:pt x="5817108" y="139699"/>
                  </a:lnTo>
                  <a:lnTo>
                    <a:pt x="5820714" y="152399"/>
                  </a:lnTo>
                  <a:lnTo>
                    <a:pt x="5823648" y="165099"/>
                  </a:lnTo>
                  <a:lnTo>
                    <a:pt x="5826226" y="177799"/>
                  </a:lnTo>
                  <a:close/>
                </a:path>
                <a:path w="5831205" h="1320800">
                  <a:moveTo>
                    <a:pt x="27635" y="190499"/>
                  </a:moveTo>
                  <a:lnTo>
                    <a:pt x="2628" y="190499"/>
                  </a:lnTo>
                  <a:lnTo>
                    <a:pt x="4546" y="177799"/>
                  </a:lnTo>
                  <a:lnTo>
                    <a:pt x="29552" y="177799"/>
                  </a:lnTo>
                  <a:lnTo>
                    <a:pt x="27635" y="190499"/>
                  </a:lnTo>
                  <a:close/>
                </a:path>
                <a:path w="5831205" h="1320800">
                  <a:moveTo>
                    <a:pt x="5828347" y="190499"/>
                  </a:moveTo>
                  <a:lnTo>
                    <a:pt x="5803265" y="190499"/>
                  </a:lnTo>
                  <a:lnTo>
                    <a:pt x="5801360" y="177799"/>
                  </a:lnTo>
                  <a:lnTo>
                    <a:pt x="5826353" y="177799"/>
                  </a:lnTo>
                  <a:lnTo>
                    <a:pt x="5828347" y="190499"/>
                  </a:lnTo>
                  <a:close/>
                </a:path>
                <a:path w="5831205" h="1320800">
                  <a:moveTo>
                    <a:pt x="26962" y="203199"/>
                  </a:moveTo>
                  <a:lnTo>
                    <a:pt x="1130" y="203199"/>
                  </a:lnTo>
                  <a:lnTo>
                    <a:pt x="1803" y="190499"/>
                  </a:lnTo>
                  <a:lnTo>
                    <a:pt x="27711" y="190499"/>
                  </a:lnTo>
                  <a:lnTo>
                    <a:pt x="26962" y="203199"/>
                  </a:lnTo>
                  <a:close/>
                </a:path>
                <a:path w="5831205" h="1320800">
                  <a:moveTo>
                    <a:pt x="5829808" y="203199"/>
                  </a:moveTo>
                  <a:lnTo>
                    <a:pt x="5803950" y="203199"/>
                  </a:lnTo>
                  <a:lnTo>
                    <a:pt x="5803188" y="190499"/>
                  </a:lnTo>
                  <a:lnTo>
                    <a:pt x="5829147" y="190499"/>
                  </a:lnTo>
                  <a:lnTo>
                    <a:pt x="5829808" y="203199"/>
                  </a:lnTo>
                  <a:close/>
                </a:path>
                <a:path w="5831205" h="1320800">
                  <a:moveTo>
                    <a:pt x="25590" y="215899"/>
                  </a:moveTo>
                  <a:lnTo>
                    <a:pt x="241" y="215899"/>
                  </a:lnTo>
                  <a:lnTo>
                    <a:pt x="609" y="203199"/>
                  </a:lnTo>
                  <a:lnTo>
                    <a:pt x="25933" y="203199"/>
                  </a:lnTo>
                  <a:lnTo>
                    <a:pt x="25590" y="215899"/>
                  </a:lnTo>
                  <a:close/>
                </a:path>
                <a:path w="5831205" h="1320800">
                  <a:moveTo>
                    <a:pt x="5830684" y="215899"/>
                  </a:moveTo>
                  <a:lnTo>
                    <a:pt x="5805322" y="215899"/>
                  </a:lnTo>
                  <a:lnTo>
                    <a:pt x="5804966" y="203199"/>
                  </a:lnTo>
                  <a:lnTo>
                    <a:pt x="5830316" y="203199"/>
                  </a:lnTo>
                  <a:lnTo>
                    <a:pt x="5830684" y="215899"/>
                  </a:lnTo>
                  <a:close/>
                </a:path>
                <a:path w="5831205" h="1320800">
                  <a:moveTo>
                    <a:pt x="25400" y="1104900"/>
                  </a:moveTo>
                  <a:lnTo>
                    <a:pt x="0" y="1104900"/>
                  </a:lnTo>
                  <a:lnTo>
                    <a:pt x="0" y="215899"/>
                  </a:lnTo>
                  <a:lnTo>
                    <a:pt x="25400" y="215899"/>
                  </a:lnTo>
                  <a:lnTo>
                    <a:pt x="25336" y="228599"/>
                  </a:lnTo>
                  <a:lnTo>
                    <a:pt x="25323" y="1092200"/>
                  </a:lnTo>
                  <a:lnTo>
                    <a:pt x="25400" y="1104900"/>
                  </a:lnTo>
                  <a:close/>
                </a:path>
                <a:path w="5831205" h="1320800">
                  <a:moveTo>
                    <a:pt x="5830900" y="1104900"/>
                  </a:moveTo>
                  <a:lnTo>
                    <a:pt x="5805500" y="1104900"/>
                  </a:lnTo>
                  <a:lnTo>
                    <a:pt x="5805500" y="215899"/>
                  </a:lnTo>
                  <a:lnTo>
                    <a:pt x="5830900" y="215899"/>
                  </a:lnTo>
                  <a:lnTo>
                    <a:pt x="5830900" y="1104900"/>
                  </a:lnTo>
                  <a:close/>
                </a:path>
                <a:path w="5831205" h="1320800">
                  <a:moveTo>
                    <a:pt x="26403" y="1117600"/>
                  </a:moveTo>
                  <a:lnTo>
                    <a:pt x="584" y="1117600"/>
                  </a:lnTo>
                  <a:lnTo>
                    <a:pt x="228" y="1104900"/>
                  </a:lnTo>
                  <a:lnTo>
                    <a:pt x="25920" y="1104900"/>
                  </a:lnTo>
                  <a:lnTo>
                    <a:pt x="26403" y="1117600"/>
                  </a:lnTo>
                  <a:close/>
                </a:path>
                <a:path w="5831205" h="1320800">
                  <a:moveTo>
                    <a:pt x="5830290" y="1117600"/>
                  </a:moveTo>
                  <a:lnTo>
                    <a:pt x="5804496" y="1117600"/>
                  </a:lnTo>
                  <a:lnTo>
                    <a:pt x="5804992" y="1104900"/>
                  </a:lnTo>
                  <a:lnTo>
                    <a:pt x="5830671" y="1104900"/>
                  </a:lnTo>
                  <a:lnTo>
                    <a:pt x="5830290" y="1117600"/>
                  </a:lnTo>
                  <a:close/>
                </a:path>
                <a:path w="5831205" h="1320800">
                  <a:moveTo>
                    <a:pt x="31851" y="1143000"/>
                  </a:moveTo>
                  <a:lnTo>
                    <a:pt x="4546" y="1143000"/>
                  </a:lnTo>
                  <a:lnTo>
                    <a:pt x="2628" y="1130300"/>
                  </a:lnTo>
                  <a:lnTo>
                    <a:pt x="1765" y="1117600"/>
                  </a:lnTo>
                  <a:lnTo>
                    <a:pt x="26962" y="1117600"/>
                  </a:lnTo>
                  <a:lnTo>
                    <a:pt x="27711" y="1130300"/>
                  </a:lnTo>
                  <a:lnTo>
                    <a:pt x="29425" y="1130300"/>
                  </a:lnTo>
                  <a:lnTo>
                    <a:pt x="31851" y="1143000"/>
                  </a:lnTo>
                  <a:close/>
                </a:path>
                <a:path w="5831205" h="1320800">
                  <a:moveTo>
                    <a:pt x="5826353" y="1143000"/>
                  </a:moveTo>
                  <a:lnTo>
                    <a:pt x="5799048" y="1143000"/>
                  </a:lnTo>
                  <a:lnTo>
                    <a:pt x="5801487" y="1130300"/>
                  </a:lnTo>
                  <a:lnTo>
                    <a:pt x="5803188" y="1130300"/>
                  </a:lnTo>
                  <a:lnTo>
                    <a:pt x="5803950" y="1117600"/>
                  </a:lnTo>
                  <a:lnTo>
                    <a:pt x="5829109" y="1117600"/>
                  </a:lnTo>
                  <a:lnTo>
                    <a:pt x="5828271" y="1130300"/>
                  </a:lnTo>
                  <a:lnTo>
                    <a:pt x="5826353" y="1143000"/>
                  </a:lnTo>
                  <a:close/>
                </a:path>
                <a:path w="5831205" h="1320800">
                  <a:moveTo>
                    <a:pt x="37858" y="1168400"/>
                  </a:moveTo>
                  <a:lnTo>
                    <a:pt x="10375" y="1168400"/>
                  </a:lnTo>
                  <a:lnTo>
                    <a:pt x="7099" y="1155700"/>
                  </a:lnTo>
                  <a:lnTo>
                    <a:pt x="4673" y="1143000"/>
                  </a:lnTo>
                  <a:lnTo>
                    <a:pt x="31699" y="1143000"/>
                  </a:lnTo>
                  <a:lnTo>
                    <a:pt x="34632" y="1155700"/>
                  </a:lnTo>
                  <a:lnTo>
                    <a:pt x="34442" y="1155700"/>
                  </a:lnTo>
                  <a:lnTo>
                    <a:pt x="37858" y="1168400"/>
                  </a:lnTo>
                  <a:close/>
                </a:path>
                <a:path w="5831205" h="1320800">
                  <a:moveTo>
                    <a:pt x="5820714" y="1168400"/>
                  </a:moveTo>
                  <a:lnTo>
                    <a:pt x="5793041" y="1168400"/>
                  </a:lnTo>
                  <a:lnTo>
                    <a:pt x="5796470" y="1155700"/>
                  </a:lnTo>
                  <a:lnTo>
                    <a:pt x="5796280" y="1155700"/>
                  </a:lnTo>
                  <a:lnTo>
                    <a:pt x="5799213" y="1143000"/>
                  </a:lnTo>
                  <a:lnTo>
                    <a:pt x="5826226" y="1143000"/>
                  </a:lnTo>
                  <a:lnTo>
                    <a:pt x="5823648" y="1155700"/>
                  </a:lnTo>
                  <a:lnTo>
                    <a:pt x="5820714" y="1168400"/>
                  </a:lnTo>
                  <a:close/>
                </a:path>
                <a:path w="5831205" h="1320800">
                  <a:moveTo>
                    <a:pt x="45656" y="1181100"/>
                  </a:moveTo>
                  <a:lnTo>
                    <a:pt x="17907" y="1181100"/>
                  </a:lnTo>
                  <a:lnTo>
                    <a:pt x="13804" y="1168400"/>
                  </a:lnTo>
                  <a:lnTo>
                    <a:pt x="41300" y="1168400"/>
                  </a:lnTo>
                  <a:lnTo>
                    <a:pt x="45656" y="1181100"/>
                  </a:lnTo>
                  <a:close/>
                </a:path>
                <a:path w="5831205" h="1320800">
                  <a:moveTo>
                    <a:pt x="5812993" y="1181100"/>
                  </a:moveTo>
                  <a:lnTo>
                    <a:pt x="5785256" y="1181100"/>
                  </a:lnTo>
                  <a:lnTo>
                    <a:pt x="5789612" y="1168400"/>
                  </a:lnTo>
                  <a:lnTo>
                    <a:pt x="5816892" y="1168400"/>
                  </a:lnTo>
                  <a:lnTo>
                    <a:pt x="5812993" y="1181100"/>
                  </a:lnTo>
                  <a:close/>
                </a:path>
                <a:path w="5831205" h="1320800">
                  <a:moveTo>
                    <a:pt x="66192" y="1219200"/>
                  </a:moveTo>
                  <a:lnTo>
                    <a:pt x="33108" y="1219200"/>
                  </a:lnTo>
                  <a:lnTo>
                    <a:pt x="27876" y="1206500"/>
                  </a:lnTo>
                  <a:lnTo>
                    <a:pt x="22504" y="1193800"/>
                  </a:lnTo>
                  <a:lnTo>
                    <a:pt x="18148" y="1181100"/>
                  </a:lnTo>
                  <a:lnTo>
                    <a:pt x="45389" y="1181100"/>
                  </a:lnTo>
                  <a:lnTo>
                    <a:pt x="50190" y="1193800"/>
                  </a:lnTo>
                  <a:lnTo>
                    <a:pt x="49898" y="1193800"/>
                  </a:lnTo>
                  <a:lnTo>
                    <a:pt x="55130" y="1206500"/>
                  </a:lnTo>
                  <a:lnTo>
                    <a:pt x="60134" y="1206500"/>
                  </a:lnTo>
                  <a:lnTo>
                    <a:pt x="66192" y="1219200"/>
                  </a:lnTo>
                  <a:close/>
                </a:path>
                <a:path w="5831205" h="1320800">
                  <a:moveTo>
                    <a:pt x="5797791" y="1219200"/>
                  </a:moveTo>
                  <a:lnTo>
                    <a:pt x="5764707" y="1219200"/>
                  </a:lnTo>
                  <a:lnTo>
                    <a:pt x="5770778" y="1206500"/>
                  </a:lnTo>
                  <a:lnTo>
                    <a:pt x="5775769" y="1206500"/>
                  </a:lnTo>
                  <a:lnTo>
                    <a:pt x="5781014" y="1193800"/>
                  </a:lnTo>
                  <a:lnTo>
                    <a:pt x="5780722" y="1193800"/>
                  </a:lnTo>
                  <a:lnTo>
                    <a:pt x="5785523" y="1181100"/>
                  </a:lnTo>
                  <a:lnTo>
                    <a:pt x="5812751" y="1181100"/>
                  </a:lnTo>
                  <a:lnTo>
                    <a:pt x="5808395" y="1193800"/>
                  </a:lnTo>
                  <a:lnTo>
                    <a:pt x="5803036" y="1206500"/>
                  </a:lnTo>
                  <a:lnTo>
                    <a:pt x="5797791" y="1219200"/>
                  </a:lnTo>
                  <a:close/>
                </a:path>
                <a:path w="5831205" h="1320800">
                  <a:moveTo>
                    <a:pt x="60477" y="1206500"/>
                  </a:moveTo>
                  <a:lnTo>
                    <a:pt x="55130" y="1206500"/>
                  </a:lnTo>
                  <a:lnTo>
                    <a:pt x="54813" y="1193800"/>
                  </a:lnTo>
                  <a:lnTo>
                    <a:pt x="60477" y="1206500"/>
                  </a:lnTo>
                  <a:close/>
                </a:path>
                <a:path w="5831205" h="1320800">
                  <a:moveTo>
                    <a:pt x="5775769" y="1206500"/>
                  </a:moveTo>
                  <a:lnTo>
                    <a:pt x="5770435" y="1206500"/>
                  </a:lnTo>
                  <a:lnTo>
                    <a:pt x="5776087" y="1193800"/>
                  </a:lnTo>
                  <a:lnTo>
                    <a:pt x="5775769" y="1206500"/>
                  </a:lnTo>
                  <a:close/>
                </a:path>
                <a:path w="5831205" h="1320800">
                  <a:moveTo>
                    <a:pt x="85534" y="1244600"/>
                  </a:moveTo>
                  <a:lnTo>
                    <a:pt x="52705" y="1244600"/>
                  </a:lnTo>
                  <a:lnTo>
                    <a:pt x="45859" y="1231900"/>
                  </a:lnTo>
                  <a:lnTo>
                    <a:pt x="39433" y="1219200"/>
                  </a:lnTo>
                  <a:lnTo>
                    <a:pt x="71907" y="1219200"/>
                  </a:lnTo>
                  <a:lnTo>
                    <a:pt x="78740" y="1231900"/>
                  </a:lnTo>
                  <a:lnTo>
                    <a:pt x="78333" y="1231900"/>
                  </a:lnTo>
                  <a:lnTo>
                    <a:pt x="85534" y="1244600"/>
                  </a:lnTo>
                  <a:close/>
                </a:path>
                <a:path w="5831205" h="1320800">
                  <a:moveTo>
                    <a:pt x="5778207" y="1244600"/>
                  </a:moveTo>
                  <a:lnTo>
                    <a:pt x="5745365" y="1244600"/>
                  </a:lnTo>
                  <a:lnTo>
                    <a:pt x="5752579" y="1231900"/>
                  </a:lnTo>
                  <a:lnTo>
                    <a:pt x="5752160" y="1231900"/>
                  </a:lnTo>
                  <a:lnTo>
                    <a:pt x="5759005" y="1219200"/>
                  </a:lnTo>
                  <a:lnTo>
                    <a:pt x="5791479" y="1219200"/>
                  </a:lnTo>
                  <a:lnTo>
                    <a:pt x="5785040" y="1231900"/>
                  </a:lnTo>
                  <a:lnTo>
                    <a:pt x="5778207" y="1244600"/>
                  </a:lnTo>
                  <a:close/>
                </a:path>
                <a:path w="5831205" h="1320800">
                  <a:moveTo>
                    <a:pt x="115900" y="1270000"/>
                  </a:moveTo>
                  <a:lnTo>
                    <a:pt x="75577" y="1270000"/>
                  </a:lnTo>
                  <a:lnTo>
                    <a:pt x="67576" y="1257300"/>
                  </a:lnTo>
                  <a:lnTo>
                    <a:pt x="59943" y="1244600"/>
                  </a:lnTo>
                  <a:lnTo>
                    <a:pt x="92214" y="1244600"/>
                  </a:lnTo>
                  <a:lnTo>
                    <a:pt x="100101" y="1257300"/>
                  </a:lnTo>
                  <a:lnTo>
                    <a:pt x="107365" y="1257300"/>
                  </a:lnTo>
                  <a:lnTo>
                    <a:pt x="115900" y="1270000"/>
                  </a:lnTo>
                  <a:close/>
                </a:path>
                <a:path w="5831205" h="1320800">
                  <a:moveTo>
                    <a:pt x="5763755" y="1257300"/>
                  </a:moveTo>
                  <a:lnTo>
                    <a:pt x="5730798" y="1257300"/>
                  </a:lnTo>
                  <a:lnTo>
                    <a:pt x="5738698" y="1244600"/>
                  </a:lnTo>
                  <a:lnTo>
                    <a:pt x="5770956" y="1244600"/>
                  </a:lnTo>
                  <a:lnTo>
                    <a:pt x="5763755" y="1257300"/>
                  </a:lnTo>
                  <a:close/>
                </a:path>
                <a:path w="5831205" h="1320800">
                  <a:moveTo>
                    <a:pt x="124218" y="1270000"/>
                  </a:moveTo>
                  <a:lnTo>
                    <a:pt x="115900" y="1270000"/>
                  </a:lnTo>
                  <a:lnTo>
                    <a:pt x="115392" y="1257300"/>
                  </a:lnTo>
                  <a:lnTo>
                    <a:pt x="124218" y="1270000"/>
                  </a:lnTo>
                  <a:close/>
                </a:path>
                <a:path w="5831205" h="1320800">
                  <a:moveTo>
                    <a:pt x="5715012" y="1270000"/>
                  </a:moveTo>
                  <a:lnTo>
                    <a:pt x="5706694" y="1270000"/>
                  </a:lnTo>
                  <a:lnTo>
                    <a:pt x="5715520" y="1257300"/>
                  </a:lnTo>
                  <a:lnTo>
                    <a:pt x="5715012" y="1270000"/>
                  </a:lnTo>
                  <a:close/>
                </a:path>
                <a:path w="5831205" h="1320800">
                  <a:moveTo>
                    <a:pt x="5755322" y="1270000"/>
                  </a:moveTo>
                  <a:lnTo>
                    <a:pt x="5715012" y="1270000"/>
                  </a:lnTo>
                  <a:lnTo>
                    <a:pt x="5723534" y="1257300"/>
                  </a:lnTo>
                  <a:lnTo>
                    <a:pt x="5763323" y="1257300"/>
                  </a:lnTo>
                  <a:lnTo>
                    <a:pt x="5755322" y="1270000"/>
                  </a:lnTo>
                  <a:close/>
                </a:path>
                <a:path w="5831205" h="1320800">
                  <a:moveTo>
                    <a:pt x="141643" y="1282700"/>
                  </a:moveTo>
                  <a:lnTo>
                    <a:pt x="92163" y="1282700"/>
                  </a:lnTo>
                  <a:lnTo>
                    <a:pt x="83477" y="1270000"/>
                  </a:lnTo>
                  <a:lnTo>
                    <a:pt x="132257" y="1270000"/>
                  </a:lnTo>
                  <a:lnTo>
                    <a:pt x="141643" y="1282700"/>
                  </a:lnTo>
                  <a:close/>
                </a:path>
                <a:path w="5831205" h="1320800">
                  <a:moveTo>
                    <a:pt x="5738749" y="1282700"/>
                  </a:moveTo>
                  <a:lnTo>
                    <a:pt x="5689269" y="1282700"/>
                  </a:lnTo>
                  <a:lnTo>
                    <a:pt x="5698642" y="1270000"/>
                  </a:lnTo>
                  <a:lnTo>
                    <a:pt x="5747435" y="1270000"/>
                  </a:lnTo>
                  <a:lnTo>
                    <a:pt x="5738749" y="1282700"/>
                  </a:lnTo>
                  <a:close/>
                </a:path>
                <a:path w="5831205" h="1320800">
                  <a:moveTo>
                    <a:pt x="169545" y="1295400"/>
                  </a:moveTo>
                  <a:lnTo>
                    <a:pt x="110502" y="1295400"/>
                  </a:lnTo>
                  <a:lnTo>
                    <a:pt x="101688" y="1282700"/>
                  </a:lnTo>
                  <a:lnTo>
                    <a:pt x="159435" y="1282700"/>
                  </a:lnTo>
                  <a:lnTo>
                    <a:pt x="169545" y="1295400"/>
                  </a:lnTo>
                  <a:close/>
                </a:path>
                <a:path w="5831205" h="1320800">
                  <a:moveTo>
                    <a:pt x="5719876" y="1295400"/>
                  </a:moveTo>
                  <a:lnTo>
                    <a:pt x="5661367" y="1295400"/>
                  </a:lnTo>
                  <a:lnTo>
                    <a:pt x="5671464" y="1282700"/>
                  </a:lnTo>
                  <a:lnTo>
                    <a:pt x="5729224" y="1282700"/>
                  </a:lnTo>
                  <a:lnTo>
                    <a:pt x="5719876" y="1295400"/>
                  </a:lnTo>
                  <a:close/>
                </a:path>
                <a:path w="5831205" h="1320800">
                  <a:moveTo>
                    <a:pt x="5690654" y="1308100"/>
                  </a:moveTo>
                  <a:lnTo>
                    <a:pt x="140258" y="1308100"/>
                  </a:lnTo>
                  <a:lnTo>
                    <a:pt x="130060" y="1295400"/>
                  </a:lnTo>
                  <a:lnTo>
                    <a:pt x="5700839" y="1295400"/>
                  </a:lnTo>
                  <a:lnTo>
                    <a:pt x="5690654" y="1308100"/>
                  </a:lnTo>
                  <a:close/>
                </a:path>
                <a:path w="5831205" h="1320800">
                  <a:moveTo>
                    <a:pt x="5658573" y="1320800"/>
                  </a:moveTo>
                  <a:lnTo>
                    <a:pt x="172326" y="1320800"/>
                  </a:lnTo>
                  <a:lnTo>
                    <a:pt x="162001" y="1308100"/>
                  </a:lnTo>
                  <a:lnTo>
                    <a:pt x="5668899" y="1308100"/>
                  </a:lnTo>
                  <a:lnTo>
                    <a:pt x="5658573" y="132080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986533" y="3314344"/>
            <a:ext cx="44964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1——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只能为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，作为标志</a:t>
            </a:r>
            <a:endParaRPr sz="3200">
              <a:latin typeface="Noto Sans Mono CJK HK"/>
              <a:cs typeface="Noto Sans Mono CJK H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86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ICW1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8775" y="1590675"/>
          <a:ext cx="8470900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/>
                <a:gridCol w="1046480"/>
                <a:gridCol w="1042669"/>
                <a:gridCol w="1049655"/>
                <a:gridCol w="1052195"/>
                <a:gridCol w="1040129"/>
                <a:gridCol w="1042670"/>
                <a:gridCol w="1046479"/>
              </a:tblGrid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LTIM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SNGL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IC4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84212" y="1113155"/>
            <a:ext cx="77444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8545" algn="l"/>
                <a:tab pos="2103120" algn="l"/>
                <a:tab pos="3148965" algn="l"/>
                <a:tab pos="4196080" algn="l"/>
                <a:tab pos="5242560" algn="l"/>
                <a:tab pos="6287770" algn="l"/>
                <a:tab pos="7332345" algn="l"/>
              </a:tabLst>
            </a:pP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83919" y="2144102"/>
            <a:ext cx="5876290" cy="2682240"/>
            <a:chOff x="1183919" y="2144102"/>
            <a:chExt cx="5876290" cy="2682240"/>
          </a:xfrm>
        </p:grpSpPr>
        <p:sp>
          <p:nvSpPr>
            <p:cNvPr id="9" name="object 9"/>
            <p:cNvSpPr/>
            <p:nvPr/>
          </p:nvSpPr>
          <p:spPr>
            <a:xfrm>
              <a:off x="5069192" y="2144102"/>
              <a:ext cx="85725" cy="761365"/>
            </a:xfrm>
            <a:custGeom>
              <a:avLst/>
              <a:gdLst/>
              <a:ahLst/>
              <a:cxnLst/>
              <a:rect l="l" t="t" r="r" b="b"/>
              <a:pathLst>
                <a:path w="85725" h="761364">
                  <a:moveTo>
                    <a:pt x="57150" y="696976"/>
                  </a:moveTo>
                  <a:lnTo>
                    <a:pt x="28575" y="696976"/>
                  </a:lnTo>
                  <a:lnTo>
                    <a:pt x="28575" y="0"/>
                  </a:lnTo>
                  <a:lnTo>
                    <a:pt x="57150" y="0"/>
                  </a:lnTo>
                  <a:lnTo>
                    <a:pt x="57150" y="696976"/>
                  </a:lnTo>
                  <a:close/>
                </a:path>
                <a:path w="85725" h="761364">
                  <a:moveTo>
                    <a:pt x="42862" y="761263"/>
                  </a:moveTo>
                  <a:lnTo>
                    <a:pt x="0" y="675538"/>
                  </a:lnTo>
                  <a:lnTo>
                    <a:pt x="28575" y="675538"/>
                  </a:lnTo>
                  <a:lnTo>
                    <a:pt x="28575" y="696976"/>
                  </a:lnTo>
                  <a:lnTo>
                    <a:pt x="75006" y="696976"/>
                  </a:lnTo>
                  <a:lnTo>
                    <a:pt x="42862" y="761263"/>
                  </a:lnTo>
                  <a:close/>
                </a:path>
                <a:path w="85725" h="761364">
                  <a:moveTo>
                    <a:pt x="75006" y="696976"/>
                  </a:moveTo>
                  <a:lnTo>
                    <a:pt x="57150" y="696976"/>
                  </a:lnTo>
                  <a:lnTo>
                    <a:pt x="57150" y="675538"/>
                  </a:lnTo>
                  <a:lnTo>
                    <a:pt x="85725" y="675538"/>
                  </a:lnTo>
                  <a:lnTo>
                    <a:pt x="75006" y="69697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83919" y="2921241"/>
              <a:ext cx="5876290" cy="1905000"/>
            </a:xfrm>
            <a:custGeom>
              <a:avLst/>
              <a:gdLst/>
              <a:ahLst/>
              <a:cxnLst/>
              <a:rect l="l" t="t" r="r" b="b"/>
              <a:pathLst>
                <a:path w="5876290" h="1905000">
                  <a:moveTo>
                    <a:pt x="5645924" y="12700"/>
                  </a:moveTo>
                  <a:lnTo>
                    <a:pt x="230441" y="12700"/>
                  </a:lnTo>
                  <a:lnTo>
                    <a:pt x="238188" y="0"/>
                  </a:lnTo>
                  <a:lnTo>
                    <a:pt x="5638177" y="0"/>
                  </a:lnTo>
                  <a:lnTo>
                    <a:pt x="5645924" y="12700"/>
                  </a:lnTo>
                  <a:close/>
                </a:path>
                <a:path w="5876290" h="1905000">
                  <a:moveTo>
                    <a:pt x="5676036" y="25400"/>
                  </a:moveTo>
                  <a:lnTo>
                    <a:pt x="200317" y="25400"/>
                  </a:lnTo>
                  <a:lnTo>
                    <a:pt x="207721" y="12700"/>
                  </a:lnTo>
                  <a:lnTo>
                    <a:pt x="5668632" y="12700"/>
                  </a:lnTo>
                  <a:lnTo>
                    <a:pt x="5676036" y="25400"/>
                  </a:lnTo>
                  <a:close/>
                </a:path>
                <a:path w="5876290" h="1905000">
                  <a:moveTo>
                    <a:pt x="237680" y="38100"/>
                  </a:moveTo>
                  <a:lnTo>
                    <a:pt x="171653" y="38100"/>
                  </a:lnTo>
                  <a:lnTo>
                    <a:pt x="178676" y="25400"/>
                  </a:lnTo>
                  <a:lnTo>
                    <a:pt x="245122" y="25400"/>
                  </a:lnTo>
                  <a:lnTo>
                    <a:pt x="237680" y="38100"/>
                  </a:lnTo>
                  <a:close/>
                </a:path>
                <a:path w="5876290" h="1905000">
                  <a:moveTo>
                    <a:pt x="5704674" y="38100"/>
                  </a:moveTo>
                  <a:lnTo>
                    <a:pt x="5638380" y="38100"/>
                  </a:lnTo>
                  <a:lnTo>
                    <a:pt x="5630938" y="25400"/>
                  </a:lnTo>
                  <a:lnTo>
                    <a:pt x="5697664" y="25400"/>
                  </a:lnTo>
                  <a:lnTo>
                    <a:pt x="5704674" y="38100"/>
                  </a:lnTo>
                  <a:close/>
                </a:path>
                <a:path w="5876290" h="1905000">
                  <a:moveTo>
                    <a:pt x="203187" y="50800"/>
                  </a:moveTo>
                  <a:lnTo>
                    <a:pt x="151218" y="50800"/>
                  </a:lnTo>
                  <a:lnTo>
                    <a:pt x="157924" y="38100"/>
                  </a:lnTo>
                  <a:lnTo>
                    <a:pt x="210210" y="38100"/>
                  </a:lnTo>
                  <a:lnTo>
                    <a:pt x="203187" y="50800"/>
                  </a:lnTo>
                  <a:close/>
                </a:path>
                <a:path w="5876290" h="1905000">
                  <a:moveTo>
                    <a:pt x="5725096" y="50800"/>
                  </a:moveTo>
                  <a:lnTo>
                    <a:pt x="5672874" y="50800"/>
                  </a:lnTo>
                  <a:lnTo>
                    <a:pt x="5665851" y="38100"/>
                  </a:lnTo>
                  <a:lnTo>
                    <a:pt x="5718403" y="38100"/>
                  </a:lnTo>
                  <a:lnTo>
                    <a:pt x="5725096" y="50800"/>
                  </a:lnTo>
                  <a:close/>
                </a:path>
                <a:path w="5876290" h="1905000">
                  <a:moveTo>
                    <a:pt x="177126" y="63500"/>
                  </a:moveTo>
                  <a:lnTo>
                    <a:pt x="131775" y="63500"/>
                  </a:lnTo>
                  <a:lnTo>
                    <a:pt x="138137" y="50800"/>
                  </a:lnTo>
                  <a:lnTo>
                    <a:pt x="183781" y="50800"/>
                  </a:lnTo>
                  <a:lnTo>
                    <a:pt x="177126" y="63500"/>
                  </a:lnTo>
                  <a:close/>
                </a:path>
                <a:path w="5876290" h="1905000">
                  <a:moveTo>
                    <a:pt x="5744540" y="63500"/>
                  </a:moveTo>
                  <a:lnTo>
                    <a:pt x="5698934" y="63500"/>
                  </a:lnTo>
                  <a:lnTo>
                    <a:pt x="5692279" y="50800"/>
                  </a:lnTo>
                  <a:lnTo>
                    <a:pt x="5738177" y="50800"/>
                  </a:lnTo>
                  <a:lnTo>
                    <a:pt x="5744540" y="63500"/>
                  </a:lnTo>
                  <a:close/>
                </a:path>
                <a:path w="5876290" h="1905000">
                  <a:moveTo>
                    <a:pt x="158584" y="76200"/>
                  </a:moveTo>
                  <a:lnTo>
                    <a:pt x="113372" y="76200"/>
                  </a:lnTo>
                  <a:lnTo>
                    <a:pt x="119380" y="63500"/>
                  </a:lnTo>
                  <a:lnTo>
                    <a:pt x="164922" y="63500"/>
                  </a:lnTo>
                  <a:lnTo>
                    <a:pt x="158584" y="76200"/>
                  </a:lnTo>
                  <a:close/>
                </a:path>
                <a:path w="5876290" h="1905000">
                  <a:moveTo>
                    <a:pt x="5762917" y="76200"/>
                  </a:moveTo>
                  <a:lnTo>
                    <a:pt x="5717476" y="76200"/>
                  </a:lnTo>
                  <a:lnTo>
                    <a:pt x="5711139" y="63500"/>
                  </a:lnTo>
                  <a:lnTo>
                    <a:pt x="5756910" y="63500"/>
                  </a:lnTo>
                  <a:lnTo>
                    <a:pt x="5762917" y="76200"/>
                  </a:lnTo>
                  <a:close/>
                </a:path>
                <a:path w="5876290" h="1905000">
                  <a:moveTo>
                    <a:pt x="140970" y="88900"/>
                  </a:moveTo>
                  <a:lnTo>
                    <a:pt x="101739" y="88900"/>
                  </a:lnTo>
                  <a:lnTo>
                    <a:pt x="107492" y="76200"/>
                  </a:lnTo>
                  <a:lnTo>
                    <a:pt x="146977" y="76200"/>
                  </a:lnTo>
                  <a:lnTo>
                    <a:pt x="140970" y="88900"/>
                  </a:lnTo>
                  <a:close/>
                </a:path>
                <a:path w="5876290" h="1905000">
                  <a:moveTo>
                    <a:pt x="5774550" y="88900"/>
                  </a:moveTo>
                  <a:lnTo>
                    <a:pt x="5735091" y="88900"/>
                  </a:lnTo>
                  <a:lnTo>
                    <a:pt x="5729084" y="76200"/>
                  </a:lnTo>
                  <a:lnTo>
                    <a:pt x="5768797" y="76200"/>
                  </a:lnTo>
                  <a:lnTo>
                    <a:pt x="5774550" y="88900"/>
                  </a:lnTo>
                  <a:close/>
                </a:path>
                <a:path w="5876290" h="1905000">
                  <a:moveTo>
                    <a:pt x="124345" y="101600"/>
                  </a:moveTo>
                  <a:lnTo>
                    <a:pt x="85255" y="101600"/>
                  </a:lnTo>
                  <a:lnTo>
                    <a:pt x="90614" y="88900"/>
                  </a:lnTo>
                  <a:lnTo>
                    <a:pt x="130009" y="88900"/>
                  </a:lnTo>
                  <a:lnTo>
                    <a:pt x="124345" y="101600"/>
                  </a:lnTo>
                  <a:close/>
                </a:path>
                <a:path w="5876290" h="1905000">
                  <a:moveTo>
                    <a:pt x="5785662" y="101600"/>
                  </a:moveTo>
                  <a:lnTo>
                    <a:pt x="5751715" y="101600"/>
                  </a:lnTo>
                  <a:lnTo>
                    <a:pt x="5746051" y="88900"/>
                  </a:lnTo>
                  <a:lnTo>
                    <a:pt x="5780163" y="88900"/>
                  </a:lnTo>
                  <a:lnTo>
                    <a:pt x="5785662" y="101600"/>
                  </a:lnTo>
                  <a:close/>
                </a:path>
                <a:path w="5876290" h="1905000">
                  <a:moveTo>
                    <a:pt x="108788" y="114300"/>
                  </a:moveTo>
                  <a:lnTo>
                    <a:pt x="74942" y="114300"/>
                  </a:lnTo>
                  <a:lnTo>
                    <a:pt x="80035" y="101600"/>
                  </a:lnTo>
                  <a:lnTo>
                    <a:pt x="114071" y="101600"/>
                  </a:lnTo>
                  <a:lnTo>
                    <a:pt x="108788" y="114300"/>
                  </a:lnTo>
                  <a:close/>
                </a:path>
                <a:path w="5876290" h="1905000">
                  <a:moveTo>
                    <a:pt x="5801309" y="114300"/>
                  </a:moveTo>
                  <a:lnTo>
                    <a:pt x="5767273" y="114300"/>
                  </a:lnTo>
                  <a:lnTo>
                    <a:pt x="5761990" y="101600"/>
                  </a:lnTo>
                  <a:lnTo>
                    <a:pt x="5796229" y="101600"/>
                  </a:lnTo>
                  <a:lnTo>
                    <a:pt x="5801309" y="114300"/>
                  </a:lnTo>
                  <a:close/>
                </a:path>
                <a:path w="5876290" h="1905000">
                  <a:moveTo>
                    <a:pt x="99034" y="127000"/>
                  </a:moveTo>
                  <a:lnTo>
                    <a:pt x="65214" y="127000"/>
                  </a:lnTo>
                  <a:lnTo>
                    <a:pt x="70002" y="114300"/>
                  </a:lnTo>
                  <a:lnTo>
                    <a:pt x="104051" y="114300"/>
                  </a:lnTo>
                  <a:lnTo>
                    <a:pt x="99034" y="127000"/>
                  </a:lnTo>
                  <a:close/>
                </a:path>
                <a:path w="5876290" h="1905000">
                  <a:moveTo>
                    <a:pt x="5811024" y="127000"/>
                  </a:moveTo>
                  <a:lnTo>
                    <a:pt x="5777026" y="127000"/>
                  </a:lnTo>
                  <a:lnTo>
                    <a:pt x="5772010" y="114300"/>
                  </a:lnTo>
                  <a:lnTo>
                    <a:pt x="5806236" y="114300"/>
                  </a:lnTo>
                  <a:lnTo>
                    <a:pt x="5811024" y="127000"/>
                  </a:lnTo>
                  <a:close/>
                </a:path>
                <a:path w="5876290" h="1905000">
                  <a:moveTo>
                    <a:pt x="89789" y="139700"/>
                  </a:moveTo>
                  <a:lnTo>
                    <a:pt x="56070" y="139700"/>
                  </a:lnTo>
                  <a:lnTo>
                    <a:pt x="60566" y="127000"/>
                  </a:lnTo>
                  <a:lnTo>
                    <a:pt x="94538" y="127000"/>
                  </a:lnTo>
                  <a:lnTo>
                    <a:pt x="89789" y="139700"/>
                  </a:lnTo>
                  <a:close/>
                </a:path>
                <a:path w="5876290" h="1905000">
                  <a:moveTo>
                    <a:pt x="5820156" y="139700"/>
                  </a:moveTo>
                  <a:lnTo>
                    <a:pt x="5786272" y="139700"/>
                  </a:lnTo>
                  <a:lnTo>
                    <a:pt x="5781522" y="127000"/>
                  </a:lnTo>
                  <a:lnTo>
                    <a:pt x="5815672" y="127000"/>
                  </a:lnTo>
                  <a:lnTo>
                    <a:pt x="5820156" y="139700"/>
                  </a:lnTo>
                  <a:close/>
                </a:path>
                <a:path w="5876290" h="1905000">
                  <a:moveTo>
                    <a:pt x="81089" y="152400"/>
                  </a:moveTo>
                  <a:lnTo>
                    <a:pt x="47536" y="152400"/>
                  </a:lnTo>
                  <a:lnTo>
                    <a:pt x="51727" y="139700"/>
                  </a:lnTo>
                  <a:lnTo>
                    <a:pt x="85559" y="139700"/>
                  </a:lnTo>
                  <a:lnTo>
                    <a:pt x="81089" y="152400"/>
                  </a:lnTo>
                  <a:close/>
                </a:path>
                <a:path w="5876290" h="1905000">
                  <a:moveTo>
                    <a:pt x="5828677" y="152400"/>
                  </a:moveTo>
                  <a:lnTo>
                    <a:pt x="5794971" y="152400"/>
                  </a:lnTo>
                  <a:lnTo>
                    <a:pt x="5790501" y="139700"/>
                  </a:lnTo>
                  <a:lnTo>
                    <a:pt x="5824499" y="139700"/>
                  </a:lnTo>
                  <a:lnTo>
                    <a:pt x="5828677" y="152400"/>
                  </a:lnTo>
                  <a:close/>
                </a:path>
                <a:path w="5876290" h="1905000">
                  <a:moveTo>
                    <a:pt x="61810" y="177800"/>
                  </a:moveTo>
                  <a:lnTo>
                    <a:pt x="35941" y="177800"/>
                  </a:lnTo>
                  <a:lnTo>
                    <a:pt x="39649" y="165100"/>
                  </a:lnTo>
                  <a:lnTo>
                    <a:pt x="43510" y="152400"/>
                  </a:lnTo>
                  <a:lnTo>
                    <a:pt x="73113" y="152400"/>
                  </a:lnTo>
                  <a:lnTo>
                    <a:pt x="69088" y="165100"/>
                  </a:lnTo>
                  <a:lnTo>
                    <a:pt x="65532" y="165100"/>
                  </a:lnTo>
                  <a:lnTo>
                    <a:pt x="61810" y="177800"/>
                  </a:lnTo>
                  <a:close/>
                </a:path>
                <a:path w="5876290" h="1905000">
                  <a:moveTo>
                    <a:pt x="5840260" y="177800"/>
                  </a:moveTo>
                  <a:lnTo>
                    <a:pt x="5814250" y="177800"/>
                  </a:lnTo>
                  <a:lnTo>
                    <a:pt x="5810529" y="165100"/>
                  </a:lnTo>
                  <a:lnTo>
                    <a:pt x="5806973" y="165100"/>
                  </a:lnTo>
                  <a:lnTo>
                    <a:pt x="5802947" y="152400"/>
                  </a:lnTo>
                  <a:lnTo>
                    <a:pt x="5832703" y="152400"/>
                  </a:lnTo>
                  <a:lnTo>
                    <a:pt x="5836564" y="165100"/>
                  </a:lnTo>
                  <a:lnTo>
                    <a:pt x="5840260" y="177800"/>
                  </a:lnTo>
                  <a:close/>
                </a:path>
                <a:path w="5876290" h="1905000">
                  <a:moveTo>
                    <a:pt x="55143" y="190500"/>
                  </a:moveTo>
                  <a:lnTo>
                    <a:pt x="29032" y="190500"/>
                  </a:lnTo>
                  <a:lnTo>
                    <a:pt x="32397" y="177800"/>
                  </a:lnTo>
                  <a:lnTo>
                    <a:pt x="58546" y="177800"/>
                  </a:lnTo>
                  <a:lnTo>
                    <a:pt x="55143" y="190500"/>
                  </a:lnTo>
                  <a:close/>
                </a:path>
                <a:path w="5876290" h="1905000">
                  <a:moveTo>
                    <a:pt x="5847156" y="190500"/>
                  </a:moveTo>
                  <a:lnTo>
                    <a:pt x="5820918" y="190500"/>
                  </a:lnTo>
                  <a:lnTo>
                    <a:pt x="5817514" y="177800"/>
                  </a:lnTo>
                  <a:lnTo>
                    <a:pt x="5843790" y="177800"/>
                  </a:lnTo>
                  <a:lnTo>
                    <a:pt x="5847156" y="190500"/>
                  </a:lnTo>
                  <a:close/>
                </a:path>
                <a:path w="5876290" h="1905000">
                  <a:moveTo>
                    <a:pt x="49098" y="203200"/>
                  </a:moveTo>
                  <a:lnTo>
                    <a:pt x="22796" y="203200"/>
                  </a:lnTo>
                  <a:lnTo>
                    <a:pt x="25831" y="190500"/>
                  </a:lnTo>
                  <a:lnTo>
                    <a:pt x="52171" y="190500"/>
                  </a:lnTo>
                  <a:lnTo>
                    <a:pt x="49098" y="203200"/>
                  </a:lnTo>
                  <a:close/>
                </a:path>
                <a:path w="5876290" h="1905000">
                  <a:moveTo>
                    <a:pt x="52044" y="203200"/>
                  </a:moveTo>
                  <a:lnTo>
                    <a:pt x="52171" y="190500"/>
                  </a:lnTo>
                  <a:lnTo>
                    <a:pt x="55283" y="190500"/>
                  </a:lnTo>
                  <a:lnTo>
                    <a:pt x="52044" y="203200"/>
                  </a:lnTo>
                  <a:close/>
                </a:path>
                <a:path w="5876290" h="1905000">
                  <a:moveTo>
                    <a:pt x="5824016" y="203200"/>
                  </a:moveTo>
                  <a:lnTo>
                    <a:pt x="5820778" y="190500"/>
                  </a:lnTo>
                  <a:lnTo>
                    <a:pt x="5823889" y="190500"/>
                  </a:lnTo>
                  <a:lnTo>
                    <a:pt x="5824016" y="203200"/>
                  </a:lnTo>
                  <a:close/>
                </a:path>
                <a:path w="5876290" h="1905000">
                  <a:moveTo>
                    <a:pt x="5853379" y="203200"/>
                  </a:moveTo>
                  <a:lnTo>
                    <a:pt x="5826963" y="203200"/>
                  </a:lnTo>
                  <a:lnTo>
                    <a:pt x="5823889" y="190500"/>
                  </a:lnTo>
                  <a:lnTo>
                    <a:pt x="5850356" y="190500"/>
                  </a:lnTo>
                  <a:lnTo>
                    <a:pt x="5853379" y="203200"/>
                  </a:lnTo>
                  <a:close/>
                </a:path>
                <a:path w="5876290" h="1905000">
                  <a:moveTo>
                    <a:pt x="41236" y="228600"/>
                  </a:moveTo>
                  <a:lnTo>
                    <a:pt x="14795" y="228600"/>
                  </a:lnTo>
                  <a:lnTo>
                    <a:pt x="17284" y="215900"/>
                  </a:lnTo>
                  <a:lnTo>
                    <a:pt x="19951" y="203200"/>
                  </a:lnTo>
                  <a:lnTo>
                    <a:pt x="49225" y="203200"/>
                  </a:lnTo>
                  <a:lnTo>
                    <a:pt x="46316" y="215900"/>
                  </a:lnTo>
                  <a:lnTo>
                    <a:pt x="43802" y="215900"/>
                  </a:lnTo>
                  <a:lnTo>
                    <a:pt x="41236" y="228600"/>
                  </a:lnTo>
                  <a:close/>
                </a:path>
                <a:path w="5876290" h="1905000">
                  <a:moveTo>
                    <a:pt x="5861367" y="228600"/>
                  </a:moveTo>
                  <a:lnTo>
                    <a:pt x="5834824" y="228600"/>
                  </a:lnTo>
                  <a:lnTo>
                    <a:pt x="5832259" y="215900"/>
                  </a:lnTo>
                  <a:lnTo>
                    <a:pt x="5829744" y="215900"/>
                  </a:lnTo>
                  <a:lnTo>
                    <a:pt x="5826836" y="203200"/>
                  </a:lnTo>
                  <a:lnTo>
                    <a:pt x="5856211" y="203200"/>
                  </a:lnTo>
                  <a:lnTo>
                    <a:pt x="5858878" y="215900"/>
                  </a:lnTo>
                  <a:lnTo>
                    <a:pt x="5861367" y="228600"/>
                  </a:lnTo>
                  <a:close/>
                </a:path>
                <a:path w="5876290" h="1905000">
                  <a:moveTo>
                    <a:pt x="36830" y="241300"/>
                  </a:moveTo>
                  <a:lnTo>
                    <a:pt x="10363" y="241300"/>
                  </a:lnTo>
                  <a:lnTo>
                    <a:pt x="12484" y="228600"/>
                  </a:lnTo>
                  <a:lnTo>
                    <a:pt x="39039" y="228600"/>
                  </a:lnTo>
                  <a:lnTo>
                    <a:pt x="36830" y="241300"/>
                  </a:lnTo>
                  <a:close/>
                </a:path>
                <a:path w="5876290" h="1905000">
                  <a:moveTo>
                    <a:pt x="5865774" y="241300"/>
                  </a:moveTo>
                  <a:lnTo>
                    <a:pt x="5839231" y="241300"/>
                  </a:lnTo>
                  <a:lnTo>
                    <a:pt x="5837021" y="228600"/>
                  </a:lnTo>
                  <a:lnTo>
                    <a:pt x="5863666" y="228600"/>
                  </a:lnTo>
                  <a:lnTo>
                    <a:pt x="5865774" y="241300"/>
                  </a:lnTo>
                  <a:close/>
                </a:path>
                <a:path w="5876290" h="1905000">
                  <a:moveTo>
                    <a:pt x="30099" y="266700"/>
                  </a:moveTo>
                  <a:lnTo>
                    <a:pt x="5156" y="266700"/>
                  </a:lnTo>
                  <a:lnTo>
                    <a:pt x="6692" y="254000"/>
                  </a:lnTo>
                  <a:lnTo>
                    <a:pt x="8432" y="241300"/>
                  </a:lnTo>
                  <a:lnTo>
                    <a:pt x="34963" y="241300"/>
                  </a:lnTo>
                  <a:lnTo>
                    <a:pt x="33108" y="254000"/>
                  </a:lnTo>
                  <a:lnTo>
                    <a:pt x="31584" y="254000"/>
                  </a:lnTo>
                  <a:lnTo>
                    <a:pt x="30099" y="266700"/>
                  </a:lnTo>
                  <a:close/>
                </a:path>
                <a:path w="5876290" h="1905000">
                  <a:moveTo>
                    <a:pt x="5870968" y="266700"/>
                  </a:moveTo>
                  <a:lnTo>
                    <a:pt x="5845962" y="266700"/>
                  </a:lnTo>
                  <a:lnTo>
                    <a:pt x="5844476" y="254000"/>
                  </a:lnTo>
                  <a:lnTo>
                    <a:pt x="5842952" y="254000"/>
                  </a:lnTo>
                  <a:lnTo>
                    <a:pt x="5841098" y="241300"/>
                  </a:lnTo>
                  <a:lnTo>
                    <a:pt x="5867628" y="241300"/>
                  </a:lnTo>
                  <a:lnTo>
                    <a:pt x="5869432" y="254000"/>
                  </a:lnTo>
                  <a:lnTo>
                    <a:pt x="5870968" y="266700"/>
                  </a:lnTo>
                  <a:close/>
                </a:path>
                <a:path w="5876290" h="1905000">
                  <a:moveTo>
                    <a:pt x="31521" y="266700"/>
                  </a:moveTo>
                  <a:lnTo>
                    <a:pt x="31584" y="254000"/>
                  </a:lnTo>
                  <a:lnTo>
                    <a:pt x="33185" y="254000"/>
                  </a:lnTo>
                  <a:lnTo>
                    <a:pt x="31521" y="266700"/>
                  </a:lnTo>
                  <a:close/>
                </a:path>
                <a:path w="5876290" h="1905000">
                  <a:moveTo>
                    <a:pt x="5844540" y="266700"/>
                  </a:moveTo>
                  <a:lnTo>
                    <a:pt x="5842876" y="254000"/>
                  </a:lnTo>
                  <a:lnTo>
                    <a:pt x="5844476" y="254000"/>
                  </a:lnTo>
                  <a:lnTo>
                    <a:pt x="5844540" y="266700"/>
                  </a:lnTo>
                  <a:close/>
                </a:path>
                <a:path w="5876290" h="1905000">
                  <a:moveTo>
                    <a:pt x="26949" y="292100"/>
                  </a:moveTo>
                  <a:lnTo>
                    <a:pt x="1714" y="292100"/>
                  </a:lnTo>
                  <a:lnTo>
                    <a:pt x="2654" y="279400"/>
                  </a:lnTo>
                  <a:lnTo>
                    <a:pt x="3810" y="266700"/>
                  </a:lnTo>
                  <a:lnTo>
                    <a:pt x="30149" y="266700"/>
                  </a:lnTo>
                  <a:lnTo>
                    <a:pt x="28867" y="279400"/>
                  </a:lnTo>
                  <a:lnTo>
                    <a:pt x="27851" y="279400"/>
                  </a:lnTo>
                  <a:lnTo>
                    <a:pt x="26949" y="292100"/>
                  </a:lnTo>
                  <a:close/>
                </a:path>
                <a:path w="5876290" h="1905000">
                  <a:moveTo>
                    <a:pt x="5874385" y="292100"/>
                  </a:moveTo>
                  <a:lnTo>
                    <a:pt x="5849112" y="292100"/>
                  </a:lnTo>
                  <a:lnTo>
                    <a:pt x="5848210" y="279400"/>
                  </a:lnTo>
                  <a:lnTo>
                    <a:pt x="5847194" y="279400"/>
                  </a:lnTo>
                  <a:lnTo>
                    <a:pt x="5845898" y="266700"/>
                  </a:lnTo>
                  <a:lnTo>
                    <a:pt x="5872302" y="266700"/>
                  </a:lnTo>
                  <a:lnTo>
                    <a:pt x="5873445" y="279400"/>
                  </a:lnTo>
                  <a:lnTo>
                    <a:pt x="5874385" y="292100"/>
                  </a:lnTo>
                  <a:close/>
                </a:path>
                <a:path w="5876290" h="1905000">
                  <a:moveTo>
                    <a:pt x="25501" y="317500"/>
                  </a:moveTo>
                  <a:lnTo>
                    <a:pt x="114" y="317500"/>
                  </a:lnTo>
                  <a:lnTo>
                    <a:pt x="419" y="304800"/>
                  </a:lnTo>
                  <a:lnTo>
                    <a:pt x="977" y="292100"/>
                  </a:lnTo>
                  <a:lnTo>
                    <a:pt x="26301" y="292100"/>
                  </a:lnTo>
                  <a:lnTo>
                    <a:pt x="25793" y="304800"/>
                  </a:lnTo>
                  <a:lnTo>
                    <a:pt x="25501" y="317500"/>
                  </a:lnTo>
                  <a:close/>
                </a:path>
                <a:path w="5876290" h="1905000">
                  <a:moveTo>
                    <a:pt x="5875947" y="317500"/>
                  </a:moveTo>
                  <a:lnTo>
                    <a:pt x="5850559" y="317500"/>
                  </a:lnTo>
                  <a:lnTo>
                    <a:pt x="5850255" y="304800"/>
                  </a:lnTo>
                  <a:lnTo>
                    <a:pt x="5849759" y="292100"/>
                  </a:lnTo>
                  <a:lnTo>
                    <a:pt x="5875108" y="292100"/>
                  </a:lnTo>
                  <a:lnTo>
                    <a:pt x="5875629" y="304800"/>
                  </a:lnTo>
                  <a:lnTo>
                    <a:pt x="5875947" y="317500"/>
                  </a:lnTo>
                  <a:close/>
                </a:path>
                <a:path w="5876290" h="1905000">
                  <a:moveTo>
                    <a:pt x="25400" y="1587500"/>
                  </a:moveTo>
                  <a:lnTo>
                    <a:pt x="0" y="1587500"/>
                  </a:lnTo>
                  <a:lnTo>
                    <a:pt x="12" y="317500"/>
                  </a:lnTo>
                  <a:lnTo>
                    <a:pt x="25400" y="317500"/>
                  </a:lnTo>
                  <a:lnTo>
                    <a:pt x="25400" y="1587500"/>
                  </a:lnTo>
                  <a:close/>
                </a:path>
                <a:path w="5876290" h="1905000">
                  <a:moveTo>
                    <a:pt x="5876048" y="1587500"/>
                  </a:moveTo>
                  <a:lnTo>
                    <a:pt x="5850661" y="1587500"/>
                  </a:lnTo>
                  <a:lnTo>
                    <a:pt x="5850661" y="317500"/>
                  </a:lnTo>
                  <a:lnTo>
                    <a:pt x="5876061" y="317500"/>
                  </a:lnTo>
                  <a:lnTo>
                    <a:pt x="5876048" y="1587500"/>
                  </a:lnTo>
                  <a:close/>
                </a:path>
                <a:path w="5876290" h="1905000">
                  <a:moveTo>
                    <a:pt x="26987" y="1612900"/>
                  </a:moveTo>
                  <a:lnTo>
                    <a:pt x="952" y="1612900"/>
                  </a:lnTo>
                  <a:lnTo>
                    <a:pt x="419" y="1600200"/>
                  </a:lnTo>
                  <a:lnTo>
                    <a:pt x="114" y="1587500"/>
                  </a:lnTo>
                  <a:lnTo>
                    <a:pt x="25501" y="1587500"/>
                  </a:lnTo>
                  <a:lnTo>
                    <a:pt x="25806" y="1600200"/>
                  </a:lnTo>
                  <a:lnTo>
                    <a:pt x="26276" y="1600200"/>
                  </a:lnTo>
                  <a:lnTo>
                    <a:pt x="26987" y="1612900"/>
                  </a:lnTo>
                  <a:close/>
                </a:path>
                <a:path w="5876290" h="1905000">
                  <a:moveTo>
                    <a:pt x="5875083" y="1612900"/>
                  </a:moveTo>
                  <a:lnTo>
                    <a:pt x="5849073" y="1612900"/>
                  </a:lnTo>
                  <a:lnTo>
                    <a:pt x="5849785" y="1600200"/>
                  </a:lnTo>
                  <a:lnTo>
                    <a:pt x="5850255" y="1600200"/>
                  </a:lnTo>
                  <a:lnTo>
                    <a:pt x="5850559" y="1587500"/>
                  </a:lnTo>
                  <a:lnTo>
                    <a:pt x="5875947" y="1587500"/>
                  </a:lnTo>
                  <a:lnTo>
                    <a:pt x="5875616" y="1600200"/>
                  </a:lnTo>
                  <a:lnTo>
                    <a:pt x="5875083" y="1612900"/>
                  </a:lnTo>
                  <a:close/>
                </a:path>
                <a:path w="5876290" h="1905000">
                  <a:moveTo>
                    <a:pt x="27851" y="1625600"/>
                  </a:moveTo>
                  <a:lnTo>
                    <a:pt x="2616" y="1625600"/>
                  </a:lnTo>
                  <a:lnTo>
                    <a:pt x="1676" y="1612900"/>
                  </a:lnTo>
                  <a:lnTo>
                    <a:pt x="26949" y="1612900"/>
                  </a:lnTo>
                  <a:lnTo>
                    <a:pt x="27851" y="1625600"/>
                  </a:lnTo>
                  <a:close/>
                </a:path>
                <a:path w="5876290" h="1905000">
                  <a:moveTo>
                    <a:pt x="5873407" y="1625600"/>
                  </a:moveTo>
                  <a:lnTo>
                    <a:pt x="5848210" y="1625600"/>
                  </a:lnTo>
                  <a:lnTo>
                    <a:pt x="5849112" y="1612900"/>
                  </a:lnTo>
                  <a:lnTo>
                    <a:pt x="5874346" y="1612900"/>
                  </a:lnTo>
                  <a:lnTo>
                    <a:pt x="5873407" y="1625600"/>
                  </a:lnTo>
                  <a:close/>
                </a:path>
                <a:path w="5876290" h="1905000">
                  <a:moveTo>
                    <a:pt x="33185" y="1651000"/>
                  </a:moveTo>
                  <a:lnTo>
                    <a:pt x="6629" y="1651000"/>
                  </a:lnTo>
                  <a:lnTo>
                    <a:pt x="5092" y="1638300"/>
                  </a:lnTo>
                  <a:lnTo>
                    <a:pt x="3759" y="1625600"/>
                  </a:lnTo>
                  <a:lnTo>
                    <a:pt x="28867" y="1625600"/>
                  </a:lnTo>
                  <a:lnTo>
                    <a:pt x="30149" y="1638300"/>
                  </a:lnTo>
                  <a:lnTo>
                    <a:pt x="31521" y="1638300"/>
                  </a:lnTo>
                  <a:lnTo>
                    <a:pt x="33185" y="1651000"/>
                  </a:lnTo>
                  <a:close/>
                </a:path>
                <a:path w="5876290" h="1905000">
                  <a:moveTo>
                    <a:pt x="5869368" y="1651000"/>
                  </a:moveTo>
                  <a:lnTo>
                    <a:pt x="5842876" y="1651000"/>
                  </a:lnTo>
                  <a:lnTo>
                    <a:pt x="5844540" y="1638300"/>
                  </a:lnTo>
                  <a:lnTo>
                    <a:pt x="5845898" y="1638300"/>
                  </a:lnTo>
                  <a:lnTo>
                    <a:pt x="5847194" y="1625600"/>
                  </a:lnTo>
                  <a:lnTo>
                    <a:pt x="5872251" y="1625600"/>
                  </a:lnTo>
                  <a:lnTo>
                    <a:pt x="5870905" y="1638300"/>
                  </a:lnTo>
                  <a:lnTo>
                    <a:pt x="5869368" y="1651000"/>
                  </a:lnTo>
                  <a:close/>
                </a:path>
                <a:path w="5876290" h="1905000">
                  <a:moveTo>
                    <a:pt x="39039" y="1676400"/>
                  </a:moveTo>
                  <a:lnTo>
                    <a:pt x="12395" y="1676400"/>
                  </a:lnTo>
                  <a:lnTo>
                    <a:pt x="10287" y="1663700"/>
                  </a:lnTo>
                  <a:lnTo>
                    <a:pt x="8432" y="1651000"/>
                  </a:lnTo>
                  <a:lnTo>
                    <a:pt x="34886" y="1651000"/>
                  </a:lnTo>
                  <a:lnTo>
                    <a:pt x="36918" y="1663700"/>
                  </a:lnTo>
                  <a:lnTo>
                    <a:pt x="39039" y="1676400"/>
                  </a:lnTo>
                  <a:close/>
                </a:path>
                <a:path w="5876290" h="1905000">
                  <a:moveTo>
                    <a:pt x="5863577" y="1676400"/>
                  </a:moveTo>
                  <a:lnTo>
                    <a:pt x="5837021" y="1676400"/>
                  </a:lnTo>
                  <a:lnTo>
                    <a:pt x="5839231" y="1663700"/>
                  </a:lnTo>
                  <a:lnTo>
                    <a:pt x="5841174" y="1651000"/>
                  </a:lnTo>
                  <a:lnTo>
                    <a:pt x="5867628" y="1651000"/>
                  </a:lnTo>
                  <a:lnTo>
                    <a:pt x="5865698" y="1663700"/>
                  </a:lnTo>
                  <a:lnTo>
                    <a:pt x="5863577" y="1676400"/>
                  </a:lnTo>
                  <a:close/>
                </a:path>
                <a:path w="5876290" h="1905000">
                  <a:moveTo>
                    <a:pt x="43802" y="1689100"/>
                  </a:moveTo>
                  <a:lnTo>
                    <a:pt x="17183" y="1689100"/>
                  </a:lnTo>
                  <a:lnTo>
                    <a:pt x="14693" y="1676400"/>
                  </a:lnTo>
                  <a:lnTo>
                    <a:pt x="41236" y="1676400"/>
                  </a:lnTo>
                  <a:lnTo>
                    <a:pt x="43802" y="1689100"/>
                  </a:lnTo>
                  <a:close/>
                </a:path>
                <a:path w="5876290" h="1905000">
                  <a:moveTo>
                    <a:pt x="5858776" y="1689100"/>
                  </a:moveTo>
                  <a:lnTo>
                    <a:pt x="5832259" y="1689100"/>
                  </a:lnTo>
                  <a:lnTo>
                    <a:pt x="5834824" y="1676400"/>
                  </a:lnTo>
                  <a:lnTo>
                    <a:pt x="5861265" y="1676400"/>
                  </a:lnTo>
                  <a:lnTo>
                    <a:pt x="5858776" y="1689100"/>
                  </a:lnTo>
                  <a:close/>
                </a:path>
                <a:path w="5876290" h="1905000">
                  <a:moveTo>
                    <a:pt x="55283" y="1714500"/>
                  </a:moveTo>
                  <a:lnTo>
                    <a:pt x="25704" y="1714500"/>
                  </a:lnTo>
                  <a:lnTo>
                    <a:pt x="22682" y="1701800"/>
                  </a:lnTo>
                  <a:lnTo>
                    <a:pt x="19837" y="1689100"/>
                  </a:lnTo>
                  <a:lnTo>
                    <a:pt x="46316" y="1689100"/>
                  </a:lnTo>
                  <a:lnTo>
                    <a:pt x="49225" y="1701800"/>
                  </a:lnTo>
                  <a:lnTo>
                    <a:pt x="52044" y="1701800"/>
                  </a:lnTo>
                  <a:lnTo>
                    <a:pt x="55283" y="1714500"/>
                  </a:lnTo>
                  <a:close/>
                </a:path>
                <a:path w="5876290" h="1905000">
                  <a:moveTo>
                    <a:pt x="5850229" y="1714500"/>
                  </a:moveTo>
                  <a:lnTo>
                    <a:pt x="5820778" y="1714500"/>
                  </a:lnTo>
                  <a:lnTo>
                    <a:pt x="5824016" y="1701800"/>
                  </a:lnTo>
                  <a:lnTo>
                    <a:pt x="5826836" y="1701800"/>
                  </a:lnTo>
                  <a:lnTo>
                    <a:pt x="5829744" y="1689100"/>
                  </a:lnTo>
                  <a:lnTo>
                    <a:pt x="5856109" y="1689100"/>
                  </a:lnTo>
                  <a:lnTo>
                    <a:pt x="5853264" y="1701800"/>
                  </a:lnTo>
                  <a:lnTo>
                    <a:pt x="5850229" y="1714500"/>
                  </a:lnTo>
                  <a:close/>
                </a:path>
                <a:path w="5876290" h="1905000">
                  <a:moveTo>
                    <a:pt x="61963" y="1727200"/>
                  </a:moveTo>
                  <a:lnTo>
                    <a:pt x="32270" y="1727200"/>
                  </a:lnTo>
                  <a:lnTo>
                    <a:pt x="28905" y="1714500"/>
                  </a:lnTo>
                  <a:lnTo>
                    <a:pt x="58407" y="1714500"/>
                  </a:lnTo>
                  <a:lnTo>
                    <a:pt x="61963" y="1727200"/>
                  </a:lnTo>
                  <a:close/>
                </a:path>
                <a:path w="5876290" h="1905000">
                  <a:moveTo>
                    <a:pt x="5843663" y="1727200"/>
                  </a:moveTo>
                  <a:lnTo>
                    <a:pt x="5814098" y="1727200"/>
                  </a:lnTo>
                  <a:lnTo>
                    <a:pt x="5817654" y="1714500"/>
                  </a:lnTo>
                  <a:lnTo>
                    <a:pt x="5847029" y="1714500"/>
                  </a:lnTo>
                  <a:lnTo>
                    <a:pt x="5843663" y="1727200"/>
                  </a:lnTo>
                  <a:close/>
                </a:path>
                <a:path w="5876290" h="1905000">
                  <a:moveTo>
                    <a:pt x="69253" y="1739900"/>
                  </a:moveTo>
                  <a:lnTo>
                    <a:pt x="39496" y="1739900"/>
                  </a:lnTo>
                  <a:lnTo>
                    <a:pt x="35801" y="1727200"/>
                  </a:lnTo>
                  <a:lnTo>
                    <a:pt x="65379" y="1727200"/>
                  </a:lnTo>
                  <a:lnTo>
                    <a:pt x="69253" y="1739900"/>
                  </a:lnTo>
                  <a:close/>
                </a:path>
                <a:path w="5876290" h="1905000">
                  <a:moveTo>
                    <a:pt x="5836412" y="1739900"/>
                  </a:moveTo>
                  <a:lnTo>
                    <a:pt x="5806808" y="1739900"/>
                  </a:lnTo>
                  <a:lnTo>
                    <a:pt x="5810681" y="1727200"/>
                  </a:lnTo>
                  <a:lnTo>
                    <a:pt x="5840120" y="1727200"/>
                  </a:lnTo>
                  <a:lnTo>
                    <a:pt x="5836412" y="1739900"/>
                  </a:lnTo>
                  <a:close/>
                </a:path>
                <a:path w="5876290" h="1905000">
                  <a:moveTo>
                    <a:pt x="77114" y="1752600"/>
                  </a:moveTo>
                  <a:lnTo>
                    <a:pt x="47383" y="1752600"/>
                  </a:lnTo>
                  <a:lnTo>
                    <a:pt x="43357" y="1739900"/>
                  </a:lnTo>
                  <a:lnTo>
                    <a:pt x="72948" y="1739900"/>
                  </a:lnTo>
                  <a:lnTo>
                    <a:pt x="77114" y="1752600"/>
                  </a:lnTo>
                  <a:close/>
                </a:path>
                <a:path w="5876290" h="1905000">
                  <a:moveTo>
                    <a:pt x="5828525" y="1752600"/>
                  </a:moveTo>
                  <a:lnTo>
                    <a:pt x="5798947" y="1752600"/>
                  </a:lnTo>
                  <a:lnTo>
                    <a:pt x="5803112" y="1739900"/>
                  </a:lnTo>
                  <a:lnTo>
                    <a:pt x="5832551" y="1739900"/>
                  </a:lnTo>
                  <a:lnTo>
                    <a:pt x="5828525" y="1752600"/>
                  </a:lnTo>
                  <a:close/>
                </a:path>
                <a:path w="5876290" h="1905000">
                  <a:moveTo>
                    <a:pt x="85559" y="1765300"/>
                  </a:moveTo>
                  <a:lnTo>
                    <a:pt x="55905" y="1765300"/>
                  </a:lnTo>
                  <a:lnTo>
                    <a:pt x="51562" y="1752600"/>
                  </a:lnTo>
                  <a:lnTo>
                    <a:pt x="81089" y="1752600"/>
                  </a:lnTo>
                  <a:lnTo>
                    <a:pt x="85559" y="1765300"/>
                  </a:lnTo>
                  <a:close/>
                </a:path>
                <a:path w="5876290" h="1905000">
                  <a:moveTo>
                    <a:pt x="5819990" y="1765300"/>
                  </a:moveTo>
                  <a:lnTo>
                    <a:pt x="5790501" y="1765300"/>
                  </a:lnTo>
                  <a:lnTo>
                    <a:pt x="5794971" y="1752600"/>
                  </a:lnTo>
                  <a:lnTo>
                    <a:pt x="5824334" y="1752600"/>
                  </a:lnTo>
                  <a:lnTo>
                    <a:pt x="5819990" y="1765300"/>
                  </a:lnTo>
                  <a:close/>
                </a:path>
                <a:path w="5876290" h="1905000">
                  <a:moveTo>
                    <a:pt x="94538" y="1778000"/>
                  </a:moveTo>
                  <a:lnTo>
                    <a:pt x="65036" y="1778000"/>
                  </a:lnTo>
                  <a:lnTo>
                    <a:pt x="60388" y="1765300"/>
                  </a:lnTo>
                  <a:lnTo>
                    <a:pt x="89789" y="1765300"/>
                  </a:lnTo>
                  <a:lnTo>
                    <a:pt x="94538" y="1778000"/>
                  </a:lnTo>
                  <a:close/>
                </a:path>
                <a:path w="5876290" h="1905000">
                  <a:moveTo>
                    <a:pt x="5810846" y="1778000"/>
                  </a:moveTo>
                  <a:lnTo>
                    <a:pt x="5781522" y="1778000"/>
                  </a:lnTo>
                  <a:lnTo>
                    <a:pt x="5786272" y="1765300"/>
                  </a:lnTo>
                  <a:lnTo>
                    <a:pt x="5815495" y="1765300"/>
                  </a:lnTo>
                  <a:lnTo>
                    <a:pt x="5810846" y="1778000"/>
                  </a:lnTo>
                  <a:close/>
                </a:path>
                <a:path w="5876290" h="1905000">
                  <a:moveTo>
                    <a:pt x="104051" y="1790700"/>
                  </a:moveTo>
                  <a:lnTo>
                    <a:pt x="74752" y="1790700"/>
                  </a:lnTo>
                  <a:lnTo>
                    <a:pt x="69824" y="1778000"/>
                  </a:lnTo>
                  <a:lnTo>
                    <a:pt x="99034" y="1778000"/>
                  </a:lnTo>
                  <a:lnTo>
                    <a:pt x="104051" y="1790700"/>
                  </a:lnTo>
                  <a:close/>
                </a:path>
                <a:path w="5876290" h="1905000">
                  <a:moveTo>
                    <a:pt x="5801118" y="1790700"/>
                  </a:moveTo>
                  <a:lnTo>
                    <a:pt x="5772010" y="1790700"/>
                  </a:lnTo>
                  <a:lnTo>
                    <a:pt x="5777026" y="1778000"/>
                  </a:lnTo>
                  <a:lnTo>
                    <a:pt x="5806046" y="1778000"/>
                  </a:lnTo>
                  <a:lnTo>
                    <a:pt x="5801118" y="1790700"/>
                  </a:lnTo>
                  <a:close/>
                </a:path>
                <a:path w="5876290" h="1905000">
                  <a:moveTo>
                    <a:pt x="119265" y="1803400"/>
                  </a:moveTo>
                  <a:lnTo>
                    <a:pt x="85051" y="1803400"/>
                  </a:lnTo>
                  <a:lnTo>
                    <a:pt x="79832" y="1790700"/>
                  </a:lnTo>
                  <a:lnTo>
                    <a:pt x="113855" y="1790700"/>
                  </a:lnTo>
                  <a:lnTo>
                    <a:pt x="119265" y="1803400"/>
                  </a:lnTo>
                  <a:close/>
                </a:path>
                <a:path w="5876290" h="1905000">
                  <a:moveTo>
                    <a:pt x="5790806" y="1803400"/>
                  </a:moveTo>
                  <a:lnTo>
                    <a:pt x="5756795" y="1803400"/>
                  </a:lnTo>
                  <a:lnTo>
                    <a:pt x="5762205" y="1790700"/>
                  </a:lnTo>
                  <a:lnTo>
                    <a:pt x="5796026" y="1790700"/>
                  </a:lnTo>
                  <a:lnTo>
                    <a:pt x="5790806" y="1803400"/>
                  </a:lnTo>
                  <a:close/>
                </a:path>
                <a:path w="5876290" h="1905000">
                  <a:moveTo>
                    <a:pt x="130009" y="1816100"/>
                  </a:moveTo>
                  <a:lnTo>
                    <a:pt x="95897" y="1816100"/>
                  </a:lnTo>
                  <a:lnTo>
                    <a:pt x="90398" y="1803400"/>
                  </a:lnTo>
                  <a:lnTo>
                    <a:pt x="124345" y="1803400"/>
                  </a:lnTo>
                  <a:lnTo>
                    <a:pt x="130009" y="1816100"/>
                  </a:lnTo>
                  <a:close/>
                </a:path>
                <a:path w="5876290" h="1905000">
                  <a:moveTo>
                    <a:pt x="5779960" y="1816100"/>
                  </a:moveTo>
                  <a:lnTo>
                    <a:pt x="5746051" y="1816100"/>
                  </a:lnTo>
                  <a:lnTo>
                    <a:pt x="5751715" y="1803400"/>
                  </a:lnTo>
                  <a:lnTo>
                    <a:pt x="5785446" y="1803400"/>
                  </a:lnTo>
                  <a:lnTo>
                    <a:pt x="5779960" y="1816100"/>
                  </a:lnTo>
                  <a:close/>
                </a:path>
                <a:path w="5876290" h="1905000">
                  <a:moveTo>
                    <a:pt x="146977" y="1828800"/>
                  </a:moveTo>
                  <a:lnTo>
                    <a:pt x="107264" y="1828800"/>
                  </a:lnTo>
                  <a:lnTo>
                    <a:pt x="101511" y="1816100"/>
                  </a:lnTo>
                  <a:lnTo>
                    <a:pt x="140970" y="1816100"/>
                  </a:lnTo>
                  <a:lnTo>
                    <a:pt x="146977" y="1828800"/>
                  </a:lnTo>
                  <a:close/>
                </a:path>
                <a:path w="5876290" h="1905000">
                  <a:moveTo>
                    <a:pt x="5768568" y="1828800"/>
                  </a:moveTo>
                  <a:lnTo>
                    <a:pt x="5729084" y="1828800"/>
                  </a:lnTo>
                  <a:lnTo>
                    <a:pt x="5735091" y="1816100"/>
                  </a:lnTo>
                  <a:lnTo>
                    <a:pt x="5774321" y="1816100"/>
                  </a:lnTo>
                  <a:lnTo>
                    <a:pt x="5768568" y="1828800"/>
                  </a:lnTo>
                  <a:close/>
                </a:path>
                <a:path w="5876290" h="1905000">
                  <a:moveTo>
                    <a:pt x="164922" y="1841500"/>
                  </a:moveTo>
                  <a:lnTo>
                    <a:pt x="125272" y="1841500"/>
                  </a:lnTo>
                  <a:lnTo>
                    <a:pt x="119151" y="1828800"/>
                  </a:lnTo>
                  <a:lnTo>
                    <a:pt x="158584" y="1828800"/>
                  </a:lnTo>
                  <a:lnTo>
                    <a:pt x="164922" y="1841500"/>
                  </a:lnTo>
                  <a:close/>
                </a:path>
                <a:path w="5876290" h="1905000">
                  <a:moveTo>
                    <a:pt x="5750547" y="1841500"/>
                  </a:moveTo>
                  <a:lnTo>
                    <a:pt x="5711139" y="1841500"/>
                  </a:lnTo>
                  <a:lnTo>
                    <a:pt x="5717476" y="1828800"/>
                  </a:lnTo>
                  <a:lnTo>
                    <a:pt x="5756681" y="1828800"/>
                  </a:lnTo>
                  <a:lnTo>
                    <a:pt x="5750547" y="1841500"/>
                  </a:lnTo>
                  <a:close/>
                </a:path>
                <a:path w="5876290" h="1905000">
                  <a:moveTo>
                    <a:pt x="190246" y="1854200"/>
                  </a:moveTo>
                  <a:lnTo>
                    <a:pt x="137883" y="1854200"/>
                  </a:lnTo>
                  <a:lnTo>
                    <a:pt x="131521" y="1841500"/>
                  </a:lnTo>
                  <a:lnTo>
                    <a:pt x="183502" y="1841500"/>
                  </a:lnTo>
                  <a:lnTo>
                    <a:pt x="190246" y="1854200"/>
                  </a:lnTo>
                  <a:close/>
                </a:path>
                <a:path w="5876290" h="1905000">
                  <a:moveTo>
                    <a:pt x="5737923" y="1854200"/>
                  </a:moveTo>
                  <a:lnTo>
                    <a:pt x="5685815" y="1854200"/>
                  </a:lnTo>
                  <a:lnTo>
                    <a:pt x="5692559" y="1841500"/>
                  </a:lnTo>
                  <a:lnTo>
                    <a:pt x="5744540" y="1841500"/>
                  </a:lnTo>
                  <a:lnTo>
                    <a:pt x="5737923" y="1854200"/>
                  </a:lnTo>
                  <a:close/>
                </a:path>
                <a:path w="5876290" h="1905000">
                  <a:moveTo>
                    <a:pt x="217030" y="1866900"/>
                  </a:moveTo>
                  <a:lnTo>
                    <a:pt x="157657" y="1866900"/>
                  </a:lnTo>
                  <a:lnTo>
                    <a:pt x="150964" y="1854200"/>
                  </a:lnTo>
                  <a:lnTo>
                    <a:pt x="209918" y="1854200"/>
                  </a:lnTo>
                  <a:lnTo>
                    <a:pt x="217030" y="1866900"/>
                  </a:lnTo>
                  <a:close/>
                </a:path>
                <a:path w="5876290" h="1905000">
                  <a:moveTo>
                    <a:pt x="5718136" y="1866900"/>
                  </a:moveTo>
                  <a:lnTo>
                    <a:pt x="5659031" y="1866900"/>
                  </a:lnTo>
                  <a:lnTo>
                    <a:pt x="5666143" y="1854200"/>
                  </a:lnTo>
                  <a:lnTo>
                    <a:pt x="5724842" y="1854200"/>
                  </a:lnTo>
                  <a:lnTo>
                    <a:pt x="5718136" y="1866900"/>
                  </a:lnTo>
                  <a:close/>
                </a:path>
                <a:path w="5876290" h="1905000">
                  <a:moveTo>
                    <a:pt x="252336" y="1879600"/>
                  </a:moveTo>
                  <a:lnTo>
                    <a:pt x="178396" y="1879600"/>
                  </a:lnTo>
                  <a:lnTo>
                    <a:pt x="171386" y="1866900"/>
                  </a:lnTo>
                  <a:lnTo>
                    <a:pt x="244817" y="1866900"/>
                  </a:lnTo>
                  <a:lnTo>
                    <a:pt x="252336" y="1879600"/>
                  </a:lnTo>
                  <a:close/>
                </a:path>
                <a:path w="5876290" h="1905000">
                  <a:moveTo>
                    <a:pt x="5697385" y="1879600"/>
                  </a:moveTo>
                  <a:lnTo>
                    <a:pt x="5623725" y="1879600"/>
                  </a:lnTo>
                  <a:lnTo>
                    <a:pt x="5631243" y="1866900"/>
                  </a:lnTo>
                  <a:lnTo>
                    <a:pt x="5704408" y="1866900"/>
                  </a:lnTo>
                  <a:lnTo>
                    <a:pt x="5697385" y="1879600"/>
                  </a:lnTo>
                  <a:close/>
                </a:path>
                <a:path w="5876290" h="1905000">
                  <a:moveTo>
                    <a:pt x="5668340" y="1892300"/>
                  </a:moveTo>
                  <a:lnTo>
                    <a:pt x="207429" y="1892300"/>
                  </a:lnTo>
                  <a:lnTo>
                    <a:pt x="200025" y="1879600"/>
                  </a:lnTo>
                  <a:lnTo>
                    <a:pt x="5675744" y="1879600"/>
                  </a:lnTo>
                  <a:lnTo>
                    <a:pt x="5668340" y="1892300"/>
                  </a:lnTo>
                  <a:close/>
                </a:path>
                <a:path w="5876290" h="1905000">
                  <a:moveTo>
                    <a:pt x="5630062" y="1905000"/>
                  </a:moveTo>
                  <a:lnTo>
                    <a:pt x="245694" y="1905000"/>
                  </a:lnTo>
                  <a:lnTo>
                    <a:pt x="237883" y="1892300"/>
                  </a:lnTo>
                  <a:lnTo>
                    <a:pt x="5637872" y="1892300"/>
                  </a:lnTo>
                  <a:lnTo>
                    <a:pt x="5630062" y="190500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67790" y="2920365"/>
            <a:ext cx="8157845" cy="2781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2559685">
              <a:lnSpc>
                <a:spcPct val="120000"/>
              </a:lnSpc>
              <a:spcBef>
                <a:spcPts val="90"/>
              </a:spcBef>
            </a:pPr>
            <a:r>
              <a:rPr sz="32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中断触发方式：</a:t>
            </a:r>
            <a:r>
              <a:rPr sz="32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 </a:t>
            </a:r>
            <a:r>
              <a:rPr sz="3200" spc="-6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LTIM</a:t>
            </a:r>
            <a:r>
              <a:rPr sz="3200" spc="-6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6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spc="-3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，电平触发方式</a:t>
            </a:r>
            <a:r>
              <a:rPr sz="32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 </a:t>
            </a:r>
            <a:r>
              <a:rPr sz="3200" spc="-6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LTIM</a:t>
            </a:r>
            <a:r>
              <a:rPr sz="3200" spc="-6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6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200" spc="-3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，边沿触发方式</a:t>
            </a:r>
            <a:endParaRPr sz="3200">
              <a:latin typeface="Noto Sans Mono CJK HK"/>
              <a:cs typeface="Noto Sans Mono CJK HK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200">
              <a:latin typeface="Noto Sans Mono CJK HK"/>
              <a:cs typeface="Noto Sans Mono CJK HK"/>
            </a:endParaRPr>
          </a:p>
          <a:p>
            <a:pPr marR="5080" algn="r">
              <a:lnSpc>
                <a:spcPct val="100000"/>
              </a:lnSpc>
            </a:pP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86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ICW1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8775" y="1590675"/>
          <a:ext cx="8470900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/>
                <a:gridCol w="1046480"/>
                <a:gridCol w="1042669"/>
                <a:gridCol w="1049655"/>
                <a:gridCol w="1052195"/>
                <a:gridCol w="1040129"/>
                <a:gridCol w="1042670"/>
                <a:gridCol w="1046479"/>
              </a:tblGrid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LTIM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SNGL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IC4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684212" y="1113155"/>
            <a:ext cx="77444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8545" algn="l"/>
                <a:tab pos="2103120" algn="l"/>
                <a:tab pos="3148965" algn="l"/>
                <a:tab pos="4196080" algn="l"/>
                <a:tab pos="5242560" algn="l"/>
                <a:tab pos="6287770" algn="l"/>
                <a:tab pos="7332345" algn="l"/>
              </a:tabLst>
            </a:pP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83919" y="2144102"/>
            <a:ext cx="6146165" cy="2644140"/>
            <a:chOff x="1183919" y="2144102"/>
            <a:chExt cx="6146165" cy="2644140"/>
          </a:xfrm>
        </p:grpSpPr>
        <p:sp>
          <p:nvSpPr>
            <p:cNvPr id="7" name="object 7"/>
            <p:cNvSpPr/>
            <p:nvPr/>
          </p:nvSpPr>
          <p:spPr>
            <a:xfrm>
              <a:off x="7139431" y="2144102"/>
              <a:ext cx="85725" cy="761365"/>
            </a:xfrm>
            <a:custGeom>
              <a:avLst/>
              <a:gdLst/>
              <a:ahLst/>
              <a:cxnLst/>
              <a:rect l="l" t="t" r="r" b="b"/>
              <a:pathLst>
                <a:path w="85725" h="761364">
                  <a:moveTo>
                    <a:pt x="57150" y="696976"/>
                  </a:moveTo>
                  <a:lnTo>
                    <a:pt x="28575" y="696976"/>
                  </a:lnTo>
                  <a:lnTo>
                    <a:pt x="28575" y="0"/>
                  </a:lnTo>
                  <a:lnTo>
                    <a:pt x="57150" y="0"/>
                  </a:lnTo>
                  <a:lnTo>
                    <a:pt x="57150" y="696976"/>
                  </a:lnTo>
                  <a:close/>
                </a:path>
                <a:path w="85725" h="761364">
                  <a:moveTo>
                    <a:pt x="42862" y="761263"/>
                  </a:moveTo>
                  <a:lnTo>
                    <a:pt x="0" y="675538"/>
                  </a:lnTo>
                  <a:lnTo>
                    <a:pt x="28575" y="675538"/>
                  </a:lnTo>
                  <a:lnTo>
                    <a:pt x="28575" y="696976"/>
                  </a:lnTo>
                  <a:lnTo>
                    <a:pt x="75006" y="696976"/>
                  </a:lnTo>
                  <a:lnTo>
                    <a:pt x="42862" y="761263"/>
                  </a:lnTo>
                  <a:close/>
                </a:path>
                <a:path w="85725" h="761364">
                  <a:moveTo>
                    <a:pt x="75006" y="696976"/>
                  </a:moveTo>
                  <a:lnTo>
                    <a:pt x="57150" y="696976"/>
                  </a:lnTo>
                  <a:lnTo>
                    <a:pt x="57150" y="675538"/>
                  </a:lnTo>
                  <a:lnTo>
                    <a:pt x="85725" y="675538"/>
                  </a:lnTo>
                  <a:lnTo>
                    <a:pt x="75006" y="69697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83919" y="2921241"/>
              <a:ext cx="6146165" cy="1866900"/>
            </a:xfrm>
            <a:custGeom>
              <a:avLst/>
              <a:gdLst/>
              <a:ahLst/>
              <a:cxnLst/>
              <a:rect l="l" t="t" r="r" b="b"/>
              <a:pathLst>
                <a:path w="6146165" h="1866900">
                  <a:moveTo>
                    <a:pt x="5921222" y="12700"/>
                  </a:moveTo>
                  <a:lnTo>
                    <a:pt x="225171" y="12700"/>
                  </a:lnTo>
                  <a:lnTo>
                    <a:pt x="232435" y="0"/>
                  </a:lnTo>
                  <a:lnTo>
                    <a:pt x="5913653" y="0"/>
                  </a:lnTo>
                  <a:lnTo>
                    <a:pt x="5921222" y="12700"/>
                  </a:lnTo>
                  <a:close/>
                </a:path>
                <a:path w="6146165" h="1866900">
                  <a:moveTo>
                    <a:pt x="5957785" y="25400"/>
                  </a:moveTo>
                  <a:lnTo>
                    <a:pt x="188595" y="25400"/>
                  </a:lnTo>
                  <a:lnTo>
                    <a:pt x="195732" y="12700"/>
                  </a:lnTo>
                  <a:lnTo>
                    <a:pt x="5950648" y="12700"/>
                  </a:lnTo>
                  <a:lnTo>
                    <a:pt x="5957785" y="25400"/>
                  </a:lnTo>
                  <a:close/>
                </a:path>
                <a:path w="6146165" h="1866900">
                  <a:moveTo>
                    <a:pt x="232410" y="38100"/>
                  </a:moveTo>
                  <a:lnTo>
                    <a:pt x="167728" y="38100"/>
                  </a:lnTo>
                  <a:lnTo>
                    <a:pt x="174586" y="25400"/>
                  </a:lnTo>
                  <a:lnTo>
                    <a:pt x="239674" y="25400"/>
                  </a:lnTo>
                  <a:lnTo>
                    <a:pt x="232410" y="38100"/>
                  </a:lnTo>
                  <a:close/>
                </a:path>
                <a:path w="6146165" h="1866900">
                  <a:moveTo>
                    <a:pt x="5978639" y="38100"/>
                  </a:moveTo>
                  <a:lnTo>
                    <a:pt x="5913678" y="38100"/>
                  </a:lnTo>
                  <a:lnTo>
                    <a:pt x="5906414" y="25400"/>
                  </a:lnTo>
                  <a:lnTo>
                    <a:pt x="5971781" y="25400"/>
                  </a:lnTo>
                  <a:lnTo>
                    <a:pt x="5978639" y="38100"/>
                  </a:lnTo>
                  <a:close/>
                </a:path>
                <a:path w="6146165" h="1866900">
                  <a:moveTo>
                    <a:pt x="198767" y="50800"/>
                  </a:moveTo>
                  <a:lnTo>
                    <a:pt x="141312" y="50800"/>
                  </a:lnTo>
                  <a:lnTo>
                    <a:pt x="147764" y="38100"/>
                  </a:lnTo>
                  <a:lnTo>
                    <a:pt x="205625" y="38100"/>
                  </a:lnTo>
                  <a:lnTo>
                    <a:pt x="198767" y="50800"/>
                  </a:lnTo>
                  <a:close/>
                </a:path>
                <a:path w="6146165" h="1866900">
                  <a:moveTo>
                    <a:pt x="6005029" y="50800"/>
                  </a:moveTo>
                  <a:lnTo>
                    <a:pt x="5947321" y="50800"/>
                  </a:lnTo>
                  <a:lnTo>
                    <a:pt x="5940463" y="38100"/>
                  </a:lnTo>
                  <a:lnTo>
                    <a:pt x="5998591" y="38100"/>
                  </a:lnTo>
                  <a:lnTo>
                    <a:pt x="6005029" y="50800"/>
                  </a:lnTo>
                  <a:close/>
                </a:path>
                <a:path w="6146165" h="1866900">
                  <a:moveTo>
                    <a:pt x="173367" y="63500"/>
                  </a:moveTo>
                  <a:lnTo>
                    <a:pt x="128752" y="63500"/>
                  </a:lnTo>
                  <a:lnTo>
                    <a:pt x="134975" y="50800"/>
                  </a:lnTo>
                  <a:lnTo>
                    <a:pt x="179844" y="50800"/>
                  </a:lnTo>
                  <a:lnTo>
                    <a:pt x="173367" y="63500"/>
                  </a:lnTo>
                  <a:close/>
                </a:path>
                <a:path w="6146165" h="1866900">
                  <a:moveTo>
                    <a:pt x="6017577" y="63500"/>
                  </a:moveTo>
                  <a:lnTo>
                    <a:pt x="5972733" y="63500"/>
                  </a:lnTo>
                  <a:lnTo>
                    <a:pt x="5966244" y="50800"/>
                  </a:lnTo>
                  <a:lnTo>
                    <a:pt x="6011354" y="50800"/>
                  </a:lnTo>
                  <a:lnTo>
                    <a:pt x="6017577" y="63500"/>
                  </a:lnTo>
                  <a:close/>
                </a:path>
                <a:path w="6146165" h="1866900">
                  <a:moveTo>
                    <a:pt x="149453" y="76200"/>
                  </a:moveTo>
                  <a:lnTo>
                    <a:pt x="110782" y="76200"/>
                  </a:lnTo>
                  <a:lnTo>
                    <a:pt x="116649" y="63500"/>
                  </a:lnTo>
                  <a:lnTo>
                    <a:pt x="155536" y="63500"/>
                  </a:lnTo>
                  <a:lnTo>
                    <a:pt x="149453" y="76200"/>
                  </a:lnTo>
                  <a:close/>
                </a:path>
                <a:path w="6146165" h="1866900">
                  <a:moveTo>
                    <a:pt x="6035535" y="76200"/>
                  </a:moveTo>
                  <a:lnTo>
                    <a:pt x="5996635" y="76200"/>
                  </a:lnTo>
                  <a:lnTo>
                    <a:pt x="5990551" y="63500"/>
                  </a:lnTo>
                  <a:lnTo>
                    <a:pt x="6029667" y="63500"/>
                  </a:lnTo>
                  <a:lnTo>
                    <a:pt x="6035535" y="76200"/>
                  </a:lnTo>
                  <a:close/>
                </a:path>
                <a:path w="6146165" h="1866900">
                  <a:moveTo>
                    <a:pt x="132588" y="88900"/>
                  </a:moveTo>
                  <a:lnTo>
                    <a:pt x="93903" y="88900"/>
                  </a:lnTo>
                  <a:lnTo>
                    <a:pt x="99402" y="76200"/>
                  </a:lnTo>
                  <a:lnTo>
                    <a:pt x="138341" y="76200"/>
                  </a:lnTo>
                  <a:lnTo>
                    <a:pt x="132588" y="88900"/>
                  </a:lnTo>
                  <a:close/>
                </a:path>
                <a:path w="6146165" h="1866900">
                  <a:moveTo>
                    <a:pt x="6052400" y="88900"/>
                  </a:moveTo>
                  <a:lnTo>
                    <a:pt x="6013500" y="88900"/>
                  </a:lnTo>
                  <a:lnTo>
                    <a:pt x="6007747" y="76200"/>
                  </a:lnTo>
                  <a:lnTo>
                    <a:pt x="6046901" y="76200"/>
                  </a:lnTo>
                  <a:lnTo>
                    <a:pt x="6052400" y="88900"/>
                  </a:lnTo>
                  <a:close/>
                </a:path>
                <a:path w="6146165" h="1866900">
                  <a:moveTo>
                    <a:pt x="121894" y="101600"/>
                  </a:moveTo>
                  <a:lnTo>
                    <a:pt x="83299" y="101600"/>
                  </a:lnTo>
                  <a:lnTo>
                    <a:pt x="88544" y="88900"/>
                  </a:lnTo>
                  <a:lnTo>
                    <a:pt x="127419" y="88900"/>
                  </a:lnTo>
                  <a:lnTo>
                    <a:pt x="121894" y="101600"/>
                  </a:lnTo>
                  <a:close/>
                </a:path>
                <a:path w="6146165" h="1866900">
                  <a:moveTo>
                    <a:pt x="6062992" y="101600"/>
                  </a:moveTo>
                  <a:lnTo>
                    <a:pt x="6024194" y="101600"/>
                  </a:lnTo>
                  <a:lnTo>
                    <a:pt x="6018682" y="88900"/>
                  </a:lnTo>
                  <a:lnTo>
                    <a:pt x="6057760" y="88900"/>
                  </a:lnTo>
                  <a:lnTo>
                    <a:pt x="6062992" y="101600"/>
                  </a:lnTo>
                  <a:close/>
                </a:path>
                <a:path w="6146165" h="1866900">
                  <a:moveTo>
                    <a:pt x="106718" y="114300"/>
                  </a:moveTo>
                  <a:lnTo>
                    <a:pt x="73037" y="114300"/>
                  </a:lnTo>
                  <a:lnTo>
                    <a:pt x="78206" y="101600"/>
                  </a:lnTo>
                  <a:lnTo>
                    <a:pt x="111874" y="101600"/>
                  </a:lnTo>
                  <a:lnTo>
                    <a:pt x="106718" y="114300"/>
                  </a:lnTo>
                  <a:close/>
                </a:path>
                <a:path w="6146165" h="1866900">
                  <a:moveTo>
                    <a:pt x="6073051" y="114300"/>
                  </a:moveTo>
                  <a:lnTo>
                    <a:pt x="6039370" y="114300"/>
                  </a:lnTo>
                  <a:lnTo>
                    <a:pt x="6034227" y="101600"/>
                  </a:lnTo>
                  <a:lnTo>
                    <a:pt x="6068085" y="101600"/>
                  </a:lnTo>
                  <a:lnTo>
                    <a:pt x="6073051" y="114300"/>
                  </a:lnTo>
                  <a:close/>
                </a:path>
                <a:path w="6146165" h="1866900">
                  <a:moveTo>
                    <a:pt x="97205" y="127000"/>
                  </a:moveTo>
                  <a:lnTo>
                    <a:pt x="63728" y="127000"/>
                  </a:lnTo>
                  <a:lnTo>
                    <a:pt x="68414" y="114300"/>
                  </a:lnTo>
                  <a:lnTo>
                    <a:pt x="102095" y="114300"/>
                  </a:lnTo>
                  <a:lnTo>
                    <a:pt x="97205" y="127000"/>
                  </a:lnTo>
                  <a:close/>
                </a:path>
                <a:path w="6146165" h="1866900">
                  <a:moveTo>
                    <a:pt x="6082550" y="127000"/>
                  </a:moveTo>
                  <a:lnTo>
                    <a:pt x="6048895" y="127000"/>
                  </a:lnTo>
                  <a:lnTo>
                    <a:pt x="6043993" y="114300"/>
                  </a:lnTo>
                  <a:lnTo>
                    <a:pt x="6077864" y="114300"/>
                  </a:lnTo>
                  <a:lnTo>
                    <a:pt x="6082550" y="127000"/>
                  </a:lnTo>
                  <a:close/>
                </a:path>
                <a:path w="6146165" h="1866900">
                  <a:moveTo>
                    <a:pt x="83883" y="139700"/>
                  </a:moveTo>
                  <a:lnTo>
                    <a:pt x="54787" y="139700"/>
                  </a:lnTo>
                  <a:lnTo>
                    <a:pt x="59182" y="127000"/>
                  </a:lnTo>
                  <a:lnTo>
                    <a:pt x="88379" y="127000"/>
                  </a:lnTo>
                  <a:lnTo>
                    <a:pt x="83883" y="139700"/>
                  </a:lnTo>
                  <a:close/>
                </a:path>
                <a:path w="6146165" h="1866900">
                  <a:moveTo>
                    <a:pt x="6091466" y="139700"/>
                  </a:moveTo>
                  <a:lnTo>
                    <a:pt x="6062205" y="139700"/>
                  </a:lnTo>
                  <a:lnTo>
                    <a:pt x="6057709" y="127000"/>
                  </a:lnTo>
                  <a:lnTo>
                    <a:pt x="6087084" y="127000"/>
                  </a:lnTo>
                  <a:lnTo>
                    <a:pt x="6091466" y="139700"/>
                  </a:lnTo>
                  <a:close/>
                </a:path>
                <a:path w="6146165" h="1866900">
                  <a:moveTo>
                    <a:pt x="75666" y="152400"/>
                  </a:moveTo>
                  <a:lnTo>
                    <a:pt x="46291" y="152400"/>
                  </a:lnTo>
                  <a:lnTo>
                    <a:pt x="50546" y="139700"/>
                  </a:lnTo>
                  <a:lnTo>
                    <a:pt x="79883" y="139700"/>
                  </a:lnTo>
                  <a:lnTo>
                    <a:pt x="75666" y="152400"/>
                  </a:lnTo>
                  <a:close/>
                </a:path>
                <a:path w="6146165" h="1866900">
                  <a:moveTo>
                    <a:pt x="6099797" y="152400"/>
                  </a:moveTo>
                  <a:lnTo>
                    <a:pt x="6070422" y="152400"/>
                  </a:lnTo>
                  <a:lnTo>
                    <a:pt x="6066205" y="139700"/>
                  </a:lnTo>
                  <a:lnTo>
                    <a:pt x="6095707" y="139700"/>
                  </a:lnTo>
                  <a:lnTo>
                    <a:pt x="6099797" y="152400"/>
                  </a:lnTo>
                  <a:close/>
                </a:path>
                <a:path w="6146165" h="1866900">
                  <a:moveTo>
                    <a:pt x="68008" y="165100"/>
                  </a:moveTo>
                  <a:lnTo>
                    <a:pt x="38735" y="165100"/>
                  </a:lnTo>
                  <a:lnTo>
                    <a:pt x="42519" y="152400"/>
                  </a:lnTo>
                  <a:lnTo>
                    <a:pt x="71932" y="152400"/>
                  </a:lnTo>
                  <a:lnTo>
                    <a:pt x="68008" y="165100"/>
                  </a:lnTo>
                  <a:close/>
                </a:path>
                <a:path w="6146165" h="1866900">
                  <a:moveTo>
                    <a:pt x="6107353" y="165100"/>
                  </a:moveTo>
                  <a:lnTo>
                    <a:pt x="6078093" y="165100"/>
                  </a:lnTo>
                  <a:lnTo>
                    <a:pt x="6074156" y="152400"/>
                  </a:lnTo>
                  <a:lnTo>
                    <a:pt x="6103721" y="152400"/>
                  </a:lnTo>
                  <a:lnTo>
                    <a:pt x="6107353" y="165100"/>
                  </a:lnTo>
                  <a:close/>
                </a:path>
                <a:path w="6146165" h="1866900">
                  <a:moveTo>
                    <a:pt x="60909" y="177800"/>
                  </a:moveTo>
                  <a:lnTo>
                    <a:pt x="31661" y="177800"/>
                  </a:lnTo>
                  <a:lnTo>
                    <a:pt x="35115" y="165100"/>
                  </a:lnTo>
                  <a:lnTo>
                    <a:pt x="64541" y="165100"/>
                  </a:lnTo>
                  <a:lnTo>
                    <a:pt x="60909" y="177800"/>
                  </a:lnTo>
                  <a:close/>
                </a:path>
                <a:path w="6146165" h="1866900">
                  <a:moveTo>
                    <a:pt x="6114567" y="177800"/>
                  </a:moveTo>
                  <a:lnTo>
                    <a:pt x="6085179" y="177800"/>
                  </a:lnTo>
                  <a:lnTo>
                    <a:pt x="6081560" y="165100"/>
                  </a:lnTo>
                  <a:lnTo>
                    <a:pt x="6111113" y="165100"/>
                  </a:lnTo>
                  <a:lnTo>
                    <a:pt x="6114567" y="177800"/>
                  </a:lnTo>
                  <a:close/>
                </a:path>
                <a:path w="6146165" h="1866900">
                  <a:moveTo>
                    <a:pt x="54406" y="190500"/>
                  </a:moveTo>
                  <a:lnTo>
                    <a:pt x="25234" y="190500"/>
                  </a:lnTo>
                  <a:lnTo>
                    <a:pt x="28359" y="177800"/>
                  </a:lnTo>
                  <a:lnTo>
                    <a:pt x="57721" y="177800"/>
                  </a:lnTo>
                  <a:lnTo>
                    <a:pt x="54406" y="190500"/>
                  </a:lnTo>
                  <a:close/>
                </a:path>
                <a:path w="6146165" h="1866900">
                  <a:moveTo>
                    <a:pt x="6120968" y="190500"/>
                  </a:moveTo>
                  <a:lnTo>
                    <a:pt x="6091682" y="190500"/>
                  </a:lnTo>
                  <a:lnTo>
                    <a:pt x="6088367" y="177800"/>
                  </a:lnTo>
                  <a:lnTo>
                    <a:pt x="6117856" y="177800"/>
                  </a:lnTo>
                  <a:lnTo>
                    <a:pt x="6120968" y="190500"/>
                  </a:lnTo>
                  <a:close/>
                </a:path>
                <a:path w="6146165" h="1866900">
                  <a:moveTo>
                    <a:pt x="43243" y="215900"/>
                  </a:moveTo>
                  <a:lnTo>
                    <a:pt x="16891" y="215900"/>
                  </a:lnTo>
                  <a:lnTo>
                    <a:pt x="19494" y="203200"/>
                  </a:lnTo>
                  <a:lnTo>
                    <a:pt x="22275" y="190500"/>
                  </a:lnTo>
                  <a:lnTo>
                    <a:pt x="51511" y="190500"/>
                  </a:lnTo>
                  <a:lnTo>
                    <a:pt x="48514" y="203200"/>
                  </a:lnTo>
                  <a:lnTo>
                    <a:pt x="45910" y="203200"/>
                  </a:lnTo>
                  <a:lnTo>
                    <a:pt x="43243" y="215900"/>
                  </a:lnTo>
                  <a:close/>
                </a:path>
                <a:path w="6146165" h="1866900">
                  <a:moveTo>
                    <a:pt x="6129210" y="215900"/>
                  </a:moveTo>
                  <a:lnTo>
                    <a:pt x="6102858" y="215900"/>
                  </a:lnTo>
                  <a:lnTo>
                    <a:pt x="6100178" y="203200"/>
                  </a:lnTo>
                  <a:lnTo>
                    <a:pt x="6097587" y="203200"/>
                  </a:lnTo>
                  <a:lnTo>
                    <a:pt x="6094577" y="190500"/>
                  </a:lnTo>
                  <a:lnTo>
                    <a:pt x="6123927" y="190500"/>
                  </a:lnTo>
                  <a:lnTo>
                    <a:pt x="6126708" y="203200"/>
                  </a:lnTo>
                  <a:lnTo>
                    <a:pt x="6129210" y="215900"/>
                  </a:lnTo>
                  <a:close/>
                </a:path>
                <a:path w="6146165" h="1866900">
                  <a:moveTo>
                    <a:pt x="38608" y="228600"/>
                  </a:moveTo>
                  <a:lnTo>
                    <a:pt x="12204" y="228600"/>
                  </a:lnTo>
                  <a:lnTo>
                    <a:pt x="14452" y="215900"/>
                  </a:lnTo>
                  <a:lnTo>
                    <a:pt x="40944" y="215900"/>
                  </a:lnTo>
                  <a:lnTo>
                    <a:pt x="38608" y="228600"/>
                  </a:lnTo>
                  <a:close/>
                </a:path>
                <a:path w="6146165" h="1866900">
                  <a:moveTo>
                    <a:pt x="6133973" y="228600"/>
                  </a:moveTo>
                  <a:lnTo>
                    <a:pt x="6107480" y="228600"/>
                  </a:lnTo>
                  <a:lnTo>
                    <a:pt x="6105144" y="215900"/>
                  </a:lnTo>
                  <a:lnTo>
                    <a:pt x="6131737" y="215900"/>
                  </a:lnTo>
                  <a:lnTo>
                    <a:pt x="6133973" y="228600"/>
                  </a:lnTo>
                  <a:close/>
                </a:path>
                <a:path w="6146165" h="1866900">
                  <a:moveTo>
                    <a:pt x="31368" y="254000"/>
                  </a:moveTo>
                  <a:lnTo>
                    <a:pt x="6540" y="254000"/>
                  </a:lnTo>
                  <a:lnTo>
                    <a:pt x="8242" y="241300"/>
                  </a:lnTo>
                  <a:lnTo>
                    <a:pt x="10045" y="228600"/>
                  </a:lnTo>
                  <a:lnTo>
                    <a:pt x="36626" y="228600"/>
                  </a:lnTo>
                  <a:lnTo>
                    <a:pt x="34645" y="241300"/>
                  </a:lnTo>
                  <a:lnTo>
                    <a:pt x="32994" y="241300"/>
                  </a:lnTo>
                  <a:lnTo>
                    <a:pt x="31368" y="254000"/>
                  </a:lnTo>
                  <a:close/>
                </a:path>
                <a:path w="6146165" h="1866900">
                  <a:moveTo>
                    <a:pt x="6139611" y="254000"/>
                  </a:moveTo>
                  <a:lnTo>
                    <a:pt x="6114732" y="254000"/>
                  </a:lnTo>
                  <a:lnTo>
                    <a:pt x="6113094" y="241300"/>
                  </a:lnTo>
                  <a:lnTo>
                    <a:pt x="6111443" y="241300"/>
                  </a:lnTo>
                  <a:lnTo>
                    <a:pt x="6109462" y="228600"/>
                  </a:lnTo>
                  <a:lnTo>
                    <a:pt x="6136043" y="228600"/>
                  </a:lnTo>
                  <a:lnTo>
                    <a:pt x="6137922" y="241300"/>
                  </a:lnTo>
                  <a:lnTo>
                    <a:pt x="6139611" y="254000"/>
                  </a:lnTo>
                  <a:close/>
                </a:path>
                <a:path w="6146165" h="1866900">
                  <a:moveTo>
                    <a:pt x="27749" y="279400"/>
                  </a:moveTo>
                  <a:lnTo>
                    <a:pt x="2552" y="279400"/>
                  </a:lnTo>
                  <a:lnTo>
                    <a:pt x="3721" y="266700"/>
                  </a:lnTo>
                  <a:lnTo>
                    <a:pt x="5041" y="254000"/>
                  </a:lnTo>
                  <a:lnTo>
                    <a:pt x="31432" y="254000"/>
                  </a:lnTo>
                  <a:lnTo>
                    <a:pt x="29984" y="266700"/>
                  </a:lnTo>
                  <a:lnTo>
                    <a:pt x="28829" y="266700"/>
                  </a:lnTo>
                  <a:lnTo>
                    <a:pt x="27749" y="279400"/>
                  </a:lnTo>
                  <a:close/>
                </a:path>
                <a:path w="6146165" h="1866900">
                  <a:moveTo>
                    <a:pt x="6143536" y="279400"/>
                  </a:moveTo>
                  <a:lnTo>
                    <a:pt x="6118339" y="279400"/>
                  </a:lnTo>
                  <a:lnTo>
                    <a:pt x="6117259" y="266700"/>
                  </a:lnTo>
                  <a:lnTo>
                    <a:pt x="6116104" y="266700"/>
                  </a:lnTo>
                  <a:lnTo>
                    <a:pt x="6114669" y="254000"/>
                  </a:lnTo>
                  <a:lnTo>
                    <a:pt x="6141110" y="254000"/>
                  </a:lnTo>
                  <a:lnTo>
                    <a:pt x="6142418" y="266700"/>
                  </a:lnTo>
                  <a:lnTo>
                    <a:pt x="6143536" y="279400"/>
                  </a:lnTo>
                  <a:close/>
                </a:path>
                <a:path w="6146165" h="1866900">
                  <a:moveTo>
                    <a:pt x="26250" y="292100"/>
                  </a:moveTo>
                  <a:lnTo>
                    <a:pt x="952" y="292100"/>
                  </a:lnTo>
                  <a:lnTo>
                    <a:pt x="1676" y="279400"/>
                  </a:lnTo>
                  <a:lnTo>
                    <a:pt x="26949" y="279400"/>
                  </a:lnTo>
                  <a:lnTo>
                    <a:pt x="26250" y="292100"/>
                  </a:lnTo>
                  <a:close/>
                </a:path>
                <a:path w="6146165" h="1866900">
                  <a:moveTo>
                    <a:pt x="6145161" y="292100"/>
                  </a:moveTo>
                  <a:lnTo>
                    <a:pt x="6119837" y="292100"/>
                  </a:lnTo>
                  <a:lnTo>
                    <a:pt x="6119152" y="279400"/>
                  </a:lnTo>
                  <a:lnTo>
                    <a:pt x="6144450" y="279400"/>
                  </a:lnTo>
                  <a:lnTo>
                    <a:pt x="6145161" y="292100"/>
                  </a:lnTo>
                  <a:close/>
                </a:path>
                <a:path w="6146165" h="1866900">
                  <a:moveTo>
                    <a:pt x="25400" y="1549400"/>
                  </a:moveTo>
                  <a:lnTo>
                    <a:pt x="0" y="1549400"/>
                  </a:lnTo>
                  <a:lnTo>
                    <a:pt x="101" y="304800"/>
                  </a:lnTo>
                  <a:lnTo>
                    <a:pt x="431" y="292100"/>
                  </a:lnTo>
                  <a:lnTo>
                    <a:pt x="26276" y="292100"/>
                  </a:lnTo>
                  <a:lnTo>
                    <a:pt x="25781" y="304800"/>
                  </a:lnTo>
                  <a:lnTo>
                    <a:pt x="25501" y="304800"/>
                  </a:lnTo>
                  <a:lnTo>
                    <a:pt x="25400" y="1549400"/>
                  </a:lnTo>
                  <a:close/>
                </a:path>
                <a:path w="6146165" h="1866900">
                  <a:moveTo>
                    <a:pt x="6146088" y="1549400"/>
                  </a:moveTo>
                  <a:lnTo>
                    <a:pt x="6120688" y="1549400"/>
                  </a:lnTo>
                  <a:lnTo>
                    <a:pt x="6120587" y="304800"/>
                  </a:lnTo>
                  <a:lnTo>
                    <a:pt x="6120307" y="304800"/>
                  </a:lnTo>
                  <a:lnTo>
                    <a:pt x="6119812" y="292100"/>
                  </a:lnTo>
                  <a:lnTo>
                    <a:pt x="6145669" y="292100"/>
                  </a:lnTo>
                  <a:lnTo>
                    <a:pt x="6145987" y="304800"/>
                  </a:lnTo>
                  <a:lnTo>
                    <a:pt x="6146088" y="1549400"/>
                  </a:lnTo>
                  <a:close/>
                </a:path>
                <a:path w="6146165" h="1866900">
                  <a:moveTo>
                    <a:pt x="26949" y="1574800"/>
                  </a:moveTo>
                  <a:lnTo>
                    <a:pt x="927" y="1574800"/>
                  </a:lnTo>
                  <a:lnTo>
                    <a:pt x="419" y="1562100"/>
                  </a:lnTo>
                  <a:lnTo>
                    <a:pt x="101" y="1549400"/>
                  </a:lnTo>
                  <a:lnTo>
                    <a:pt x="25501" y="1549400"/>
                  </a:lnTo>
                  <a:lnTo>
                    <a:pt x="25793" y="1562100"/>
                  </a:lnTo>
                  <a:lnTo>
                    <a:pt x="26250" y="1562100"/>
                  </a:lnTo>
                  <a:lnTo>
                    <a:pt x="26949" y="1574800"/>
                  </a:lnTo>
                  <a:close/>
                </a:path>
                <a:path w="6146165" h="1866900">
                  <a:moveTo>
                    <a:pt x="6145136" y="1574800"/>
                  </a:moveTo>
                  <a:lnTo>
                    <a:pt x="6119152" y="1574800"/>
                  </a:lnTo>
                  <a:lnTo>
                    <a:pt x="6119837" y="1562100"/>
                  </a:lnTo>
                  <a:lnTo>
                    <a:pt x="6120295" y="1562100"/>
                  </a:lnTo>
                  <a:lnTo>
                    <a:pt x="6120599" y="1549400"/>
                  </a:lnTo>
                  <a:lnTo>
                    <a:pt x="6145974" y="1549400"/>
                  </a:lnTo>
                  <a:lnTo>
                    <a:pt x="6145657" y="1562100"/>
                  </a:lnTo>
                  <a:lnTo>
                    <a:pt x="6145136" y="1574800"/>
                  </a:lnTo>
                  <a:close/>
                </a:path>
                <a:path w="6146165" h="1866900">
                  <a:moveTo>
                    <a:pt x="27800" y="1587500"/>
                  </a:moveTo>
                  <a:lnTo>
                    <a:pt x="2552" y="1587500"/>
                  </a:lnTo>
                  <a:lnTo>
                    <a:pt x="1638" y="1574800"/>
                  </a:lnTo>
                  <a:lnTo>
                    <a:pt x="26911" y="1574800"/>
                  </a:lnTo>
                  <a:lnTo>
                    <a:pt x="27800" y="1587500"/>
                  </a:lnTo>
                  <a:close/>
                </a:path>
                <a:path w="6146165" h="1866900">
                  <a:moveTo>
                    <a:pt x="6143498" y="1587500"/>
                  </a:moveTo>
                  <a:lnTo>
                    <a:pt x="6118301" y="1587500"/>
                  </a:lnTo>
                  <a:lnTo>
                    <a:pt x="6119177" y="1574800"/>
                  </a:lnTo>
                  <a:lnTo>
                    <a:pt x="6144412" y="1574800"/>
                  </a:lnTo>
                  <a:lnTo>
                    <a:pt x="6143498" y="1587500"/>
                  </a:lnTo>
                  <a:close/>
                </a:path>
                <a:path w="6146165" h="1866900">
                  <a:moveTo>
                    <a:pt x="32994" y="1612900"/>
                  </a:moveTo>
                  <a:lnTo>
                    <a:pt x="6477" y="1612900"/>
                  </a:lnTo>
                  <a:lnTo>
                    <a:pt x="4978" y="1600200"/>
                  </a:lnTo>
                  <a:lnTo>
                    <a:pt x="3670" y="1587500"/>
                  </a:lnTo>
                  <a:lnTo>
                    <a:pt x="28778" y="1587500"/>
                  </a:lnTo>
                  <a:lnTo>
                    <a:pt x="30035" y="1600200"/>
                  </a:lnTo>
                  <a:lnTo>
                    <a:pt x="31368" y="1600200"/>
                  </a:lnTo>
                  <a:lnTo>
                    <a:pt x="32994" y="1612900"/>
                  </a:lnTo>
                  <a:close/>
                </a:path>
                <a:path w="6146165" h="1866900">
                  <a:moveTo>
                    <a:pt x="6139548" y="1612900"/>
                  </a:moveTo>
                  <a:lnTo>
                    <a:pt x="6113094" y="1612900"/>
                  </a:lnTo>
                  <a:lnTo>
                    <a:pt x="6114732" y="1600200"/>
                  </a:lnTo>
                  <a:lnTo>
                    <a:pt x="6116053" y="1600200"/>
                  </a:lnTo>
                  <a:lnTo>
                    <a:pt x="6117310" y="1587500"/>
                  </a:lnTo>
                  <a:lnTo>
                    <a:pt x="6142367" y="1587500"/>
                  </a:lnTo>
                  <a:lnTo>
                    <a:pt x="6141059" y="1600200"/>
                  </a:lnTo>
                  <a:lnTo>
                    <a:pt x="6139548" y="1612900"/>
                  </a:lnTo>
                  <a:close/>
                </a:path>
                <a:path w="6146165" h="1866900">
                  <a:moveTo>
                    <a:pt x="36626" y="1625600"/>
                  </a:moveTo>
                  <a:lnTo>
                    <a:pt x="10045" y="1625600"/>
                  </a:lnTo>
                  <a:lnTo>
                    <a:pt x="8166" y="1612900"/>
                  </a:lnTo>
                  <a:lnTo>
                    <a:pt x="34645" y="1612900"/>
                  </a:lnTo>
                  <a:lnTo>
                    <a:pt x="36626" y="1625600"/>
                  </a:lnTo>
                  <a:close/>
                </a:path>
                <a:path w="6146165" h="1866900">
                  <a:moveTo>
                    <a:pt x="6135966" y="1625600"/>
                  </a:moveTo>
                  <a:lnTo>
                    <a:pt x="6109462" y="1625600"/>
                  </a:lnTo>
                  <a:lnTo>
                    <a:pt x="6111443" y="1612900"/>
                  </a:lnTo>
                  <a:lnTo>
                    <a:pt x="6137846" y="1612900"/>
                  </a:lnTo>
                  <a:lnTo>
                    <a:pt x="6135966" y="1625600"/>
                  </a:lnTo>
                  <a:close/>
                </a:path>
                <a:path w="6146165" h="1866900">
                  <a:moveTo>
                    <a:pt x="43345" y="1651000"/>
                  </a:moveTo>
                  <a:lnTo>
                    <a:pt x="16789" y="1651000"/>
                  </a:lnTo>
                  <a:lnTo>
                    <a:pt x="14363" y="1638300"/>
                  </a:lnTo>
                  <a:lnTo>
                    <a:pt x="12115" y="1625600"/>
                  </a:lnTo>
                  <a:lnTo>
                    <a:pt x="38608" y="1625600"/>
                  </a:lnTo>
                  <a:lnTo>
                    <a:pt x="40944" y="1638300"/>
                  </a:lnTo>
                  <a:lnTo>
                    <a:pt x="43345" y="1651000"/>
                  </a:lnTo>
                  <a:close/>
                </a:path>
                <a:path w="6146165" h="1866900">
                  <a:moveTo>
                    <a:pt x="6129210" y="1651000"/>
                  </a:moveTo>
                  <a:lnTo>
                    <a:pt x="6102743" y="1651000"/>
                  </a:lnTo>
                  <a:lnTo>
                    <a:pt x="6105245" y="1638300"/>
                  </a:lnTo>
                  <a:lnTo>
                    <a:pt x="6107480" y="1625600"/>
                  </a:lnTo>
                  <a:lnTo>
                    <a:pt x="6133896" y="1625600"/>
                  </a:lnTo>
                  <a:lnTo>
                    <a:pt x="6131636" y="1638300"/>
                  </a:lnTo>
                  <a:lnTo>
                    <a:pt x="6129210" y="1651000"/>
                  </a:lnTo>
                  <a:close/>
                </a:path>
                <a:path w="6146165" h="1866900">
                  <a:moveTo>
                    <a:pt x="48628" y="1663700"/>
                  </a:moveTo>
                  <a:lnTo>
                    <a:pt x="22161" y="1663700"/>
                  </a:lnTo>
                  <a:lnTo>
                    <a:pt x="19392" y="1651000"/>
                  </a:lnTo>
                  <a:lnTo>
                    <a:pt x="45796" y="1651000"/>
                  </a:lnTo>
                  <a:lnTo>
                    <a:pt x="48628" y="1663700"/>
                  </a:lnTo>
                  <a:close/>
                </a:path>
                <a:path w="6146165" h="1866900">
                  <a:moveTo>
                    <a:pt x="6123813" y="1663700"/>
                  </a:moveTo>
                  <a:lnTo>
                    <a:pt x="6097460" y="1663700"/>
                  </a:lnTo>
                  <a:lnTo>
                    <a:pt x="6100292" y="1651000"/>
                  </a:lnTo>
                  <a:lnTo>
                    <a:pt x="6126594" y="1651000"/>
                  </a:lnTo>
                  <a:lnTo>
                    <a:pt x="6123813" y="1663700"/>
                  </a:lnTo>
                  <a:close/>
                </a:path>
                <a:path w="6146165" h="1866900">
                  <a:moveTo>
                    <a:pt x="54533" y="1676400"/>
                  </a:moveTo>
                  <a:lnTo>
                    <a:pt x="28232" y="1676400"/>
                  </a:lnTo>
                  <a:lnTo>
                    <a:pt x="25120" y="1663700"/>
                  </a:lnTo>
                  <a:lnTo>
                    <a:pt x="51384" y="1663700"/>
                  </a:lnTo>
                  <a:lnTo>
                    <a:pt x="54533" y="1676400"/>
                  </a:lnTo>
                  <a:close/>
                </a:path>
                <a:path w="6146165" h="1866900">
                  <a:moveTo>
                    <a:pt x="6114427" y="1689100"/>
                  </a:moveTo>
                  <a:lnTo>
                    <a:pt x="6085039" y="1689100"/>
                  </a:lnTo>
                  <a:lnTo>
                    <a:pt x="6088507" y="1676400"/>
                  </a:lnTo>
                  <a:lnTo>
                    <a:pt x="6091555" y="1676400"/>
                  </a:lnTo>
                  <a:lnTo>
                    <a:pt x="6094704" y="1663700"/>
                  </a:lnTo>
                  <a:lnTo>
                    <a:pt x="6120853" y="1663700"/>
                  </a:lnTo>
                  <a:lnTo>
                    <a:pt x="6117729" y="1676400"/>
                  </a:lnTo>
                  <a:lnTo>
                    <a:pt x="6114427" y="1689100"/>
                  </a:lnTo>
                  <a:close/>
                </a:path>
                <a:path w="6146165" h="1866900">
                  <a:moveTo>
                    <a:pt x="68160" y="1701800"/>
                  </a:moveTo>
                  <a:lnTo>
                    <a:pt x="38595" y="1701800"/>
                  </a:lnTo>
                  <a:lnTo>
                    <a:pt x="34975" y="1689100"/>
                  </a:lnTo>
                  <a:lnTo>
                    <a:pt x="31521" y="1676400"/>
                  </a:lnTo>
                  <a:lnTo>
                    <a:pt x="57581" y="1676400"/>
                  </a:lnTo>
                  <a:lnTo>
                    <a:pt x="61061" y="1689100"/>
                  </a:lnTo>
                  <a:lnTo>
                    <a:pt x="64389" y="1689100"/>
                  </a:lnTo>
                  <a:lnTo>
                    <a:pt x="68160" y="1701800"/>
                  </a:lnTo>
                  <a:close/>
                </a:path>
                <a:path w="6146165" h="1866900">
                  <a:moveTo>
                    <a:pt x="6107353" y="1701800"/>
                  </a:moveTo>
                  <a:lnTo>
                    <a:pt x="6077927" y="1701800"/>
                  </a:lnTo>
                  <a:lnTo>
                    <a:pt x="6081712" y="1689100"/>
                  </a:lnTo>
                  <a:lnTo>
                    <a:pt x="6110973" y="1689100"/>
                  </a:lnTo>
                  <a:lnTo>
                    <a:pt x="6107353" y="1701800"/>
                  </a:lnTo>
                  <a:close/>
                </a:path>
                <a:path w="6146165" h="1866900">
                  <a:moveTo>
                    <a:pt x="75831" y="1714500"/>
                  </a:moveTo>
                  <a:lnTo>
                    <a:pt x="46291" y="1714500"/>
                  </a:lnTo>
                  <a:lnTo>
                    <a:pt x="42367" y="1701800"/>
                  </a:lnTo>
                  <a:lnTo>
                    <a:pt x="71767" y="1701800"/>
                  </a:lnTo>
                  <a:lnTo>
                    <a:pt x="75831" y="1714500"/>
                  </a:lnTo>
                  <a:close/>
                </a:path>
                <a:path w="6146165" h="1866900">
                  <a:moveTo>
                    <a:pt x="6099632" y="1714500"/>
                  </a:moveTo>
                  <a:lnTo>
                    <a:pt x="6070257" y="1714500"/>
                  </a:lnTo>
                  <a:lnTo>
                    <a:pt x="6074321" y="1701800"/>
                  </a:lnTo>
                  <a:lnTo>
                    <a:pt x="6103569" y="1701800"/>
                  </a:lnTo>
                  <a:lnTo>
                    <a:pt x="6099632" y="1714500"/>
                  </a:lnTo>
                  <a:close/>
                </a:path>
                <a:path w="6146165" h="1866900">
                  <a:moveTo>
                    <a:pt x="88379" y="1727200"/>
                  </a:moveTo>
                  <a:lnTo>
                    <a:pt x="54622" y="1727200"/>
                  </a:lnTo>
                  <a:lnTo>
                    <a:pt x="50380" y="1714500"/>
                  </a:lnTo>
                  <a:lnTo>
                    <a:pt x="83883" y="1714500"/>
                  </a:lnTo>
                  <a:lnTo>
                    <a:pt x="88379" y="1727200"/>
                  </a:lnTo>
                  <a:close/>
                </a:path>
                <a:path w="6146165" h="1866900">
                  <a:moveTo>
                    <a:pt x="6091301" y="1727200"/>
                  </a:moveTo>
                  <a:lnTo>
                    <a:pt x="6057709" y="1727200"/>
                  </a:lnTo>
                  <a:lnTo>
                    <a:pt x="6062205" y="1714500"/>
                  </a:lnTo>
                  <a:lnTo>
                    <a:pt x="6095542" y="1714500"/>
                  </a:lnTo>
                  <a:lnTo>
                    <a:pt x="6091301" y="1727200"/>
                  </a:lnTo>
                  <a:close/>
                </a:path>
                <a:path w="6146165" h="1866900">
                  <a:moveTo>
                    <a:pt x="97396" y="1739900"/>
                  </a:moveTo>
                  <a:lnTo>
                    <a:pt x="63538" y="1739900"/>
                  </a:lnTo>
                  <a:lnTo>
                    <a:pt x="59004" y="1727200"/>
                  </a:lnTo>
                  <a:lnTo>
                    <a:pt x="92633" y="1727200"/>
                  </a:lnTo>
                  <a:lnTo>
                    <a:pt x="97396" y="1739900"/>
                  </a:lnTo>
                  <a:close/>
                </a:path>
                <a:path w="6146165" h="1866900">
                  <a:moveTo>
                    <a:pt x="6082360" y="1739900"/>
                  </a:moveTo>
                  <a:lnTo>
                    <a:pt x="6048692" y="1739900"/>
                  </a:lnTo>
                  <a:lnTo>
                    <a:pt x="6053455" y="1727200"/>
                  </a:lnTo>
                  <a:lnTo>
                    <a:pt x="6086906" y="1727200"/>
                  </a:lnTo>
                  <a:lnTo>
                    <a:pt x="6082360" y="1739900"/>
                  </a:lnTo>
                  <a:close/>
                </a:path>
                <a:path w="6146165" h="1866900">
                  <a:moveTo>
                    <a:pt x="106921" y="1752600"/>
                  </a:moveTo>
                  <a:lnTo>
                    <a:pt x="73037" y="1752600"/>
                  </a:lnTo>
                  <a:lnTo>
                    <a:pt x="68224" y="1739900"/>
                  </a:lnTo>
                  <a:lnTo>
                    <a:pt x="101892" y="1739900"/>
                  </a:lnTo>
                  <a:lnTo>
                    <a:pt x="106921" y="1752600"/>
                  </a:lnTo>
                  <a:close/>
                </a:path>
                <a:path w="6146165" h="1866900">
                  <a:moveTo>
                    <a:pt x="6072860" y="1752600"/>
                  </a:moveTo>
                  <a:lnTo>
                    <a:pt x="6039167" y="1752600"/>
                  </a:lnTo>
                  <a:lnTo>
                    <a:pt x="6044196" y="1739900"/>
                  </a:lnTo>
                  <a:lnTo>
                    <a:pt x="6077686" y="1739900"/>
                  </a:lnTo>
                  <a:lnTo>
                    <a:pt x="6072860" y="1752600"/>
                  </a:lnTo>
                  <a:close/>
                </a:path>
                <a:path w="6146165" h="1866900">
                  <a:moveTo>
                    <a:pt x="122110" y="1765300"/>
                  </a:moveTo>
                  <a:lnTo>
                    <a:pt x="83096" y="1765300"/>
                  </a:lnTo>
                  <a:lnTo>
                    <a:pt x="78003" y="1752600"/>
                  </a:lnTo>
                  <a:lnTo>
                    <a:pt x="116713" y="1752600"/>
                  </a:lnTo>
                  <a:lnTo>
                    <a:pt x="122110" y="1765300"/>
                  </a:lnTo>
                  <a:close/>
                </a:path>
                <a:path w="6146165" h="1866900">
                  <a:moveTo>
                    <a:pt x="6062789" y="1765300"/>
                  </a:moveTo>
                  <a:lnTo>
                    <a:pt x="6023978" y="1765300"/>
                  </a:lnTo>
                  <a:lnTo>
                    <a:pt x="6029375" y="1752600"/>
                  </a:lnTo>
                  <a:lnTo>
                    <a:pt x="6067894" y="1752600"/>
                  </a:lnTo>
                  <a:lnTo>
                    <a:pt x="6062789" y="1765300"/>
                  </a:lnTo>
                  <a:close/>
                </a:path>
                <a:path w="6146165" h="1866900">
                  <a:moveTo>
                    <a:pt x="138341" y="1778000"/>
                  </a:moveTo>
                  <a:lnTo>
                    <a:pt x="99187" y="1778000"/>
                  </a:lnTo>
                  <a:lnTo>
                    <a:pt x="93700" y="1765300"/>
                  </a:lnTo>
                  <a:lnTo>
                    <a:pt x="132588" y="1765300"/>
                  </a:lnTo>
                  <a:lnTo>
                    <a:pt x="138341" y="1778000"/>
                  </a:lnTo>
                  <a:close/>
                </a:path>
                <a:path w="6146165" h="1866900">
                  <a:moveTo>
                    <a:pt x="6046685" y="1778000"/>
                  </a:moveTo>
                  <a:lnTo>
                    <a:pt x="6007747" y="1778000"/>
                  </a:lnTo>
                  <a:lnTo>
                    <a:pt x="6013500" y="1765300"/>
                  </a:lnTo>
                  <a:lnTo>
                    <a:pt x="6052185" y="1765300"/>
                  </a:lnTo>
                  <a:lnTo>
                    <a:pt x="6046685" y="1778000"/>
                  </a:lnTo>
                  <a:close/>
                </a:path>
                <a:path w="6146165" h="1866900">
                  <a:moveTo>
                    <a:pt x="149694" y="1790700"/>
                  </a:moveTo>
                  <a:lnTo>
                    <a:pt x="110553" y="1790700"/>
                  </a:lnTo>
                  <a:lnTo>
                    <a:pt x="104813" y="1778000"/>
                  </a:lnTo>
                  <a:lnTo>
                    <a:pt x="143725" y="1778000"/>
                  </a:lnTo>
                  <a:lnTo>
                    <a:pt x="149694" y="1790700"/>
                  </a:lnTo>
                  <a:close/>
                </a:path>
                <a:path w="6146165" h="1866900">
                  <a:moveTo>
                    <a:pt x="6035306" y="1790700"/>
                  </a:moveTo>
                  <a:lnTo>
                    <a:pt x="5996393" y="1790700"/>
                  </a:lnTo>
                  <a:lnTo>
                    <a:pt x="6002362" y="1778000"/>
                  </a:lnTo>
                  <a:lnTo>
                    <a:pt x="6041059" y="1778000"/>
                  </a:lnTo>
                  <a:lnTo>
                    <a:pt x="6035306" y="1790700"/>
                  </a:lnTo>
                  <a:close/>
                </a:path>
                <a:path w="6146165" h="1866900">
                  <a:moveTo>
                    <a:pt x="173634" y="1803400"/>
                  </a:moveTo>
                  <a:lnTo>
                    <a:pt x="128511" y="1803400"/>
                  </a:lnTo>
                  <a:lnTo>
                    <a:pt x="122402" y="1790700"/>
                  </a:lnTo>
                  <a:lnTo>
                    <a:pt x="167233" y="1790700"/>
                  </a:lnTo>
                  <a:lnTo>
                    <a:pt x="173634" y="1803400"/>
                  </a:lnTo>
                  <a:close/>
                </a:path>
                <a:path w="6146165" h="1866900">
                  <a:moveTo>
                    <a:pt x="6017336" y="1803400"/>
                  </a:moveTo>
                  <a:lnTo>
                    <a:pt x="5972467" y="1803400"/>
                  </a:lnTo>
                  <a:lnTo>
                    <a:pt x="5978855" y="1790700"/>
                  </a:lnTo>
                  <a:lnTo>
                    <a:pt x="6023444" y="1790700"/>
                  </a:lnTo>
                  <a:lnTo>
                    <a:pt x="6017336" y="1803400"/>
                  </a:lnTo>
                  <a:close/>
                </a:path>
                <a:path w="6146165" h="1866900">
                  <a:moveTo>
                    <a:pt x="192570" y="1816100"/>
                  </a:moveTo>
                  <a:lnTo>
                    <a:pt x="147497" y="1816100"/>
                  </a:lnTo>
                  <a:lnTo>
                    <a:pt x="141058" y="1803400"/>
                  </a:lnTo>
                  <a:lnTo>
                    <a:pt x="185889" y="1803400"/>
                  </a:lnTo>
                  <a:lnTo>
                    <a:pt x="192570" y="1816100"/>
                  </a:lnTo>
                  <a:close/>
                </a:path>
                <a:path w="6146165" h="1866900">
                  <a:moveTo>
                    <a:pt x="199059" y="1816100"/>
                  </a:moveTo>
                  <a:lnTo>
                    <a:pt x="192570" y="1816100"/>
                  </a:lnTo>
                  <a:lnTo>
                    <a:pt x="192290" y="1803400"/>
                  </a:lnTo>
                  <a:lnTo>
                    <a:pt x="199059" y="1816100"/>
                  </a:lnTo>
                  <a:close/>
                </a:path>
                <a:path w="6146165" h="1866900">
                  <a:moveTo>
                    <a:pt x="5953518" y="1816100"/>
                  </a:moveTo>
                  <a:lnTo>
                    <a:pt x="5947041" y="1816100"/>
                  </a:lnTo>
                  <a:lnTo>
                    <a:pt x="5953798" y="1803400"/>
                  </a:lnTo>
                  <a:lnTo>
                    <a:pt x="5953518" y="1816100"/>
                  </a:lnTo>
                  <a:close/>
                </a:path>
                <a:path w="6146165" h="1866900">
                  <a:moveTo>
                    <a:pt x="5998337" y="1816100"/>
                  </a:moveTo>
                  <a:lnTo>
                    <a:pt x="5953518" y="1816100"/>
                  </a:lnTo>
                  <a:lnTo>
                    <a:pt x="5960198" y="1803400"/>
                  </a:lnTo>
                  <a:lnTo>
                    <a:pt x="6004775" y="1803400"/>
                  </a:lnTo>
                  <a:lnTo>
                    <a:pt x="5998337" y="1816100"/>
                  </a:lnTo>
                  <a:close/>
                </a:path>
                <a:path w="6146165" h="1866900">
                  <a:moveTo>
                    <a:pt x="225831" y="1828800"/>
                  </a:moveTo>
                  <a:lnTo>
                    <a:pt x="167462" y="1828800"/>
                  </a:lnTo>
                  <a:lnTo>
                    <a:pt x="160705" y="1816100"/>
                  </a:lnTo>
                  <a:lnTo>
                    <a:pt x="218719" y="1816100"/>
                  </a:lnTo>
                  <a:lnTo>
                    <a:pt x="225831" y="1828800"/>
                  </a:lnTo>
                  <a:close/>
                </a:path>
                <a:path w="6146165" h="1866900">
                  <a:moveTo>
                    <a:pt x="5978359" y="1828800"/>
                  </a:moveTo>
                  <a:lnTo>
                    <a:pt x="5920257" y="1828800"/>
                  </a:lnTo>
                  <a:lnTo>
                    <a:pt x="5927369" y="1816100"/>
                  </a:lnTo>
                  <a:lnTo>
                    <a:pt x="5985116" y="1816100"/>
                  </a:lnTo>
                  <a:lnTo>
                    <a:pt x="5978359" y="1828800"/>
                  </a:lnTo>
                  <a:close/>
                </a:path>
                <a:path w="6146165" h="1866900">
                  <a:moveTo>
                    <a:pt x="275488" y="1841500"/>
                  </a:moveTo>
                  <a:lnTo>
                    <a:pt x="188302" y="1841500"/>
                  </a:lnTo>
                  <a:lnTo>
                    <a:pt x="181267" y="1828800"/>
                  </a:lnTo>
                  <a:lnTo>
                    <a:pt x="267881" y="1828800"/>
                  </a:lnTo>
                  <a:lnTo>
                    <a:pt x="275488" y="1841500"/>
                  </a:lnTo>
                  <a:close/>
                </a:path>
                <a:path w="6146165" h="1866900">
                  <a:moveTo>
                    <a:pt x="5957493" y="1841500"/>
                  </a:moveTo>
                  <a:lnTo>
                    <a:pt x="5870600" y="1841500"/>
                  </a:lnTo>
                  <a:lnTo>
                    <a:pt x="5878207" y="1828800"/>
                  </a:lnTo>
                  <a:lnTo>
                    <a:pt x="5964555" y="1828800"/>
                  </a:lnTo>
                  <a:lnTo>
                    <a:pt x="5957493" y="1841500"/>
                  </a:lnTo>
                  <a:close/>
                </a:path>
                <a:path w="6146165" h="1866900">
                  <a:moveTo>
                    <a:pt x="5920917" y="1854200"/>
                  </a:moveTo>
                  <a:lnTo>
                    <a:pt x="224866" y="1854200"/>
                  </a:lnTo>
                  <a:lnTo>
                    <a:pt x="217385" y="1841500"/>
                  </a:lnTo>
                  <a:lnTo>
                    <a:pt x="5928398" y="1841500"/>
                  </a:lnTo>
                  <a:lnTo>
                    <a:pt x="5920917" y="1854200"/>
                  </a:lnTo>
                  <a:close/>
                </a:path>
                <a:path w="6146165" h="1866900">
                  <a:moveTo>
                    <a:pt x="5874753" y="1866900"/>
                  </a:moveTo>
                  <a:lnTo>
                    <a:pt x="271335" y="1866900"/>
                  </a:lnTo>
                  <a:lnTo>
                    <a:pt x="263410" y="1854200"/>
                  </a:lnTo>
                  <a:lnTo>
                    <a:pt x="5882360" y="1854200"/>
                  </a:lnTo>
                  <a:lnTo>
                    <a:pt x="5874753" y="186690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65440" y="2897784"/>
            <a:ext cx="4090035" cy="17760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0"/>
              </a:spcBef>
            </a:pPr>
            <a:r>
              <a:rPr sz="3200" spc="-15" dirty="0">
                <a:solidFill>
                  <a:srgbClr val="0000FF"/>
                </a:solidFill>
                <a:latin typeface="Noto Sans Mono CJK HK"/>
                <a:cs typeface="Noto Sans Mono CJK HK"/>
              </a:rPr>
              <a:t>规定单片或级连方式：</a:t>
            </a:r>
            <a:r>
              <a:rPr sz="32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SNGL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，单片方式</a:t>
            </a:r>
            <a:r>
              <a:rPr sz="3200" spc="-50" dirty="0">
                <a:solidFill>
                  <a:srgbClr val="0000FF"/>
                </a:solidFill>
                <a:latin typeface="Noto Sans Mono CJK HK"/>
                <a:cs typeface="Noto Sans Mono CJK HK"/>
              </a:rPr>
              <a:t> 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SNGL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2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，级连方式</a:t>
            </a:r>
            <a:endParaRPr sz="3200">
              <a:latin typeface="Noto Sans Mono CJK HK"/>
              <a:cs typeface="Noto Sans Mono CJK HK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1086" rIns="0" bIns="0" rtlCol="0">
            <a:spAutoFit/>
          </a:bodyPr>
          <a:lstStyle/>
          <a:p>
            <a:pPr marL="24257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ICW1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358775" y="1590675"/>
          <a:ext cx="8470900" cy="498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5844"/>
                <a:gridCol w="1046480"/>
                <a:gridCol w="1042669"/>
                <a:gridCol w="1049655"/>
                <a:gridCol w="1052195"/>
                <a:gridCol w="1040129"/>
                <a:gridCol w="1042670"/>
                <a:gridCol w="1046479"/>
              </a:tblGrid>
              <a:tr h="4984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LTIM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2400" b="1" spc="-50" dirty="0">
                          <a:solidFill>
                            <a:srgbClr val="333399"/>
                          </a:solidFill>
                          <a:latin typeface="Noto Sans CJK HK"/>
                          <a:cs typeface="Noto Sans CJK HK"/>
                        </a:rPr>
                        <a:t>×</a:t>
                      </a:r>
                      <a:endParaRPr sz="2400">
                        <a:latin typeface="Noto Sans CJK HK"/>
                        <a:cs typeface="Noto Sans CJK HK"/>
                      </a:endParaRPr>
                    </a:p>
                  </a:txBody>
                  <a:tcPr marL="0" marR="0" marT="2222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SNGL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575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400" b="1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IC4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1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84212" y="1113155"/>
            <a:ext cx="7744459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58545" algn="l"/>
                <a:tab pos="2103120" algn="l"/>
                <a:tab pos="3148965" algn="l"/>
                <a:tab pos="4196080" algn="l"/>
                <a:tab pos="5242560" algn="l"/>
                <a:tab pos="6287770" algn="l"/>
                <a:tab pos="7332345" algn="l"/>
              </a:tabLst>
            </a:pP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98805" y="2144395"/>
            <a:ext cx="7934325" cy="3751580"/>
            <a:chOff x="598855" y="2144102"/>
            <a:chExt cx="7934325" cy="3228340"/>
          </a:xfrm>
        </p:grpSpPr>
        <p:sp>
          <p:nvSpPr>
            <p:cNvPr id="9" name="object 9"/>
            <p:cNvSpPr/>
            <p:nvPr/>
          </p:nvSpPr>
          <p:spPr>
            <a:xfrm>
              <a:off x="8219541" y="2144102"/>
              <a:ext cx="85725" cy="761365"/>
            </a:xfrm>
            <a:custGeom>
              <a:avLst/>
              <a:gdLst/>
              <a:ahLst/>
              <a:cxnLst/>
              <a:rect l="l" t="t" r="r" b="b"/>
              <a:pathLst>
                <a:path w="85725" h="761364">
                  <a:moveTo>
                    <a:pt x="57150" y="696976"/>
                  </a:moveTo>
                  <a:lnTo>
                    <a:pt x="28575" y="696976"/>
                  </a:lnTo>
                  <a:lnTo>
                    <a:pt x="28575" y="0"/>
                  </a:lnTo>
                  <a:lnTo>
                    <a:pt x="57150" y="0"/>
                  </a:lnTo>
                  <a:lnTo>
                    <a:pt x="57150" y="696976"/>
                  </a:lnTo>
                  <a:close/>
                </a:path>
                <a:path w="85725" h="761364">
                  <a:moveTo>
                    <a:pt x="42862" y="761263"/>
                  </a:moveTo>
                  <a:lnTo>
                    <a:pt x="0" y="675538"/>
                  </a:lnTo>
                  <a:lnTo>
                    <a:pt x="28575" y="675538"/>
                  </a:lnTo>
                  <a:lnTo>
                    <a:pt x="28575" y="696976"/>
                  </a:lnTo>
                  <a:lnTo>
                    <a:pt x="75006" y="696976"/>
                  </a:lnTo>
                  <a:lnTo>
                    <a:pt x="42862" y="761263"/>
                  </a:lnTo>
                  <a:close/>
                </a:path>
                <a:path w="85725" h="761364">
                  <a:moveTo>
                    <a:pt x="75006" y="696976"/>
                  </a:moveTo>
                  <a:lnTo>
                    <a:pt x="57150" y="696976"/>
                  </a:lnTo>
                  <a:lnTo>
                    <a:pt x="57150" y="675538"/>
                  </a:lnTo>
                  <a:lnTo>
                    <a:pt x="85725" y="675538"/>
                  </a:lnTo>
                  <a:lnTo>
                    <a:pt x="75006" y="696976"/>
                  </a:lnTo>
                  <a:close/>
                </a:path>
              </a:pathLst>
            </a:custGeom>
            <a:solidFill>
              <a:srgbClr val="0000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98855" y="2921241"/>
              <a:ext cx="7934325" cy="2451100"/>
            </a:xfrm>
            <a:custGeom>
              <a:avLst/>
              <a:gdLst/>
              <a:ahLst/>
              <a:cxnLst/>
              <a:rect l="l" t="t" r="r" b="b"/>
              <a:pathLst>
                <a:path w="7934325" h="2451100">
                  <a:moveTo>
                    <a:pt x="7620749" y="12700"/>
                  </a:moveTo>
                  <a:lnTo>
                    <a:pt x="313512" y="12700"/>
                  </a:lnTo>
                  <a:lnTo>
                    <a:pt x="323265" y="0"/>
                  </a:lnTo>
                  <a:lnTo>
                    <a:pt x="7610690" y="0"/>
                  </a:lnTo>
                  <a:lnTo>
                    <a:pt x="7620749" y="12700"/>
                  </a:lnTo>
                  <a:close/>
                </a:path>
                <a:path w="7934325" h="2451100">
                  <a:moveTo>
                    <a:pt x="7659992" y="25400"/>
                  </a:moveTo>
                  <a:lnTo>
                    <a:pt x="264718" y="25400"/>
                  </a:lnTo>
                  <a:lnTo>
                    <a:pt x="274269" y="12700"/>
                  </a:lnTo>
                  <a:lnTo>
                    <a:pt x="7650340" y="12700"/>
                  </a:lnTo>
                  <a:lnTo>
                    <a:pt x="7659992" y="25400"/>
                  </a:lnTo>
                  <a:close/>
                </a:path>
                <a:path w="7934325" h="2451100">
                  <a:moveTo>
                    <a:pt x="310184" y="38100"/>
                  </a:moveTo>
                  <a:lnTo>
                    <a:pt x="236778" y="38100"/>
                  </a:lnTo>
                  <a:lnTo>
                    <a:pt x="245973" y="25400"/>
                  </a:lnTo>
                  <a:lnTo>
                    <a:pt x="319849" y="25400"/>
                  </a:lnTo>
                  <a:lnTo>
                    <a:pt x="310184" y="38100"/>
                  </a:lnTo>
                  <a:close/>
                </a:path>
                <a:path w="7934325" h="2451100">
                  <a:moveTo>
                    <a:pt x="7697457" y="38100"/>
                  </a:moveTo>
                  <a:lnTo>
                    <a:pt x="7623771" y="38100"/>
                  </a:lnTo>
                  <a:lnTo>
                    <a:pt x="7614119" y="25400"/>
                  </a:lnTo>
                  <a:lnTo>
                    <a:pt x="7688275" y="25400"/>
                  </a:lnTo>
                  <a:lnTo>
                    <a:pt x="7697457" y="38100"/>
                  </a:lnTo>
                  <a:close/>
                </a:path>
                <a:path w="7934325" h="2451100">
                  <a:moveTo>
                    <a:pt x="273748" y="50800"/>
                  </a:moveTo>
                  <a:lnTo>
                    <a:pt x="209943" y="50800"/>
                  </a:lnTo>
                  <a:lnTo>
                    <a:pt x="218757" y="38100"/>
                  </a:lnTo>
                  <a:lnTo>
                    <a:pt x="283006" y="38100"/>
                  </a:lnTo>
                  <a:lnTo>
                    <a:pt x="273748" y="50800"/>
                  </a:lnTo>
                  <a:close/>
                </a:path>
                <a:path w="7934325" h="2451100">
                  <a:moveTo>
                    <a:pt x="7724279" y="50800"/>
                  </a:moveTo>
                  <a:lnTo>
                    <a:pt x="7660208" y="50800"/>
                  </a:lnTo>
                  <a:lnTo>
                    <a:pt x="7650962" y="38100"/>
                  </a:lnTo>
                  <a:lnTo>
                    <a:pt x="7715478" y="38100"/>
                  </a:lnTo>
                  <a:lnTo>
                    <a:pt x="7724279" y="50800"/>
                  </a:lnTo>
                  <a:close/>
                </a:path>
                <a:path w="7934325" h="2451100">
                  <a:moveTo>
                    <a:pt x="247523" y="63500"/>
                  </a:moveTo>
                  <a:lnTo>
                    <a:pt x="192709" y="63500"/>
                  </a:lnTo>
                  <a:lnTo>
                    <a:pt x="201256" y="50800"/>
                  </a:lnTo>
                  <a:lnTo>
                    <a:pt x="256438" y="50800"/>
                  </a:lnTo>
                  <a:lnTo>
                    <a:pt x="247523" y="63500"/>
                  </a:lnTo>
                  <a:close/>
                </a:path>
                <a:path w="7934325" h="2451100">
                  <a:moveTo>
                    <a:pt x="7741500" y="63500"/>
                  </a:moveTo>
                  <a:lnTo>
                    <a:pt x="7686433" y="63500"/>
                  </a:lnTo>
                  <a:lnTo>
                    <a:pt x="7677531" y="50800"/>
                  </a:lnTo>
                  <a:lnTo>
                    <a:pt x="7732966" y="50800"/>
                  </a:lnTo>
                  <a:lnTo>
                    <a:pt x="7741500" y="63500"/>
                  </a:lnTo>
                  <a:close/>
                </a:path>
                <a:path w="7934325" h="2451100">
                  <a:moveTo>
                    <a:pt x="222338" y="76200"/>
                  </a:moveTo>
                  <a:lnTo>
                    <a:pt x="175793" y="76200"/>
                  </a:lnTo>
                  <a:lnTo>
                    <a:pt x="184302" y="63500"/>
                  </a:lnTo>
                  <a:lnTo>
                    <a:pt x="230886" y="63500"/>
                  </a:lnTo>
                  <a:lnTo>
                    <a:pt x="222338" y="76200"/>
                  </a:lnTo>
                  <a:close/>
                </a:path>
                <a:path w="7934325" h="2451100">
                  <a:moveTo>
                    <a:pt x="7758163" y="76200"/>
                  </a:moveTo>
                  <a:lnTo>
                    <a:pt x="7711630" y="76200"/>
                  </a:lnTo>
                  <a:lnTo>
                    <a:pt x="7703083" y="63500"/>
                  </a:lnTo>
                  <a:lnTo>
                    <a:pt x="7749908" y="63500"/>
                  </a:lnTo>
                  <a:lnTo>
                    <a:pt x="7758163" y="76200"/>
                  </a:lnTo>
                  <a:close/>
                </a:path>
                <a:path w="7934325" h="2451100">
                  <a:moveTo>
                    <a:pt x="198272" y="88900"/>
                  </a:moveTo>
                  <a:lnTo>
                    <a:pt x="159956" y="88900"/>
                  </a:lnTo>
                  <a:lnTo>
                    <a:pt x="167919" y="76200"/>
                  </a:lnTo>
                  <a:lnTo>
                    <a:pt x="206425" y="76200"/>
                  </a:lnTo>
                  <a:lnTo>
                    <a:pt x="198272" y="88900"/>
                  </a:lnTo>
                  <a:close/>
                </a:path>
                <a:path w="7934325" h="2451100">
                  <a:moveTo>
                    <a:pt x="7774241" y="88900"/>
                  </a:moveTo>
                  <a:lnTo>
                    <a:pt x="7735684" y="88900"/>
                  </a:lnTo>
                  <a:lnTo>
                    <a:pt x="7727543" y="76200"/>
                  </a:lnTo>
                  <a:lnTo>
                    <a:pt x="7766278" y="76200"/>
                  </a:lnTo>
                  <a:lnTo>
                    <a:pt x="7774241" y="88900"/>
                  </a:lnTo>
                  <a:close/>
                </a:path>
                <a:path w="7934325" h="2451100">
                  <a:moveTo>
                    <a:pt x="182892" y="101600"/>
                  </a:moveTo>
                  <a:lnTo>
                    <a:pt x="144475" y="101600"/>
                  </a:lnTo>
                  <a:lnTo>
                    <a:pt x="152145" y="88900"/>
                  </a:lnTo>
                  <a:lnTo>
                    <a:pt x="190766" y="88900"/>
                  </a:lnTo>
                  <a:lnTo>
                    <a:pt x="182892" y="101600"/>
                  </a:lnTo>
                  <a:close/>
                </a:path>
                <a:path w="7934325" h="2451100">
                  <a:moveTo>
                    <a:pt x="7789710" y="101600"/>
                  </a:moveTo>
                  <a:lnTo>
                    <a:pt x="7751064" y="101600"/>
                  </a:lnTo>
                  <a:lnTo>
                    <a:pt x="7743202" y="88900"/>
                  </a:lnTo>
                  <a:lnTo>
                    <a:pt x="7781823" y="88900"/>
                  </a:lnTo>
                  <a:lnTo>
                    <a:pt x="7789710" y="101600"/>
                  </a:lnTo>
                  <a:close/>
                </a:path>
                <a:path w="7934325" h="2451100">
                  <a:moveTo>
                    <a:pt x="168071" y="114300"/>
                  </a:moveTo>
                  <a:lnTo>
                    <a:pt x="129641" y="114300"/>
                  </a:lnTo>
                  <a:lnTo>
                    <a:pt x="136982" y="101600"/>
                  </a:lnTo>
                  <a:lnTo>
                    <a:pt x="175653" y="101600"/>
                  </a:lnTo>
                  <a:lnTo>
                    <a:pt x="168071" y="114300"/>
                  </a:lnTo>
                  <a:close/>
                </a:path>
                <a:path w="7934325" h="2451100">
                  <a:moveTo>
                    <a:pt x="7804543" y="114300"/>
                  </a:moveTo>
                  <a:lnTo>
                    <a:pt x="7765884" y="114300"/>
                  </a:lnTo>
                  <a:lnTo>
                    <a:pt x="7758315" y="101600"/>
                  </a:lnTo>
                  <a:lnTo>
                    <a:pt x="7797203" y="101600"/>
                  </a:lnTo>
                  <a:lnTo>
                    <a:pt x="7804543" y="114300"/>
                  </a:lnTo>
                  <a:close/>
                </a:path>
                <a:path w="7934325" h="2451100">
                  <a:moveTo>
                    <a:pt x="153835" y="127000"/>
                  </a:moveTo>
                  <a:lnTo>
                    <a:pt x="115468" y="127000"/>
                  </a:lnTo>
                  <a:lnTo>
                    <a:pt x="122466" y="114300"/>
                  </a:lnTo>
                  <a:lnTo>
                    <a:pt x="161112" y="114300"/>
                  </a:lnTo>
                  <a:lnTo>
                    <a:pt x="153835" y="127000"/>
                  </a:lnTo>
                  <a:close/>
                </a:path>
                <a:path w="7934325" h="2451100">
                  <a:moveTo>
                    <a:pt x="7818704" y="127000"/>
                  </a:moveTo>
                  <a:lnTo>
                    <a:pt x="7780121" y="127000"/>
                  </a:lnTo>
                  <a:lnTo>
                    <a:pt x="7772857" y="114300"/>
                  </a:lnTo>
                  <a:lnTo>
                    <a:pt x="7811706" y="114300"/>
                  </a:lnTo>
                  <a:lnTo>
                    <a:pt x="7818704" y="127000"/>
                  </a:lnTo>
                  <a:close/>
                </a:path>
                <a:path w="7934325" h="2451100">
                  <a:moveTo>
                    <a:pt x="140220" y="139700"/>
                  </a:moveTo>
                  <a:lnTo>
                    <a:pt x="101980" y="139700"/>
                  </a:lnTo>
                  <a:lnTo>
                    <a:pt x="108635" y="127000"/>
                  </a:lnTo>
                  <a:lnTo>
                    <a:pt x="147167" y="127000"/>
                  </a:lnTo>
                  <a:lnTo>
                    <a:pt x="140220" y="139700"/>
                  </a:lnTo>
                  <a:close/>
                </a:path>
                <a:path w="7934325" h="2451100">
                  <a:moveTo>
                    <a:pt x="7832178" y="139700"/>
                  </a:moveTo>
                  <a:lnTo>
                    <a:pt x="7793748" y="139700"/>
                  </a:lnTo>
                  <a:lnTo>
                    <a:pt x="7786789" y="127000"/>
                  </a:lnTo>
                  <a:lnTo>
                    <a:pt x="7825536" y="127000"/>
                  </a:lnTo>
                  <a:lnTo>
                    <a:pt x="7832178" y="139700"/>
                  </a:lnTo>
                  <a:close/>
                </a:path>
                <a:path w="7934325" h="2451100">
                  <a:moveTo>
                    <a:pt x="114896" y="165100"/>
                  </a:moveTo>
                  <a:lnTo>
                    <a:pt x="83096" y="165100"/>
                  </a:lnTo>
                  <a:lnTo>
                    <a:pt x="89204" y="152400"/>
                  </a:lnTo>
                  <a:lnTo>
                    <a:pt x="95503" y="139700"/>
                  </a:lnTo>
                  <a:lnTo>
                    <a:pt x="133845" y="139700"/>
                  </a:lnTo>
                  <a:lnTo>
                    <a:pt x="127228" y="152400"/>
                  </a:lnTo>
                  <a:lnTo>
                    <a:pt x="121170" y="152400"/>
                  </a:lnTo>
                  <a:lnTo>
                    <a:pt x="114896" y="165100"/>
                  </a:lnTo>
                  <a:close/>
                </a:path>
                <a:path w="7934325" h="2451100">
                  <a:moveTo>
                    <a:pt x="7851051" y="165100"/>
                  </a:moveTo>
                  <a:lnTo>
                    <a:pt x="7819059" y="165100"/>
                  </a:lnTo>
                  <a:lnTo>
                    <a:pt x="7812785" y="152400"/>
                  </a:lnTo>
                  <a:lnTo>
                    <a:pt x="7806740" y="152400"/>
                  </a:lnTo>
                  <a:lnTo>
                    <a:pt x="7800111" y="139700"/>
                  </a:lnTo>
                  <a:lnTo>
                    <a:pt x="7838655" y="139700"/>
                  </a:lnTo>
                  <a:lnTo>
                    <a:pt x="7844942" y="152400"/>
                  </a:lnTo>
                  <a:lnTo>
                    <a:pt x="7851051" y="165100"/>
                  </a:lnTo>
                  <a:close/>
                </a:path>
                <a:path w="7934325" h="2451100">
                  <a:moveTo>
                    <a:pt x="97701" y="190500"/>
                  </a:moveTo>
                  <a:lnTo>
                    <a:pt x="65912" y="190500"/>
                  </a:lnTo>
                  <a:lnTo>
                    <a:pt x="71450" y="177800"/>
                  </a:lnTo>
                  <a:lnTo>
                    <a:pt x="77177" y="165100"/>
                  </a:lnTo>
                  <a:lnTo>
                    <a:pt x="109181" y="165100"/>
                  </a:lnTo>
                  <a:lnTo>
                    <a:pt x="103250" y="177800"/>
                  </a:lnTo>
                  <a:lnTo>
                    <a:pt x="103441" y="177800"/>
                  </a:lnTo>
                  <a:lnTo>
                    <a:pt x="97701" y="190500"/>
                  </a:lnTo>
                  <a:close/>
                </a:path>
                <a:path w="7934325" h="2451100">
                  <a:moveTo>
                    <a:pt x="7868221" y="190500"/>
                  </a:moveTo>
                  <a:lnTo>
                    <a:pt x="7836268" y="190500"/>
                  </a:lnTo>
                  <a:lnTo>
                    <a:pt x="7830527" y="177800"/>
                  </a:lnTo>
                  <a:lnTo>
                    <a:pt x="7830705" y="177800"/>
                  </a:lnTo>
                  <a:lnTo>
                    <a:pt x="7824787" y="165100"/>
                  </a:lnTo>
                  <a:lnTo>
                    <a:pt x="7856969" y="165100"/>
                  </a:lnTo>
                  <a:lnTo>
                    <a:pt x="7862684" y="177800"/>
                  </a:lnTo>
                  <a:lnTo>
                    <a:pt x="7868221" y="190500"/>
                  </a:lnTo>
                  <a:close/>
                </a:path>
                <a:path w="7934325" h="2451100">
                  <a:moveTo>
                    <a:pt x="77304" y="215900"/>
                  </a:moveTo>
                  <a:lnTo>
                    <a:pt x="50507" y="215900"/>
                  </a:lnTo>
                  <a:lnTo>
                    <a:pt x="55435" y="203200"/>
                  </a:lnTo>
                  <a:lnTo>
                    <a:pt x="60578" y="190500"/>
                  </a:lnTo>
                  <a:lnTo>
                    <a:pt x="92494" y="190500"/>
                  </a:lnTo>
                  <a:lnTo>
                    <a:pt x="87122" y="203200"/>
                  </a:lnTo>
                  <a:lnTo>
                    <a:pt x="82283" y="203200"/>
                  </a:lnTo>
                  <a:lnTo>
                    <a:pt x="77304" y="215900"/>
                  </a:lnTo>
                  <a:close/>
                </a:path>
                <a:path w="7934325" h="2451100">
                  <a:moveTo>
                    <a:pt x="7883601" y="215900"/>
                  </a:moveTo>
                  <a:lnTo>
                    <a:pt x="7856664" y="215900"/>
                  </a:lnTo>
                  <a:lnTo>
                    <a:pt x="7851686" y="203200"/>
                  </a:lnTo>
                  <a:lnTo>
                    <a:pt x="7846834" y="203200"/>
                  </a:lnTo>
                  <a:lnTo>
                    <a:pt x="7841475" y="190500"/>
                  </a:lnTo>
                  <a:lnTo>
                    <a:pt x="7873542" y="190500"/>
                  </a:lnTo>
                  <a:lnTo>
                    <a:pt x="7878673" y="203200"/>
                  </a:lnTo>
                  <a:lnTo>
                    <a:pt x="7883601" y="215900"/>
                  </a:lnTo>
                  <a:close/>
                </a:path>
                <a:path w="7934325" h="2451100">
                  <a:moveTo>
                    <a:pt x="59994" y="254000"/>
                  </a:moveTo>
                  <a:lnTo>
                    <a:pt x="32905" y="254000"/>
                  </a:lnTo>
                  <a:lnTo>
                    <a:pt x="36982" y="241300"/>
                  </a:lnTo>
                  <a:lnTo>
                    <a:pt x="41275" y="228600"/>
                  </a:lnTo>
                  <a:lnTo>
                    <a:pt x="45783" y="215900"/>
                  </a:lnTo>
                  <a:lnTo>
                    <a:pt x="77457" y="215900"/>
                  </a:lnTo>
                  <a:lnTo>
                    <a:pt x="72682" y="228600"/>
                  </a:lnTo>
                  <a:lnTo>
                    <a:pt x="68389" y="228600"/>
                  </a:lnTo>
                  <a:lnTo>
                    <a:pt x="64020" y="241300"/>
                  </a:lnTo>
                  <a:lnTo>
                    <a:pt x="64160" y="241300"/>
                  </a:lnTo>
                  <a:lnTo>
                    <a:pt x="59994" y="254000"/>
                  </a:lnTo>
                  <a:close/>
                </a:path>
                <a:path w="7934325" h="2451100">
                  <a:moveTo>
                    <a:pt x="7901178" y="254000"/>
                  </a:moveTo>
                  <a:lnTo>
                    <a:pt x="7873961" y="254000"/>
                  </a:lnTo>
                  <a:lnTo>
                    <a:pt x="7869808" y="241300"/>
                  </a:lnTo>
                  <a:lnTo>
                    <a:pt x="7865567" y="228600"/>
                  </a:lnTo>
                  <a:lnTo>
                    <a:pt x="7861287" y="228600"/>
                  </a:lnTo>
                  <a:lnTo>
                    <a:pt x="7856512" y="215900"/>
                  </a:lnTo>
                  <a:lnTo>
                    <a:pt x="7888312" y="215900"/>
                  </a:lnTo>
                  <a:lnTo>
                    <a:pt x="7892821" y="228600"/>
                  </a:lnTo>
                  <a:lnTo>
                    <a:pt x="7897114" y="241300"/>
                  </a:lnTo>
                  <a:lnTo>
                    <a:pt x="7901178" y="254000"/>
                  </a:lnTo>
                  <a:close/>
                </a:path>
                <a:path w="7934325" h="2451100">
                  <a:moveTo>
                    <a:pt x="42989" y="292100"/>
                  </a:moveTo>
                  <a:lnTo>
                    <a:pt x="18834" y="292100"/>
                  </a:lnTo>
                  <a:lnTo>
                    <a:pt x="22009" y="279400"/>
                  </a:lnTo>
                  <a:lnTo>
                    <a:pt x="25412" y="266700"/>
                  </a:lnTo>
                  <a:lnTo>
                    <a:pt x="29044" y="254000"/>
                  </a:lnTo>
                  <a:lnTo>
                    <a:pt x="56299" y="254000"/>
                  </a:lnTo>
                  <a:lnTo>
                    <a:pt x="52552" y="266700"/>
                  </a:lnTo>
                  <a:lnTo>
                    <a:pt x="49148" y="279400"/>
                  </a:lnTo>
                  <a:lnTo>
                    <a:pt x="46062" y="279400"/>
                  </a:lnTo>
                  <a:lnTo>
                    <a:pt x="42989" y="292100"/>
                  </a:lnTo>
                  <a:close/>
                </a:path>
                <a:path w="7934325" h="2451100">
                  <a:moveTo>
                    <a:pt x="7915224" y="292100"/>
                  </a:moveTo>
                  <a:lnTo>
                    <a:pt x="7890967" y="292100"/>
                  </a:lnTo>
                  <a:lnTo>
                    <a:pt x="7887893" y="279400"/>
                  </a:lnTo>
                  <a:lnTo>
                    <a:pt x="7884807" y="279400"/>
                  </a:lnTo>
                  <a:lnTo>
                    <a:pt x="7881289" y="266700"/>
                  </a:lnTo>
                  <a:lnTo>
                    <a:pt x="7877670" y="254000"/>
                  </a:lnTo>
                  <a:lnTo>
                    <a:pt x="7905026" y="254000"/>
                  </a:lnTo>
                  <a:lnTo>
                    <a:pt x="7908658" y="266700"/>
                  </a:lnTo>
                  <a:lnTo>
                    <a:pt x="7912049" y="279400"/>
                  </a:lnTo>
                  <a:lnTo>
                    <a:pt x="7915224" y="292100"/>
                  </a:lnTo>
                  <a:close/>
                </a:path>
                <a:path w="7934325" h="2451100">
                  <a:moveTo>
                    <a:pt x="31508" y="342900"/>
                  </a:moveTo>
                  <a:lnTo>
                    <a:pt x="6553" y="342900"/>
                  </a:lnTo>
                  <a:lnTo>
                    <a:pt x="8521" y="330200"/>
                  </a:lnTo>
                  <a:lnTo>
                    <a:pt x="10744" y="317500"/>
                  </a:lnTo>
                  <a:lnTo>
                    <a:pt x="13195" y="304800"/>
                  </a:lnTo>
                  <a:lnTo>
                    <a:pt x="15900" y="292100"/>
                  </a:lnTo>
                  <a:lnTo>
                    <a:pt x="43091" y="292100"/>
                  </a:lnTo>
                  <a:lnTo>
                    <a:pt x="40246" y="304800"/>
                  </a:lnTo>
                  <a:lnTo>
                    <a:pt x="37718" y="317500"/>
                  </a:lnTo>
                  <a:lnTo>
                    <a:pt x="35483" y="317500"/>
                  </a:lnTo>
                  <a:lnTo>
                    <a:pt x="33337" y="330200"/>
                  </a:lnTo>
                  <a:lnTo>
                    <a:pt x="31508" y="342900"/>
                  </a:lnTo>
                  <a:close/>
                </a:path>
                <a:path w="7934325" h="2451100">
                  <a:moveTo>
                    <a:pt x="7927454" y="342900"/>
                  </a:moveTo>
                  <a:lnTo>
                    <a:pt x="7902460" y="342900"/>
                  </a:lnTo>
                  <a:lnTo>
                    <a:pt x="7900555" y="330200"/>
                  </a:lnTo>
                  <a:lnTo>
                    <a:pt x="7898472" y="317500"/>
                  </a:lnTo>
                  <a:lnTo>
                    <a:pt x="7896250" y="317500"/>
                  </a:lnTo>
                  <a:lnTo>
                    <a:pt x="7893634" y="304800"/>
                  </a:lnTo>
                  <a:lnTo>
                    <a:pt x="7890878" y="292100"/>
                  </a:lnTo>
                  <a:lnTo>
                    <a:pt x="7918069" y="292100"/>
                  </a:lnTo>
                  <a:lnTo>
                    <a:pt x="7920837" y="304800"/>
                  </a:lnTo>
                  <a:lnTo>
                    <a:pt x="7923225" y="317500"/>
                  </a:lnTo>
                  <a:lnTo>
                    <a:pt x="7925498" y="330200"/>
                  </a:lnTo>
                  <a:lnTo>
                    <a:pt x="7927454" y="342900"/>
                  </a:lnTo>
                  <a:close/>
                </a:path>
                <a:path w="7934325" h="2451100">
                  <a:moveTo>
                    <a:pt x="25526" y="406400"/>
                  </a:moveTo>
                  <a:lnTo>
                    <a:pt x="139" y="406400"/>
                  </a:lnTo>
                  <a:lnTo>
                    <a:pt x="558" y="393700"/>
                  </a:lnTo>
                  <a:lnTo>
                    <a:pt x="1231" y="381000"/>
                  </a:lnTo>
                  <a:lnTo>
                    <a:pt x="2184" y="368300"/>
                  </a:lnTo>
                  <a:lnTo>
                    <a:pt x="3378" y="355600"/>
                  </a:lnTo>
                  <a:lnTo>
                    <a:pt x="4838" y="342900"/>
                  </a:lnTo>
                  <a:lnTo>
                    <a:pt x="31559" y="342900"/>
                  </a:lnTo>
                  <a:lnTo>
                    <a:pt x="29895" y="355600"/>
                  </a:lnTo>
                  <a:lnTo>
                    <a:pt x="28575" y="355600"/>
                  </a:lnTo>
                  <a:lnTo>
                    <a:pt x="27419" y="368300"/>
                  </a:lnTo>
                  <a:lnTo>
                    <a:pt x="26530" y="381000"/>
                  </a:lnTo>
                  <a:lnTo>
                    <a:pt x="25907" y="393700"/>
                  </a:lnTo>
                  <a:lnTo>
                    <a:pt x="25526" y="406400"/>
                  </a:lnTo>
                  <a:close/>
                </a:path>
                <a:path w="7934325" h="2451100">
                  <a:moveTo>
                    <a:pt x="7933829" y="406400"/>
                  </a:moveTo>
                  <a:lnTo>
                    <a:pt x="7908429" y="406400"/>
                  </a:lnTo>
                  <a:lnTo>
                    <a:pt x="7908035" y="393700"/>
                  </a:lnTo>
                  <a:lnTo>
                    <a:pt x="7907401" y="381000"/>
                  </a:lnTo>
                  <a:lnTo>
                    <a:pt x="7906512" y="368300"/>
                  </a:lnTo>
                  <a:lnTo>
                    <a:pt x="7905381" y="355600"/>
                  </a:lnTo>
                  <a:lnTo>
                    <a:pt x="7904060" y="355600"/>
                  </a:lnTo>
                  <a:lnTo>
                    <a:pt x="7902397" y="342900"/>
                  </a:lnTo>
                  <a:lnTo>
                    <a:pt x="7929168" y="342900"/>
                  </a:lnTo>
                  <a:lnTo>
                    <a:pt x="7930616" y="355600"/>
                  </a:lnTo>
                  <a:lnTo>
                    <a:pt x="7931810" y="368300"/>
                  </a:lnTo>
                  <a:lnTo>
                    <a:pt x="7932750" y="381000"/>
                  </a:lnTo>
                  <a:lnTo>
                    <a:pt x="7933423" y="393700"/>
                  </a:lnTo>
                  <a:lnTo>
                    <a:pt x="7933829" y="406400"/>
                  </a:lnTo>
                  <a:close/>
                </a:path>
                <a:path w="7934325" h="2451100">
                  <a:moveTo>
                    <a:pt x="25920" y="2057400"/>
                  </a:moveTo>
                  <a:lnTo>
                    <a:pt x="546" y="2057400"/>
                  </a:lnTo>
                  <a:lnTo>
                    <a:pt x="139" y="2044700"/>
                  </a:lnTo>
                  <a:lnTo>
                    <a:pt x="0" y="2032000"/>
                  </a:lnTo>
                  <a:lnTo>
                    <a:pt x="0" y="406400"/>
                  </a:lnTo>
                  <a:lnTo>
                    <a:pt x="25400" y="406400"/>
                  </a:lnTo>
                  <a:lnTo>
                    <a:pt x="25400" y="2032000"/>
                  </a:lnTo>
                  <a:lnTo>
                    <a:pt x="25526" y="2044700"/>
                  </a:lnTo>
                  <a:lnTo>
                    <a:pt x="25920" y="2057400"/>
                  </a:lnTo>
                  <a:close/>
                </a:path>
                <a:path w="7934325" h="2451100">
                  <a:moveTo>
                    <a:pt x="7932724" y="2070100"/>
                  </a:moveTo>
                  <a:lnTo>
                    <a:pt x="7906512" y="2070100"/>
                  </a:lnTo>
                  <a:lnTo>
                    <a:pt x="7907426" y="2057400"/>
                  </a:lnTo>
                  <a:lnTo>
                    <a:pt x="7908035" y="2057400"/>
                  </a:lnTo>
                  <a:lnTo>
                    <a:pt x="7908429" y="2044700"/>
                  </a:lnTo>
                  <a:lnTo>
                    <a:pt x="7908556" y="406400"/>
                  </a:lnTo>
                  <a:lnTo>
                    <a:pt x="7933956" y="406400"/>
                  </a:lnTo>
                  <a:lnTo>
                    <a:pt x="7933956" y="2032000"/>
                  </a:lnTo>
                  <a:lnTo>
                    <a:pt x="7933817" y="2044700"/>
                  </a:lnTo>
                  <a:lnTo>
                    <a:pt x="7933410" y="2057400"/>
                  </a:lnTo>
                  <a:lnTo>
                    <a:pt x="7932724" y="2070100"/>
                  </a:lnTo>
                  <a:close/>
                </a:path>
                <a:path w="7934325" h="2451100">
                  <a:moveTo>
                    <a:pt x="35483" y="2120900"/>
                  </a:moveTo>
                  <a:lnTo>
                    <a:pt x="8458" y="2120900"/>
                  </a:lnTo>
                  <a:lnTo>
                    <a:pt x="6502" y="2108200"/>
                  </a:lnTo>
                  <a:lnTo>
                    <a:pt x="4838" y="2095500"/>
                  </a:lnTo>
                  <a:lnTo>
                    <a:pt x="3340" y="2082800"/>
                  </a:lnTo>
                  <a:lnTo>
                    <a:pt x="2146" y="2070100"/>
                  </a:lnTo>
                  <a:lnTo>
                    <a:pt x="1206" y="2057400"/>
                  </a:lnTo>
                  <a:lnTo>
                    <a:pt x="26530" y="2057400"/>
                  </a:lnTo>
                  <a:lnTo>
                    <a:pt x="27444" y="2070100"/>
                  </a:lnTo>
                  <a:lnTo>
                    <a:pt x="28575" y="2082800"/>
                  </a:lnTo>
                  <a:lnTo>
                    <a:pt x="29946" y="2095500"/>
                  </a:lnTo>
                  <a:lnTo>
                    <a:pt x="31508" y="2095500"/>
                  </a:lnTo>
                  <a:lnTo>
                    <a:pt x="33413" y="2108200"/>
                  </a:lnTo>
                  <a:lnTo>
                    <a:pt x="35483" y="2120900"/>
                  </a:lnTo>
                  <a:close/>
                </a:path>
                <a:path w="7934325" h="2451100">
                  <a:moveTo>
                    <a:pt x="7925434" y="2120900"/>
                  </a:moveTo>
                  <a:lnTo>
                    <a:pt x="7898472" y="2120900"/>
                  </a:lnTo>
                  <a:lnTo>
                    <a:pt x="7900619" y="2108200"/>
                  </a:lnTo>
                  <a:lnTo>
                    <a:pt x="7902460" y="2095500"/>
                  </a:lnTo>
                  <a:lnTo>
                    <a:pt x="7904010" y="2095500"/>
                  </a:lnTo>
                  <a:lnTo>
                    <a:pt x="7905419" y="2082800"/>
                  </a:lnTo>
                  <a:lnTo>
                    <a:pt x="7906550" y="2070100"/>
                  </a:lnTo>
                  <a:lnTo>
                    <a:pt x="7931784" y="2070100"/>
                  </a:lnTo>
                  <a:lnTo>
                    <a:pt x="7930578" y="2082800"/>
                  </a:lnTo>
                  <a:lnTo>
                    <a:pt x="7929118" y="2095500"/>
                  </a:lnTo>
                  <a:lnTo>
                    <a:pt x="7927403" y="2108200"/>
                  </a:lnTo>
                  <a:lnTo>
                    <a:pt x="7925434" y="2120900"/>
                  </a:lnTo>
                  <a:close/>
                </a:path>
                <a:path w="7934325" h="2451100">
                  <a:moveTo>
                    <a:pt x="49263" y="2171700"/>
                  </a:moveTo>
                  <a:lnTo>
                    <a:pt x="21907" y="2171700"/>
                  </a:lnTo>
                  <a:lnTo>
                    <a:pt x="18745" y="2159000"/>
                  </a:lnTo>
                  <a:lnTo>
                    <a:pt x="15811" y="2146300"/>
                  </a:lnTo>
                  <a:lnTo>
                    <a:pt x="13119" y="2133600"/>
                  </a:lnTo>
                  <a:lnTo>
                    <a:pt x="10667" y="2120900"/>
                  </a:lnTo>
                  <a:lnTo>
                    <a:pt x="35420" y="2120900"/>
                  </a:lnTo>
                  <a:lnTo>
                    <a:pt x="37795" y="2133600"/>
                  </a:lnTo>
                  <a:lnTo>
                    <a:pt x="40246" y="2133600"/>
                  </a:lnTo>
                  <a:lnTo>
                    <a:pt x="43091" y="2146300"/>
                  </a:lnTo>
                  <a:lnTo>
                    <a:pt x="46062" y="2159000"/>
                  </a:lnTo>
                  <a:lnTo>
                    <a:pt x="49263" y="2171700"/>
                  </a:lnTo>
                  <a:close/>
                </a:path>
                <a:path w="7934325" h="2451100">
                  <a:moveTo>
                    <a:pt x="7911947" y="2171700"/>
                  </a:moveTo>
                  <a:lnTo>
                    <a:pt x="7884693" y="2171700"/>
                  </a:lnTo>
                  <a:lnTo>
                    <a:pt x="7887995" y="2159000"/>
                  </a:lnTo>
                  <a:lnTo>
                    <a:pt x="7890967" y="2146300"/>
                  </a:lnTo>
                  <a:lnTo>
                    <a:pt x="7893723" y="2133600"/>
                  </a:lnTo>
                  <a:lnTo>
                    <a:pt x="7896161" y="2133600"/>
                  </a:lnTo>
                  <a:lnTo>
                    <a:pt x="7898549" y="2120900"/>
                  </a:lnTo>
                  <a:lnTo>
                    <a:pt x="7923225" y="2120900"/>
                  </a:lnTo>
                  <a:lnTo>
                    <a:pt x="7920761" y="2133600"/>
                  </a:lnTo>
                  <a:lnTo>
                    <a:pt x="7918069" y="2146300"/>
                  </a:lnTo>
                  <a:lnTo>
                    <a:pt x="7915122" y="2159000"/>
                  </a:lnTo>
                  <a:lnTo>
                    <a:pt x="7911947" y="2171700"/>
                  </a:lnTo>
                  <a:close/>
                </a:path>
                <a:path w="7934325" h="2451100">
                  <a:moveTo>
                    <a:pt x="60121" y="2197100"/>
                  </a:moveTo>
                  <a:lnTo>
                    <a:pt x="32778" y="2197100"/>
                  </a:lnTo>
                  <a:lnTo>
                    <a:pt x="28930" y="2184400"/>
                  </a:lnTo>
                  <a:lnTo>
                    <a:pt x="25311" y="2171700"/>
                  </a:lnTo>
                  <a:lnTo>
                    <a:pt x="52552" y="2171700"/>
                  </a:lnTo>
                  <a:lnTo>
                    <a:pt x="56299" y="2184400"/>
                  </a:lnTo>
                  <a:lnTo>
                    <a:pt x="56172" y="2184400"/>
                  </a:lnTo>
                  <a:lnTo>
                    <a:pt x="60121" y="2197100"/>
                  </a:lnTo>
                  <a:close/>
                </a:path>
                <a:path w="7934325" h="2451100">
                  <a:moveTo>
                    <a:pt x="7896987" y="2209800"/>
                  </a:moveTo>
                  <a:lnTo>
                    <a:pt x="7865567" y="2209800"/>
                  </a:lnTo>
                  <a:lnTo>
                    <a:pt x="7869935" y="2197100"/>
                  </a:lnTo>
                  <a:lnTo>
                    <a:pt x="7873834" y="2197100"/>
                  </a:lnTo>
                  <a:lnTo>
                    <a:pt x="7877784" y="2184400"/>
                  </a:lnTo>
                  <a:lnTo>
                    <a:pt x="7881404" y="2171700"/>
                  </a:lnTo>
                  <a:lnTo>
                    <a:pt x="7908544" y="2171700"/>
                  </a:lnTo>
                  <a:lnTo>
                    <a:pt x="7904911" y="2184400"/>
                  </a:lnTo>
                  <a:lnTo>
                    <a:pt x="7901063" y="2197100"/>
                  </a:lnTo>
                  <a:lnTo>
                    <a:pt x="7896987" y="2209800"/>
                  </a:lnTo>
                  <a:close/>
                </a:path>
                <a:path w="7934325" h="2451100">
                  <a:moveTo>
                    <a:pt x="82283" y="2235200"/>
                  </a:moveTo>
                  <a:lnTo>
                    <a:pt x="50355" y="2235200"/>
                  </a:lnTo>
                  <a:lnTo>
                    <a:pt x="45643" y="2222500"/>
                  </a:lnTo>
                  <a:lnTo>
                    <a:pt x="41135" y="2209800"/>
                  </a:lnTo>
                  <a:lnTo>
                    <a:pt x="36855" y="2197100"/>
                  </a:lnTo>
                  <a:lnTo>
                    <a:pt x="64020" y="2197100"/>
                  </a:lnTo>
                  <a:lnTo>
                    <a:pt x="68389" y="2209800"/>
                  </a:lnTo>
                  <a:lnTo>
                    <a:pt x="68249" y="2209800"/>
                  </a:lnTo>
                  <a:lnTo>
                    <a:pt x="72821" y="2222500"/>
                  </a:lnTo>
                  <a:lnTo>
                    <a:pt x="77304" y="2222500"/>
                  </a:lnTo>
                  <a:lnTo>
                    <a:pt x="82283" y="2235200"/>
                  </a:lnTo>
                  <a:close/>
                </a:path>
                <a:path w="7934325" h="2451100">
                  <a:moveTo>
                    <a:pt x="7883448" y="2235200"/>
                  </a:moveTo>
                  <a:lnTo>
                    <a:pt x="7851686" y="2235200"/>
                  </a:lnTo>
                  <a:lnTo>
                    <a:pt x="7856664" y="2222500"/>
                  </a:lnTo>
                  <a:lnTo>
                    <a:pt x="7861134" y="2222500"/>
                  </a:lnTo>
                  <a:lnTo>
                    <a:pt x="7865706" y="2209800"/>
                  </a:lnTo>
                  <a:lnTo>
                    <a:pt x="7892681" y="2209800"/>
                  </a:lnTo>
                  <a:lnTo>
                    <a:pt x="7888173" y="2222500"/>
                  </a:lnTo>
                  <a:lnTo>
                    <a:pt x="7883448" y="2235200"/>
                  </a:lnTo>
                  <a:close/>
                </a:path>
                <a:path w="7934325" h="2451100">
                  <a:moveTo>
                    <a:pt x="97878" y="2260600"/>
                  </a:moveTo>
                  <a:lnTo>
                    <a:pt x="65747" y="2260600"/>
                  </a:lnTo>
                  <a:lnTo>
                    <a:pt x="60413" y="2247900"/>
                  </a:lnTo>
                  <a:lnTo>
                    <a:pt x="55283" y="2235200"/>
                  </a:lnTo>
                  <a:lnTo>
                    <a:pt x="82118" y="2235200"/>
                  </a:lnTo>
                  <a:lnTo>
                    <a:pt x="87287" y="2247900"/>
                  </a:lnTo>
                  <a:lnTo>
                    <a:pt x="92316" y="2247900"/>
                  </a:lnTo>
                  <a:lnTo>
                    <a:pt x="97878" y="2260600"/>
                  </a:lnTo>
                  <a:close/>
                </a:path>
                <a:path w="7934325" h="2451100">
                  <a:moveTo>
                    <a:pt x="7868056" y="2260600"/>
                  </a:moveTo>
                  <a:lnTo>
                    <a:pt x="7836090" y="2260600"/>
                  </a:lnTo>
                  <a:lnTo>
                    <a:pt x="7841640" y="2247900"/>
                  </a:lnTo>
                  <a:lnTo>
                    <a:pt x="7846669" y="2247900"/>
                  </a:lnTo>
                  <a:lnTo>
                    <a:pt x="7851838" y="2235200"/>
                  </a:lnTo>
                  <a:lnTo>
                    <a:pt x="7878521" y="2235200"/>
                  </a:lnTo>
                  <a:lnTo>
                    <a:pt x="7873390" y="2247900"/>
                  </a:lnTo>
                  <a:lnTo>
                    <a:pt x="7868056" y="2260600"/>
                  </a:lnTo>
                  <a:close/>
                </a:path>
                <a:path w="7934325" h="2451100">
                  <a:moveTo>
                    <a:pt x="115087" y="2286000"/>
                  </a:moveTo>
                  <a:lnTo>
                    <a:pt x="82918" y="2286000"/>
                  </a:lnTo>
                  <a:lnTo>
                    <a:pt x="77000" y="2273300"/>
                  </a:lnTo>
                  <a:lnTo>
                    <a:pt x="71272" y="2260600"/>
                  </a:lnTo>
                  <a:lnTo>
                    <a:pt x="103250" y="2260600"/>
                  </a:lnTo>
                  <a:lnTo>
                    <a:pt x="109181" y="2273300"/>
                  </a:lnTo>
                  <a:lnTo>
                    <a:pt x="108991" y="2273300"/>
                  </a:lnTo>
                  <a:lnTo>
                    <a:pt x="115087" y="2286000"/>
                  </a:lnTo>
                  <a:close/>
                </a:path>
                <a:path w="7934325" h="2451100">
                  <a:moveTo>
                    <a:pt x="7850860" y="2286000"/>
                  </a:moveTo>
                  <a:lnTo>
                    <a:pt x="7818869" y="2286000"/>
                  </a:lnTo>
                  <a:lnTo>
                    <a:pt x="7824978" y="2273300"/>
                  </a:lnTo>
                  <a:lnTo>
                    <a:pt x="7824787" y="2273300"/>
                  </a:lnTo>
                  <a:lnTo>
                    <a:pt x="7830705" y="2260600"/>
                  </a:lnTo>
                  <a:lnTo>
                    <a:pt x="7862519" y="2260600"/>
                  </a:lnTo>
                  <a:lnTo>
                    <a:pt x="7856791" y="2273300"/>
                  </a:lnTo>
                  <a:lnTo>
                    <a:pt x="7850860" y="2286000"/>
                  </a:lnTo>
                  <a:close/>
                </a:path>
                <a:path w="7934325" h="2451100">
                  <a:moveTo>
                    <a:pt x="127431" y="2298700"/>
                  </a:moveTo>
                  <a:lnTo>
                    <a:pt x="95313" y="2298700"/>
                  </a:lnTo>
                  <a:lnTo>
                    <a:pt x="89014" y="2286000"/>
                  </a:lnTo>
                  <a:lnTo>
                    <a:pt x="120980" y="2286000"/>
                  </a:lnTo>
                  <a:lnTo>
                    <a:pt x="127431" y="2298700"/>
                  </a:lnTo>
                  <a:close/>
                </a:path>
                <a:path w="7934325" h="2451100">
                  <a:moveTo>
                    <a:pt x="7831988" y="2311400"/>
                  </a:moveTo>
                  <a:lnTo>
                    <a:pt x="7793532" y="2311400"/>
                  </a:lnTo>
                  <a:lnTo>
                    <a:pt x="7800327" y="2298700"/>
                  </a:lnTo>
                  <a:lnTo>
                    <a:pt x="7806537" y="2298700"/>
                  </a:lnTo>
                  <a:lnTo>
                    <a:pt x="7812989" y="2286000"/>
                  </a:lnTo>
                  <a:lnTo>
                    <a:pt x="7844751" y="2286000"/>
                  </a:lnTo>
                  <a:lnTo>
                    <a:pt x="7838465" y="2298700"/>
                  </a:lnTo>
                  <a:lnTo>
                    <a:pt x="7831988" y="2311400"/>
                  </a:lnTo>
                  <a:close/>
                </a:path>
                <a:path w="7934325" h="2451100">
                  <a:moveTo>
                    <a:pt x="154063" y="2324100"/>
                  </a:moveTo>
                  <a:lnTo>
                    <a:pt x="115252" y="2324100"/>
                  </a:lnTo>
                  <a:lnTo>
                    <a:pt x="108432" y="2311400"/>
                  </a:lnTo>
                  <a:lnTo>
                    <a:pt x="101777" y="2298700"/>
                  </a:lnTo>
                  <a:lnTo>
                    <a:pt x="133642" y="2298700"/>
                  </a:lnTo>
                  <a:lnTo>
                    <a:pt x="140423" y="2311400"/>
                  </a:lnTo>
                  <a:lnTo>
                    <a:pt x="146951" y="2311400"/>
                  </a:lnTo>
                  <a:lnTo>
                    <a:pt x="154063" y="2324100"/>
                  </a:lnTo>
                  <a:close/>
                </a:path>
                <a:path w="7934325" h="2451100">
                  <a:moveTo>
                    <a:pt x="7818501" y="2324100"/>
                  </a:moveTo>
                  <a:lnTo>
                    <a:pt x="7779893" y="2324100"/>
                  </a:lnTo>
                  <a:lnTo>
                    <a:pt x="7787017" y="2311400"/>
                  </a:lnTo>
                  <a:lnTo>
                    <a:pt x="7825536" y="2311400"/>
                  </a:lnTo>
                  <a:lnTo>
                    <a:pt x="7818501" y="2324100"/>
                  </a:lnTo>
                  <a:close/>
                </a:path>
                <a:path w="7934325" h="2451100">
                  <a:moveTo>
                    <a:pt x="168313" y="2336800"/>
                  </a:moveTo>
                  <a:lnTo>
                    <a:pt x="129425" y="2336800"/>
                  </a:lnTo>
                  <a:lnTo>
                    <a:pt x="122250" y="2324100"/>
                  </a:lnTo>
                  <a:lnTo>
                    <a:pt x="160883" y="2324100"/>
                  </a:lnTo>
                  <a:lnTo>
                    <a:pt x="168313" y="2336800"/>
                  </a:lnTo>
                  <a:close/>
                </a:path>
                <a:path w="7934325" h="2451100">
                  <a:moveTo>
                    <a:pt x="7804543" y="2336800"/>
                  </a:moveTo>
                  <a:lnTo>
                    <a:pt x="7765656" y="2336800"/>
                  </a:lnTo>
                  <a:lnTo>
                    <a:pt x="7773085" y="2324100"/>
                  </a:lnTo>
                  <a:lnTo>
                    <a:pt x="7811490" y="2324100"/>
                  </a:lnTo>
                  <a:lnTo>
                    <a:pt x="7804543" y="2336800"/>
                  </a:lnTo>
                  <a:close/>
                </a:path>
                <a:path w="7934325" h="2451100">
                  <a:moveTo>
                    <a:pt x="183133" y="2349500"/>
                  </a:moveTo>
                  <a:lnTo>
                    <a:pt x="144246" y="2349500"/>
                  </a:lnTo>
                  <a:lnTo>
                    <a:pt x="136753" y="2336800"/>
                  </a:lnTo>
                  <a:lnTo>
                    <a:pt x="175412" y="2336800"/>
                  </a:lnTo>
                  <a:lnTo>
                    <a:pt x="183133" y="2349500"/>
                  </a:lnTo>
                  <a:close/>
                </a:path>
                <a:path w="7934325" h="2451100">
                  <a:moveTo>
                    <a:pt x="7789481" y="2349500"/>
                  </a:moveTo>
                  <a:lnTo>
                    <a:pt x="7750822" y="2349500"/>
                  </a:lnTo>
                  <a:lnTo>
                    <a:pt x="7758544" y="2336800"/>
                  </a:lnTo>
                  <a:lnTo>
                    <a:pt x="7796987" y="2336800"/>
                  </a:lnTo>
                  <a:lnTo>
                    <a:pt x="7789481" y="2349500"/>
                  </a:lnTo>
                  <a:close/>
                </a:path>
                <a:path w="7934325" h="2451100">
                  <a:moveTo>
                    <a:pt x="198526" y="2362200"/>
                  </a:moveTo>
                  <a:lnTo>
                    <a:pt x="159715" y="2362200"/>
                  </a:lnTo>
                  <a:lnTo>
                    <a:pt x="151904" y="2349500"/>
                  </a:lnTo>
                  <a:lnTo>
                    <a:pt x="190512" y="2349500"/>
                  </a:lnTo>
                  <a:lnTo>
                    <a:pt x="198526" y="2362200"/>
                  </a:lnTo>
                  <a:close/>
                </a:path>
                <a:path w="7934325" h="2451100">
                  <a:moveTo>
                    <a:pt x="7774000" y="2362200"/>
                  </a:moveTo>
                  <a:lnTo>
                    <a:pt x="7735443" y="2362200"/>
                  </a:lnTo>
                  <a:lnTo>
                    <a:pt x="7743444" y="2349500"/>
                  </a:lnTo>
                  <a:lnTo>
                    <a:pt x="7781823" y="2349500"/>
                  </a:lnTo>
                  <a:lnTo>
                    <a:pt x="7774000" y="2362200"/>
                  </a:lnTo>
                  <a:close/>
                </a:path>
                <a:path w="7934325" h="2451100">
                  <a:moveTo>
                    <a:pt x="222605" y="2374900"/>
                  </a:moveTo>
                  <a:lnTo>
                    <a:pt x="175793" y="2374900"/>
                  </a:lnTo>
                  <a:lnTo>
                    <a:pt x="167678" y="2362200"/>
                  </a:lnTo>
                  <a:lnTo>
                    <a:pt x="214185" y="2362200"/>
                  </a:lnTo>
                  <a:lnTo>
                    <a:pt x="222605" y="2374900"/>
                  </a:lnTo>
                  <a:close/>
                </a:path>
                <a:path w="7934325" h="2451100">
                  <a:moveTo>
                    <a:pt x="7757922" y="2374900"/>
                  </a:moveTo>
                  <a:lnTo>
                    <a:pt x="7711363" y="2374900"/>
                  </a:lnTo>
                  <a:lnTo>
                    <a:pt x="7719771" y="2362200"/>
                  </a:lnTo>
                  <a:lnTo>
                    <a:pt x="7766037" y="2362200"/>
                  </a:lnTo>
                  <a:lnTo>
                    <a:pt x="7757922" y="2374900"/>
                  </a:lnTo>
                  <a:close/>
                </a:path>
                <a:path w="7934325" h="2451100">
                  <a:moveTo>
                    <a:pt x="247802" y="2387600"/>
                  </a:moveTo>
                  <a:lnTo>
                    <a:pt x="192455" y="2387600"/>
                  </a:lnTo>
                  <a:lnTo>
                    <a:pt x="184048" y="2374900"/>
                  </a:lnTo>
                  <a:lnTo>
                    <a:pt x="239014" y="2374900"/>
                  </a:lnTo>
                  <a:lnTo>
                    <a:pt x="247802" y="2387600"/>
                  </a:lnTo>
                  <a:close/>
                </a:path>
                <a:path w="7934325" h="2451100">
                  <a:moveTo>
                    <a:pt x="7741246" y="2387600"/>
                  </a:moveTo>
                  <a:lnTo>
                    <a:pt x="7686154" y="2387600"/>
                  </a:lnTo>
                  <a:lnTo>
                    <a:pt x="7694955" y="2374900"/>
                  </a:lnTo>
                  <a:lnTo>
                    <a:pt x="7749654" y="2374900"/>
                  </a:lnTo>
                  <a:lnTo>
                    <a:pt x="7741246" y="2387600"/>
                  </a:lnTo>
                  <a:close/>
                </a:path>
                <a:path w="7934325" h="2451100">
                  <a:moveTo>
                    <a:pt x="274040" y="2400300"/>
                  </a:moveTo>
                  <a:lnTo>
                    <a:pt x="218490" y="2400300"/>
                  </a:lnTo>
                  <a:lnTo>
                    <a:pt x="209676" y="2387600"/>
                  </a:lnTo>
                  <a:lnTo>
                    <a:pt x="264896" y="2387600"/>
                  </a:lnTo>
                  <a:lnTo>
                    <a:pt x="274040" y="2400300"/>
                  </a:lnTo>
                  <a:close/>
                </a:path>
                <a:path w="7934325" h="2451100">
                  <a:moveTo>
                    <a:pt x="7724013" y="2400300"/>
                  </a:moveTo>
                  <a:lnTo>
                    <a:pt x="7659928" y="2400300"/>
                  </a:lnTo>
                  <a:lnTo>
                    <a:pt x="7669060" y="2387600"/>
                  </a:lnTo>
                  <a:lnTo>
                    <a:pt x="7732699" y="2387600"/>
                  </a:lnTo>
                  <a:lnTo>
                    <a:pt x="7724013" y="2400300"/>
                  </a:lnTo>
                  <a:close/>
                </a:path>
                <a:path w="7934325" h="2451100">
                  <a:moveTo>
                    <a:pt x="310489" y="2413000"/>
                  </a:moveTo>
                  <a:lnTo>
                    <a:pt x="236499" y="2413000"/>
                  </a:lnTo>
                  <a:lnTo>
                    <a:pt x="227431" y="2400300"/>
                  </a:lnTo>
                  <a:lnTo>
                    <a:pt x="300926" y="2400300"/>
                  </a:lnTo>
                  <a:lnTo>
                    <a:pt x="310489" y="2413000"/>
                  </a:lnTo>
                  <a:close/>
                </a:path>
                <a:path w="7934325" h="2451100">
                  <a:moveTo>
                    <a:pt x="7697177" y="2413000"/>
                  </a:moveTo>
                  <a:lnTo>
                    <a:pt x="7623467" y="2413000"/>
                  </a:lnTo>
                  <a:lnTo>
                    <a:pt x="7633030" y="2400300"/>
                  </a:lnTo>
                  <a:lnTo>
                    <a:pt x="7706258" y="2400300"/>
                  </a:lnTo>
                  <a:lnTo>
                    <a:pt x="7697177" y="2413000"/>
                  </a:lnTo>
                  <a:close/>
                </a:path>
                <a:path w="7934325" h="2451100">
                  <a:moveTo>
                    <a:pt x="358152" y="2425700"/>
                  </a:moveTo>
                  <a:lnTo>
                    <a:pt x="264718" y="2425700"/>
                  </a:lnTo>
                  <a:lnTo>
                    <a:pt x="255003" y="2413000"/>
                  </a:lnTo>
                  <a:lnTo>
                    <a:pt x="348132" y="2413000"/>
                  </a:lnTo>
                  <a:lnTo>
                    <a:pt x="358152" y="2425700"/>
                  </a:lnTo>
                  <a:close/>
                </a:path>
                <a:path w="7934325" h="2451100">
                  <a:moveTo>
                    <a:pt x="7669237" y="2425700"/>
                  </a:moveTo>
                  <a:lnTo>
                    <a:pt x="7575816" y="2425700"/>
                  </a:lnTo>
                  <a:lnTo>
                    <a:pt x="7585824" y="2413000"/>
                  </a:lnTo>
                  <a:lnTo>
                    <a:pt x="7678674" y="2413000"/>
                  </a:lnTo>
                  <a:lnTo>
                    <a:pt x="7669237" y="2425700"/>
                  </a:lnTo>
                  <a:close/>
                </a:path>
                <a:path w="7934325" h="2451100">
                  <a:moveTo>
                    <a:pt x="7630718" y="2438400"/>
                  </a:moveTo>
                  <a:lnTo>
                    <a:pt x="303250" y="2438400"/>
                  </a:lnTo>
                  <a:lnTo>
                    <a:pt x="293382" y="2425700"/>
                  </a:lnTo>
                  <a:lnTo>
                    <a:pt x="7640269" y="2425700"/>
                  </a:lnTo>
                  <a:lnTo>
                    <a:pt x="7630718" y="2438400"/>
                  </a:lnTo>
                  <a:close/>
                </a:path>
                <a:path w="7934325" h="2451100">
                  <a:moveTo>
                    <a:pt x="7569238" y="2451100"/>
                  </a:moveTo>
                  <a:lnTo>
                    <a:pt x="364413" y="2451100"/>
                  </a:lnTo>
                  <a:lnTo>
                    <a:pt x="353999" y="2438400"/>
                  </a:lnTo>
                  <a:lnTo>
                    <a:pt x="7579652" y="2438400"/>
                  </a:lnTo>
                  <a:lnTo>
                    <a:pt x="7569238" y="245110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90600" y="3124200"/>
            <a:ext cx="8546465" cy="3312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91255">
              <a:lnSpc>
                <a:spcPct val="131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是否写入</a:t>
            </a:r>
            <a:r>
              <a:rPr sz="3200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ICW4 </a:t>
            </a:r>
            <a:endParaRPr sz="3200" spc="-20" dirty="0">
              <a:solidFill>
                <a:srgbClr val="0000FF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2700" marR="3691255">
              <a:lnSpc>
                <a:spcPct val="131000"/>
              </a:lnSpc>
              <a:spcBef>
                <a:spcPts val="100"/>
              </a:spcBef>
            </a:pP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IC4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1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，要写入</a:t>
            </a:r>
            <a:r>
              <a:rPr sz="3200" spc="-2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ICW4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L="12700" marR="259080">
              <a:lnSpc>
                <a:spcPct val="100000"/>
              </a:lnSpc>
              <a:spcBef>
                <a:spcPts val="1200"/>
              </a:spcBef>
            </a:pP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IC4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＝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，不写入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ICW4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，</a:t>
            </a:r>
            <a:endParaRPr sz="3200" spc="-10" dirty="0">
              <a:solidFill>
                <a:srgbClr val="0000FF"/>
              </a:solidFill>
              <a:latin typeface="Noto Sans Mono CJK HK"/>
              <a:cs typeface="Noto Sans Mono CJK HK"/>
            </a:endParaRPr>
          </a:p>
          <a:p>
            <a:pPr marL="12700" marR="259080">
              <a:lnSpc>
                <a:spcPct val="100000"/>
              </a:lnSpc>
              <a:spcBef>
                <a:spcPts val="1200"/>
              </a:spcBef>
            </a:pP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即</a:t>
            </a:r>
            <a:r>
              <a:rPr sz="3200" spc="-1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ICW4</a:t>
            </a:r>
            <a:r>
              <a:rPr sz="3200" spc="-20" dirty="0">
                <a:solidFill>
                  <a:srgbClr val="0000FF"/>
                </a:solidFill>
                <a:latin typeface="Noto Sans Mono CJK HK"/>
                <a:cs typeface="Noto Sans Mono CJK HK"/>
              </a:rPr>
              <a:t>规定的位</a:t>
            </a:r>
            <a:r>
              <a:rPr sz="3200" spc="-10" dirty="0">
                <a:solidFill>
                  <a:srgbClr val="0000FF"/>
                </a:solidFill>
                <a:latin typeface="Noto Sans Mono CJK HK"/>
                <a:cs typeface="Noto Sans Mono CJK HK"/>
              </a:rPr>
              <a:t>全为</a:t>
            </a:r>
            <a:r>
              <a:rPr sz="3200" spc="-50" dirty="0">
                <a:solidFill>
                  <a:srgbClr val="0000FF"/>
                </a:solidFill>
                <a:latin typeface="Times New Roman" panose="02020603050405020304"/>
                <a:cs typeface="Times New Roman" panose="02020603050405020304"/>
              </a:rPr>
              <a:t>0</a:t>
            </a:r>
            <a:endParaRPr sz="3200">
              <a:latin typeface="Times New Roman" panose="02020603050405020304"/>
              <a:cs typeface="Times New Roman" panose="02020603050405020304"/>
            </a:endParaRPr>
          </a:p>
          <a:p>
            <a:pPr marR="5080" algn="r">
              <a:lnSpc>
                <a:spcPct val="100000"/>
              </a:lnSpc>
              <a:spcBef>
                <a:spcPts val="2135"/>
              </a:spcBef>
            </a:pP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3540" y="127635"/>
            <a:ext cx="379920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9730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ICW2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设置中断类型码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725" y="2119185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1825" y="1940115"/>
            <a:ext cx="8033384" cy="21526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50800" marR="43180" algn="just">
              <a:lnSpc>
                <a:spcPct val="110000"/>
              </a:lnSpc>
              <a:spcBef>
                <a:spcPts val="385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在写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之后，对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=1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的端口</a:t>
            </a:r>
            <a:r>
              <a:rPr lang="zh-CN" altLang=""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第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一次写入的数据是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 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8086/8088</a:t>
            </a:r>
            <a:r>
              <a:rPr sz="2400" spc="60" dirty="0">
                <a:solidFill>
                  <a:srgbClr val="333399"/>
                </a:solidFill>
                <a:latin typeface="Noto Sans Mono CJK HK"/>
                <a:cs typeface="Noto Sans Mono CJK HK"/>
              </a:rPr>
              <a:t>系统中，设置</a:t>
            </a:r>
            <a:r>
              <a:rPr sz="2400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7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~D</a:t>
            </a:r>
            <a:r>
              <a:rPr sz="2325" spc="7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5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7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~D</a:t>
            </a:r>
            <a:r>
              <a:rPr sz="2325" spc="7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65" dirty="0">
                <a:solidFill>
                  <a:srgbClr val="333399"/>
                </a:solidFill>
                <a:latin typeface="Noto Sans Mono CJK HK"/>
                <a:cs typeface="Noto Sans Mono CJK HK"/>
              </a:rPr>
              <a:t>无效（由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根据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~IR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自动填充为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000~111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34620" marR="1680210" indent="-84455">
              <a:lnSpc>
                <a:spcPct val="120000"/>
              </a:lnSpc>
              <a:tabLst>
                <a:tab pos="4210685" algn="l"/>
              </a:tabLst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应用实例：在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PC/XT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为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00001000B</a:t>
            </a:r>
            <a:r>
              <a:rPr sz="24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则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中断号：类型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号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	中断号：类型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号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725" y="2557970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339725" y="3362515"/>
            <a:ext cx="208915" cy="209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03325" y="4061015"/>
            <a:ext cx="2925445" cy="1780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0480">
              <a:lnSpc>
                <a:spcPct val="120000"/>
              </a:lnSpc>
              <a:spcBef>
                <a:spcPts val="100"/>
              </a:spcBef>
              <a:tabLst>
                <a:tab pos="1667510" algn="l"/>
                <a:tab pos="1700530" algn="l"/>
              </a:tabLst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08H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时钟中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断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09H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键盘中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断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0AH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保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留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0BH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COM2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60925" y="4061015"/>
            <a:ext cx="2637790" cy="17805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75"/>
              </a:spcBef>
              <a:tabLst>
                <a:tab pos="1718310" algn="l"/>
              </a:tabLst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0CH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COM1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0800" marR="132715">
              <a:lnSpc>
                <a:spcPct val="120000"/>
              </a:lnSpc>
              <a:tabLst>
                <a:tab pos="1700530" algn="l"/>
                <a:tab pos="1768475" algn="l"/>
              </a:tabLst>
            </a:pP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0DH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硬盘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0EH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软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盘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0FH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LPT1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65250" y="1314068"/>
            <a:ext cx="7327900" cy="546100"/>
          </a:xfrm>
          <a:custGeom>
            <a:avLst/>
            <a:gdLst/>
            <a:ahLst/>
            <a:cxnLst/>
            <a:rect l="l" t="t" r="r" b="b"/>
            <a:pathLst>
              <a:path w="7327900" h="54610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533400"/>
                </a:lnTo>
                <a:lnTo>
                  <a:pt x="6413500" y="533400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533400"/>
                </a:lnTo>
                <a:lnTo>
                  <a:pt x="5499100" y="533400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533400"/>
                </a:lnTo>
                <a:lnTo>
                  <a:pt x="4584700" y="533400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533400"/>
                </a:lnTo>
                <a:lnTo>
                  <a:pt x="3670300" y="533400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533400"/>
                </a:lnTo>
                <a:lnTo>
                  <a:pt x="2755900" y="533400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533400"/>
                </a:lnTo>
                <a:lnTo>
                  <a:pt x="1841500" y="533400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533400"/>
                </a:lnTo>
                <a:lnTo>
                  <a:pt x="927100" y="533400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533400"/>
                </a:lnTo>
                <a:lnTo>
                  <a:pt x="12700" y="533400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546100"/>
                </a:lnTo>
                <a:lnTo>
                  <a:pt x="914400" y="546100"/>
                </a:lnTo>
                <a:lnTo>
                  <a:pt x="927100" y="546100"/>
                </a:lnTo>
                <a:lnTo>
                  <a:pt x="7327900" y="546100"/>
                </a:lnTo>
                <a:lnTo>
                  <a:pt x="7327900" y="539750"/>
                </a:lnTo>
                <a:lnTo>
                  <a:pt x="7327900" y="533400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656714" y="691768"/>
            <a:ext cx="6909434" cy="107569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5"/>
              </a:spcBef>
              <a:tabLst>
                <a:tab pos="964565" algn="l"/>
                <a:tab pos="1878330" algn="l"/>
                <a:tab pos="2793365" algn="l"/>
                <a:tab pos="3707765" algn="l"/>
                <a:tab pos="4622165" algn="l"/>
                <a:tab pos="5536565" algn="l"/>
                <a:tab pos="645096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87630">
              <a:lnSpc>
                <a:spcPct val="100000"/>
              </a:lnSpc>
              <a:spcBef>
                <a:spcPts val="1255"/>
              </a:spcBef>
              <a:tabLst>
                <a:tab pos="990600" algn="l"/>
                <a:tab pos="1927225" algn="l"/>
                <a:tab pos="2832100" algn="l"/>
                <a:tab pos="3725545" algn="l"/>
                <a:tab pos="4667250" algn="l"/>
                <a:tab pos="5581650" algn="l"/>
                <a:tab pos="6473825" algn="l"/>
              </a:tabLst>
            </a:pP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4650" y="1314069"/>
            <a:ext cx="698500" cy="546100"/>
          </a:xfrm>
          <a:custGeom>
            <a:avLst/>
            <a:gdLst/>
            <a:ahLst/>
            <a:cxnLst/>
            <a:rect l="l" t="t" r="r" b="b"/>
            <a:pathLst>
              <a:path w="698500" h="546100">
                <a:moveTo>
                  <a:pt x="698500" y="546099"/>
                </a:moveTo>
                <a:lnTo>
                  <a:pt x="0" y="546099"/>
                </a:lnTo>
                <a:lnTo>
                  <a:pt x="0" y="0"/>
                </a:lnTo>
                <a:lnTo>
                  <a:pt x="698500" y="0"/>
                </a:lnTo>
                <a:lnTo>
                  <a:pt x="69850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533399"/>
                </a:lnTo>
                <a:lnTo>
                  <a:pt x="6350" y="533399"/>
                </a:lnTo>
                <a:lnTo>
                  <a:pt x="12700" y="539749"/>
                </a:lnTo>
                <a:lnTo>
                  <a:pt x="698500" y="539749"/>
                </a:lnTo>
                <a:lnTo>
                  <a:pt x="698500" y="546099"/>
                </a:lnTo>
                <a:close/>
              </a:path>
              <a:path w="698500" h="54610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698500" h="546100">
                <a:moveTo>
                  <a:pt x="68580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685800" y="6349"/>
                </a:lnTo>
                <a:lnTo>
                  <a:pt x="685800" y="12699"/>
                </a:lnTo>
                <a:close/>
              </a:path>
              <a:path w="698500" h="546100">
                <a:moveTo>
                  <a:pt x="685800" y="539749"/>
                </a:moveTo>
                <a:lnTo>
                  <a:pt x="685800" y="6349"/>
                </a:lnTo>
                <a:lnTo>
                  <a:pt x="692150" y="12699"/>
                </a:lnTo>
                <a:lnTo>
                  <a:pt x="698500" y="12699"/>
                </a:lnTo>
                <a:lnTo>
                  <a:pt x="698500" y="533399"/>
                </a:lnTo>
                <a:lnTo>
                  <a:pt x="692150" y="533399"/>
                </a:lnTo>
                <a:lnTo>
                  <a:pt x="685800" y="539749"/>
                </a:lnTo>
                <a:close/>
              </a:path>
              <a:path w="698500" h="546100">
                <a:moveTo>
                  <a:pt x="698500" y="12699"/>
                </a:moveTo>
                <a:lnTo>
                  <a:pt x="692150" y="12699"/>
                </a:lnTo>
                <a:lnTo>
                  <a:pt x="685800" y="6349"/>
                </a:lnTo>
                <a:lnTo>
                  <a:pt x="698500" y="6349"/>
                </a:lnTo>
                <a:lnTo>
                  <a:pt x="698500" y="12699"/>
                </a:lnTo>
                <a:close/>
              </a:path>
              <a:path w="698500" h="546100">
                <a:moveTo>
                  <a:pt x="12700" y="539749"/>
                </a:moveTo>
                <a:lnTo>
                  <a:pt x="6350" y="533399"/>
                </a:lnTo>
                <a:lnTo>
                  <a:pt x="12700" y="533399"/>
                </a:lnTo>
                <a:lnTo>
                  <a:pt x="12700" y="539749"/>
                </a:lnTo>
                <a:close/>
              </a:path>
              <a:path w="698500" h="546100">
                <a:moveTo>
                  <a:pt x="685800" y="539749"/>
                </a:moveTo>
                <a:lnTo>
                  <a:pt x="12700" y="539749"/>
                </a:lnTo>
                <a:lnTo>
                  <a:pt x="12700" y="533399"/>
                </a:lnTo>
                <a:lnTo>
                  <a:pt x="685800" y="533399"/>
                </a:lnTo>
                <a:lnTo>
                  <a:pt x="685800" y="539749"/>
                </a:lnTo>
                <a:close/>
              </a:path>
              <a:path w="698500" h="546100">
                <a:moveTo>
                  <a:pt x="698500" y="539749"/>
                </a:moveTo>
                <a:lnTo>
                  <a:pt x="685800" y="539749"/>
                </a:lnTo>
                <a:lnTo>
                  <a:pt x="692150" y="533399"/>
                </a:lnTo>
                <a:lnTo>
                  <a:pt x="698500" y="533399"/>
                </a:lnTo>
                <a:lnTo>
                  <a:pt x="698500" y="539749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57847" y="691768"/>
            <a:ext cx="36449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615" marR="17780" indent="-69215">
              <a:lnSpc>
                <a:spcPct val="144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200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763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906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0492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6192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7335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84785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1621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764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9077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7051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8194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3370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2480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3623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47662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909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9052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01955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3338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4481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57712" y="4134789"/>
            <a:ext cx="233679" cy="66675"/>
          </a:xfrm>
          <a:custGeom>
            <a:avLst/>
            <a:gdLst/>
            <a:ahLst/>
            <a:cxnLst/>
            <a:rect l="l" t="t" r="r" b="b"/>
            <a:pathLst>
              <a:path w="233679" h="66675">
                <a:moveTo>
                  <a:pt x="28575" y="37871"/>
                </a:moveTo>
                <a:lnTo>
                  <a:pt x="0" y="37871"/>
                </a:lnTo>
                <a:lnTo>
                  <a:pt x="0" y="66446"/>
                </a:lnTo>
                <a:lnTo>
                  <a:pt x="28575" y="66446"/>
                </a:lnTo>
                <a:lnTo>
                  <a:pt x="28575" y="37871"/>
                </a:lnTo>
                <a:close/>
              </a:path>
              <a:path w="233679" h="66675">
                <a:moveTo>
                  <a:pt x="233362" y="0"/>
                </a:moveTo>
                <a:lnTo>
                  <a:pt x="4762" y="0"/>
                </a:lnTo>
                <a:lnTo>
                  <a:pt x="4762" y="28575"/>
                </a:lnTo>
                <a:lnTo>
                  <a:pt x="233362" y="28575"/>
                </a:lnTo>
                <a:lnTo>
                  <a:pt x="233362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8768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9911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10540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4197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5340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64832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626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769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19125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5055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1987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73417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0485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16280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277100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5914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705725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20025" y="4134789"/>
            <a:ext cx="228600" cy="28575"/>
          </a:xfrm>
          <a:custGeom>
            <a:avLst/>
            <a:gdLst/>
            <a:ahLst/>
            <a:cxnLst/>
            <a:rect l="l" t="t" r="r" b="b"/>
            <a:pathLst>
              <a:path w="228600" h="28575">
                <a:moveTo>
                  <a:pt x="228600" y="28575"/>
                </a:moveTo>
                <a:lnTo>
                  <a:pt x="0" y="28575"/>
                </a:lnTo>
                <a:lnTo>
                  <a:pt x="0" y="0"/>
                </a:lnTo>
                <a:lnTo>
                  <a:pt x="228600" y="0"/>
                </a:lnTo>
                <a:lnTo>
                  <a:pt x="22860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1343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248650" y="4134789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362950" y="4134789"/>
            <a:ext cx="95250" cy="28575"/>
          </a:xfrm>
          <a:custGeom>
            <a:avLst/>
            <a:gdLst/>
            <a:ahLst/>
            <a:cxnLst/>
            <a:rect l="l" t="t" r="r" b="b"/>
            <a:pathLst>
              <a:path w="95250" h="28575">
                <a:moveTo>
                  <a:pt x="95250" y="28575"/>
                </a:moveTo>
                <a:lnTo>
                  <a:pt x="0" y="28575"/>
                </a:lnTo>
                <a:lnTo>
                  <a:pt x="0" y="0"/>
                </a:lnTo>
                <a:lnTo>
                  <a:pt x="95250" y="0"/>
                </a:lnTo>
                <a:lnTo>
                  <a:pt x="95250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557712" y="3744036"/>
            <a:ext cx="28575" cy="228600"/>
          </a:xfrm>
          <a:custGeom>
            <a:avLst/>
            <a:gdLst/>
            <a:ahLst/>
            <a:cxnLst/>
            <a:rect l="l" t="t" r="r" b="b"/>
            <a:pathLst>
              <a:path w="28575" h="228600">
                <a:moveTo>
                  <a:pt x="28575" y="228600"/>
                </a:moveTo>
                <a:lnTo>
                  <a:pt x="0" y="228600"/>
                </a:lnTo>
                <a:lnTo>
                  <a:pt x="0" y="0"/>
                </a:lnTo>
                <a:lnTo>
                  <a:pt x="28575" y="0"/>
                </a:lnTo>
                <a:lnTo>
                  <a:pt x="28575" y="2286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557712" y="405836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557712" y="4286961"/>
            <a:ext cx="28575" cy="228600"/>
          </a:xfrm>
          <a:custGeom>
            <a:avLst/>
            <a:gdLst/>
            <a:ahLst/>
            <a:cxnLst/>
            <a:rect l="l" t="t" r="r" b="b"/>
            <a:pathLst>
              <a:path w="28575" h="228600">
                <a:moveTo>
                  <a:pt x="28575" y="228600"/>
                </a:moveTo>
                <a:lnTo>
                  <a:pt x="0" y="228600"/>
                </a:lnTo>
                <a:lnTo>
                  <a:pt x="0" y="0"/>
                </a:lnTo>
                <a:lnTo>
                  <a:pt x="28575" y="0"/>
                </a:lnTo>
                <a:lnTo>
                  <a:pt x="28575" y="2286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557712" y="460128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557712" y="471558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557712" y="4829886"/>
            <a:ext cx="28575" cy="228600"/>
          </a:xfrm>
          <a:custGeom>
            <a:avLst/>
            <a:gdLst/>
            <a:ahLst/>
            <a:cxnLst/>
            <a:rect l="l" t="t" r="r" b="b"/>
            <a:pathLst>
              <a:path w="28575" h="228600">
                <a:moveTo>
                  <a:pt x="28575" y="228600"/>
                </a:moveTo>
                <a:lnTo>
                  <a:pt x="0" y="228600"/>
                </a:lnTo>
                <a:lnTo>
                  <a:pt x="0" y="0"/>
                </a:lnTo>
                <a:lnTo>
                  <a:pt x="28575" y="0"/>
                </a:lnTo>
                <a:lnTo>
                  <a:pt x="28575" y="2286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557712" y="514421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4557712" y="525851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4557712" y="5372811"/>
            <a:ext cx="28575" cy="228600"/>
          </a:xfrm>
          <a:custGeom>
            <a:avLst/>
            <a:gdLst/>
            <a:ahLst/>
            <a:cxnLst/>
            <a:rect l="l" t="t" r="r" b="b"/>
            <a:pathLst>
              <a:path w="28575" h="228600">
                <a:moveTo>
                  <a:pt x="28575" y="228600"/>
                </a:moveTo>
                <a:lnTo>
                  <a:pt x="0" y="228600"/>
                </a:lnTo>
                <a:lnTo>
                  <a:pt x="0" y="0"/>
                </a:lnTo>
                <a:lnTo>
                  <a:pt x="28575" y="0"/>
                </a:lnTo>
                <a:lnTo>
                  <a:pt x="28575" y="2286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557712" y="568713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4557712" y="580143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8575" y="28575"/>
                </a:moveTo>
                <a:lnTo>
                  <a:pt x="0" y="28575"/>
                </a:lnTo>
                <a:lnTo>
                  <a:pt x="0" y="0"/>
                </a:lnTo>
                <a:lnTo>
                  <a:pt x="28575" y="0"/>
                </a:lnTo>
                <a:lnTo>
                  <a:pt x="28575" y="28575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57712" y="5915736"/>
            <a:ext cx="28575" cy="190500"/>
          </a:xfrm>
          <a:custGeom>
            <a:avLst/>
            <a:gdLst/>
            <a:ahLst/>
            <a:cxnLst/>
            <a:rect l="l" t="t" r="r" b="b"/>
            <a:pathLst>
              <a:path w="28575" h="190500">
                <a:moveTo>
                  <a:pt x="28575" y="190500"/>
                </a:moveTo>
                <a:lnTo>
                  <a:pt x="0" y="190500"/>
                </a:lnTo>
                <a:lnTo>
                  <a:pt x="0" y="0"/>
                </a:lnTo>
                <a:lnTo>
                  <a:pt x="28575" y="0"/>
                </a:lnTo>
                <a:lnTo>
                  <a:pt x="28575" y="1905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602" y="173672"/>
            <a:ext cx="273240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9730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ICW3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设置级联</a:t>
            </a:r>
            <a:endParaRPr spc="-35" dirty="0"/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360" y="1139901"/>
            <a:ext cx="208914" cy="20955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498600" y="2836240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79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774825" y="2177427"/>
            <a:ext cx="6924675" cy="107569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355"/>
              </a:spcBef>
              <a:tabLst>
                <a:tab pos="979805" algn="l"/>
                <a:tab pos="1894205" algn="l"/>
                <a:tab pos="2808605" algn="l"/>
                <a:tab pos="3722370" algn="l"/>
                <a:tab pos="4637405" algn="l"/>
                <a:tab pos="5551805" algn="l"/>
                <a:tab pos="646620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255"/>
              </a:spcBef>
              <a:tabLst>
                <a:tab pos="1040765" algn="l"/>
                <a:tab pos="1954530" algn="l"/>
                <a:tab pos="2769870" algn="l"/>
                <a:tab pos="3741420" algn="l"/>
                <a:tab pos="4699635" algn="l"/>
                <a:tab pos="5614035" algn="l"/>
                <a:tab pos="6491605" algn="l"/>
              </a:tabLst>
            </a:pP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8000" y="2836240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79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79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698500" h="474979">
                <a:moveTo>
                  <a:pt x="68580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685800" y="6349"/>
                </a:lnTo>
                <a:lnTo>
                  <a:pt x="685800" y="12699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685800" y="6349"/>
                </a:lnTo>
                <a:lnTo>
                  <a:pt x="692150" y="12699"/>
                </a:lnTo>
                <a:lnTo>
                  <a:pt x="698500" y="12699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12699"/>
                </a:moveTo>
                <a:lnTo>
                  <a:pt x="692150" y="12699"/>
                </a:lnTo>
                <a:lnTo>
                  <a:pt x="685800" y="6349"/>
                </a:lnTo>
                <a:lnTo>
                  <a:pt x="698500" y="6349"/>
                </a:lnTo>
                <a:lnTo>
                  <a:pt x="698500" y="12699"/>
                </a:lnTo>
                <a:close/>
              </a:path>
              <a:path w="698500" h="474979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8497" y="2177427"/>
            <a:ext cx="38989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4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6160" y="1033856"/>
            <a:ext cx="8018780" cy="1160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系统中有级联时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.SNGL=0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），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之后写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4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34925">
              <a:lnSpc>
                <a:spcPct val="100000"/>
              </a:lnSpc>
              <a:spcBef>
                <a:spcPts val="3170"/>
              </a:spcBef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对于主片：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ICW3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中置</a:t>
            </a:r>
            <a:r>
              <a:rPr sz="24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的位表示对应的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IRi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有从片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级联</a:t>
            </a:r>
            <a:r>
              <a:rPr sz="2400" u="none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519237" y="5172621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79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779587" y="4513808"/>
            <a:ext cx="6940550" cy="1075690"/>
          </a:xfrm>
          <a:prstGeom prst="rect">
            <a:avLst/>
          </a:prstGeom>
        </p:spPr>
        <p:txBody>
          <a:bodyPr vert="horz" wrap="square" lIns="0" tIns="172085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355"/>
              </a:spcBef>
              <a:tabLst>
                <a:tab pos="995680" algn="l"/>
                <a:tab pos="1910080" algn="l"/>
                <a:tab pos="2824480" algn="l"/>
                <a:tab pos="3738245" algn="l"/>
                <a:tab pos="4653280" algn="l"/>
                <a:tab pos="5567680" algn="l"/>
                <a:tab pos="6482080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255"/>
              </a:spcBef>
              <a:tabLst>
                <a:tab pos="1040765" algn="l"/>
                <a:tab pos="1954530" algn="l"/>
                <a:tab pos="2769870" algn="l"/>
                <a:tab pos="3741420" algn="l"/>
                <a:tab pos="4714240" algn="l"/>
                <a:tab pos="5629910" algn="l"/>
                <a:tab pos="6520815" algn="l"/>
              </a:tabLst>
            </a:pP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8637" y="5172621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79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79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79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99134" y="4513808"/>
            <a:ext cx="389890" cy="107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4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325" y="3912870"/>
            <a:ext cx="208915" cy="20955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898525" y="3806825"/>
            <a:ext cx="7786370" cy="7550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对于从片：用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D2~D0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给出它所连接的主片中断请求输入引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脚编号。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617" y="1908594"/>
            <a:ext cx="208914" cy="209550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4990" y="173672"/>
            <a:ext cx="25342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918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ICW4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模式设置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360" y="2082177"/>
            <a:ext cx="208914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38060" y="1860587"/>
            <a:ext cx="6151880" cy="4050029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1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1.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时，有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76200">
              <a:lnSpc>
                <a:spcPct val="100000"/>
              </a:lnSpc>
              <a:spcBef>
                <a:spcPts val="910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SFNM</a:t>
            </a:r>
            <a:r>
              <a:rPr sz="2400" spc="-7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中断的嵌套方式</a:t>
            </a:r>
            <a:endParaRPr sz="2400">
              <a:latin typeface="Noto Sans Mono CJK HK"/>
              <a:cs typeface="Noto Sans Mono CJK HK"/>
            </a:endParaRPr>
          </a:p>
          <a:p>
            <a:pPr marL="190500" marR="68580" indent="704850">
              <a:lnSpc>
                <a:spcPts val="3480"/>
              </a:lnSpc>
              <a:spcBef>
                <a:spcPts val="165"/>
              </a:spcBef>
              <a:tabLst>
                <a:tab pos="3390265" algn="l"/>
              </a:tabLst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一般嵌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套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特殊的全嵌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套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 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在一般嵌套方式下，优先级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~IR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从高到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低</a:t>
            </a:r>
            <a:endParaRPr sz="2400">
              <a:latin typeface="Noto Sans Mono CJK HK"/>
              <a:cs typeface="Noto Sans Mono CJK HK"/>
            </a:endParaRPr>
          </a:p>
          <a:p>
            <a:pPr marL="76200">
              <a:lnSpc>
                <a:spcPct val="100000"/>
              </a:lnSpc>
              <a:spcBef>
                <a:spcPts val="745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400" spc="-4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自动结束中断方式</a:t>
            </a:r>
            <a:endParaRPr sz="2400">
              <a:latin typeface="Noto Sans Mono CJK HK"/>
              <a:cs typeface="Noto Sans Mono CJK HK"/>
            </a:endParaRPr>
          </a:p>
          <a:p>
            <a:pPr marL="746760">
              <a:lnSpc>
                <a:spcPct val="100000"/>
              </a:lnSpc>
              <a:spcBef>
                <a:spcPts val="31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：不自动清除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ISR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746760">
              <a:lnSpc>
                <a:spcPct val="100000"/>
              </a:lnSpc>
              <a:spcBef>
                <a:spcPts val="310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CPU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响应中断后，自动清除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ISR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76200">
              <a:lnSpc>
                <a:spcPct val="100000"/>
              </a:lnSpc>
              <a:spcBef>
                <a:spcPts val="1020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Symbol" panose="05050102010706020507"/>
                <a:cs typeface="Symbol" panose="05050102010706020507"/>
              </a:rPr>
              <a:t>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PM</a:t>
            </a:r>
            <a:r>
              <a:rPr sz="2400" spc="-6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微处理器类型</a:t>
            </a:r>
            <a:endParaRPr sz="2400">
              <a:latin typeface="Noto Sans Mono CJK HK"/>
              <a:cs typeface="Noto Sans Mono CJK HK"/>
            </a:endParaRPr>
          </a:p>
          <a:p>
            <a:pPr marL="895350">
              <a:lnSpc>
                <a:spcPct val="100000"/>
              </a:lnSpc>
              <a:spcBef>
                <a:spcPts val="200"/>
              </a:spcBef>
              <a:tabLst>
                <a:tab pos="4010660" algn="l"/>
              </a:tabLst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8080/8085/Z80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8086/8088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360" y="2563507"/>
            <a:ext cx="208914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360" y="3928757"/>
            <a:ext cx="208914" cy="2095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71360" y="5220347"/>
            <a:ext cx="208914" cy="20955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365250" y="1350962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641475" y="687387"/>
            <a:ext cx="5145405" cy="1085215"/>
          </a:xfrm>
          <a:prstGeom prst="rect">
            <a:avLst/>
          </a:prstGeom>
        </p:spPr>
        <p:txBody>
          <a:bodyPr vert="horz" wrap="square" lIns="0" tIns="176530" rIns="0" bIns="0" rtlCol="0">
            <a:spAutoFit/>
          </a:bodyPr>
          <a:lstStyle/>
          <a:p>
            <a:pPr marL="65405">
              <a:lnSpc>
                <a:spcPct val="100000"/>
              </a:lnSpc>
              <a:spcBef>
                <a:spcPts val="1390"/>
              </a:spcBef>
              <a:tabLst>
                <a:tab pos="979805" algn="l"/>
                <a:tab pos="1894205" algn="l"/>
                <a:tab pos="2808605" algn="l"/>
                <a:tab pos="3722370" algn="l"/>
                <a:tab pos="463740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295"/>
              </a:spcBef>
              <a:tabLst>
                <a:tab pos="1040765" algn="l"/>
                <a:tab pos="1954530" algn="l"/>
                <a:tab pos="2507615" algn="l"/>
                <a:tab pos="3523615" algn="l"/>
                <a:tab pos="4513580" algn="l"/>
              </a:tabLst>
            </a:pPr>
            <a:r>
              <a:rPr sz="3600" spc="-75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600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75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600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75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600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SFNM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BUF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M/S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9915" y="753660"/>
            <a:ext cx="1704339" cy="10293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8895" algn="ctr">
              <a:lnSpc>
                <a:spcPct val="100000"/>
              </a:lnSpc>
              <a:spcBef>
                <a:spcPts val="870"/>
              </a:spcBef>
              <a:tabLst>
                <a:tab pos="962660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890"/>
              </a:spcBef>
              <a:tabLst>
                <a:tab pos="880110" algn="l"/>
              </a:tabLst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4200" baseline="2000" dirty="0">
                <a:solidFill>
                  <a:srgbClr val="000099"/>
                </a:solidFill>
                <a:latin typeface="Symbol" panose="05050102010706020507"/>
                <a:cs typeface="Symbol" panose="05050102010706020507"/>
              </a:rPr>
              <a:t></a:t>
            </a:r>
            <a:r>
              <a:rPr sz="4200" spc="-82" baseline="2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2" baseline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PM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74650" y="1350962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80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5147" y="706437"/>
            <a:ext cx="389890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477000" y="1422400"/>
            <a:ext cx="228600" cy="12700"/>
          </a:xfrm>
          <a:custGeom>
            <a:avLst/>
            <a:gdLst/>
            <a:ahLst/>
            <a:cxnLst/>
            <a:rect l="l" t="t" r="r" b="b"/>
            <a:pathLst>
              <a:path w="228600" h="12700">
                <a:moveTo>
                  <a:pt x="228600" y="12700"/>
                </a:moveTo>
                <a:lnTo>
                  <a:pt x="0" y="12700"/>
                </a:lnTo>
                <a:lnTo>
                  <a:pt x="0" y="0"/>
                </a:lnTo>
                <a:lnTo>
                  <a:pt x="228600" y="0"/>
                </a:lnTo>
                <a:lnTo>
                  <a:pt x="228600" y="127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965" y="126364"/>
            <a:ext cx="25342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9918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ICW4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模式设置</a:t>
            </a:r>
            <a:endParaRPr spc="-35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325" y="2292680"/>
            <a:ext cx="208915" cy="20955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98525" y="2113609"/>
            <a:ext cx="7930515" cy="31013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485265" algn="l"/>
              </a:tabLst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D3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BUF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缓冲</a:t>
            </a:r>
            <a:endParaRPr sz="2400">
              <a:latin typeface="Noto Sans Mono CJK HK"/>
              <a:cs typeface="Noto Sans Mono CJK HK"/>
            </a:endParaRPr>
          </a:p>
          <a:p>
            <a:pPr marL="127000">
              <a:lnSpc>
                <a:spcPct val="100000"/>
              </a:lnSpc>
              <a:spcBef>
                <a:spcPts val="575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通过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  <a:hlinkClick r:id="rId2" action="ppaction://hlinksldjump"/>
              </a:rPr>
              <a:t>数据缓冲器</a:t>
            </a:r>
            <a:r>
              <a:rPr sz="2400" u="none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和总线相连，</a:t>
            </a:r>
            <a:r>
              <a:rPr sz="2400" u="none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u="none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引脚输出。</a:t>
            </a:r>
            <a:endParaRPr sz="2400">
              <a:latin typeface="Noto Sans Mono CJK HK"/>
              <a:cs typeface="Noto Sans Mono CJK HK"/>
            </a:endParaRPr>
          </a:p>
          <a:p>
            <a:pPr marL="127000">
              <a:lnSpc>
                <a:spcPct val="100000"/>
              </a:lnSpc>
              <a:spcBef>
                <a:spcPts val="575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：无缓冲，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SP*/EN*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引脚输入，用作主片、从片选择端。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3407410" algn="l"/>
              </a:tabLst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D2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当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BUF=1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时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M/S*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作为主片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从片选择控制位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176530">
              <a:lnSpc>
                <a:spcPct val="100000"/>
              </a:lnSpc>
              <a:spcBef>
                <a:spcPts val="575"/>
              </a:spcBef>
              <a:tabLst>
                <a:tab pos="1751330" algn="l"/>
              </a:tabLst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从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片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主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片</a:t>
            </a:r>
            <a:endParaRPr sz="2400">
              <a:latin typeface="Noto Sans Mono CJK HK"/>
              <a:cs typeface="Noto Sans Mono CJK HK"/>
            </a:endParaRPr>
          </a:p>
          <a:p>
            <a:pPr marL="12700" marR="291465">
              <a:lnSpc>
                <a:spcPct val="100000"/>
              </a:lnSpc>
              <a:spcBef>
                <a:spcPts val="560"/>
              </a:spcBef>
            </a:pPr>
            <a:r>
              <a:rPr sz="2400" spc="90" dirty="0">
                <a:solidFill>
                  <a:srgbClr val="000099"/>
                </a:solidFill>
                <a:latin typeface="Noto Sans Mono CJK HK"/>
                <a:cs typeface="Noto Sans Mono CJK HK"/>
              </a:rPr>
              <a:t>初始化编程一般在系统启动时进行，初始化以后系统才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可以接收中断请求信号。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325" y="3688410"/>
            <a:ext cx="208915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325" y="4565980"/>
            <a:ext cx="208915" cy="20955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365250" y="1440598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641475" y="772261"/>
            <a:ext cx="5145405" cy="1094740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67310">
              <a:lnSpc>
                <a:spcPct val="100000"/>
              </a:lnSpc>
              <a:spcBef>
                <a:spcPts val="1430"/>
              </a:spcBef>
              <a:tabLst>
                <a:tab pos="981710" algn="l"/>
                <a:tab pos="1896110" algn="l"/>
                <a:tab pos="2810510" algn="l"/>
                <a:tab pos="3724910" algn="l"/>
                <a:tab pos="4639310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330"/>
              </a:spcBef>
              <a:tabLst>
                <a:tab pos="1040765" algn="l"/>
                <a:tab pos="1954530" algn="l"/>
                <a:tab pos="2507615" algn="l"/>
                <a:tab pos="3523615" algn="l"/>
                <a:tab pos="4513580" algn="l"/>
              </a:tabLst>
            </a:pP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SFNM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BUF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M/S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39915" y="839208"/>
            <a:ext cx="1704339" cy="10382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52705" algn="ctr">
              <a:lnSpc>
                <a:spcPct val="100000"/>
              </a:lnSpc>
              <a:spcBef>
                <a:spcPts val="900"/>
              </a:spcBef>
              <a:tabLst>
                <a:tab pos="96710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algn="ctr">
              <a:lnSpc>
                <a:spcPct val="100000"/>
              </a:lnSpc>
              <a:spcBef>
                <a:spcPts val="930"/>
              </a:spcBef>
              <a:tabLst>
                <a:tab pos="880110" algn="l"/>
              </a:tabLst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4200" baseline="2000" dirty="0">
                <a:solidFill>
                  <a:srgbClr val="000099"/>
                </a:solidFill>
                <a:latin typeface="Symbol" panose="05050102010706020507"/>
                <a:cs typeface="Symbol" panose="05050102010706020507"/>
              </a:rPr>
              <a:t></a:t>
            </a:r>
            <a:r>
              <a:rPr sz="4200" spc="-82" baseline="20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600" spc="-52" baseline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PM</a:t>
            </a:r>
            <a:endParaRPr sz="3600" baseline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4650" y="1440599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80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45147" y="772261"/>
            <a:ext cx="38989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6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9689" y="774700"/>
            <a:ext cx="1536700" cy="469900"/>
          </a:xfrm>
          <a:custGeom>
            <a:avLst/>
            <a:gdLst/>
            <a:ahLst/>
            <a:cxnLst/>
            <a:rect l="l" t="t" r="r" b="b"/>
            <a:pathLst>
              <a:path w="1536700" h="469900">
                <a:moveTo>
                  <a:pt x="1474673" y="2540"/>
                </a:moveTo>
                <a:lnTo>
                  <a:pt x="61823" y="2540"/>
                </a:lnTo>
                <a:lnTo>
                  <a:pt x="69888" y="0"/>
                </a:lnTo>
                <a:lnTo>
                  <a:pt x="1466608" y="0"/>
                </a:lnTo>
                <a:lnTo>
                  <a:pt x="1474673" y="2540"/>
                </a:lnTo>
                <a:close/>
              </a:path>
              <a:path w="1536700" h="469900">
                <a:moveTo>
                  <a:pt x="1478597" y="466090"/>
                </a:moveTo>
                <a:lnTo>
                  <a:pt x="57899" y="466090"/>
                </a:lnTo>
                <a:lnTo>
                  <a:pt x="54063" y="464819"/>
                </a:lnTo>
                <a:lnTo>
                  <a:pt x="50317" y="462280"/>
                </a:lnTo>
                <a:lnTo>
                  <a:pt x="43091" y="459740"/>
                </a:lnTo>
                <a:lnTo>
                  <a:pt x="39636" y="457200"/>
                </a:lnTo>
                <a:lnTo>
                  <a:pt x="36283" y="454659"/>
                </a:lnTo>
                <a:lnTo>
                  <a:pt x="33058" y="453390"/>
                </a:lnTo>
                <a:lnTo>
                  <a:pt x="29933" y="450850"/>
                </a:lnTo>
                <a:lnTo>
                  <a:pt x="26936" y="448309"/>
                </a:lnTo>
                <a:lnTo>
                  <a:pt x="24079" y="444500"/>
                </a:lnTo>
                <a:lnTo>
                  <a:pt x="21348" y="441959"/>
                </a:lnTo>
                <a:lnTo>
                  <a:pt x="18745" y="439419"/>
                </a:lnTo>
                <a:lnTo>
                  <a:pt x="16294" y="435609"/>
                </a:lnTo>
                <a:lnTo>
                  <a:pt x="13995" y="433069"/>
                </a:lnTo>
                <a:lnTo>
                  <a:pt x="11849" y="429259"/>
                </a:lnTo>
                <a:lnTo>
                  <a:pt x="9867" y="425450"/>
                </a:lnTo>
                <a:lnTo>
                  <a:pt x="8039" y="422909"/>
                </a:lnTo>
                <a:lnTo>
                  <a:pt x="0" y="391159"/>
                </a:lnTo>
                <a:lnTo>
                  <a:pt x="0" y="77469"/>
                </a:lnTo>
                <a:lnTo>
                  <a:pt x="9867" y="43180"/>
                </a:lnTo>
                <a:lnTo>
                  <a:pt x="11849" y="39369"/>
                </a:lnTo>
                <a:lnTo>
                  <a:pt x="13995" y="35559"/>
                </a:lnTo>
                <a:lnTo>
                  <a:pt x="16294" y="33020"/>
                </a:lnTo>
                <a:lnTo>
                  <a:pt x="18745" y="29209"/>
                </a:lnTo>
                <a:lnTo>
                  <a:pt x="21348" y="26670"/>
                </a:lnTo>
                <a:lnTo>
                  <a:pt x="24079" y="24129"/>
                </a:lnTo>
                <a:lnTo>
                  <a:pt x="26936" y="20320"/>
                </a:lnTo>
                <a:lnTo>
                  <a:pt x="29933" y="17779"/>
                </a:lnTo>
                <a:lnTo>
                  <a:pt x="33058" y="15240"/>
                </a:lnTo>
                <a:lnTo>
                  <a:pt x="36283" y="13970"/>
                </a:lnTo>
                <a:lnTo>
                  <a:pt x="39636" y="11429"/>
                </a:lnTo>
                <a:lnTo>
                  <a:pt x="43091" y="8890"/>
                </a:lnTo>
                <a:lnTo>
                  <a:pt x="50317" y="6350"/>
                </a:lnTo>
                <a:lnTo>
                  <a:pt x="54063" y="3809"/>
                </a:lnTo>
                <a:lnTo>
                  <a:pt x="57899" y="2540"/>
                </a:lnTo>
                <a:lnTo>
                  <a:pt x="1478597" y="2540"/>
                </a:lnTo>
                <a:lnTo>
                  <a:pt x="1482432" y="3809"/>
                </a:lnTo>
                <a:lnTo>
                  <a:pt x="1486179" y="6350"/>
                </a:lnTo>
                <a:lnTo>
                  <a:pt x="1493405" y="8890"/>
                </a:lnTo>
                <a:lnTo>
                  <a:pt x="1496860" y="11429"/>
                </a:lnTo>
                <a:lnTo>
                  <a:pt x="1498536" y="12700"/>
                </a:lnTo>
                <a:lnTo>
                  <a:pt x="71958" y="12700"/>
                </a:lnTo>
                <a:lnTo>
                  <a:pt x="68211" y="13970"/>
                </a:lnTo>
                <a:lnTo>
                  <a:pt x="65138" y="13970"/>
                </a:lnTo>
                <a:lnTo>
                  <a:pt x="61518" y="15240"/>
                </a:lnTo>
                <a:lnTo>
                  <a:pt x="61823" y="15240"/>
                </a:lnTo>
                <a:lnTo>
                  <a:pt x="58280" y="16509"/>
                </a:lnTo>
                <a:lnTo>
                  <a:pt x="58572" y="16509"/>
                </a:lnTo>
                <a:lnTo>
                  <a:pt x="55118" y="17779"/>
                </a:lnTo>
                <a:lnTo>
                  <a:pt x="55410" y="17779"/>
                </a:lnTo>
                <a:lnTo>
                  <a:pt x="52031" y="19050"/>
                </a:lnTo>
                <a:lnTo>
                  <a:pt x="52311" y="19050"/>
                </a:lnTo>
                <a:lnTo>
                  <a:pt x="49021" y="20320"/>
                </a:lnTo>
                <a:lnTo>
                  <a:pt x="49288" y="20320"/>
                </a:lnTo>
                <a:lnTo>
                  <a:pt x="47694" y="21590"/>
                </a:lnTo>
                <a:lnTo>
                  <a:pt x="46367" y="21590"/>
                </a:lnTo>
                <a:lnTo>
                  <a:pt x="43268" y="24129"/>
                </a:lnTo>
                <a:lnTo>
                  <a:pt x="43522" y="24129"/>
                </a:lnTo>
                <a:lnTo>
                  <a:pt x="40538" y="25400"/>
                </a:lnTo>
                <a:lnTo>
                  <a:pt x="40779" y="25400"/>
                </a:lnTo>
                <a:lnTo>
                  <a:pt x="37896" y="27940"/>
                </a:lnTo>
                <a:lnTo>
                  <a:pt x="38138" y="27940"/>
                </a:lnTo>
                <a:lnTo>
                  <a:pt x="35369" y="30479"/>
                </a:lnTo>
                <a:lnTo>
                  <a:pt x="35598" y="30479"/>
                </a:lnTo>
                <a:lnTo>
                  <a:pt x="32943" y="33020"/>
                </a:lnTo>
                <a:lnTo>
                  <a:pt x="33159" y="33020"/>
                </a:lnTo>
                <a:lnTo>
                  <a:pt x="31902" y="34290"/>
                </a:lnTo>
                <a:lnTo>
                  <a:pt x="30848" y="34290"/>
                </a:lnTo>
                <a:lnTo>
                  <a:pt x="29248" y="36829"/>
                </a:lnTo>
                <a:lnTo>
                  <a:pt x="28638" y="36829"/>
                </a:lnTo>
                <a:lnTo>
                  <a:pt x="26377" y="40640"/>
                </a:lnTo>
                <a:lnTo>
                  <a:pt x="26555" y="40640"/>
                </a:lnTo>
                <a:lnTo>
                  <a:pt x="24434" y="43180"/>
                </a:lnTo>
                <a:lnTo>
                  <a:pt x="24612" y="43180"/>
                </a:lnTo>
                <a:lnTo>
                  <a:pt x="22631" y="45719"/>
                </a:lnTo>
                <a:lnTo>
                  <a:pt x="22783" y="45719"/>
                </a:lnTo>
                <a:lnTo>
                  <a:pt x="20954" y="48259"/>
                </a:lnTo>
                <a:lnTo>
                  <a:pt x="21094" y="48259"/>
                </a:lnTo>
                <a:lnTo>
                  <a:pt x="19418" y="52069"/>
                </a:lnTo>
                <a:lnTo>
                  <a:pt x="18021" y="54609"/>
                </a:lnTo>
                <a:lnTo>
                  <a:pt x="18148" y="54609"/>
                </a:lnTo>
                <a:lnTo>
                  <a:pt x="17233" y="57150"/>
                </a:lnTo>
                <a:lnTo>
                  <a:pt x="16890" y="57150"/>
                </a:lnTo>
                <a:lnTo>
                  <a:pt x="15684" y="60959"/>
                </a:lnTo>
                <a:lnTo>
                  <a:pt x="14757" y="64769"/>
                </a:lnTo>
                <a:lnTo>
                  <a:pt x="14266" y="67309"/>
                </a:lnTo>
                <a:lnTo>
                  <a:pt x="14046" y="67309"/>
                </a:lnTo>
                <a:lnTo>
                  <a:pt x="13373" y="71119"/>
                </a:lnTo>
                <a:lnTo>
                  <a:pt x="12941" y="74930"/>
                </a:lnTo>
                <a:lnTo>
                  <a:pt x="12776" y="77469"/>
                </a:lnTo>
                <a:lnTo>
                  <a:pt x="12700" y="78740"/>
                </a:lnTo>
                <a:lnTo>
                  <a:pt x="12632" y="387350"/>
                </a:lnTo>
                <a:lnTo>
                  <a:pt x="12674" y="389890"/>
                </a:lnTo>
                <a:lnTo>
                  <a:pt x="12979" y="393700"/>
                </a:lnTo>
                <a:lnTo>
                  <a:pt x="13423" y="397509"/>
                </a:lnTo>
                <a:lnTo>
                  <a:pt x="14046" y="401319"/>
                </a:lnTo>
                <a:lnTo>
                  <a:pt x="14266" y="401319"/>
                </a:lnTo>
                <a:lnTo>
                  <a:pt x="14833" y="403859"/>
                </a:lnTo>
                <a:lnTo>
                  <a:pt x="15786" y="407669"/>
                </a:lnTo>
                <a:lnTo>
                  <a:pt x="16890" y="411480"/>
                </a:lnTo>
                <a:lnTo>
                  <a:pt x="17233" y="411480"/>
                </a:lnTo>
                <a:lnTo>
                  <a:pt x="18148" y="414019"/>
                </a:lnTo>
                <a:lnTo>
                  <a:pt x="18021" y="414019"/>
                </a:lnTo>
                <a:lnTo>
                  <a:pt x="19545" y="416559"/>
                </a:lnTo>
                <a:lnTo>
                  <a:pt x="21094" y="420369"/>
                </a:lnTo>
                <a:lnTo>
                  <a:pt x="20954" y="420369"/>
                </a:lnTo>
                <a:lnTo>
                  <a:pt x="22783" y="422909"/>
                </a:lnTo>
                <a:lnTo>
                  <a:pt x="22631" y="422909"/>
                </a:lnTo>
                <a:lnTo>
                  <a:pt x="24612" y="425450"/>
                </a:lnTo>
                <a:lnTo>
                  <a:pt x="24434" y="425450"/>
                </a:lnTo>
                <a:lnTo>
                  <a:pt x="26555" y="429259"/>
                </a:lnTo>
                <a:lnTo>
                  <a:pt x="27131" y="429259"/>
                </a:lnTo>
                <a:lnTo>
                  <a:pt x="28638" y="431800"/>
                </a:lnTo>
                <a:lnTo>
                  <a:pt x="29248" y="431800"/>
                </a:lnTo>
                <a:lnTo>
                  <a:pt x="30848" y="434340"/>
                </a:lnTo>
                <a:lnTo>
                  <a:pt x="31902" y="434340"/>
                </a:lnTo>
                <a:lnTo>
                  <a:pt x="33159" y="435609"/>
                </a:lnTo>
                <a:lnTo>
                  <a:pt x="32943" y="435609"/>
                </a:lnTo>
                <a:lnTo>
                  <a:pt x="35598" y="438150"/>
                </a:lnTo>
                <a:lnTo>
                  <a:pt x="35369" y="438150"/>
                </a:lnTo>
                <a:lnTo>
                  <a:pt x="38138" y="440690"/>
                </a:lnTo>
                <a:lnTo>
                  <a:pt x="37896" y="440690"/>
                </a:lnTo>
                <a:lnTo>
                  <a:pt x="40779" y="443230"/>
                </a:lnTo>
                <a:lnTo>
                  <a:pt x="40538" y="443230"/>
                </a:lnTo>
                <a:lnTo>
                  <a:pt x="43522" y="444500"/>
                </a:lnTo>
                <a:lnTo>
                  <a:pt x="43268" y="444500"/>
                </a:lnTo>
                <a:lnTo>
                  <a:pt x="46367" y="447040"/>
                </a:lnTo>
                <a:lnTo>
                  <a:pt x="47694" y="447040"/>
                </a:lnTo>
                <a:lnTo>
                  <a:pt x="49288" y="448309"/>
                </a:lnTo>
                <a:lnTo>
                  <a:pt x="49021" y="448309"/>
                </a:lnTo>
                <a:lnTo>
                  <a:pt x="52311" y="449580"/>
                </a:lnTo>
                <a:lnTo>
                  <a:pt x="52031" y="449580"/>
                </a:lnTo>
                <a:lnTo>
                  <a:pt x="55410" y="450850"/>
                </a:lnTo>
                <a:lnTo>
                  <a:pt x="55118" y="450850"/>
                </a:lnTo>
                <a:lnTo>
                  <a:pt x="58572" y="452119"/>
                </a:lnTo>
                <a:lnTo>
                  <a:pt x="58280" y="452119"/>
                </a:lnTo>
                <a:lnTo>
                  <a:pt x="61823" y="453390"/>
                </a:lnTo>
                <a:lnTo>
                  <a:pt x="61518" y="453390"/>
                </a:lnTo>
                <a:lnTo>
                  <a:pt x="65138" y="454659"/>
                </a:lnTo>
                <a:lnTo>
                  <a:pt x="68211" y="454659"/>
                </a:lnTo>
                <a:lnTo>
                  <a:pt x="71958" y="455930"/>
                </a:lnTo>
                <a:lnTo>
                  <a:pt x="78689" y="455930"/>
                </a:lnTo>
                <a:lnTo>
                  <a:pt x="82613" y="457200"/>
                </a:lnTo>
                <a:lnTo>
                  <a:pt x="1496860" y="457200"/>
                </a:lnTo>
                <a:lnTo>
                  <a:pt x="1493405" y="459740"/>
                </a:lnTo>
                <a:lnTo>
                  <a:pt x="1486179" y="462280"/>
                </a:lnTo>
                <a:lnTo>
                  <a:pt x="1482432" y="464819"/>
                </a:lnTo>
                <a:lnTo>
                  <a:pt x="1478597" y="466090"/>
                </a:lnTo>
                <a:close/>
              </a:path>
              <a:path w="1536700" h="469900">
                <a:moveTo>
                  <a:pt x="1490395" y="22859"/>
                </a:moveTo>
                <a:lnTo>
                  <a:pt x="1487208" y="20320"/>
                </a:lnTo>
                <a:lnTo>
                  <a:pt x="1487474" y="20320"/>
                </a:lnTo>
                <a:lnTo>
                  <a:pt x="1484185" y="19050"/>
                </a:lnTo>
                <a:lnTo>
                  <a:pt x="1484464" y="19050"/>
                </a:lnTo>
                <a:lnTo>
                  <a:pt x="1481099" y="17779"/>
                </a:lnTo>
                <a:lnTo>
                  <a:pt x="1481378" y="17779"/>
                </a:lnTo>
                <a:lnTo>
                  <a:pt x="1477924" y="16509"/>
                </a:lnTo>
                <a:lnTo>
                  <a:pt x="1478216" y="16509"/>
                </a:lnTo>
                <a:lnTo>
                  <a:pt x="1474673" y="15240"/>
                </a:lnTo>
                <a:lnTo>
                  <a:pt x="1474978" y="15240"/>
                </a:lnTo>
                <a:lnTo>
                  <a:pt x="1471358" y="13970"/>
                </a:lnTo>
                <a:lnTo>
                  <a:pt x="1468285" y="13970"/>
                </a:lnTo>
                <a:lnTo>
                  <a:pt x="1464538" y="12700"/>
                </a:lnTo>
                <a:lnTo>
                  <a:pt x="1498536" y="12700"/>
                </a:lnTo>
                <a:lnTo>
                  <a:pt x="1500212" y="13970"/>
                </a:lnTo>
                <a:lnTo>
                  <a:pt x="1503438" y="15240"/>
                </a:lnTo>
                <a:lnTo>
                  <a:pt x="1506562" y="17779"/>
                </a:lnTo>
                <a:lnTo>
                  <a:pt x="1509560" y="20320"/>
                </a:lnTo>
                <a:lnTo>
                  <a:pt x="1510512" y="21590"/>
                </a:lnTo>
                <a:lnTo>
                  <a:pt x="1490129" y="21590"/>
                </a:lnTo>
                <a:lnTo>
                  <a:pt x="1490395" y="22859"/>
                </a:lnTo>
                <a:close/>
              </a:path>
              <a:path w="1536700" h="469900">
                <a:moveTo>
                  <a:pt x="46100" y="22859"/>
                </a:moveTo>
                <a:lnTo>
                  <a:pt x="46367" y="21590"/>
                </a:lnTo>
                <a:lnTo>
                  <a:pt x="47694" y="21590"/>
                </a:lnTo>
                <a:lnTo>
                  <a:pt x="46100" y="22859"/>
                </a:lnTo>
                <a:close/>
              </a:path>
              <a:path w="1536700" h="469900">
                <a:moveTo>
                  <a:pt x="1505851" y="35559"/>
                </a:moveTo>
                <a:lnTo>
                  <a:pt x="1503337" y="33020"/>
                </a:lnTo>
                <a:lnTo>
                  <a:pt x="1503553" y="33020"/>
                </a:lnTo>
                <a:lnTo>
                  <a:pt x="1500898" y="30479"/>
                </a:lnTo>
                <a:lnTo>
                  <a:pt x="1501127" y="30479"/>
                </a:lnTo>
                <a:lnTo>
                  <a:pt x="1498358" y="27940"/>
                </a:lnTo>
                <a:lnTo>
                  <a:pt x="1498599" y="27940"/>
                </a:lnTo>
                <a:lnTo>
                  <a:pt x="1495717" y="25400"/>
                </a:lnTo>
                <a:lnTo>
                  <a:pt x="1495958" y="25400"/>
                </a:lnTo>
                <a:lnTo>
                  <a:pt x="1492973" y="24129"/>
                </a:lnTo>
                <a:lnTo>
                  <a:pt x="1493227" y="24129"/>
                </a:lnTo>
                <a:lnTo>
                  <a:pt x="1490129" y="21590"/>
                </a:lnTo>
                <a:lnTo>
                  <a:pt x="1510512" y="21590"/>
                </a:lnTo>
                <a:lnTo>
                  <a:pt x="1512417" y="24129"/>
                </a:lnTo>
                <a:lnTo>
                  <a:pt x="1515148" y="26670"/>
                </a:lnTo>
                <a:lnTo>
                  <a:pt x="1517751" y="29209"/>
                </a:lnTo>
                <a:lnTo>
                  <a:pt x="1520202" y="33020"/>
                </a:lnTo>
                <a:lnTo>
                  <a:pt x="1521352" y="34290"/>
                </a:lnTo>
                <a:lnTo>
                  <a:pt x="1505648" y="34290"/>
                </a:lnTo>
                <a:lnTo>
                  <a:pt x="1505851" y="35559"/>
                </a:lnTo>
                <a:close/>
              </a:path>
              <a:path w="1536700" h="469900">
                <a:moveTo>
                  <a:pt x="30645" y="35559"/>
                </a:moveTo>
                <a:lnTo>
                  <a:pt x="30848" y="34290"/>
                </a:lnTo>
                <a:lnTo>
                  <a:pt x="31902" y="34290"/>
                </a:lnTo>
                <a:lnTo>
                  <a:pt x="30645" y="35559"/>
                </a:lnTo>
                <a:close/>
              </a:path>
              <a:path w="1536700" h="469900">
                <a:moveTo>
                  <a:pt x="1508048" y="38100"/>
                </a:moveTo>
                <a:lnTo>
                  <a:pt x="1505648" y="34290"/>
                </a:lnTo>
                <a:lnTo>
                  <a:pt x="1521352" y="34290"/>
                </a:lnTo>
                <a:lnTo>
                  <a:pt x="1522501" y="35559"/>
                </a:lnTo>
                <a:lnTo>
                  <a:pt x="1523216" y="36829"/>
                </a:lnTo>
                <a:lnTo>
                  <a:pt x="1507858" y="36829"/>
                </a:lnTo>
                <a:lnTo>
                  <a:pt x="1508048" y="38100"/>
                </a:lnTo>
                <a:close/>
              </a:path>
              <a:path w="1536700" h="469900">
                <a:moveTo>
                  <a:pt x="28447" y="38100"/>
                </a:moveTo>
                <a:lnTo>
                  <a:pt x="28638" y="36829"/>
                </a:lnTo>
                <a:lnTo>
                  <a:pt x="29248" y="36829"/>
                </a:lnTo>
                <a:lnTo>
                  <a:pt x="28447" y="38100"/>
                </a:lnTo>
                <a:close/>
              </a:path>
              <a:path w="1536700" h="469900">
                <a:moveTo>
                  <a:pt x="1519720" y="58419"/>
                </a:moveTo>
                <a:lnTo>
                  <a:pt x="1518348" y="54609"/>
                </a:lnTo>
                <a:lnTo>
                  <a:pt x="1516951" y="52069"/>
                </a:lnTo>
                <a:lnTo>
                  <a:pt x="1517078" y="52069"/>
                </a:lnTo>
                <a:lnTo>
                  <a:pt x="1515402" y="48259"/>
                </a:lnTo>
                <a:lnTo>
                  <a:pt x="1515541" y="48259"/>
                </a:lnTo>
                <a:lnTo>
                  <a:pt x="1513712" y="45719"/>
                </a:lnTo>
                <a:lnTo>
                  <a:pt x="1513865" y="45719"/>
                </a:lnTo>
                <a:lnTo>
                  <a:pt x="1511884" y="43180"/>
                </a:lnTo>
                <a:lnTo>
                  <a:pt x="1512061" y="43180"/>
                </a:lnTo>
                <a:lnTo>
                  <a:pt x="1509941" y="40640"/>
                </a:lnTo>
                <a:lnTo>
                  <a:pt x="1510118" y="40640"/>
                </a:lnTo>
                <a:lnTo>
                  <a:pt x="1507858" y="36829"/>
                </a:lnTo>
                <a:lnTo>
                  <a:pt x="1523216" y="36829"/>
                </a:lnTo>
                <a:lnTo>
                  <a:pt x="1524647" y="39369"/>
                </a:lnTo>
                <a:lnTo>
                  <a:pt x="1526628" y="43180"/>
                </a:lnTo>
                <a:lnTo>
                  <a:pt x="1528457" y="45719"/>
                </a:lnTo>
                <a:lnTo>
                  <a:pt x="1530108" y="49530"/>
                </a:lnTo>
                <a:lnTo>
                  <a:pt x="1531594" y="53340"/>
                </a:lnTo>
                <a:lnTo>
                  <a:pt x="1532890" y="57150"/>
                </a:lnTo>
                <a:lnTo>
                  <a:pt x="1519605" y="57150"/>
                </a:lnTo>
                <a:lnTo>
                  <a:pt x="1519720" y="58419"/>
                </a:lnTo>
                <a:close/>
              </a:path>
              <a:path w="1536700" h="469900">
                <a:moveTo>
                  <a:pt x="16776" y="58419"/>
                </a:moveTo>
                <a:lnTo>
                  <a:pt x="16890" y="57150"/>
                </a:lnTo>
                <a:lnTo>
                  <a:pt x="17233" y="57150"/>
                </a:lnTo>
                <a:lnTo>
                  <a:pt x="16776" y="58419"/>
                </a:lnTo>
                <a:close/>
              </a:path>
              <a:path w="1536700" h="469900">
                <a:moveTo>
                  <a:pt x="1522514" y="68580"/>
                </a:moveTo>
                <a:lnTo>
                  <a:pt x="1521663" y="64769"/>
                </a:lnTo>
                <a:lnTo>
                  <a:pt x="1520710" y="60959"/>
                </a:lnTo>
                <a:lnTo>
                  <a:pt x="1519605" y="57150"/>
                </a:lnTo>
                <a:lnTo>
                  <a:pt x="1532890" y="57150"/>
                </a:lnTo>
                <a:lnTo>
                  <a:pt x="1534007" y="60959"/>
                </a:lnTo>
                <a:lnTo>
                  <a:pt x="1534921" y="64769"/>
                </a:lnTo>
                <a:lnTo>
                  <a:pt x="1535281" y="67309"/>
                </a:lnTo>
                <a:lnTo>
                  <a:pt x="1522450" y="67309"/>
                </a:lnTo>
                <a:lnTo>
                  <a:pt x="1522514" y="68580"/>
                </a:lnTo>
                <a:close/>
              </a:path>
              <a:path w="1536700" h="469900">
                <a:moveTo>
                  <a:pt x="13982" y="68580"/>
                </a:moveTo>
                <a:lnTo>
                  <a:pt x="14046" y="67309"/>
                </a:lnTo>
                <a:lnTo>
                  <a:pt x="14266" y="67309"/>
                </a:lnTo>
                <a:lnTo>
                  <a:pt x="13982" y="68580"/>
                </a:lnTo>
                <a:close/>
              </a:path>
              <a:path w="1536700" h="469900">
                <a:moveTo>
                  <a:pt x="1536598" y="387350"/>
                </a:moveTo>
                <a:lnTo>
                  <a:pt x="1523898" y="387350"/>
                </a:lnTo>
                <a:lnTo>
                  <a:pt x="1523796" y="78740"/>
                </a:lnTo>
                <a:lnTo>
                  <a:pt x="1523720" y="77469"/>
                </a:lnTo>
                <a:lnTo>
                  <a:pt x="1523517" y="74930"/>
                </a:lnTo>
                <a:lnTo>
                  <a:pt x="1523072" y="71119"/>
                </a:lnTo>
                <a:lnTo>
                  <a:pt x="1522450" y="67309"/>
                </a:lnTo>
                <a:lnTo>
                  <a:pt x="1535281" y="67309"/>
                </a:lnTo>
                <a:lnTo>
                  <a:pt x="1536179" y="73659"/>
                </a:lnTo>
                <a:lnTo>
                  <a:pt x="1536496" y="77469"/>
                </a:lnTo>
                <a:lnTo>
                  <a:pt x="1536598" y="387350"/>
                </a:lnTo>
                <a:close/>
              </a:path>
              <a:path w="1536700" h="469900">
                <a:moveTo>
                  <a:pt x="12632" y="387350"/>
                </a:moveTo>
                <a:lnTo>
                  <a:pt x="12598" y="386080"/>
                </a:lnTo>
                <a:lnTo>
                  <a:pt x="12632" y="387350"/>
                </a:lnTo>
                <a:close/>
              </a:path>
              <a:path w="1536700" h="469900">
                <a:moveTo>
                  <a:pt x="1535281" y="401319"/>
                </a:moveTo>
                <a:lnTo>
                  <a:pt x="1522450" y="401319"/>
                </a:lnTo>
                <a:lnTo>
                  <a:pt x="1523123" y="397509"/>
                </a:lnTo>
                <a:lnTo>
                  <a:pt x="1523555" y="393700"/>
                </a:lnTo>
                <a:lnTo>
                  <a:pt x="1523822" y="389890"/>
                </a:lnTo>
                <a:lnTo>
                  <a:pt x="1523898" y="386080"/>
                </a:lnTo>
                <a:lnTo>
                  <a:pt x="1523898" y="387350"/>
                </a:lnTo>
                <a:lnTo>
                  <a:pt x="1536598" y="387350"/>
                </a:lnTo>
                <a:lnTo>
                  <a:pt x="1536496" y="391159"/>
                </a:lnTo>
                <a:lnTo>
                  <a:pt x="1536179" y="394969"/>
                </a:lnTo>
                <a:lnTo>
                  <a:pt x="1535281" y="401319"/>
                </a:lnTo>
                <a:close/>
              </a:path>
              <a:path w="1536700" h="469900">
                <a:moveTo>
                  <a:pt x="14266" y="401319"/>
                </a:moveTo>
                <a:lnTo>
                  <a:pt x="14046" y="401319"/>
                </a:lnTo>
                <a:lnTo>
                  <a:pt x="13982" y="400050"/>
                </a:lnTo>
                <a:lnTo>
                  <a:pt x="14266" y="401319"/>
                </a:lnTo>
                <a:close/>
              </a:path>
              <a:path w="1536700" h="469900">
                <a:moveTo>
                  <a:pt x="1532890" y="411480"/>
                </a:moveTo>
                <a:lnTo>
                  <a:pt x="1519605" y="411480"/>
                </a:lnTo>
                <a:lnTo>
                  <a:pt x="1520812" y="407669"/>
                </a:lnTo>
                <a:lnTo>
                  <a:pt x="1521739" y="403859"/>
                </a:lnTo>
                <a:lnTo>
                  <a:pt x="1522514" y="400050"/>
                </a:lnTo>
                <a:lnTo>
                  <a:pt x="1522450" y="401319"/>
                </a:lnTo>
                <a:lnTo>
                  <a:pt x="1535281" y="401319"/>
                </a:lnTo>
                <a:lnTo>
                  <a:pt x="1534921" y="403859"/>
                </a:lnTo>
                <a:lnTo>
                  <a:pt x="1534007" y="407669"/>
                </a:lnTo>
                <a:lnTo>
                  <a:pt x="1532890" y="411480"/>
                </a:lnTo>
                <a:close/>
              </a:path>
              <a:path w="1536700" h="469900">
                <a:moveTo>
                  <a:pt x="17233" y="411480"/>
                </a:moveTo>
                <a:lnTo>
                  <a:pt x="16890" y="411480"/>
                </a:lnTo>
                <a:lnTo>
                  <a:pt x="16776" y="410209"/>
                </a:lnTo>
                <a:lnTo>
                  <a:pt x="17233" y="411480"/>
                </a:lnTo>
                <a:close/>
              </a:path>
              <a:path w="1536700" h="469900">
                <a:moveTo>
                  <a:pt x="1524647" y="429259"/>
                </a:moveTo>
                <a:lnTo>
                  <a:pt x="1509941" y="429259"/>
                </a:lnTo>
                <a:lnTo>
                  <a:pt x="1512061" y="425450"/>
                </a:lnTo>
                <a:lnTo>
                  <a:pt x="1511884" y="425450"/>
                </a:lnTo>
                <a:lnTo>
                  <a:pt x="1513865" y="422909"/>
                </a:lnTo>
                <a:lnTo>
                  <a:pt x="1513712" y="422909"/>
                </a:lnTo>
                <a:lnTo>
                  <a:pt x="1515541" y="420369"/>
                </a:lnTo>
                <a:lnTo>
                  <a:pt x="1515402" y="420369"/>
                </a:lnTo>
                <a:lnTo>
                  <a:pt x="1517078" y="416559"/>
                </a:lnTo>
                <a:lnTo>
                  <a:pt x="1516951" y="416559"/>
                </a:lnTo>
                <a:lnTo>
                  <a:pt x="1518475" y="414019"/>
                </a:lnTo>
                <a:lnTo>
                  <a:pt x="1519720" y="410209"/>
                </a:lnTo>
                <a:lnTo>
                  <a:pt x="1519605" y="411480"/>
                </a:lnTo>
                <a:lnTo>
                  <a:pt x="1532890" y="411480"/>
                </a:lnTo>
                <a:lnTo>
                  <a:pt x="1531594" y="415290"/>
                </a:lnTo>
                <a:lnTo>
                  <a:pt x="1530108" y="419100"/>
                </a:lnTo>
                <a:lnTo>
                  <a:pt x="1528457" y="422909"/>
                </a:lnTo>
                <a:lnTo>
                  <a:pt x="1526628" y="425450"/>
                </a:lnTo>
                <a:lnTo>
                  <a:pt x="1524647" y="429259"/>
                </a:lnTo>
                <a:close/>
              </a:path>
              <a:path w="1536700" h="469900">
                <a:moveTo>
                  <a:pt x="27131" y="429259"/>
                </a:moveTo>
                <a:lnTo>
                  <a:pt x="26555" y="429259"/>
                </a:lnTo>
                <a:lnTo>
                  <a:pt x="26377" y="427990"/>
                </a:lnTo>
                <a:lnTo>
                  <a:pt x="27131" y="429259"/>
                </a:lnTo>
                <a:close/>
              </a:path>
              <a:path w="1536700" h="469900">
                <a:moveTo>
                  <a:pt x="1523216" y="431800"/>
                </a:moveTo>
                <a:lnTo>
                  <a:pt x="1507858" y="431800"/>
                </a:lnTo>
                <a:lnTo>
                  <a:pt x="1510118" y="427990"/>
                </a:lnTo>
                <a:lnTo>
                  <a:pt x="1509941" y="429259"/>
                </a:lnTo>
                <a:lnTo>
                  <a:pt x="1524647" y="429259"/>
                </a:lnTo>
                <a:lnTo>
                  <a:pt x="1523216" y="431800"/>
                </a:lnTo>
                <a:close/>
              </a:path>
              <a:path w="1536700" h="469900">
                <a:moveTo>
                  <a:pt x="29248" y="431800"/>
                </a:moveTo>
                <a:lnTo>
                  <a:pt x="28638" y="431800"/>
                </a:lnTo>
                <a:lnTo>
                  <a:pt x="28447" y="430530"/>
                </a:lnTo>
                <a:lnTo>
                  <a:pt x="29248" y="431800"/>
                </a:lnTo>
                <a:close/>
              </a:path>
              <a:path w="1536700" h="469900">
                <a:moveTo>
                  <a:pt x="1521352" y="434340"/>
                </a:moveTo>
                <a:lnTo>
                  <a:pt x="1505648" y="434340"/>
                </a:lnTo>
                <a:lnTo>
                  <a:pt x="1508048" y="430530"/>
                </a:lnTo>
                <a:lnTo>
                  <a:pt x="1507858" y="431800"/>
                </a:lnTo>
                <a:lnTo>
                  <a:pt x="1523216" y="431800"/>
                </a:lnTo>
                <a:lnTo>
                  <a:pt x="1522501" y="433069"/>
                </a:lnTo>
                <a:lnTo>
                  <a:pt x="1521352" y="434340"/>
                </a:lnTo>
                <a:close/>
              </a:path>
              <a:path w="1536700" h="469900">
                <a:moveTo>
                  <a:pt x="31902" y="434340"/>
                </a:moveTo>
                <a:lnTo>
                  <a:pt x="30848" y="434340"/>
                </a:lnTo>
                <a:lnTo>
                  <a:pt x="30645" y="433069"/>
                </a:lnTo>
                <a:lnTo>
                  <a:pt x="31902" y="434340"/>
                </a:lnTo>
                <a:close/>
              </a:path>
              <a:path w="1536700" h="469900">
                <a:moveTo>
                  <a:pt x="1510512" y="447040"/>
                </a:moveTo>
                <a:lnTo>
                  <a:pt x="1490129" y="447040"/>
                </a:lnTo>
                <a:lnTo>
                  <a:pt x="1493227" y="444500"/>
                </a:lnTo>
                <a:lnTo>
                  <a:pt x="1492973" y="444500"/>
                </a:lnTo>
                <a:lnTo>
                  <a:pt x="1495958" y="443230"/>
                </a:lnTo>
                <a:lnTo>
                  <a:pt x="1495717" y="443230"/>
                </a:lnTo>
                <a:lnTo>
                  <a:pt x="1498599" y="440690"/>
                </a:lnTo>
                <a:lnTo>
                  <a:pt x="1498358" y="440690"/>
                </a:lnTo>
                <a:lnTo>
                  <a:pt x="1501127" y="438150"/>
                </a:lnTo>
                <a:lnTo>
                  <a:pt x="1500898" y="438150"/>
                </a:lnTo>
                <a:lnTo>
                  <a:pt x="1503553" y="435609"/>
                </a:lnTo>
                <a:lnTo>
                  <a:pt x="1503337" y="435609"/>
                </a:lnTo>
                <a:lnTo>
                  <a:pt x="1505851" y="433069"/>
                </a:lnTo>
                <a:lnTo>
                  <a:pt x="1505648" y="434340"/>
                </a:lnTo>
                <a:lnTo>
                  <a:pt x="1521352" y="434340"/>
                </a:lnTo>
                <a:lnTo>
                  <a:pt x="1520202" y="435609"/>
                </a:lnTo>
                <a:lnTo>
                  <a:pt x="1517751" y="439419"/>
                </a:lnTo>
                <a:lnTo>
                  <a:pt x="1515148" y="441959"/>
                </a:lnTo>
                <a:lnTo>
                  <a:pt x="1512417" y="444500"/>
                </a:lnTo>
                <a:lnTo>
                  <a:pt x="1510512" y="447040"/>
                </a:lnTo>
                <a:close/>
              </a:path>
              <a:path w="1536700" h="469900">
                <a:moveTo>
                  <a:pt x="47694" y="447040"/>
                </a:moveTo>
                <a:lnTo>
                  <a:pt x="46367" y="447040"/>
                </a:lnTo>
                <a:lnTo>
                  <a:pt x="46100" y="445769"/>
                </a:lnTo>
                <a:lnTo>
                  <a:pt x="47694" y="447040"/>
                </a:lnTo>
                <a:close/>
              </a:path>
              <a:path w="1536700" h="469900">
                <a:moveTo>
                  <a:pt x="1496860" y="457200"/>
                </a:moveTo>
                <a:lnTo>
                  <a:pt x="1453883" y="457200"/>
                </a:lnTo>
                <a:lnTo>
                  <a:pt x="1457807" y="455930"/>
                </a:lnTo>
                <a:lnTo>
                  <a:pt x="1464538" y="455930"/>
                </a:lnTo>
                <a:lnTo>
                  <a:pt x="1468285" y="454659"/>
                </a:lnTo>
                <a:lnTo>
                  <a:pt x="1471358" y="454659"/>
                </a:lnTo>
                <a:lnTo>
                  <a:pt x="1474978" y="453390"/>
                </a:lnTo>
                <a:lnTo>
                  <a:pt x="1474673" y="453390"/>
                </a:lnTo>
                <a:lnTo>
                  <a:pt x="1478216" y="452119"/>
                </a:lnTo>
                <a:lnTo>
                  <a:pt x="1477924" y="452119"/>
                </a:lnTo>
                <a:lnTo>
                  <a:pt x="1481378" y="450850"/>
                </a:lnTo>
                <a:lnTo>
                  <a:pt x="1481099" y="450850"/>
                </a:lnTo>
                <a:lnTo>
                  <a:pt x="1484464" y="449580"/>
                </a:lnTo>
                <a:lnTo>
                  <a:pt x="1484185" y="449580"/>
                </a:lnTo>
                <a:lnTo>
                  <a:pt x="1487474" y="448309"/>
                </a:lnTo>
                <a:lnTo>
                  <a:pt x="1487208" y="448309"/>
                </a:lnTo>
                <a:lnTo>
                  <a:pt x="1490395" y="445769"/>
                </a:lnTo>
                <a:lnTo>
                  <a:pt x="1490129" y="447040"/>
                </a:lnTo>
                <a:lnTo>
                  <a:pt x="1510512" y="447040"/>
                </a:lnTo>
                <a:lnTo>
                  <a:pt x="1509560" y="448309"/>
                </a:lnTo>
                <a:lnTo>
                  <a:pt x="1506562" y="450850"/>
                </a:lnTo>
                <a:lnTo>
                  <a:pt x="1503438" y="453390"/>
                </a:lnTo>
                <a:lnTo>
                  <a:pt x="1500212" y="454659"/>
                </a:lnTo>
                <a:lnTo>
                  <a:pt x="1496860" y="457200"/>
                </a:lnTo>
                <a:close/>
              </a:path>
              <a:path w="1536700" h="469900">
                <a:moveTo>
                  <a:pt x="1466608" y="468630"/>
                </a:moveTo>
                <a:lnTo>
                  <a:pt x="69888" y="468630"/>
                </a:lnTo>
                <a:lnTo>
                  <a:pt x="61823" y="466090"/>
                </a:lnTo>
                <a:lnTo>
                  <a:pt x="1474673" y="466090"/>
                </a:lnTo>
                <a:lnTo>
                  <a:pt x="1466608" y="468630"/>
                </a:lnTo>
                <a:close/>
              </a:path>
              <a:path w="1536700" h="469900">
                <a:moveTo>
                  <a:pt x="1454124" y="469900"/>
                </a:moveTo>
                <a:lnTo>
                  <a:pt x="82372" y="469900"/>
                </a:lnTo>
                <a:lnTo>
                  <a:pt x="78206" y="468630"/>
                </a:lnTo>
                <a:lnTo>
                  <a:pt x="1458290" y="468630"/>
                </a:lnTo>
                <a:lnTo>
                  <a:pt x="1454124" y="4699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65277" y="121488"/>
            <a:ext cx="38969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芯片的初始化流程</a:t>
            </a:r>
            <a:endParaRPr spc="-35" dirty="0"/>
          </a:p>
        </p:txBody>
      </p:sp>
      <p:sp>
        <p:nvSpPr>
          <p:cNvPr id="4" name="object 4"/>
          <p:cNvSpPr txBox="1"/>
          <p:nvPr/>
        </p:nvSpPr>
        <p:spPr>
          <a:xfrm>
            <a:off x="3299777" y="733742"/>
            <a:ext cx="11093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3317" y="783907"/>
            <a:ext cx="172021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=0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，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49689" y="1670050"/>
            <a:ext cx="1536700" cy="469900"/>
          </a:xfrm>
          <a:custGeom>
            <a:avLst/>
            <a:gdLst/>
            <a:ahLst/>
            <a:cxnLst/>
            <a:rect l="l" t="t" r="r" b="b"/>
            <a:pathLst>
              <a:path w="1536700" h="469900">
                <a:moveTo>
                  <a:pt x="1474673" y="2539"/>
                </a:moveTo>
                <a:lnTo>
                  <a:pt x="61823" y="2539"/>
                </a:lnTo>
                <a:lnTo>
                  <a:pt x="69888" y="0"/>
                </a:lnTo>
                <a:lnTo>
                  <a:pt x="1466608" y="0"/>
                </a:lnTo>
                <a:lnTo>
                  <a:pt x="1474673" y="2539"/>
                </a:lnTo>
                <a:close/>
              </a:path>
              <a:path w="1536700" h="469900">
                <a:moveTo>
                  <a:pt x="1478597" y="466089"/>
                </a:moveTo>
                <a:lnTo>
                  <a:pt x="57899" y="466089"/>
                </a:lnTo>
                <a:lnTo>
                  <a:pt x="54063" y="464819"/>
                </a:lnTo>
                <a:lnTo>
                  <a:pt x="50317" y="462280"/>
                </a:lnTo>
                <a:lnTo>
                  <a:pt x="43091" y="459739"/>
                </a:lnTo>
                <a:lnTo>
                  <a:pt x="39636" y="457200"/>
                </a:lnTo>
                <a:lnTo>
                  <a:pt x="36283" y="454660"/>
                </a:lnTo>
                <a:lnTo>
                  <a:pt x="33058" y="453389"/>
                </a:lnTo>
                <a:lnTo>
                  <a:pt x="29933" y="450850"/>
                </a:lnTo>
                <a:lnTo>
                  <a:pt x="26936" y="448310"/>
                </a:lnTo>
                <a:lnTo>
                  <a:pt x="24079" y="444500"/>
                </a:lnTo>
                <a:lnTo>
                  <a:pt x="21348" y="441960"/>
                </a:lnTo>
                <a:lnTo>
                  <a:pt x="18745" y="439419"/>
                </a:lnTo>
                <a:lnTo>
                  <a:pt x="16294" y="435610"/>
                </a:lnTo>
                <a:lnTo>
                  <a:pt x="13995" y="433069"/>
                </a:lnTo>
                <a:lnTo>
                  <a:pt x="11849" y="429260"/>
                </a:lnTo>
                <a:lnTo>
                  <a:pt x="9867" y="425450"/>
                </a:lnTo>
                <a:lnTo>
                  <a:pt x="8039" y="422910"/>
                </a:lnTo>
                <a:lnTo>
                  <a:pt x="0" y="391160"/>
                </a:lnTo>
                <a:lnTo>
                  <a:pt x="0" y="77469"/>
                </a:lnTo>
                <a:lnTo>
                  <a:pt x="9867" y="43180"/>
                </a:lnTo>
                <a:lnTo>
                  <a:pt x="11849" y="39369"/>
                </a:lnTo>
                <a:lnTo>
                  <a:pt x="13995" y="35560"/>
                </a:lnTo>
                <a:lnTo>
                  <a:pt x="16294" y="33019"/>
                </a:lnTo>
                <a:lnTo>
                  <a:pt x="18745" y="29210"/>
                </a:lnTo>
                <a:lnTo>
                  <a:pt x="21348" y="26669"/>
                </a:lnTo>
                <a:lnTo>
                  <a:pt x="24079" y="24130"/>
                </a:lnTo>
                <a:lnTo>
                  <a:pt x="26936" y="20319"/>
                </a:lnTo>
                <a:lnTo>
                  <a:pt x="29933" y="17780"/>
                </a:lnTo>
                <a:lnTo>
                  <a:pt x="33058" y="15239"/>
                </a:lnTo>
                <a:lnTo>
                  <a:pt x="36283" y="13969"/>
                </a:lnTo>
                <a:lnTo>
                  <a:pt x="39636" y="11430"/>
                </a:lnTo>
                <a:lnTo>
                  <a:pt x="43091" y="8889"/>
                </a:lnTo>
                <a:lnTo>
                  <a:pt x="50317" y="6350"/>
                </a:lnTo>
                <a:lnTo>
                  <a:pt x="54063" y="3810"/>
                </a:lnTo>
                <a:lnTo>
                  <a:pt x="57899" y="2539"/>
                </a:lnTo>
                <a:lnTo>
                  <a:pt x="1478597" y="2539"/>
                </a:lnTo>
                <a:lnTo>
                  <a:pt x="1482432" y="3810"/>
                </a:lnTo>
                <a:lnTo>
                  <a:pt x="1486179" y="6350"/>
                </a:lnTo>
                <a:lnTo>
                  <a:pt x="1493405" y="8889"/>
                </a:lnTo>
                <a:lnTo>
                  <a:pt x="1496860" y="11430"/>
                </a:lnTo>
                <a:lnTo>
                  <a:pt x="1498536" y="12700"/>
                </a:lnTo>
                <a:lnTo>
                  <a:pt x="71958" y="12700"/>
                </a:lnTo>
                <a:lnTo>
                  <a:pt x="68211" y="13969"/>
                </a:lnTo>
                <a:lnTo>
                  <a:pt x="65138" y="13969"/>
                </a:lnTo>
                <a:lnTo>
                  <a:pt x="61518" y="15239"/>
                </a:lnTo>
                <a:lnTo>
                  <a:pt x="61823" y="15239"/>
                </a:lnTo>
                <a:lnTo>
                  <a:pt x="58280" y="16510"/>
                </a:lnTo>
                <a:lnTo>
                  <a:pt x="58572" y="16510"/>
                </a:lnTo>
                <a:lnTo>
                  <a:pt x="55118" y="17780"/>
                </a:lnTo>
                <a:lnTo>
                  <a:pt x="55410" y="17780"/>
                </a:lnTo>
                <a:lnTo>
                  <a:pt x="52031" y="19050"/>
                </a:lnTo>
                <a:lnTo>
                  <a:pt x="52311" y="19050"/>
                </a:lnTo>
                <a:lnTo>
                  <a:pt x="49021" y="20319"/>
                </a:lnTo>
                <a:lnTo>
                  <a:pt x="49288" y="20319"/>
                </a:lnTo>
                <a:lnTo>
                  <a:pt x="47694" y="21589"/>
                </a:lnTo>
                <a:lnTo>
                  <a:pt x="46367" y="21589"/>
                </a:lnTo>
                <a:lnTo>
                  <a:pt x="43268" y="24130"/>
                </a:lnTo>
                <a:lnTo>
                  <a:pt x="43522" y="24130"/>
                </a:lnTo>
                <a:lnTo>
                  <a:pt x="40538" y="25400"/>
                </a:lnTo>
                <a:lnTo>
                  <a:pt x="40779" y="25400"/>
                </a:lnTo>
                <a:lnTo>
                  <a:pt x="37896" y="27939"/>
                </a:lnTo>
                <a:lnTo>
                  <a:pt x="38138" y="27939"/>
                </a:lnTo>
                <a:lnTo>
                  <a:pt x="35369" y="30480"/>
                </a:lnTo>
                <a:lnTo>
                  <a:pt x="35598" y="30480"/>
                </a:lnTo>
                <a:lnTo>
                  <a:pt x="32943" y="33019"/>
                </a:lnTo>
                <a:lnTo>
                  <a:pt x="33159" y="33019"/>
                </a:lnTo>
                <a:lnTo>
                  <a:pt x="31902" y="34289"/>
                </a:lnTo>
                <a:lnTo>
                  <a:pt x="30848" y="34289"/>
                </a:lnTo>
                <a:lnTo>
                  <a:pt x="29248" y="36830"/>
                </a:lnTo>
                <a:lnTo>
                  <a:pt x="28638" y="36830"/>
                </a:lnTo>
                <a:lnTo>
                  <a:pt x="27131" y="39369"/>
                </a:lnTo>
                <a:lnTo>
                  <a:pt x="26555" y="39369"/>
                </a:lnTo>
                <a:lnTo>
                  <a:pt x="24434" y="43180"/>
                </a:lnTo>
                <a:lnTo>
                  <a:pt x="24612" y="43180"/>
                </a:lnTo>
                <a:lnTo>
                  <a:pt x="22631" y="45719"/>
                </a:lnTo>
                <a:lnTo>
                  <a:pt x="22783" y="45719"/>
                </a:lnTo>
                <a:lnTo>
                  <a:pt x="20954" y="48260"/>
                </a:lnTo>
                <a:lnTo>
                  <a:pt x="21094" y="48260"/>
                </a:lnTo>
                <a:lnTo>
                  <a:pt x="19418" y="52069"/>
                </a:lnTo>
                <a:lnTo>
                  <a:pt x="18021" y="54610"/>
                </a:lnTo>
                <a:lnTo>
                  <a:pt x="18148" y="54610"/>
                </a:lnTo>
                <a:lnTo>
                  <a:pt x="17233" y="57150"/>
                </a:lnTo>
                <a:lnTo>
                  <a:pt x="16890" y="57150"/>
                </a:lnTo>
                <a:lnTo>
                  <a:pt x="15684" y="60960"/>
                </a:lnTo>
                <a:lnTo>
                  <a:pt x="14757" y="64769"/>
                </a:lnTo>
                <a:lnTo>
                  <a:pt x="14266" y="67310"/>
                </a:lnTo>
                <a:lnTo>
                  <a:pt x="14046" y="67310"/>
                </a:lnTo>
                <a:lnTo>
                  <a:pt x="13373" y="71119"/>
                </a:lnTo>
                <a:lnTo>
                  <a:pt x="12941" y="74930"/>
                </a:lnTo>
                <a:lnTo>
                  <a:pt x="12776" y="77469"/>
                </a:lnTo>
                <a:lnTo>
                  <a:pt x="12700" y="78739"/>
                </a:lnTo>
                <a:lnTo>
                  <a:pt x="12632" y="387350"/>
                </a:lnTo>
                <a:lnTo>
                  <a:pt x="12674" y="389889"/>
                </a:lnTo>
                <a:lnTo>
                  <a:pt x="12979" y="393700"/>
                </a:lnTo>
                <a:lnTo>
                  <a:pt x="13423" y="397510"/>
                </a:lnTo>
                <a:lnTo>
                  <a:pt x="14046" y="401319"/>
                </a:lnTo>
                <a:lnTo>
                  <a:pt x="14266" y="401319"/>
                </a:lnTo>
                <a:lnTo>
                  <a:pt x="14833" y="403860"/>
                </a:lnTo>
                <a:lnTo>
                  <a:pt x="15786" y="407669"/>
                </a:lnTo>
                <a:lnTo>
                  <a:pt x="16890" y="411480"/>
                </a:lnTo>
                <a:lnTo>
                  <a:pt x="17233" y="411480"/>
                </a:lnTo>
                <a:lnTo>
                  <a:pt x="18148" y="414019"/>
                </a:lnTo>
                <a:lnTo>
                  <a:pt x="18021" y="414019"/>
                </a:lnTo>
                <a:lnTo>
                  <a:pt x="19545" y="416560"/>
                </a:lnTo>
                <a:lnTo>
                  <a:pt x="21094" y="420369"/>
                </a:lnTo>
                <a:lnTo>
                  <a:pt x="20954" y="420369"/>
                </a:lnTo>
                <a:lnTo>
                  <a:pt x="22783" y="422910"/>
                </a:lnTo>
                <a:lnTo>
                  <a:pt x="22631" y="422910"/>
                </a:lnTo>
                <a:lnTo>
                  <a:pt x="24612" y="425450"/>
                </a:lnTo>
                <a:lnTo>
                  <a:pt x="24434" y="425450"/>
                </a:lnTo>
                <a:lnTo>
                  <a:pt x="26555" y="429260"/>
                </a:lnTo>
                <a:lnTo>
                  <a:pt x="27131" y="429260"/>
                </a:lnTo>
                <a:lnTo>
                  <a:pt x="28638" y="431800"/>
                </a:lnTo>
                <a:lnTo>
                  <a:pt x="29248" y="431800"/>
                </a:lnTo>
                <a:lnTo>
                  <a:pt x="30848" y="434339"/>
                </a:lnTo>
                <a:lnTo>
                  <a:pt x="31902" y="434339"/>
                </a:lnTo>
                <a:lnTo>
                  <a:pt x="33159" y="435610"/>
                </a:lnTo>
                <a:lnTo>
                  <a:pt x="32943" y="435610"/>
                </a:lnTo>
                <a:lnTo>
                  <a:pt x="35598" y="438150"/>
                </a:lnTo>
                <a:lnTo>
                  <a:pt x="35369" y="438150"/>
                </a:lnTo>
                <a:lnTo>
                  <a:pt x="38138" y="440689"/>
                </a:lnTo>
                <a:lnTo>
                  <a:pt x="37896" y="440689"/>
                </a:lnTo>
                <a:lnTo>
                  <a:pt x="40779" y="443230"/>
                </a:lnTo>
                <a:lnTo>
                  <a:pt x="40538" y="443230"/>
                </a:lnTo>
                <a:lnTo>
                  <a:pt x="43522" y="444500"/>
                </a:lnTo>
                <a:lnTo>
                  <a:pt x="43268" y="444500"/>
                </a:lnTo>
                <a:lnTo>
                  <a:pt x="46367" y="447039"/>
                </a:lnTo>
                <a:lnTo>
                  <a:pt x="47694" y="447039"/>
                </a:lnTo>
                <a:lnTo>
                  <a:pt x="49288" y="448310"/>
                </a:lnTo>
                <a:lnTo>
                  <a:pt x="49021" y="448310"/>
                </a:lnTo>
                <a:lnTo>
                  <a:pt x="52311" y="449580"/>
                </a:lnTo>
                <a:lnTo>
                  <a:pt x="52031" y="449580"/>
                </a:lnTo>
                <a:lnTo>
                  <a:pt x="55410" y="450850"/>
                </a:lnTo>
                <a:lnTo>
                  <a:pt x="55118" y="450850"/>
                </a:lnTo>
                <a:lnTo>
                  <a:pt x="58572" y="452119"/>
                </a:lnTo>
                <a:lnTo>
                  <a:pt x="58280" y="452119"/>
                </a:lnTo>
                <a:lnTo>
                  <a:pt x="61823" y="453389"/>
                </a:lnTo>
                <a:lnTo>
                  <a:pt x="61518" y="453389"/>
                </a:lnTo>
                <a:lnTo>
                  <a:pt x="65138" y="454660"/>
                </a:lnTo>
                <a:lnTo>
                  <a:pt x="68211" y="454660"/>
                </a:lnTo>
                <a:lnTo>
                  <a:pt x="71958" y="455930"/>
                </a:lnTo>
                <a:lnTo>
                  <a:pt x="78689" y="455930"/>
                </a:lnTo>
                <a:lnTo>
                  <a:pt x="82613" y="457200"/>
                </a:lnTo>
                <a:lnTo>
                  <a:pt x="1496860" y="457200"/>
                </a:lnTo>
                <a:lnTo>
                  <a:pt x="1493405" y="459739"/>
                </a:lnTo>
                <a:lnTo>
                  <a:pt x="1486179" y="462280"/>
                </a:lnTo>
                <a:lnTo>
                  <a:pt x="1482432" y="464819"/>
                </a:lnTo>
                <a:lnTo>
                  <a:pt x="1478597" y="466089"/>
                </a:lnTo>
                <a:close/>
              </a:path>
              <a:path w="1536700" h="469900">
                <a:moveTo>
                  <a:pt x="1490395" y="22860"/>
                </a:moveTo>
                <a:lnTo>
                  <a:pt x="1487208" y="20319"/>
                </a:lnTo>
                <a:lnTo>
                  <a:pt x="1487474" y="20319"/>
                </a:lnTo>
                <a:lnTo>
                  <a:pt x="1484185" y="19050"/>
                </a:lnTo>
                <a:lnTo>
                  <a:pt x="1484464" y="19050"/>
                </a:lnTo>
                <a:lnTo>
                  <a:pt x="1481099" y="17780"/>
                </a:lnTo>
                <a:lnTo>
                  <a:pt x="1481378" y="17780"/>
                </a:lnTo>
                <a:lnTo>
                  <a:pt x="1477924" y="16510"/>
                </a:lnTo>
                <a:lnTo>
                  <a:pt x="1478216" y="16510"/>
                </a:lnTo>
                <a:lnTo>
                  <a:pt x="1474673" y="15239"/>
                </a:lnTo>
                <a:lnTo>
                  <a:pt x="1474978" y="15239"/>
                </a:lnTo>
                <a:lnTo>
                  <a:pt x="1471358" y="13969"/>
                </a:lnTo>
                <a:lnTo>
                  <a:pt x="1468285" y="13969"/>
                </a:lnTo>
                <a:lnTo>
                  <a:pt x="1464538" y="12700"/>
                </a:lnTo>
                <a:lnTo>
                  <a:pt x="1498536" y="12700"/>
                </a:lnTo>
                <a:lnTo>
                  <a:pt x="1500212" y="13969"/>
                </a:lnTo>
                <a:lnTo>
                  <a:pt x="1503438" y="15239"/>
                </a:lnTo>
                <a:lnTo>
                  <a:pt x="1506562" y="17780"/>
                </a:lnTo>
                <a:lnTo>
                  <a:pt x="1509560" y="20319"/>
                </a:lnTo>
                <a:lnTo>
                  <a:pt x="1510512" y="21589"/>
                </a:lnTo>
                <a:lnTo>
                  <a:pt x="1490129" y="21589"/>
                </a:lnTo>
                <a:lnTo>
                  <a:pt x="1490395" y="22860"/>
                </a:lnTo>
                <a:close/>
              </a:path>
              <a:path w="1536700" h="469900">
                <a:moveTo>
                  <a:pt x="46100" y="22860"/>
                </a:moveTo>
                <a:lnTo>
                  <a:pt x="46367" y="21589"/>
                </a:lnTo>
                <a:lnTo>
                  <a:pt x="47694" y="21589"/>
                </a:lnTo>
                <a:lnTo>
                  <a:pt x="46100" y="22860"/>
                </a:lnTo>
                <a:close/>
              </a:path>
              <a:path w="1536700" h="469900">
                <a:moveTo>
                  <a:pt x="1505851" y="35560"/>
                </a:moveTo>
                <a:lnTo>
                  <a:pt x="1503337" y="33019"/>
                </a:lnTo>
                <a:lnTo>
                  <a:pt x="1503553" y="33019"/>
                </a:lnTo>
                <a:lnTo>
                  <a:pt x="1500898" y="30480"/>
                </a:lnTo>
                <a:lnTo>
                  <a:pt x="1501127" y="30480"/>
                </a:lnTo>
                <a:lnTo>
                  <a:pt x="1498358" y="27939"/>
                </a:lnTo>
                <a:lnTo>
                  <a:pt x="1498599" y="27939"/>
                </a:lnTo>
                <a:lnTo>
                  <a:pt x="1495717" y="25400"/>
                </a:lnTo>
                <a:lnTo>
                  <a:pt x="1495958" y="25400"/>
                </a:lnTo>
                <a:lnTo>
                  <a:pt x="1492973" y="24130"/>
                </a:lnTo>
                <a:lnTo>
                  <a:pt x="1493227" y="24130"/>
                </a:lnTo>
                <a:lnTo>
                  <a:pt x="1490129" y="21589"/>
                </a:lnTo>
                <a:lnTo>
                  <a:pt x="1510512" y="21589"/>
                </a:lnTo>
                <a:lnTo>
                  <a:pt x="1512417" y="24130"/>
                </a:lnTo>
                <a:lnTo>
                  <a:pt x="1515148" y="26669"/>
                </a:lnTo>
                <a:lnTo>
                  <a:pt x="1517751" y="29210"/>
                </a:lnTo>
                <a:lnTo>
                  <a:pt x="1520202" y="33019"/>
                </a:lnTo>
                <a:lnTo>
                  <a:pt x="1521352" y="34289"/>
                </a:lnTo>
                <a:lnTo>
                  <a:pt x="1505648" y="34289"/>
                </a:lnTo>
                <a:lnTo>
                  <a:pt x="1505851" y="35560"/>
                </a:lnTo>
                <a:close/>
              </a:path>
              <a:path w="1536700" h="469900">
                <a:moveTo>
                  <a:pt x="30645" y="35560"/>
                </a:moveTo>
                <a:lnTo>
                  <a:pt x="30848" y="34289"/>
                </a:lnTo>
                <a:lnTo>
                  <a:pt x="31902" y="34289"/>
                </a:lnTo>
                <a:lnTo>
                  <a:pt x="30645" y="35560"/>
                </a:lnTo>
                <a:close/>
              </a:path>
              <a:path w="1536700" h="469900">
                <a:moveTo>
                  <a:pt x="1508048" y="38100"/>
                </a:moveTo>
                <a:lnTo>
                  <a:pt x="1505648" y="34289"/>
                </a:lnTo>
                <a:lnTo>
                  <a:pt x="1521352" y="34289"/>
                </a:lnTo>
                <a:lnTo>
                  <a:pt x="1522501" y="35560"/>
                </a:lnTo>
                <a:lnTo>
                  <a:pt x="1523216" y="36830"/>
                </a:lnTo>
                <a:lnTo>
                  <a:pt x="1507858" y="36830"/>
                </a:lnTo>
                <a:lnTo>
                  <a:pt x="1508048" y="38100"/>
                </a:lnTo>
                <a:close/>
              </a:path>
              <a:path w="1536700" h="469900">
                <a:moveTo>
                  <a:pt x="28447" y="38100"/>
                </a:moveTo>
                <a:lnTo>
                  <a:pt x="28638" y="36830"/>
                </a:lnTo>
                <a:lnTo>
                  <a:pt x="29248" y="36830"/>
                </a:lnTo>
                <a:lnTo>
                  <a:pt x="28447" y="38100"/>
                </a:lnTo>
                <a:close/>
              </a:path>
              <a:path w="1536700" h="469900">
                <a:moveTo>
                  <a:pt x="1510118" y="40639"/>
                </a:moveTo>
                <a:lnTo>
                  <a:pt x="1507858" y="36830"/>
                </a:lnTo>
                <a:lnTo>
                  <a:pt x="1523216" y="36830"/>
                </a:lnTo>
                <a:lnTo>
                  <a:pt x="1524647" y="39369"/>
                </a:lnTo>
                <a:lnTo>
                  <a:pt x="1509941" y="39369"/>
                </a:lnTo>
                <a:lnTo>
                  <a:pt x="1510118" y="40639"/>
                </a:lnTo>
                <a:close/>
              </a:path>
              <a:path w="1536700" h="469900">
                <a:moveTo>
                  <a:pt x="26377" y="40639"/>
                </a:moveTo>
                <a:lnTo>
                  <a:pt x="26555" y="39369"/>
                </a:lnTo>
                <a:lnTo>
                  <a:pt x="27131" y="39369"/>
                </a:lnTo>
                <a:lnTo>
                  <a:pt x="26377" y="40639"/>
                </a:lnTo>
                <a:close/>
              </a:path>
              <a:path w="1536700" h="469900">
                <a:moveTo>
                  <a:pt x="1519720" y="58419"/>
                </a:moveTo>
                <a:lnTo>
                  <a:pt x="1518348" y="54610"/>
                </a:lnTo>
                <a:lnTo>
                  <a:pt x="1516951" y="52069"/>
                </a:lnTo>
                <a:lnTo>
                  <a:pt x="1517078" y="52069"/>
                </a:lnTo>
                <a:lnTo>
                  <a:pt x="1515402" y="48260"/>
                </a:lnTo>
                <a:lnTo>
                  <a:pt x="1515541" y="48260"/>
                </a:lnTo>
                <a:lnTo>
                  <a:pt x="1513712" y="45719"/>
                </a:lnTo>
                <a:lnTo>
                  <a:pt x="1513865" y="45719"/>
                </a:lnTo>
                <a:lnTo>
                  <a:pt x="1511884" y="43180"/>
                </a:lnTo>
                <a:lnTo>
                  <a:pt x="1512061" y="43180"/>
                </a:lnTo>
                <a:lnTo>
                  <a:pt x="1509941" y="39369"/>
                </a:lnTo>
                <a:lnTo>
                  <a:pt x="1524647" y="39369"/>
                </a:lnTo>
                <a:lnTo>
                  <a:pt x="1526628" y="43180"/>
                </a:lnTo>
                <a:lnTo>
                  <a:pt x="1528457" y="45719"/>
                </a:lnTo>
                <a:lnTo>
                  <a:pt x="1530108" y="49530"/>
                </a:lnTo>
                <a:lnTo>
                  <a:pt x="1531594" y="53339"/>
                </a:lnTo>
                <a:lnTo>
                  <a:pt x="1532890" y="57150"/>
                </a:lnTo>
                <a:lnTo>
                  <a:pt x="1519605" y="57150"/>
                </a:lnTo>
                <a:lnTo>
                  <a:pt x="1519720" y="58419"/>
                </a:lnTo>
                <a:close/>
              </a:path>
              <a:path w="1536700" h="469900">
                <a:moveTo>
                  <a:pt x="16776" y="58419"/>
                </a:moveTo>
                <a:lnTo>
                  <a:pt x="16890" y="57150"/>
                </a:lnTo>
                <a:lnTo>
                  <a:pt x="17233" y="57150"/>
                </a:lnTo>
                <a:lnTo>
                  <a:pt x="16776" y="58419"/>
                </a:lnTo>
                <a:close/>
              </a:path>
              <a:path w="1536700" h="469900">
                <a:moveTo>
                  <a:pt x="1522514" y="68580"/>
                </a:moveTo>
                <a:lnTo>
                  <a:pt x="1521663" y="64769"/>
                </a:lnTo>
                <a:lnTo>
                  <a:pt x="1520710" y="60960"/>
                </a:lnTo>
                <a:lnTo>
                  <a:pt x="1519605" y="57150"/>
                </a:lnTo>
                <a:lnTo>
                  <a:pt x="1532890" y="57150"/>
                </a:lnTo>
                <a:lnTo>
                  <a:pt x="1534007" y="60960"/>
                </a:lnTo>
                <a:lnTo>
                  <a:pt x="1534921" y="64769"/>
                </a:lnTo>
                <a:lnTo>
                  <a:pt x="1535281" y="67310"/>
                </a:lnTo>
                <a:lnTo>
                  <a:pt x="1522450" y="67310"/>
                </a:lnTo>
                <a:lnTo>
                  <a:pt x="1522514" y="68580"/>
                </a:lnTo>
                <a:close/>
              </a:path>
              <a:path w="1536700" h="469900">
                <a:moveTo>
                  <a:pt x="13982" y="68580"/>
                </a:moveTo>
                <a:lnTo>
                  <a:pt x="14046" y="67310"/>
                </a:lnTo>
                <a:lnTo>
                  <a:pt x="14266" y="67310"/>
                </a:lnTo>
                <a:lnTo>
                  <a:pt x="13982" y="68580"/>
                </a:lnTo>
                <a:close/>
              </a:path>
              <a:path w="1536700" h="469900">
                <a:moveTo>
                  <a:pt x="1536598" y="387350"/>
                </a:moveTo>
                <a:lnTo>
                  <a:pt x="1523898" y="387350"/>
                </a:lnTo>
                <a:lnTo>
                  <a:pt x="1523796" y="78739"/>
                </a:lnTo>
                <a:lnTo>
                  <a:pt x="1523720" y="77469"/>
                </a:lnTo>
                <a:lnTo>
                  <a:pt x="1523517" y="74930"/>
                </a:lnTo>
                <a:lnTo>
                  <a:pt x="1523072" y="71119"/>
                </a:lnTo>
                <a:lnTo>
                  <a:pt x="1522450" y="67310"/>
                </a:lnTo>
                <a:lnTo>
                  <a:pt x="1535281" y="67310"/>
                </a:lnTo>
                <a:lnTo>
                  <a:pt x="1536179" y="73660"/>
                </a:lnTo>
                <a:lnTo>
                  <a:pt x="1536496" y="77469"/>
                </a:lnTo>
                <a:lnTo>
                  <a:pt x="1536598" y="387350"/>
                </a:lnTo>
                <a:close/>
              </a:path>
              <a:path w="1536700" h="469900">
                <a:moveTo>
                  <a:pt x="12632" y="387350"/>
                </a:moveTo>
                <a:lnTo>
                  <a:pt x="12598" y="386080"/>
                </a:lnTo>
                <a:lnTo>
                  <a:pt x="12632" y="387350"/>
                </a:lnTo>
                <a:close/>
              </a:path>
              <a:path w="1536700" h="469900">
                <a:moveTo>
                  <a:pt x="1535281" y="401319"/>
                </a:moveTo>
                <a:lnTo>
                  <a:pt x="1522450" y="401319"/>
                </a:lnTo>
                <a:lnTo>
                  <a:pt x="1523123" y="397510"/>
                </a:lnTo>
                <a:lnTo>
                  <a:pt x="1523555" y="393700"/>
                </a:lnTo>
                <a:lnTo>
                  <a:pt x="1523822" y="389889"/>
                </a:lnTo>
                <a:lnTo>
                  <a:pt x="1523898" y="386080"/>
                </a:lnTo>
                <a:lnTo>
                  <a:pt x="1523898" y="387350"/>
                </a:lnTo>
                <a:lnTo>
                  <a:pt x="1536598" y="387350"/>
                </a:lnTo>
                <a:lnTo>
                  <a:pt x="1536496" y="391160"/>
                </a:lnTo>
                <a:lnTo>
                  <a:pt x="1536179" y="394969"/>
                </a:lnTo>
                <a:lnTo>
                  <a:pt x="1535281" y="401319"/>
                </a:lnTo>
                <a:close/>
              </a:path>
              <a:path w="1536700" h="469900">
                <a:moveTo>
                  <a:pt x="14266" y="401319"/>
                </a:moveTo>
                <a:lnTo>
                  <a:pt x="14046" y="401319"/>
                </a:lnTo>
                <a:lnTo>
                  <a:pt x="13982" y="400050"/>
                </a:lnTo>
                <a:lnTo>
                  <a:pt x="14266" y="401319"/>
                </a:lnTo>
                <a:close/>
              </a:path>
              <a:path w="1536700" h="469900">
                <a:moveTo>
                  <a:pt x="1532890" y="411480"/>
                </a:moveTo>
                <a:lnTo>
                  <a:pt x="1519605" y="411480"/>
                </a:lnTo>
                <a:lnTo>
                  <a:pt x="1520812" y="407669"/>
                </a:lnTo>
                <a:lnTo>
                  <a:pt x="1521739" y="403860"/>
                </a:lnTo>
                <a:lnTo>
                  <a:pt x="1522514" y="400050"/>
                </a:lnTo>
                <a:lnTo>
                  <a:pt x="1522450" y="401319"/>
                </a:lnTo>
                <a:lnTo>
                  <a:pt x="1535281" y="401319"/>
                </a:lnTo>
                <a:lnTo>
                  <a:pt x="1534921" y="403860"/>
                </a:lnTo>
                <a:lnTo>
                  <a:pt x="1534007" y="407669"/>
                </a:lnTo>
                <a:lnTo>
                  <a:pt x="1532890" y="411480"/>
                </a:lnTo>
                <a:close/>
              </a:path>
              <a:path w="1536700" h="469900">
                <a:moveTo>
                  <a:pt x="17233" y="411480"/>
                </a:moveTo>
                <a:lnTo>
                  <a:pt x="16890" y="411480"/>
                </a:lnTo>
                <a:lnTo>
                  <a:pt x="16776" y="410210"/>
                </a:lnTo>
                <a:lnTo>
                  <a:pt x="17233" y="411480"/>
                </a:lnTo>
                <a:close/>
              </a:path>
              <a:path w="1536700" h="469900">
                <a:moveTo>
                  <a:pt x="1524647" y="429260"/>
                </a:moveTo>
                <a:lnTo>
                  <a:pt x="1509941" y="429260"/>
                </a:lnTo>
                <a:lnTo>
                  <a:pt x="1512061" y="425450"/>
                </a:lnTo>
                <a:lnTo>
                  <a:pt x="1511884" y="425450"/>
                </a:lnTo>
                <a:lnTo>
                  <a:pt x="1513865" y="422910"/>
                </a:lnTo>
                <a:lnTo>
                  <a:pt x="1513712" y="422910"/>
                </a:lnTo>
                <a:lnTo>
                  <a:pt x="1515541" y="420369"/>
                </a:lnTo>
                <a:lnTo>
                  <a:pt x="1515402" y="420369"/>
                </a:lnTo>
                <a:lnTo>
                  <a:pt x="1517078" y="416560"/>
                </a:lnTo>
                <a:lnTo>
                  <a:pt x="1516951" y="416560"/>
                </a:lnTo>
                <a:lnTo>
                  <a:pt x="1518475" y="414019"/>
                </a:lnTo>
                <a:lnTo>
                  <a:pt x="1519720" y="410210"/>
                </a:lnTo>
                <a:lnTo>
                  <a:pt x="1519605" y="411480"/>
                </a:lnTo>
                <a:lnTo>
                  <a:pt x="1532890" y="411480"/>
                </a:lnTo>
                <a:lnTo>
                  <a:pt x="1531594" y="415289"/>
                </a:lnTo>
                <a:lnTo>
                  <a:pt x="1530108" y="419100"/>
                </a:lnTo>
                <a:lnTo>
                  <a:pt x="1528457" y="422910"/>
                </a:lnTo>
                <a:lnTo>
                  <a:pt x="1526628" y="425450"/>
                </a:lnTo>
                <a:lnTo>
                  <a:pt x="1524647" y="429260"/>
                </a:lnTo>
                <a:close/>
              </a:path>
              <a:path w="1536700" h="469900">
                <a:moveTo>
                  <a:pt x="27131" y="429260"/>
                </a:moveTo>
                <a:lnTo>
                  <a:pt x="26555" y="429260"/>
                </a:lnTo>
                <a:lnTo>
                  <a:pt x="26377" y="427989"/>
                </a:lnTo>
                <a:lnTo>
                  <a:pt x="27131" y="429260"/>
                </a:lnTo>
                <a:close/>
              </a:path>
              <a:path w="1536700" h="469900">
                <a:moveTo>
                  <a:pt x="1523216" y="431800"/>
                </a:moveTo>
                <a:lnTo>
                  <a:pt x="1507858" y="431800"/>
                </a:lnTo>
                <a:lnTo>
                  <a:pt x="1510118" y="427989"/>
                </a:lnTo>
                <a:lnTo>
                  <a:pt x="1509941" y="429260"/>
                </a:lnTo>
                <a:lnTo>
                  <a:pt x="1524647" y="429260"/>
                </a:lnTo>
                <a:lnTo>
                  <a:pt x="1523216" y="431800"/>
                </a:lnTo>
                <a:close/>
              </a:path>
              <a:path w="1536700" h="469900">
                <a:moveTo>
                  <a:pt x="29248" y="431800"/>
                </a:moveTo>
                <a:lnTo>
                  <a:pt x="28638" y="431800"/>
                </a:lnTo>
                <a:lnTo>
                  <a:pt x="28447" y="430530"/>
                </a:lnTo>
                <a:lnTo>
                  <a:pt x="29248" y="431800"/>
                </a:lnTo>
                <a:close/>
              </a:path>
              <a:path w="1536700" h="469900">
                <a:moveTo>
                  <a:pt x="1521352" y="434339"/>
                </a:moveTo>
                <a:lnTo>
                  <a:pt x="1505648" y="434339"/>
                </a:lnTo>
                <a:lnTo>
                  <a:pt x="1508048" y="430530"/>
                </a:lnTo>
                <a:lnTo>
                  <a:pt x="1507858" y="431800"/>
                </a:lnTo>
                <a:lnTo>
                  <a:pt x="1523216" y="431800"/>
                </a:lnTo>
                <a:lnTo>
                  <a:pt x="1522501" y="433069"/>
                </a:lnTo>
                <a:lnTo>
                  <a:pt x="1521352" y="434339"/>
                </a:lnTo>
                <a:close/>
              </a:path>
              <a:path w="1536700" h="469900">
                <a:moveTo>
                  <a:pt x="31902" y="434339"/>
                </a:moveTo>
                <a:lnTo>
                  <a:pt x="30848" y="434339"/>
                </a:lnTo>
                <a:lnTo>
                  <a:pt x="30645" y="433069"/>
                </a:lnTo>
                <a:lnTo>
                  <a:pt x="31902" y="434339"/>
                </a:lnTo>
                <a:close/>
              </a:path>
              <a:path w="1536700" h="469900">
                <a:moveTo>
                  <a:pt x="1510512" y="447039"/>
                </a:moveTo>
                <a:lnTo>
                  <a:pt x="1490129" y="447039"/>
                </a:lnTo>
                <a:lnTo>
                  <a:pt x="1493227" y="444500"/>
                </a:lnTo>
                <a:lnTo>
                  <a:pt x="1492973" y="444500"/>
                </a:lnTo>
                <a:lnTo>
                  <a:pt x="1495958" y="443230"/>
                </a:lnTo>
                <a:lnTo>
                  <a:pt x="1495717" y="443230"/>
                </a:lnTo>
                <a:lnTo>
                  <a:pt x="1498599" y="440689"/>
                </a:lnTo>
                <a:lnTo>
                  <a:pt x="1498358" y="440689"/>
                </a:lnTo>
                <a:lnTo>
                  <a:pt x="1501127" y="438150"/>
                </a:lnTo>
                <a:lnTo>
                  <a:pt x="1500898" y="438150"/>
                </a:lnTo>
                <a:lnTo>
                  <a:pt x="1503553" y="435610"/>
                </a:lnTo>
                <a:lnTo>
                  <a:pt x="1503337" y="435610"/>
                </a:lnTo>
                <a:lnTo>
                  <a:pt x="1505851" y="433069"/>
                </a:lnTo>
                <a:lnTo>
                  <a:pt x="1505648" y="434339"/>
                </a:lnTo>
                <a:lnTo>
                  <a:pt x="1521352" y="434339"/>
                </a:lnTo>
                <a:lnTo>
                  <a:pt x="1520202" y="435610"/>
                </a:lnTo>
                <a:lnTo>
                  <a:pt x="1517751" y="439419"/>
                </a:lnTo>
                <a:lnTo>
                  <a:pt x="1515148" y="441960"/>
                </a:lnTo>
                <a:lnTo>
                  <a:pt x="1512417" y="444500"/>
                </a:lnTo>
                <a:lnTo>
                  <a:pt x="1510512" y="447039"/>
                </a:lnTo>
                <a:close/>
              </a:path>
              <a:path w="1536700" h="469900">
                <a:moveTo>
                  <a:pt x="47694" y="447039"/>
                </a:moveTo>
                <a:lnTo>
                  <a:pt x="46367" y="447039"/>
                </a:lnTo>
                <a:lnTo>
                  <a:pt x="46100" y="445769"/>
                </a:lnTo>
                <a:lnTo>
                  <a:pt x="47694" y="447039"/>
                </a:lnTo>
                <a:close/>
              </a:path>
              <a:path w="1536700" h="469900">
                <a:moveTo>
                  <a:pt x="1496860" y="457200"/>
                </a:moveTo>
                <a:lnTo>
                  <a:pt x="1453883" y="457200"/>
                </a:lnTo>
                <a:lnTo>
                  <a:pt x="1457807" y="455930"/>
                </a:lnTo>
                <a:lnTo>
                  <a:pt x="1464538" y="455930"/>
                </a:lnTo>
                <a:lnTo>
                  <a:pt x="1468285" y="454660"/>
                </a:lnTo>
                <a:lnTo>
                  <a:pt x="1471358" y="454660"/>
                </a:lnTo>
                <a:lnTo>
                  <a:pt x="1474978" y="453389"/>
                </a:lnTo>
                <a:lnTo>
                  <a:pt x="1474673" y="453389"/>
                </a:lnTo>
                <a:lnTo>
                  <a:pt x="1478216" y="452119"/>
                </a:lnTo>
                <a:lnTo>
                  <a:pt x="1477924" y="452119"/>
                </a:lnTo>
                <a:lnTo>
                  <a:pt x="1481378" y="450850"/>
                </a:lnTo>
                <a:lnTo>
                  <a:pt x="1481099" y="450850"/>
                </a:lnTo>
                <a:lnTo>
                  <a:pt x="1484464" y="449580"/>
                </a:lnTo>
                <a:lnTo>
                  <a:pt x="1484185" y="449580"/>
                </a:lnTo>
                <a:lnTo>
                  <a:pt x="1487474" y="448310"/>
                </a:lnTo>
                <a:lnTo>
                  <a:pt x="1487208" y="448310"/>
                </a:lnTo>
                <a:lnTo>
                  <a:pt x="1490395" y="445769"/>
                </a:lnTo>
                <a:lnTo>
                  <a:pt x="1490129" y="447039"/>
                </a:lnTo>
                <a:lnTo>
                  <a:pt x="1510512" y="447039"/>
                </a:lnTo>
                <a:lnTo>
                  <a:pt x="1509560" y="448310"/>
                </a:lnTo>
                <a:lnTo>
                  <a:pt x="1506562" y="450850"/>
                </a:lnTo>
                <a:lnTo>
                  <a:pt x="1503438" y="453389"/>
                </a:lnTo>
                <a:lnTo>
                  <a:pt x="1500212" y="454660"/>
                </a:lnTo>
                <a:lnTo>
                  <a:pt x="1496860" y="457200"/>
                </a:lnTo>
                <a:close/>
              </a:path>
              <a:path w="1536700" h="469900">
                <a:moveTo>
                  <a:pt x="1466608" y="468630"/>
                </a:moveTo>
                <a:lnTo>
                  <a:pt x="69888" y="468630"/>
                </a:lnTo>
                <a:lnTo>
                  <a:pt x="61823" y="466089"/>
                </a:lnTo>
                <a:lnTo>
                  <a:pt x="1474673" y="466089"/>
                </a:lnTo>
                <a:lnTo>
                  <a:pt x="1466608" y="468630"/>
                </a:lnTo>
                <a:close/>
              </a:path>
              <a:path w="1536700" h="469900">
                <a:moveTo>
                  <a:pt x="1454124" y="469900"/>
                </a:moveTo>
                <a:lnTo>
                  <a:pt x="82372" y="469900"/>
                </a:lnTo>
                <a:lnTo>
                  <a:pt x="78206" y="468630"/>
                </a:lnTo>
                <a:lnTo>
                  <a:pt x="1458290" y="468630"/>
                </a:lnTo>
                <a:lnTo>
                  <a:pt x="1454124" y="4699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87077" y="1600517"/>
            <a:ext cx="11347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3317" y="1650682"/>
            <a:ext cx="737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38818" y="2507754"/>
            <a:ext cx="1939289" cy="775970"/>
          </a:xfrm>
          <a:custGeom>
            <a:avLst/>
            <a:gdLst/>
            <a:ahLst/>
            <a:cxnLst/>
            <a:rect l="l" t="t" r="r" b="b"/>
            <a:pathLst>
              <a:path w="1939289" h="775970">
                <a:moveTo>
                  <a:pt x="969594" y="775690"/>
                </a:moveTo>
                <a:lnTo>
                  <a:pt x="0" y="387845"/>
                </a:lnTo>
                <a:lnTo>
                  <a:pt x="969594" y="0"/>
                </a:lnTo>
                <a:lnTo>
                  <a:pt x="1001438" y="12738"/>
                </a:lnTo>
                <a:lnTo>
                  <a:pt x="967232" y="12738"/>
                </a:lnTo>
                <a:lnTo>
                  <a:pt x="969594" y="13682"/>
                </a:lnTo>
                <a:lnTo>
                  <a:pt x="48920" y="381952"/>
                </a:lnTo>
                <a:lnTo>
                  <a:pt x="19456" y="381952"/>
                </a:lnTo>
                <a:lnTo>
                  <a:pt x="19456" y="393738"/>
                </a:lnTo>
                <a:lnTo>
                  <a:pt x="48920" y="393738"/>
                </a:lnTo>
                <a:lnTo>
                  <a:pt x="969594" y="762007"/>
                </a:lnTo>
                <a:lnTo>
                  <a:pt x="967232" y="762952"/>
                </a:lnTo>
                <a:lnTo>
                  <a:pt x="1001438" y="762952"/>
                </a:lnTo>
                <a:lnTo>
                  <a:pt x="969594" y="775690"/>
                </a:lnTo>
                <a:close/>
              </a:path>
              <a:path w="1939289" h="775970">
                <a:moveTo>
                  <a:pt x="969594" y="13682"/>
                </a:moveTo>
                <a:lnTo>
                  <a:pt x="967232" y="12738"/>
                </a:lnTo>
                <a:lnTo>
                  <a:pt x="971956" y="12738"/>
                </a:lnTo>
                <a:lnTo>
                  <a:pt x="969594" y="13682"/>
                </a:lnTo>
                <a:close/>
              </a:path>
              <a:path w="1939289" h="775970">
                <a:moveTo>
                  <a:pt x="1905000" y="387845"/>
                </a:moveTo>
                <a:lnTo>
                  <a:pt x="969594" y="13682"/>
                </a:lnTo>
                <a:lnTo>
                  <a:pt x="971956" y="12738"/>
                </a:lnTo>
                <a:lnTo>
                  <a:pt x="1001438" y="12738"/>
                </a:lnTo>
                <a:lnTo>
                  <a:pt x="1924456" y="381952"/>
                </a:lnTo>
                <a:lnTo>
                  <a:pt x="1919732" y="381952"/>
                </a:lnTo>
                <a:lnTo>
                  <a:pt x="1905000" y="387845"/>
                </a:lnTo>
                <a:close/>
              </a:path>
              <a:path w="1939289" h="775970">
                <a:moveTo>
                  <a:pt x="19456" y="393738"/>
                </a:moveTo>
                <a:lnTo>
                  <a:pt x="19456" y="381952"/>
                </a:lnTo>
                <a:lnTo>
                  <a:pt x="34188" y="387845"/>
                </a:lnTo>
                <a:lnTo>
                  <a:pt x="19456" y="393738"/>
                </a:lnTo>
                <a:close/>
              </a:path>
              <a:path w="1939289" h="775970">
                <a:moveTo>
                  <a:pt x="34188" y="387845"/>
                </a:moveTo>
                <a:lnTo>
                  <a:pt x="19456" y="381952"/>
                </a:lnTo>
                <a:lnTo>
                  <a:pt x="48920" y="381952"/>
                </a:lnTo>
                <a:lnTo>
                  <a:pt x="34188" y="387845"/>
                </a:lnTo>
                <a:close/>
              </a:path>
              <a:path w="1939289" h="775970">
                <a:moveTo>
                  <a:pt x="1919732" y="393738"/>
                </a:moveTo>
                <a:lnTo>
                  <a:pt x="1905000" y="387845"/>
                </a:lnTo>
                <a:lnTo>
                  <a:pt x="1919732" y="381952"/>
                </a:lnTo>
                <a:lnTo>
                  <a:pt x="1919732" y="393738"/>
                </a:lnTo>
                <a:close/>
              </a:path>
              <a:path w="1939289" h="775970">
                <a:moveTo>
                  <a:pt x="1924456" y="393738"/>
                </a:moveTo>
                <a:lnTo>
                  <a:pt x="1919732" y="393738"/>
                </a:lnTo>
                <a:lnTo>
                  <a:pt x="1919732" y="381952"/>
                </a:lnTo>
                <a:lnTo>
                  <a:pt x="1924456" y="381952"/>
                </a:lnTo>
                <a:lnTo>
                  <a:pt x="1939188" y="387845"/>
                </a:lnTo>
                <a:lnTo>
                  <a:pt x="1924456" y="393738"/>
                </a:lnTo>
                <a:close/>
              </a:path>
              <a:path w="1939289" h="775970">
                <a:moveTo>
                  <a:pt x="48920" y="393738"/>
                </a:moveTo>
                <a:lnTo>
                  <a:pt x="19456" y="393738"/>
                </a:lnTo>
                <a:lnTo>
                  <a:pt x="34188" y="387845"/>
                </a:lnTo>
                <a:lnTo>
                  <a:pt x="48920" y="393738"/>
                </a:lnTo>
                <a:close/>
              </a:path>
              <a:path w="1939289" h="775970">
                <a:moveTo>
                  <a:pt x="1001438" y="762952"/>
                </a:moveTo>
                <a:lnTo>
                  <a:pt x="971956" y="762952"/>
                </a:lnTo>
                <a:lnTo>
                  <a:pt x="969594" y="762007"/>
                </a:lnTo>
                <a:lnTo>
                  <a:pt x="1905000" y="387845"/>
                </a:lnTo>
                <a:lnTo>
                  <a:pt x="1919732" y="393738"/>
                </a:lnTo>
                <a:lnTo>
                  <a:pt x="1924456" y="393738"/>
                </a:lnTo>
                <a:lnTo>
                  <a:pt x="1001438" y="762952"/>
                </a:lnTo>
                <a:close/>
              </a:path>
              <a:path w="1939289" h="775970">
                <a:moveTo>
                  <a:pt x="971956" y="762952"/>
                </a:moveTo>
                <a:lnTo>
                  <a:pt x="967232" y="762952"/>
                </a:lnTo>
                <a:lnTo>
                  <a:pt x="969594" y="762007"/>
                </a:lnTo>
                <a:lnTo>
                  <a:pt x="971956" y="76295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39452" y="2684779"/>
            <a:ext cx="12026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SNGL=1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14512" y="1238249"/>
            <a:ext cx="2965450" cy="4787900"/>
          </a:xfrm>
          <a:custGeom>
            <a:avLst/>
            <a:gdLst/>
            <a:ahLst/>
            <a:cxnLst/>
            <a:rect l="l" t="t" r="r" b="b"/>
            <a:pathLst>
              <a:path w="2965450" h="4787900">
                <a:moveTo>
                  <a:pt x="2038350" y="1190625"/>
                </a:moveTo>
                <a:lnTo>
                  <a:pt x="2009775" y="1190625"/>
                </a:lnTo>
                <a:lnTo>
                  <a:pt x="2009775" y="895350"/>
                </a:lnTo>
                <a:lnTo>
                  <a:pt x="1981200" y="895350"/>
                </a:lnTo>
                <a:lnTo>
                  <a:pt x="1981200" y="1190625"/>
                </a:lnTo>
                <a:lnTo>
                  <a:pt x="1952625" y="1190625"/>
                </a:lnTo>
                <a:lnTo>
                  <a:pt x="1995487" y="1276350"/>
                </a:lnTo>
                <a:lnTo>
                  <a:pt x="2027631" y="1212062"/>
                </a:lnTo>
                <a:lnTo>
                  <a:pt x="2038350" y="1190625"/>
                </a:lnTo>
                <a:close/>
              </a:path>
              <a:path w="2965450" h="4787900">
                <a:moveTo>
                  <a:pt x="2038350" y="371475"/>
                </a:moveTo>
                <a:lnTo>
                  <a:pt x="2009775" y="371475"/>
                </a:lnTo>
                <a:lnTo>
                  <a:pt x="2009775" y="0"/>
                </a:lnTo>
                <a:lnTo>
                  <a:pt x="1981200" y="0"/>
                </a:lnTo>
                <a:lnTo>
                  <a:pt x="1981200" y="371475"/>
                </a:lnTo>
                <a:lnTo>
                  <a:pt x="1952625" y="371475"/>
                </a:lnTo>
                <a:lnTo>
                  <a:pt x="1995487" y="457200"/>
                </a:lnTo>
                <a:lnTo>
                  <a:pt x="2027631" y="392912"/>
                </a:lnTo>
                <a:lnTo>
                  <a:pt x="2038350" y="371475"/>
                </a:lnTo>
                <a:close/>
              </a:path>
              <a:path w="2965450" h="4787900">
                <a:moveTo>
                  <a:pt x="2965081" y="3638550"/>
                </a:moveTo>
                <a:lnTo>
                  <a:pt x="2950349" y="3632657"/>
                </a:lnTo>
                <a:lnTo>
                  <a:pt x="2930893" y="3624884"/>
                </a:lnTo>
                <a:lnTo>
                  <a:pt x="2930893" y="3638550"/>
                </a:lnTo>
                <a:lnTo>
                  <a:pt x="1995487" y="4012717"/>
                </a:lnTo>
                <a:lnTo>
                  <a:pt x="1074813" y="3644442"/>
                </a:lnTo>
                <a:lnTo>
                  <a:pt x="1060081" y="3638550"/>
                </a:lnTo>
                <a:lnTo>
                  <a:pt x="1074813" y="3632657"/>
                </a:lnTo>
                <a:lnTo>
                  <a:pt x="1995487" y="3264395"/>
                </a:lnTo>
                <a:lnTo>
                  <a:pt x="2930893" y="3638550"/>
                </a:lnTo>
                <a:lnTo>
                  <a:pt x="2930893" y="3624884"/>
                </a:lnTo>
                <a:lnTo>
                  <a:pt x="2027326" y="3263442"/>
                </a:lnTo>
                <a:lnTo>
                  <a:pt x="1998332" y="3251847"/>
                </a:lnTo>
                <a:lnTo>
                  <a:pt x="2027631" y="3193262"/>
                </a:lnTo>
                <a:lnTo>
                  <a:pt x="2038350" y="3171825"/>
                </a:lnTo>
                <a:lnTo>
                  <a:pt x="2009775" y="3171825"/>
                </a:lnTo>
                <a:lnTo>
                  <a:pt x="2009775" y="2806700"/>
                </a:lnTo>
                <a:lnTo>
                  <a:pt x="2689301" y="2806700"/>
                </a:lnTo>
                <a:lnTo>
                  <a:pt x="2693466" y="2805430"/>
                </a:lnTo>
                <a:lnTo>
                  <a:pt x="2701785" y="2805430"/>
                </a:lnTo>
                <a:lnTo>
                  <a:pt x="2709849" y="2802890"/>
                </a:lnTo>
                <a:lnTo>
                  <a:pt x="2713774" y="2802890"/>
                </a:lnTo>
                <a:lnTo>
                  <a:pt x="2717609" y="2801620"/>
                </a:lnTo>
                <a:lnTo>
                  <a:pt x="2721356" y="2799080"/>
                </a:lnTo>
                <a:lnTo>
                  <a:pt x="2728582" y="2796540"/>
                </a:lnTo>
                <a:lnTo>
                  <a:pt x="2732036" y="2794000"/>
                </a:lnTo>
                <a:lnTo>
                  <a:pt x="2735389" y="2791460"/>
                </a:lnTo>
                <a:lnTo>
                  <a:pt x="2738615" y="2790190"/>
                </a:lnTo>
                <a:lnTo>
                  <a:pt x="2741739" y="2787650"/>
                </a:lnTo>
                <a:lnTo>
                  <a:pt x="2744736" y="2785110"/>
                </a:lnTo>
                <a:lnTo>
                  <a:pt x="2745689" y="2783840"/>
                </a:lnTo>
                <a:lnTo>
                  <a:pt x="2747594" y="2781300"/>
                </a:lnTo>
                <a:lnTo>
                  <a:pt x="2750324" y="2778760"/>
                </a:lnTo>
                <a:lnTo>
                  <a:pt x="2752928" y="2776220"/>
                </a:lnTo>
                <a:lnTo>
                  <a:pt x="2755379" y="2772410"/>
                </a:lnTo>
                <a:lnTo>
                  <a:pt x="2756522" y="2771140"/>
                </a:lnTo>
                <a:lnTo>
                  <a:pt x="2757678" y="2769870"/>
                </a:lnTo>
                <a:lnTo>
                  <a:pt x="2758389" y="2768600"/>
                </a:lnTo>
                <a:lnTo>
                  <a:pt x="2759824" y="2766060"/>
                </a:lnTo>
                <a:lnTo>
                  <a:pt x="2761805" y="2762250"/>
                </a:lnTo>
                <a:lnTo>
                  <a:pt x="2763634" y="2759710"/>
                </a:lnTo>
                <a:lnTo>
                  <a:pt x="2765285" y="2755900"/>
                </a:lnTo>
                <a:lnTo>
                  <a:pt x="2770454" y="2738120"/>
                </a:lnTo>
                <a:lnTo>
                  <a:pt x="2771356" y="2731770"/>
                </a:lnTo>
                <a:lnTo>
                  <a:pt x="2771673" y="2727960"/>
                </a:lnTo>
                <a:lnTo>
                  <a:pt x="2771775" y="2724150"/>
                </a:lnTo>
                <a:lnTo>
                  <a:pt x="2771673" y="2414270"/>
                </a:lnTo>
                <a:lnTo>
                  <a:pt x="2771356" y="2410460"/>
                </a:lnTo>
                <a:lnTo>
                  <a:pt x="2770454" y="2404110"/>
                </a:lnTo>
                <a:lnTo>
                  <a:pt x="2770098" y="2401570"/>
                </a:lnTo>
                <a:lnTo>
                  <a:pt x="2761805" y="2379980"/>
                </a:lnTo>
                <a:lnTo>
                  <a:pt x="2759824" y="2376170"/>
                </a:lnTo>
                <a:lnTo>
                  <a:pt x="2759062" y="2374823"/>
                </a:lnTo>
                <a:lnTo>
                  <a:pt x="2759062" y="2722905"/>
                </a:lnTo>
                <a:lnTo>
                  <a:pt x="2758998" y="2726690"/>
                </a:lnTo>
                <a:lnTo>
                  <a:pt x="2758694" y="2730500"/>
                </a:lnTo>
                <a:lnTo>
                  <a:pt x="2758249" y="2734310"/>
                </a:lnTo>
                <a:lnTo>
                  <a:pt x="2757627" y="2738120"/>
                </a:lnTo>
                <a:lnTo>
                  <a:pt x="2757690" y="2736850"/>
                </a:lnTo>
                <a:lnTo>
                  <a:pt x="2756839" y="2740660"/>
                </a:lnTo>
                <a:lnTo>
                  <a:pt x="2755887" y="2744470"/>
                </a:lnTo>
                <a:lnTo>
                  <a:pt x="2754782" y="2748280"/>
                </a:lnTo>
                <a:lnTo>
                  <a:pt x="2754896" y="2747010"/>
                </a:lnTo>
                <a:lnTo>
                  <a:pt x="2753525" y="2750820"/>
                </a:lnTo>
                <a:lnTo>
                  <a:pt x="2753652" y="2750820"/>
                </a:lnTo>
                <a:lnTo>
                  <a:pt x="2752128" y="2753360"/>
                </a:lnTo>
                <a:lnTo>
                  <a:pt x="2752255" y="2753360"/>
                </a:lnTo>
                <a:lnTo>
                  <a:pt x="2750578" y="2757170"/>
                </a:lnTo>
                <a:lnTo>
                  <a:pt x="2750718" y="2757170"/>
                </a:lnTo>
                <a:lnTo>
                  <a:pt x="2748889" y="2759710"/>
                </a:lnTo>
                <a:lnTo>
                  <a:pt x="2749042" y="2759710"/>
                </a:lnTo>
                <a:lnTo>
                  <a:pt x="2747060" y="2762250"/>
                </a:lnTo>
                <a:lnTo>
                  <a:pt x="2747238" y="2762250"/>
                </a:lnTo>
                <a:lnTo>
                  <a:pt x="2745117" y="2766060"/>
                </a:lnTo>
                <a:lnTo>
                  <a:pt x="2745295" y="2764790"/>
                </a:lnTo>
                <a:lnTo>
                  <a:pt x="2743035" y="2768600"/>
                </a:lnTo>
                <a:lnTo>
                  <a:pt x="2743225" y="2767330"/>
                </a:lnTo>
                <a:lnTo>
                  <a:pt x="2740825" y="2771140"/>
                </a:lnTo>
                <a:lnTo>
                  <a:pt x="2741028" y="2769870"/>
                </a:lnTo>
                <a:lnTo>
                  <a:pt x="2738513" y="2772410"/>
                </a:lnTo>
                <a:lnTo>
                  <a:pt x="2738729" y="2772410"/>
                </a:lnTo>
                <a:lnTo>
                  <a:pt x="2736075" y="2774950"/>
                </a:lnTo>
                <a:lnTo>
                  <a:pt x="2736304" y="2774950"/>
                </a:lnTo>
                <a:lnTo>
                  <a:pt x="2733535" y="2777490"/>
                </a:lnTo>
                <a:lnTo>
                  <a:pt x="2733776" y="2777490"/>
                </a:lnTo>
                <a:lnTo>
                  <a:pt x="2730893" y="2780030"/>
                </a:lnTo>
                <a:lnTo>
                  <a:pt x="2731135" y="2780030"/>
                </a:lnTo>
                <a:lnTo>
                  <a:pt x="2728150" y="2781300"/>
                </a:lnTo>
                <a:lnTo>
                  <a:pt x="2728404" y="2781300"/>
                </a:lnTo>
                <a:lnTo>
                  <a:pt x="2725305" y="2783840"/>
                </a:lnTo>
                <a:lnTo>
                  <a:pt x="2725572" y="2782570"/>
                </a:lnTo>
                <a:lnTo>
                  <a:pt x="2722384" y="2785110"/>
                </a:lnTo>
                <a:lnTo>
                  <a:pt x="2722651" y="2785110"/>
                </a:lnTo>
                <a:lnTo>
                  <a:pt x="2719362" y="2786380"/>
                </a:lnTo>
                <a:lnTo>
                  <a:pt x="2719641" y="2786380"/>
                </a:lnTo>
                <a:lnTo>
                  <a:pt x="2716276" y="2787650"/>
                </a:lnTo>
                <a:lnTo>
                  <a:pt x="2716555" y="2787650"/>
                </a:lnTo>
                <a:lnTo>
                  <a:pt x="2713101" y="2788920"/>
                </a:lnTo>
                <a:lnTo>
                  <a:pt x="2713393" y="2788920"/>
                </a:lnTo>
                <a:lnTo>
                  <a:pt x="2709849" y="2790190"/>
                </a:lnTo>
                <a:lnTo>
                  <a:pt x="2710154" y="2790190"/>
                </a:lnTo>
                <a:lnTo>
                  <a:pt x="2706535" y="2791460"/>
                </a:lnTo>
                <a:lnTo>
                  <a:pt x="2703461" y="2791460"/>
                </a:lnTo>
                <a:lnTo>
                  <a:pt x="2699715" y="2792730"/>
                </a:lnTo>
                <a:lnTo>
                  <a:pt x="2692984" y="2792730"/>
                </a:lnTo>
                <a:lnTo>
                  <a:pt x="2689060" y="2794000"/>
                </a:lnTo>
                <a:lnTo>
                  <a:pt x="1317790" y="2794000"/>
                </a:lnTo>
                <a:lnTo>
                  <a:pt x="1313865" y="2792730"/>
                </a:lnTo>
                <a:lnTo>
                  <a:pt x="1307134" y="2792730"/>
                </a:lnTo>
                <a:lnTo>
                  <a:pt x="1303388" y="2791460"/>
                </a:lnTo>
                <a:lnTo>
                  <a:pt x="1300314" y="2791460"/>
                </a:lnTo>
                <a:lnTo>
                  <a:pt x="1296695" y="2790190"/>
                </a:lnTo>
                <a:lnTo>
                  <a:pt x="1297000" y="2790190"/>
                </a:lnTo>
                <a:lnTo>
                  <a:pt x="1293456" y="2788920"/>
                </a:lnTo>
                <a:lnTo>
                  <a:pt x="1293749" y="2788920"/>
                </a:lnTo>
                <a:lnTo>
                  <a:pt x="1290294" y="2787650"/>
                </a:lnTo>
                <a:lnTo>
                  <a:pt x="1290586" y="2787650"/>
                </a:lnTo>
                <a:lnTo>
                  <a:pt x="1287208" y="2786380"/>
                </a:lnTo>
                <a:lnTo>
                  <a:pt x="1287487" y="2786380"/>
                </a:lnTo>
                <a:lnTo>
                  <a:pt x="1284198" y="2785110"/>
                </a:lnTo>
                <a:lnTo>
                  <a:pt x="1284465" y="2785110"/>
                </a:lnTo>
                <a:lnTo>
                  <a:pt x="1282865" y="2783840"/>
                </a:lnTo>
                <a:lnTo>
                  <a:pt x="1281277" y="2782570"/>
                </a:lnTo>
                <a:lnTo>
                  <a:pt x="1281544" y="2783840"/>
                </a:lnTo>
                <a:lnTo>
                  <a:pt x="1278445" y="2781300"/>
                </a:lnTo>
                <a:lnTo>
                  <a:pt x="1278699" y="2781300"/>
                </a:lnTo>
                <a:lnTo>
                  <a:pt x="1275715" y="2780030"/>
                </a:lnTo>
                <a:lnTo>
                  <a:pt x="1275956" y="2780030"/>
                </a:lnTo>
                <a:lnTo>
                  <a:pt x="1273073" y="2777490"/>
                </a:lnTo>
                <a:lnTo>
                  <a:pt x="1273314" y="2777490"/>
                </a:lnTo>
                <a:lnTo>
                  <a:pt x="1270546" y="2774950"/>
                </a:lnTo>
                <a:lnTo>
                  <a:pt x="1270774" y="2774950"/>
                </a:lnTo>
                <a:lnTo>
                  <a:pt x="1268120" y="2772410"/>
                </a:lnTo>
                <a:lnTo>
                  <a:pt x="1268336" y="2772410"/>
                </a:lnTo>
                <a:lnTo>
                  <a:pt x="1267066" y="2771140"/>
                </a:lnTo>
                <a:lnTo>
                  <a:pt x="1265821" y="2769870"/>
                </a:lnTo>
                <a:lnTo>
                  <a:pt x="1266024" y="2771140"/>
                </a:lnTo>
                <a:lnTo>
                  <a:pt x="1264424" y="2768600"/>
                </a:lnTo>
                <a:lnTo>
                  <a:pt x="1263624" y="2767330"/>
                </a:lnTo>
                <a:lnTo>
                  <a:pt x="1263815" y="2768600"/>
                </a:lnTo>
                <a:lnTo>
                  <a:pt x="1262303" y="2766060"/>
                </a:lnTo>
                <a:lnTo>
                  <a:pt x="1261554" y="2764790"/>
                </a:lnTo>
                <a:lnTo>
                  <a:pt x="1261732" y="2766060"/>
                </a:lnTo>
                <a:lnTo>
                  <a:pt x="1259611" y="2762250"/>
                </a:lnTo>
                <a:lnTo>
                  <a:pt x="1259789" y="2762250"/>
                </a:lnTo>
                <a:lnTo>
                  <a:pt x="1257808" y="2759710"/>
                </a:lnTo>
                <a:lnTo>
                  <a:pt x="1257960" y="2759710"/>
                </a:lnTo>
                <a:lnTo>
                  <a:pt x="1256131" y="2757170"/>
                </a:lnTo>
                <a:lnTo>
                  <a:pt x="1256271" y="2757170"/>
                </a:lnTo>
                <a:lnTo>
                  <a:pt x="1254594" y="2753360"/>
                </a:lnTo>
                <a:lnTo>
                  <a:pt x="1254721" y="2753360"/>
                </a:lnTo>
                <a:lnTo>
                  <a:pt x="1253197" y="2750820"/>
                </a:lnTo>
                <a:lnTo>
                  <a:pt x="1253324" y="2750820"/>
                </a:lnTo>
                <a:lnTo>
                  <a:pt x="1252410" y="2748280"/>
                </a:lnTo>
                <a:lnTo>
                  <a:pt x="1251953" y="2747010"/>
                </a:lnTo>
                <a:lnTo>
                  <a:pt x="1252067" y="2748280"/>
                </a:lnTo>
                <a:lnTo>
                  <a:pt x="1250861" y="2744470"/>
                </a:lnTo>
                <a:lnTo>
                  <a:pt x="1249934" y="2740660"/>
                </a:lnTo>
                <a:lnTo>
                  <a:pt x="1249438" y="2738120"/>
                </a:lnTo>
                <a:lnTo>
                  <a:pt x="1249159" y="2736850"/>
                </a:lnTo>
                <a:lnTo>
                  <a:pt x="1249222" y="2738120"/>
                </a:lnTo>
                <a:lnTo>
                  <a:pt x="1248549" y="2734310"/>
                </a:lnTo>
                <a:lnTo>
                  <a:pt x="1248117" y="2730500"/>
                </a:lnTo>
                <a:lnTo>
                  <a:pt x="1247851" y="2726690"/>
                </a:lnTo>
                <a:lnTo>
                  <a:pt x="1247800" y="2724150"/>
                </a:lnTo>
                <a:lnTo>
                  <a:pt x="1247876" y="2415540"/>
                </a:lnTo>
                <a:lnTo>
                  <a:pt x="1247952" y="2414270"/>
                </a:lnTo>
                <a:lnTo>
                  <a:pt x="1248156" y="2411730"/>
                </a:lnTo>
                <a:lnTo>
                  <a:pt x="1248600" y="2407920"/>
                </a:lnTo>
                <a:lnTo>
                  <a:pt x="1249222" y="2404110"/>
                </a:lnTo>
                <a:lnTo>
                  <a:pt x="1249159" y="2405380"/>
                </a:lnTo>
                <a:lnTo>
                  <a:pt x="1249438" y="2404110"/>
                </a:lnTo>
                <a:lnTo>
                  <a:pt x="1250010" y="2401570"/>
                </a:lnTo>
                <a:lnTo>
                  <a:pt x="1250962" y="2397760"/>
                </a:lnTo>
                <a:lnTo>
                  <a:pt x="1252067" y="2393950"/>
                </a:lnTo>
                <a:lnTo>
                  <a:pt x="1251953" y="2395220"/>
                </a:lnTo>
                <a:lnTo>
                  <a:pt x="1252410" y="2393950"/>
                </a:lnTo>
                <a:lnTo>
                  <a:pt x="1253324" y="2391410"/>
                </a:lnTo>
                <a:lnTo>
                  <a:pt x="1253197" y="2391410"/>
                </a:lnTo>
                <a:lnTo>
                  <a:pt x="1254721" y="2388870"/>
                </a:lnTo>
                <a:lnTo>
                  <a:pt x="1254594" y="2388870"/>
                </a:lnTo>
                <a:lnTo>
                  <a:pt x="1256271" y="2385060"/>
                </a:lnTo>
                <a:lnTo>
                  <a:pt x="1256131" y="2385060"/>
                </a:lnTo>
                <a:lnTo>
                  <a:pt x="1257960" y="2382520"/>
                </a:lnTo>
                <a:lnTo>
                  <a:pt x="1257808" y="2382520"/>
                </a:lnTo>
                <a:lnTo>
                  <a:pt x="1259789" y="2379980"/>
                </a:lnTo>
                <a:lnTo>
                  <a:pt x="1259611" y="2379980"/>
                </a:lnTo>
                <a:lnTo>
                  <a:pt x="1261732" y="2376170"/>
                </a:lnTo>
                <a:lnTo>
                  <a:pt x="1261554" y="2377440"/>
                </a:lnTo>
                <a:lnTo>
                  <a:pt x="1262303" y="2376170"/>
                </a:lnTo>
                <a:lnTo>
                  <a:pt x="1263815" y="2373630"/>
                </a:lnTo>
                <a:lnTo>
                  <a:pt x="1263624" y="2374900"/>
                </a:lnTo>
                <a:lnTo>
                  <a:pt x="1264424" y="2373630"/>
                </a:lnTo>
                <a:lnTo>
                  <a:pt x="1266024" y="2371090"/>
                </a:lnTo>
                <a:lnTo>
                  <a:pt x="1265821" y="2372360"/>
                </a:lnTo>
                <a:lnTo>
                  <a:pt x="1267079" y="2371090"/>
                </a:lnTo>
                <a:lnTo>
                  <a:pt x="1268336" y="2369820"/>
                </a:lnTo>
                <a:lnTo>
                  <a:pt x="1268120" y="2369820"/>
                </a:lnTo>
                <a:lnTo>
                  <a:pt x="1270774" y="2367280"/>
                </a:lnTo>
                <a:lnTo>
                  <a:pt x="1270546" y="2367280"/>
                </a:lnTo>
                <a:lnTo>
                  <a:pt x="1273314" y="2364740"/>
                </a:lnTo>
                <a:lnTo>
                  <a:pt x="1273073" y="2364740"/>
                </a:lnTo>
                <a:lnTo>
                  <a:pt x="1275956" y="2362200"/>
                </a:lnTo>
                <a:lnTo>
                  <a:pt x="1275715" y="2362200"/>
                </a:lnTo>
                <a:lnTo>
                  <a:pt x="1278699" y="2360930"/>
                </a:lnTo>
                <a:lnTo>
                  <a:pt x="1278445" y="2360930"/>
                </a:lnTo>
                <a:lnTo>
                  <a:pt x="1281544" y="2358390"/>
                </a:lnTo>
                <a:lnTo>
                  <a:pt x="1281277" y="2359660"/>
                </a:lnTo>
                <a:lnTo>
                  <a:pt x="1282865" y="2358390"/>
                </a:lnTo>
                <a:lnTo>
                  <a:pt x="1284465" y="2357120"/>
                </a:lnTo>
                <a:lnTo>
                  <a:pt x="1284198" y="2357120"/>
                </a:lnTo>
                <a:lnTo>
                  <a:pt x="1287487" y="2355850"/>
                </a:lnTo>
                <a:lnTo>
                  <a:pt x="1287208" y="2355850"/>
                </a:lnTo>
                <a:lnTo>
                  <a:pt x="1290586" y="2354580"/>
                </a:lnTo>
                <a:lnTo>
                  <a:pt x="1290294" y="2354580"/>
                </a:lnTo>
                <a:lnTo>
                  <a:pt x="1293749" y="2353310"/>
                </a:lnTo>
                <a:lnTo>
                  <a:pt x="1293456" y="2353310"/>
                </a:lnTo>
                <a:lnTo>
                  <a:pt x="1297000" y="2352040"/>
                </a:lnTo>
                <a:lnTo>
                  <a:pt x="1296695" y="2352040"/>
                </a:lnTo>
                <a:lnTo>
                  <a:pt x="1300314" y="2350770"/>
                </a:lnTo>
                <a:lnTo>
                  <a:pt x="1303388" y="2350770"/>
                </a:lnTo>
                <a:lnTo>
                  <a:pt x="1307134" y="2349500"/>
                </a:lnTo>
                <a:lnTo>
                  <a:pt x="2699715" y="2349500"/>
                </a:lnTo>
                <a:lnTo>
                  <a:pt x="2703461" y="2350770"/>
                </a:lnTo>
                <a:lnTo>
                  <a:pt x="2706535" y="2350770"/>
                </a:lnTo>
                <a:lnTo>
                  <a:pt x="2710154" y="2352040"/>
                </a:lnTo>
                <a:lnTo>
                  <a:pt x="2709849" y="2352040"/>
                </a:lnTo>
                <a:lnTo>
                  <a:pt x="2713393" y="2353310"/>
                </a:lnTo>
                <a:lnTo>
                  <a:pt x="2713101" y="2353310"/>
                </a:lnTo>
                <a:lnTo>
                  <a:pt x="2716555" y="2354580"/>
                </a:lnTo>
                <a:lnTo>
                  <a:pt x="2716276" y="2354580"/>
                </a:lnTo>
                <a:lnTo>
                  <a:pt x="2719641" y="2355850"/>
                </a:lnTo>
                <a:lnTo>
                  <a:pt x="2719362" y="2355850"/>
                </a:lnTo>
                <a:lnTo>
                  <a:pt x="2722651" y="2357120"/>
                </a:lnTo>
                <a:lnTo>
                  <a:pt x="2722384" y="2357120"/>
                </a:lnTo>
                <a:lnTo>
                  <a:pt x="2725572" y="2359660"/>
                </a:lnTo>
                <a:lnTo>
                  <a:pt x="2725305" y="2358390"/>
                </a:lnTo>
                <a:lnTo>
                  <a:pt x="2728404" y="2360930"/>
                </a:lnTo>
                <a:lnTo>
                  <a:pt x="2728150" y="2360930"/>
                </a:lnTo>
                <a:lnTo>
                  <a:pt x="2731135" y="2362200"/>
                </a:lnTo>
                <a:lnTo>
                  <a:pt x="2730893" y="2362200"/>
                </a:lnTo>
                <a:lnTo>
                  <a:pt x="2733776" y="2364740"/>
                </a:lnTo>
                <a:lnTo>
                  <a:pt x="2733535" y="2364740"/>
                </a:lnTo>
                <a:lnTo>
                  <a:pt x="2736304" y="2367280"/>
                </a:lnTo>
                <a:lnTo>
                  <a:pt x="2736075" y="2367280"/>
                </a:lnTo>
                <a:lnTo>
                  <a:pt x="2738729" y="2369820"/>
                </a:lnTo>
                <a:lnTo>
                  <a:pt x="2738513" y="2369820"/>
                </a:lnTo>
                <a:lnTo>
                  <a:pt x="2741028" y="2372360"/>
                </a:lnTo>
                <a:lnTo>
                  <a:pt x="2740825" y="2371090"/>
                </a:lnTo>
                <a:lnTo>
                  <a:pt x="2743225" y="2374900"/>
                </a:lnTo>
                <a:lnTo>
                  <a:pt x="2743035" y="2373630"/>
                </a:lnTo>
                <a:lnTo>
                  <a:pt x="2745295" y="2377440"/>
                </a:lnTo>
                <a:lnTo>
                  <a:pt x="2745117" y="2376170"/>
                </a:lnTo>
                <a:lnTo>
                  <a:pt x="2747238" y="2379980"/>
                </a:lnTo>
                <a:lnTo>
                  <a:pt x="2747060" y="2379980"/>
                </a:lnTo>
                <a:lnTo>
                  <a:pt x="2749042" y="2382520"/>
                </a:lnTo>
                <a:lnTo>
                  <a:pt x="2748889" y="2382520"/>
                </a:lnTo>
                <a:lnTo>
                  <a:pt x="2750718" y="2385060"/>
                </a:lnTo>
                <a:lnTo>
                  <a:pt x="2750578" y="2385060"/>
                </a:lnTo>
                <a:lnTo>
                  <a:pt x="2752255" y="2388870"/>
                </a:lnTo>
                <a:lnTo>
                  <a:pt x="2752128" y="2388870"/>
                </a:lnTo>
                <a:lnTo>
                  <a:pt x="2753652" y="2391410"/>
                </a:lnTo>
                <a:lnTo>
                  <a:pt x="2753525" y="2391410"/>
                </a:lnTo>
                <a:lnTo>
                  <a:pt x="2754896" y="2395220"/>
                </a:lnTo>
                <a:lnTo>
                  <a:pt x="2754782" y="2393950"/>
                </a:lnTo>
                <a:lnTo>
                  <a:pt x="2755989" y="2397760"/>
                </a:lnTo>
                <a:lnTo>
                  <a:pt x="2756916" y="2401570"/>
                </a:lnTo>
                <a:lnTo>
                  <a:pt x="2757690" y="2405380"/>
                </a:lnTo>
                <a:lnTo>
                  <a:pt x="2757627" y="2404110"/>
                </a:lnTo>
                <a:lnTo>
                  <a:pt x="2758300" y="2407920"/>
                </a:lnTo>
                <a:lnTo>
                  <a:pt x="2758732" y="2411730"/>
                </a:lnTo>
                <a:lnTo>
                  <a:pt x="2758897" y="2414270"/>
                </a:lnTo>
                <a:lnTo>
                  <a:pt x="2758973" y="2415540"/>
                </a:lnTo>
                <a:lnTo>
                  <a:pt x="2759062" y="2722905"/>
                </a:lnTo>
                <a:lnTo>
                  <a:pt x="2759062" y="2374823"/>
                </a:lnTo>
                <a:lnTo>
                  <a:pt x="2758389" y="2373630"/>
                </a:lnTo>
                <a:lnTo>
                  <a:pt x="2757678" y="2372360"/>
                </a:lnTo>
                <a:lnTo>
                  <a:pt x="2756522" y="2371090"/>
                </a:lnTo>
                <a:lnTo>
                  <a:pt x="2755379" y="2369820"/>
                </a:lnTo>
                <a:lnTo>
                  <a:pt x="2752928" y="2366010"/>
                </a:lnTo>
                <a:lnTo>
                  <a:pt x="2750324" y="2363470"/>
                </a:lnTo>
                <a:lnTo>
                  <a:pt x="2747594" y="2360930"/>
                </a:lnTo>
                <a:lnTo>
                  <a:pt x="2745676" y="2358390"/>
                </a:lnTo>
                <a:lnTo>
                  <a:pt x="2744736" y="2357120"/>
                </a:lnTo>
                <a:lnTo>
                  <a:pt x="2741739" y="2354580"/>
                </a:lnTo>
                <a:lnTo>
                  <a:pt x="2738615" y="2352040"/>
                </a:lnTo>
                <a:lnTo>
                  <a:pt x="2735389" y="2350770"/>
                </a:lnTo>
                <a:lnTo>
                  <a:pt x="2733713" y="2349500"/>
                </a:lnTo>
                <a:lnTo>
                  <a:pt x="2732036" y="2348230"/>
                </a:lnTo>
                <a:lnTo>
                  <a:pt x="2728582" y="2345690"/>
                </a:lnTo>
                <a:lnTo>
                  <a:pt x="2721356" y="2343150"/>
                </a:lnTo>
                <a:lnTo>
                  <a:pt x="2717609" y="2340610"/>
                </a:lnTo>
                <a:lnTo>
                  <a:pt x="2713774" y="2339340"/>
                </a:lnTo>
                <a:lnTo>
                  <a:pt x="2709849" y="2339340"/>
                </a:lnTo>
                <a:lnTo>
                  <a:pt x="2701785" y="2336800"/>
                </a:lnTo>
                <a:lnTo>
                  <a:pt x="1998662" y="2336800"/>
                </a:lnTo>
                <a:lnTo>
                  <a:pt x="2027631" y="2278862"/>
                </a:lnTo>
                <a:lnTo>
                  <a:pt x="2038350" y="2257425"/>
                </a:lnTo>
                <a:lnTo>
                  <a:pt x="2009775" y="2257425"/>
                </a:lnTo>
                <a:lnTo>
                  <a:pt x="2009775" y="2038350"/>
                </a:lnTo>
                <a:lnTo>
                  <a:pt x="1981200" y="2038350"/>
                </a:lnTo>
                <a:lnTo>
                  <a:pt x="1981200" y="2257425"/>
                </a:lnTo>
                <a:lnTo>
                  <a:pt x="1952625" y="2257425"/>
                </a:lnTo>
                <a:lnTo>
                  <a:pt x="1992312" y="2336800"/>
                </a:lnTo>
                <a:lnTo>
                  <a:pt x="1305064" y="2336800"/>
                </a:lnTo>
                <a:lnTo>
                  <a:pt x="1297000" y="2339340"/>
                </a:lnTo>
                <a:lnTo>
                  <a:pt x="1293075" y="2339340"/>
                </a:lnTo>
                <a:lnTo>
                  <a:pt x="1289240" y="2340610"/>
                </a:lnTo>
                <a:lnTo>
                  <a:pt x="1285494" y="2343150"/>
                </a:lnTo>
                <a:lnTo>
                  <a:pt x="1278267" y="2345690"/>
                </a:lnTo>
                <a:lnTo>
                  <a:pt x="1274813" y="2348230"/>
                </a:lnTo>
                <a:lnTo>
                  <a:pt x="1271460" y="2350770"/>
                </a:lnTo>
                <a:lnTo>
                  <a:pt x="1268234" y="2352040"/>
                </a:lnTo>
                <a:lnTo>
                  <a:pt x="1265110" y="2354580"/>
                </a:lnTo>
                <a:lnTo>
                  <a:pt x="1262113" y="2357120"/>
                </a:lnTo>
                <a:lnTo>
                  <a:pt x="1259255" y="2360930"/>
                </a:lnTo>
                <a:lnTo>
                  <a:pt x="1256525" y="2363470"/>
                </a:lnTo>
                <a:lnTo>
                  <a:pt x="1253921" y="2366010"/>
                </a:lnTo>
                <a:lnTo>
                  <a:pt x="1251470" y="2369820"/>
                </a:lnTo>
                <a:lnTo>
                  <a:pt x="1249172" y="2372360"/>
                </a:lnTo>
                <a:lnTo>
                  <a:pt x="1247025" y="2376170"/>
                </a:lnTo>
                <a:lnTo>
                  <a:pt x="1245044" y="2379980"/>
                </a:lnTo>
                <a:lnTo>
                  <a:pt x="1243215" y="2382520"/>
                </a:lnTo>
                <a:lnTo>
                  <a:pt x="1235176" y="2414270"/>
                </a:lnTo>
                <a:lnTo>
                  <a:pt x="1235176" y="2727960"/>
                </a:lnTo>
                <a:lnTo>
                  <a:pt x="1245044" y="2762250"/>
                </a:lnTo>
                <a:lnTo>
                  <a:pt x="1247025" y="2766060"/>
                </a:lnTo>
                <a:lnTo>
                  <a:pt x="1249172" y="2769870"/>
                </a:lnTo>
                <a:lnTo>
                  <a:pt x="1251470" y="2772410"/>
                </a:lnTo>
                <a:lnTo>
                  <a:pt x="1253921" y="2776220"/>
                </a:lnTo>
                <a:lnTo>
                  <a:pt x="1256525" y="2778760"/>
                </a:lnTo>
                <a:lnTo>
                  <a:pt x="1259255" y="2781300"/>
                </a:lnTo>
                <a:lnTo>
                  <a:pt x="1262113" y="2785110"/>
                </a:lnTo>
                <a:lnTo>
                  <a:pt x="1265110" y="2787650"/>
                </a:lnTo>
                <a:lnTo>
                  <a:pt x="1268234" y="2790190"/>
                </a:lnTo>
                <a:lnTo>
                  <a:pt x="1271460" y="2791460"/>
                </a:lnTo>
                <a:lnTo>
                  <a:pt x="1274813" y="2794000"/>
                </a:lnTo>
                <a:lnTo>
                  <a:pt x="1278267" y="2796540"/>
                </a:lnTo>
                <a:lnTo>
                  <a:pt x="1285494" y="2799080"/>
                </a:lnTo>
                <a:lnTo>
                  <a:pt x="1289240" y="2801620"/>
                </a:lnTo>
                <a:lnTo>
                  <a:pt x="1293075" y="2802890"/>
                </a:lnTo>
                <a:lnTo>
                  <a:pt x="1297000" y="2802890"/>
                </a:lnTo>
                <a:lnTo>
                  <a:pt x="1305064" y="2805430"/>
                </a:lnTo>
                <a:lnTo>
                  <a:pt x="1313383" y="2805430"/>
                </a:lnTo>
                <a:lnTo>
                  <a:pt x="1317548" y="2806700"/>
                </a:lnTo>
                <a:lnTo>
                  <a:pt x="1981200" y="2806700"/>
                </a:lnTo>
                <a:lnTo>
                  <a:pt x="1981200" y="3021812"/>
                </a:lnTo>
                <a:lnTo>
                  <a:pt x="1966912" y="3014662"/>
                </a:lnTo>
                <a:lnTo>
                  <a:pt x="1909762" y="2986087"/>
                </a:lnTo>
                <a:lnTo>
                  <a:pt x="1909762" y="3014662"/>
                </a:lnTo>
                <a:lnTo>
                  <a:pt x="28575" y="3014662"/>
                </a:lnTo>
                <a:lnTo>
                  <a:pt x="28575" y="1671637"/>
                </a:lnTo>
                <a:lnTo>
                  <a:pt x="1042987" y="1671637"/>
                </a:lnTo>
                <a:lnTo>
                  <a:pt x="1042987" y="1643062"/>
                </a:lnTo>
                <a:lnTo>
                  <a:pt x="14287" y="1643062"/>
                </a:lnTo>
                <a:lnTo>
                  <a:pt x="14287" y="1657350"/>
                </a:lnTo>
                <a:lnTo>
                  <a:pt x="0" y="1657350"/>
                </a:lnTo>
                <a:lnTo>
                  <a:pt x="0" y="3028950"/>
                </a:lnTo>
                <a:lnTo>
                  <a:pt x="14287" y="3028950"/>
                </a:lnTo>
                <a:lnTo>
                  <a:pt x="14287" y="3043237"/>
                </a:lnTo>
                <a:lnTo>
                  <a:pt x="1909762" y="3043237"/>
                </a:lnTo>
                <a:lnTo>
                  <a:pt x="1909762" y="3071812"/>
                </a:lnTo>
                <a:lnTo>
                  <a:pt x="1966912" y="3043237"/>
                </a:lnTo>
                <a:lnTo>
                  <a:pt x="1981200" y="3036100"/>
                </a:lnTo>
                <a:lnTo>
                  <a:pt x="1981200" y="3171825"/>
                </a:lnTo>
                <a:lnTo>
                  <a:pt x="1952625" y="3171825"/>
                </a:lnTo>
                <a:lnTo>
                  <a:pt x="1992630" y="3251847"/>
                </a:lnTo>
                <a:lnTo>
                  <a:pt x="1025893" y="3638550"/>
                </a:lnTo>
                <a:lnTo>
                  <a:pt x="1981200" y="4020680"/>
                </a:lnTo>
                <a:lnTo>
                  <a:pt x="1981200" y="4238625"/>
                </a:lnTo>
                <a:lnTo>
                  <a:pt x="1952625" y="4238625"/>
                </a:lnTo>
                <a:lnTo>
                  <a:pt x="1992312" y="4318000"/>
                </a:lnTo>
                <a:lnTo>
                  <a:pt x="1305064" y="4318000"/>
                </a:lnTo>
                <a:lnTo>
                  <a:pt x="1297000" y="4320540"/>
                </a:lnTo>
                <a:lnTo>
                  <a:pt x="1293075" y="4320540"/>
                </a:lnTo>
                <a:lnTo>
                  <a:pt x="1289240" y="4321810"/>
                </a:lnTo>
                <a:lnTo>
                  <a:pt x="1285494" y="4324350"/>
                </a:lnTo>
                <a:lnTo>
                  <a:pt x="1278267" y="4326890"/>
                </a:lnTo>
                <a:lnTo>
                  <a:pt x="1274813" y="4329430"/>
                </a:lnTo>
                <a:lnTo>
                  <a:pt x="1271460" y="4331970"/>
                </a:lnTo>
                <a:lnTo>
                  <a:pt x="1268234" y="4333240"/>
                </a:lnTo>
                <a:lnTo>
                  <a:pt x="1265110" y="4335780"/>
                </a:lnTo>
                <a:lnTo>
                  <a:pt x="1262113" y="4338320"/>
                </a:lnTo>
                <a:lnTo>
                  <a:pt x="1259255" y="4342130"/>
                </a:lnTo>
                <a:lnTo>
                  <a:pt x="1256525" y="4344670"/>
                </a:lnTo>
                <a:lnTo>
                  <a:pt x="1253921" y="4347210"/>
                </a:lnTo>
                <a:lnTo>
                  <a:pt x="1251470" y="4351020"/>
                </a:lnTo>
                <a:lnTo>
                  <a:pt x="1249172" y="4353560"/>
                </a:lnTo>
                <a:lnTo>
                  <a:pt x="1247025" y="4357370"/>
                </a:lnTo>
                <a:lnTo>
                  <a:pt x="1245044" y="4361180"/>
                </a:lnTo>
                <a:lnTo>
                  <a:pt x="1243215" y="4363720"/>
                </a:lnTo>
                <a:lnTo>
                  <a:pt x="1235176" y="4395470"/>
                </a:lnTo>
                <a:lnTo>
                  <a:pt x="1235176" y="4709160"/>
                </a:lnTo>
                <a:lnTo>
                  <a:pt x="1245044" y="4743450"/>
                </a:lnTo>
                <a:lnTo>
                  <a:pt x="1247025" y="4747260"/>
                </a:lnTo>
                <a:lnTo>
                  <a:pt x="1249172" y="4751070"/>
                </a:lnTo>
                <a:lnTo>
                  <a:pt x="1251470" y="4753610"/>
                </a:lnTo>
                <a:lnTo>
                  <a:pt x="1253921" y="4757420"/>
                </a:lnTo>
                <a:lnTo>
                  <a:pt x="1256525" y="4759960"/>
                </a:lnTo>
                <a:lnTo>
                  <a:pt x="1259255" y="4762500"/>
                </a:lnTo>
                <a:lnTo>
                  <a:pt x="1262113" y="4766310"/>
                </a:lnTo>
                <a:lnTo>
                  <a:pt x="1265110" y="4768850"/>
                </a:lnTo>
                <a:lnTo>
                  <a:pt x="1268234" y="4771390"/>
                </a:lnTo>
                <a:lnTo>
                  <a:pt x="1271460" y="4772660"/>
                </a:lnTo>
                <a:lnTo>
                  <a:pt x="1274813" y="4775200"/>
                </a:lnTo>
                <a:lnTo>
                  <a:pt x="1278267" y="4777740"/>
                </a:lnTo>
                <a:lnTo>
                  <a:pt x="1285494" y="4780280"/>
                </a:lnTo>
                <a:lnTo>
                  <a:pt x="1289240" y="4782820"/>
                </a:lnTo>
                <a:lnTo>
                  <a:pt x="1293075" y="4784090"/>
                </a:lnTo>
                <a:lnTo>
                  <a:pt x="1297000" y="4784090"/>
                </a:lnTo>
                <a:lnTo>
                  <a:pt x="1305064" y="4786630"/>
                </a:lnTo>
                <a:lnTo>
                  <a:pt x="1313383" y="4786630"/>
                </a:lnTo>
                <a:lnTo>
                  <a:pt x="1317548" y="4787900"/>
                </a:lnTo>
                <a:lnTo>
                  <a:pt x="2689301" y="4787900"/>
                </a:lnTo>
                <a:lnTo>
                  <a:pt x="2693466" y="4786630"/>
                </a:lnTo>
                <a:lnTo>
                  <a:pt x="2701785" y="4786630"/>
                </a:lnTo>
                <a:lnTo>
                  <a:pt x="2709849" y="4784090"/>
                </a:lnTo>
                <a:lnTo>
                  <a:pt x="2713774" y="4784090"/>
                </a:lnTo>
                <a:lnTo>
                  <a:pt x="2717609" y="4782820"/>
                </a:lnTo>
                <a:lnTo>
                  <a:pt x="2721356" y="4780280"/>
                </a:lnTo>
                <a:lnTo>
                  <a:pt x="2728582" y="4777740"/>
                </a:lnTo>
                <a:lnTo>
                  <a:pt x="2732036" y="4775200"/>
                </a:lnTo>
                <a:lnTo>
                  <a:pt x="2735389" y="4772660"/>
                </a:lnTo>
                <a:lnTo>
                  <a:pt x="2738615" y="4771390"/>
                </a:lnTo>
                <a:lnTo>
                  <a:pt x="2741739" y="4768850"/>
                </a:lnTo>
                <a:lnTo>
                  <a:pt x="2744736" y="4766310"/>
                </a:lnTo>
                <a:lnTo>
                  <a:pt x="2745689" y="4765040"/>
                </a:lnTo>
                <a:lnTo>
                  <a:pt x="2747594" y="4762500"/>
                </a:lnTo>
                <a:lnTo>
                  <a:pt x="2750324" y="4759960"/>
                </a:lnTo>
                <a:lnTo>
                  <a:pt x="2752928" y="4757420"/>
                </a:lnTo>
                <a:lnTo>
                  <a:pt x="2755379" y="4753610"/>
                </a:lnTo>
                <a:lnTo>
                  <a:pt x="2756522" y="4752340"/>
                </a:lnTo>
                <a:lnTo>
                  <a:pt x="2757678" y="4751070"/>
                </a:lnTo>
                <a:lnTo>
                  <a:pt x="2758389" y="4749800"/>
                </a:lnTo>
                <a:lnTo>
                  <a:pt x="2759824" y="4747260"/>
                </a:lnTo>
                <a:lnTo>
                  <a:pt x="2761805" y="4743450"/>
                </a:lnTo>
                <a:lnTo>
                  <a:pt x="2763634" y="4740910"/>
                </a:lnTo>
                <a:lnTo>
                  <a:pt x="2765285" y="4737100"/>
                </a:lnTo>
                <a:lnTo>
                  <a:pt x="2770454" y="4719320"/>
                </a:lnTo>
                <a:lnTo>
                  <a:pt x="2771356" y="4712970"/>
                </a:lnTo>
                <a:lnTo>
                  <a:pt x="2771673" y="4709160"/>
                </a:lnTo>
                <a:lnTo>
                  <a:pt x="2771775" y="4705350"/>
                </a:lnTo>
                <a:lnTo>
                  <a:pt x="2771673" y="4395470"/>
                </a:lnTo>
                <a:lnTo>
                  <a:pt x="2771356" y="4391660"/>
                </a:lnTo>
                <a:lnTo>
                  <a:pt x="2770454" y="4385310"/>
                </a:lnTo>
                <a:lnTo>
                  <a:pt x="2770098" y="4382770"/>
                </a:lnTo>
                <a:lnTo>
                  <a:pt x="2761805" y="4361180"/>
                </a:lnTo>
                <a:lnTo>
                  <a:pt x="2759824" y="4357370"/>
                </a:lnTo>
                <a:lnTo>
                  <a:pt x="2759062" y="4356024"/>
                </a:lnTo>
                <a:lnTo>
                  <a:pt x="2759062" y="4704105"/>
                </a:lnTo>
                <a:lnTo>
                  <a:pt x="2758998" y="4707890"/>
                </a:lnTo>
                <a:lnTo>
                  <a:pt x="2758694" y="4711700"/>
                </a:lnTo>
                <a:lnTo>
                  <a:pt x="2758249" y="4715510"/>
                </a:lnTo>
                <a:lnTo>
                  <a:pt x="2757627" y="4719320"/>
                </a:lnTo>
                <a:lnTo>
                  <a:pt x="2757690" y="4718050"/>
                </a:lnTo>
                <a:lnTo>
                  <a:pt x="2756839" y="4721860"/>
                </a:lnTo>
                <a:lnTo>
                  <a:pt x="2755887" y="4725670"/>
                </a:lnTo>
                <a:lnTo>
                  <a:pt x="2754782" y="4729480"/>
                </a:lnTo>
                <a:lnTo>
                  <a:pt x="2754896" y="4728210"/>
                </a:lnTo>
                <a:lnTo>
                  <a:pt x="2753525" y="4732020"/>
                </a:lnTo>
                <a:lnTo>
                  <a:pt x="2753652" y="4732020"/>
                </a:lnTo>
                <a:lnTo>
                  <a:pt x="2752128" y="4734560"/>
                </a:lnTo>
                <a:lnTo>
                  <a:pt x="2752255" y="4734560"/>
                </a:lnTo>
                <a:lnTo>
                  <a:pt x="2750578" y="4738370"/>
                </a:lnTo>
                <a:lnTo>
                  <a:pt x="2750718" y="4738370"/>
                </a:lnTo>
                <a:lnTo>
                  <a:pt x="2748889" y="4740910"/>
                </a:lnTo>
                <a:lnTo>
                  <a:pt x="2749042" y="4740910"/>
                </a:lnTo>
                <a:lnTo>
                  <a:pt x="2747060" y="4743450"/>
                </a:lnTo>
                <a:lnTo>
                  <a:pt x="2747238" y="4743450"/>
                </a:lnTo>
                <a:lnTo>
                  <a:pt x="2745117" y="4747260"/>
                </a:lnTo>
                <a:lnTo>
                  <a:pt x="2745295" y="4745990"/>
                </a:lnTo>
                <a:lnTo>
                  <a:pt x="2743035" y="4749800"/>
                </a:lnTo>
                <a:lnTo>
                  <a:pt x="2743225" y="4748530"/>
                </a:lnTo>
                <a:lnTo>
                  <a:pt x="2740825" y="4752340"/>
                </a:lnTo>
                <a:lnTo>
                  <a:pt x="2741028" y="4751070"/>
                </a:lnTo>
                <a:lnTo>
                  <a:pt x="2738513" y="4753610"/>
                </a:lnTo>
                <a:lnTo>
                  <a:pt x="2738729" y="4753610"/>
                </a:lnTo>
                <a:lnTo>
                  <a:pt x="2736075" y="4756150"/>
                </a:lnTo>
                <a:lnTo>
                  <a:pt x="2736304" y="4756150"/>
                </a:lnTo>
                <a:lnTo>
                  <a:pt x="2733535" y="4758690"/>
                </a:lnTo>
                <a:lnTo>
                  <a:pt x="2733776" y="4758690"/>
                </a:lnTo>
                <a:lnTo>
                  <a:pt x="2730893" y="4761230"/>
                </a:lnTo>
                <a:lnTo>
                  <a:pt x="2731135" y="4761230"/>
                </a:lnTo>
                <a:lnTo>
                  <a:pt x="2728150" y="4762500"/>
                </a:lnTo>
                <a:lnTo>
                  <a:pt x="2728404" y="4762500"/>
                </a:lnTo>
                <a:lnTo>
                  <a:pt x="2725305" y="4765040"/>
                </a:lnTo>
                <a:lnTo>
                  <a:pt x="2725572" y="4763770"/>
                </a:lnTo>
                <a:lnTo>
                  <a:pt x="2722384" y="4766310"/>
                </a:lnTo>
                <a:lnTo>
                  <a:pt x="2722651" y="4766310"/>
                </a:lnTo>
                <a:lnTo>
                  <a:pt x="2719362" y="4767580"/>
                </a:lnTo>
                <a:lnTo>
                  <a:pt x="2719641" y="4767580"/>
                </a:lnTo>
                <a:lnTo>
                  <a:pt x="2716276" y="4768850"/>
                </a:lnTo>
                <a:lnTo>
                  <a:pt x="2716555" y="4768850"/>
                </a:lnTo>
                <a:lnTo>
                  <a:pt x="2713101" y="4770120"/>
                </a:lnTo>
                <a:lnTo>
                  <a:pt x="2713393" y="4770120"/>
                </a:lnTo>
                <a:lnTo>
                  <a:pt x="2709849" y="4771390"/>
                </a:lnTo>
                <a:lnTo>
                  <a:pt x="2710154" y="4771390"/>
                </a:lnTo>
                <a:lnTo>
                  <a:pt x="2706535" y="4772660"/>
                </a:lnTo>
                <a:lnTo>
                  <a:pt x="2703461" y="4772660"/>
                </a:lnTo>
                <a:lnTo>
                  <a:pt x="2699715" y="4773930"/>
                </a:lnTo>
                <a:lnTo>
                  <a:pt x="2692984" y="4773930"/>
                </a:lnTo>
                <a:lnTo>
                  <a:pt x="2689060" y="4775200"/>
                </a:lnTo>
                <a:lnTo>
                  <a:pt x="1317790" y="4775200"/>
                </a:lnTo>
                <a:lnTo>
                  <a:pt x="1313865" y="4773930"/>
                </a:lnTo>
                <a:lnTo>
                  <a:pt x="1307134" y="4773930"/>
                </a:lnTo>
                <a:lnTo>
                  <a:pt x="1303388" y="4772660"/>
                </a:lnTo>
                <a:lnTo>
                  <a:pt x="1300314" y="4772660"/>
                </a:lnTo>
                <a:lnTo>
                  <a:pt x="1296695" y="4771390"/>
                </a:lnTo>
                <a:lnTo>
                  <a:pt x="1297000" y="4771390"/>
                </a:lnTo>
                <a:lnTo>
                  <a:pt x="1293456" y="4770120"/>
                </a:lnTo>
                <a:lnTo>
                  <a:pt x="1293749" y="4770120"/>
                </a:lnTo>
                <a:lnTo>
                  <a:pt x="1290294" y="4768850"/>
                </a:lnTo>
                <a:lnTo>
                  <a:pt x="1290586" y="4768850"/>
                </a:lnTo>
                <a:lnTo>
                  <a:pt x="1287208" y="4767580"/>
                </a:lnTo>
                <a:lnTo>
                  <a:pt x="1287487" y="4767580"/>
                </a:lnTo>
                <a:lnTo>
                  <a:pt x="1284198" y="4766310"/>
                </a:lnTo>
                <a:lnTo>
                  <a:pt x="1284465" y="4766310"/>
                </a:lnTo>
                <a:lnTo>
                  <a:pt x="1282865" y="4765040"/>
                </a:lnTo>
                <a:lnTo>
                  <a:pt x="1281277" y="4763770"/>
                </a:lnTo>
                <a:lnTo>
                  <a:pt x="1281544" y="4765040"/>
                </a:lnTo>
                <a:lnTo>
                  <a:pt x="1278445" y="4762500"/>
                </a:lnTo>
                <a:lnTo>
                  <a:pt x="1278699" y="4762500"/>
                </a:lnTo>
                <a:lnTo>
                  <a:pt x="1275715" y="4761230"/>
                </a:lnTo>
                <a:lnTo>
                  <a:pt x="1275956" y="4761230"/>
                </a:lnTo>
                <a:lnTo>
                  <a:pt x="1273073" y="4758690"/>
                </a:lnTo>
                <a:lnTo>
                  <a:pt x="1273314" y="4758690"/>
                </a:lnTo>
                <a:lnTo>
                  <a:pt x="1270546" y="4756150"/>
                </a:lnTo>
                <a:lnTo>
                  <a:pt x="1270774" y="4756150"/>
                </a:lnTo>
                <a:lnTo>
                  <a:pt x="1268120" y="4753610"/>
                </a:lnTo>
                <a:lnTo>
                  <a:pt x="1268336" y="4753610"/>
                </a:lnTo>
                <a:lnTo>
                  <a:pt x="1267066" y="4752340"/>
                </a:lnTo>
                <a:lnTo>
                  <a:pt x="1265821" y="4751070"/>
                </a:lnTo>
                <a:lnTo>
                  <a:pt x="1266024" y="4752340"/>
                </a:lnTo>
                <a:lnTo>
                  <a:pt x="1264424" y="4749800"/>
                </a:lnTo>
                <a:lnTo>
                  <a:pt x="1263624" y="4748530"/>
                </a:lnTo>
                <a:lnTo>
                  <a:pt x="1263815" y="4749800"/>
                </a:lnTo>
                <a:lnTo>
                  <a:pt x="1262303" y="4747260"/>
                </a:lnTo>
                <a:lnTo>
                  <a:pt x="1261554" y="4745990"/>
                </a:lnTo>
                <a:lnTo>
                  <a:pt x="1261732" y="4747260"/>
                </a:lnTo>
                <a:lnTo>
                  <a:pt x="1259611" y="4743450"/>
                </a:lnTo>
                <a:lnTo>
                  <a:pt x="1259789" y="4743450"/>
                </a:lnTo>
                <a:lnTo>
                  <a:pt x="1257808" y="4740910"/>
                </a:lnTo>
                <a:lnTo>
                  <a:pt x="1257960" y="4740910"/>
                </a:lnTo>
                <a:lnTo>
                  <a:pt x="1256131" y="4738370"/>
                </a:lnTo>
                <a:lnTo>
                  <a:pt x="1256271" y="4738370"/>
                </a:lnTo>
                <a:lnTo>
                  <a:pt x="1254594" y="4734560"/>
                </a:lnTo>
                <a:lnTo>
                  <a:pt x="1254721" y="4734560"/>
                </a:lnTo>
                <a:lnTo>
                  <a:pt x="1253197" y="4732020"/>
                </a:lnTo>
                <a:lnTo>
                  <a:pt x="1253324" y="4732020"/>
                </a:lnTo>
                <a:lnTo>
                  <a:pt x="1252410" y="4729480"/>
                </a:lnTo>
                <a:lnTo>
                  <a:pt x="1251953" y="4728210"/>
                </a:lnTo>
                <a:lnTo>
                  <a:pt x="1252067" y="4729480"/>
                </a:lnTo>
                <a:lnTo>
                  <a:pt x="1250861" y="4725670"/>
                </a:lnTo>
                <a:lnTo>
                  <a:pt x="1249934" y="4721860"/>
                </a:lnTo>
                <a:lnTo>
                  <a:pt x="1249438" y="4719320"/>
                </a:lnTo>
                <a:lnTo>
                  <a:pt x="1249159" y="4718050"/>
                </a:lnTo>
                <a:lnTo>
                  <a:pt x="1249222" y="4719320"/>
                </a:lnTo>
                <a:lnTo>
                  <a:pt x="1248549" y="4715510"/>
                </a:lnTo>
                <a:lnTo>
                  <a:pt x="1248117" y="4711700"/>
                </a:lnTo>
                <a:lnTo>
                  <a:pt x="1247851" y="4707890"/>
                </a:lnTo>
                <a:lnTo>
                  <a:pt x="1247800" y="4705350"/>
                </a:lnTo>
                <a:lnTo>
                  <a:pt x="1247876" y="4396740"/>
                </a:lnTo>
                <a:lnTo>
                  <a:pt x="1247952" y="4395470"/>
                </a:lnTo>
                <a:lnTo>
                  <a:pt x="1248156" y="4392930"/>
                </a:lnTo>
                <a:lnTo>
                  <a:pt x="1248600" y="4389120"/>
                </a:lnTo>
                <a:lnTo>
                  <a:pt x="1249222" y="4385310"/>
                </a:lnTo>
                <a:lnTo>
                  <a:pt x="1249159" y="4386580"/>
                </a:lnTo>
                <a:lnTo>
                  <a:pt x="1249438" y="4385310"/>
                </a:lnTo>
                <a:lnTo>
                  <a:pt x="1250010" y="4382770"/>
                </a:lnTo>
                <a:lnTo>
                  <a:pt x="1250962" y="4378960"/>
                </a:lnTo>
                <a:lnTo>
                  <a:pt x="1252067" y="4375150"/>
                </a:lnTo>
                <a:lnTo>
                  <a:pt x="1251953" y="4376420"/>
                </a:lnTo>
                <a:lnTo>
                  <a:pt x="1252410" y="4375150"/>
                </a:lnTo>
                <a:lnTo>
                  <a:pt x="1253324" y="4372610"/>
                </a:lnTo>
                <a:lnTo>
                  <a:pt x="1253197" y="4372610"/>
                </a:lnTo>
                <a:lnTo>
                  <a:pt x="1254721" y="4370070"/>
                </a:lnTo>
                <a:lnTo>
                  <a:pt x="1254594" y="4370070"/>
                </a:lnTo>
                <a:lnTo>
                  <a:pt x="1256271" y="4366260"/>
                </a:lnTo>
                <a:lnTo>
                  <a:pt x="1256131" y="4366260"/>
                </a:lnTo>
                <a:lnTo>
                  <a:pt x="1257960" y="4363720"/>
                </a:lnTo>
                <a:lnTo>
                  <a:pt x="1257808" y="4363720"/>
                </a:lnTo>
                <a:lnTo>
                  <a:pt x="1259789" y="4361180"/>
                </a:lnTo>
                <a:lnTo>
                  <a:pt x="1259611" y="4361180"/>
                </a:lnTo>
                <a:lnTo>
                  <a:pt x="1261732" y="4357370"/>
                </a:lnTo>
                <a:lnTo>
                  <a:pt x="1261554" y="4358640"/>
                </a:lnTo>
                <a:lnTo>
                  <a:pt x="1262303" y="4357370"/>
                </a:lnTo>
                <a:lnTo>
                  <a:pt x="1263815" y="4354830"/>
                </a:lnTo>
                <a:lnTo>
                  <a:pt x="1263624" y="4356100"/>
                </a:lnTo>
                <a:lnTo>
                  <a:pt x="1264424" y="4354830"/>
                </a:lnTo>
                <a:lnTo>
                  <a:pt x="1266024" y="4352290"/>
                </a:lnTo>
                <a:lnTo>
                  <a:pt x="1265821" y="4353560"/>
                </a:lnTo>
                <a:lnTo>
                  <a:pt x="1267079" y="4352290"/>
                </a:lnTo>
                <a:lnTo>
                  <a:pt x="1268336" y="4351020"/>
                </a:lnTo>
                <a:lnTo>
                  <a:pt x="1268120" y="4351020"/>
                </a:lnTo>
                <a:lnTo>
                  <a:pt x="1270774" y="4348480"/>
                </a:lnTo>
                <a:lnTo>
                  <a:pt x="1270546" y="4348480"/>
                </a:lnTo>
                <a:lnTo>
                  <a:pt x="1273314" y="4345940"/>
                </a:lnTo>
                <a:lnTo>
                  <a:pt x="1273073" y="4345940"/>
                </a:lnTo>
                <a:lnTo>
                  <a:pt x="1275956" y="4343400"/>
                </a:lnTo>
                <a:lnTo>
                  <a:pt x="1275715" y="4343400"/>
                </a:lnTo>
                <a:lnTo>
                  <a:pt x="1278699" y="4342130"/>
                </a:lnTo>
                <a:lnTo>
                  <a:pt x="1278445" y="4342130"/>
                </a:lnTo>
                <a:lnTo>
                  <a:pt x="1281544" y="4339590"/>
                </a:lnTo>
                <a:lnTo>
                  <a:pt x="1281277" y="4340860"/>
                </a:lnTo>
                <a:lnTo>
                  <a:pt x="1282865" y="4339590"/>
                </a:lnTo>
                <a:lnTo>
                  <a:pt x="1284465" y="4338320"/>
                </a:lnTo>
                <a:lnTo>
                  <a:pt x="1284198" y="4338320"/>
                </a:lnTo>
                <a:lnTo>
                  <a:pt x="1287487" y="4337050"/>
                </a:lnTo>
                <a:lnTo>
                  <a:pt x="1287208" y="4337050"/>
                </a:lnTo>
                <a:lnTo>
                  <a:pt x="1290586" y="4335780"/>
                </a:lnTo>
                <a:lnTo>
                  <a:pt x="1290294" y="4335780"/>
                </a:lnTo>
                <a:lnTo>
                  <a:pt x="1293749" y="4334510"/>
                </a:lnTo>
                <a:lnTo>
                  <a:pt x="1293456" y="4334510"/>
                </a:lnTo>
                <a:lnTo>
                  <a:pt x="1297000" y="4333240"/>
                </a:lnTo>
                <a:lnTo>
                  <a:pt x="1296695" y="4333240"/>
                </a:lnTo>
                <a:lnTo>
                  <a:pt x="1300314" y="4331970"/>
                </a:lnTo>
                <a:lnTo>
                  <a:pt x="1303388" y="4331970"/>
                </a:lnTo>
                <a:lnTo>
                  <a:pt x="1307134" y="4330700"/>
                </a:lnTo>
                <a:lnTo>
                  <a:pt x="2699715" y="4330700"/>
                </a:lnTo>
                <a:lnTo>
                  <a:pt x="2703461" y="4331970"/>
                </a:lnTo>
                <a:lnTo>
                  <a:pt x="2706535" y="4331970"/>
                </a:lnTo>
                <a:lnTo>
                  <a:pt x="2710154" y="4333240"/>
                </a:lnTo>
                <a:lnTo>
                  <a:pt x="2709849" y="4333240"/>
                </a:lnTo>
                <a:lnTo>
                  <a:pt x="2713393" y="4334510"/>
                </a:lnTo>
                <a:lnTo>
                  <a:pt x="2713101" y="4334510"/>
                </a:lnTo>
                <a:lnTo>
                  <a:pt x="2716555" y="4335780"/>
                </a:lnTo>
                <a:lnTo>
                  <a:pt x="2716276" y="4335780"/>
                </a:lnTo>
                <a:lnTo>
                  <a:pt x="2719641" y="4337050"/>
                </a:lnTo>
                <a:lnTo>
                  <a:pt x="2719362" y="4337050"/>
                </a:lnTo>
                <a:lnTo>
                  <a:pt x="2722651" y="4338320"/>
                </a:lnTo>
                <a:lnTo>
                  <a:pt x="2722384" y="4338320"/>
                </a:lnTo>
                <a:lnTo>
                  <a:pt x="2725572" y="4340860"/>
                </a:lnTo>
                <a:lnTo>
                  <a:pt x="2725305" y="4339590"/>
                </a:lnTo>
                <a:lnTo>
                  <a:pt x="2728404" y="4342130"/>
                </a:lnTo>
                <a:lnTo>
                  <a:pt x="2728150" y="4342130"/>
                </a:lnTo>
                <a:lnTo>
                  <a:pt x="2731135" y="4343400"/>
                </a:lnTo>
                <a:lnTo>
                  <a:pt x="2730893" y="4343400"/>
                </a:lnTo>
                <a:lnTo>
                  <a:pt x="2733776" y="4345940"/>
                </a:lnTo>
                <a:lnTo>
                  <a:pt x="2733535" y="4345940"/>
                </a:lnTo>
                <a:lnTo>
                  <a:pt x="2736304" y="4348480"/>
                </a:lnTo>
                <a:lnTo>
                  <a:pt x="2736075" y="4348480"/>
                </a:lnTo>
                <a:lnTo>
                  <a:pt x="2738729" y="4351020"/>
                </a:lnTo>
                <a:lnTo>
                  <a:pt x="2738513" y="4351020"/>
                </a:lnTo>
                <a:lnTo>
                  <a:pt x="2741028" y="4353560"/>
                </a:lnTo>
                <a:lnTo>
                  <a:pt x="2740825" y="4352290"/>
                </a:lnTo>
                <a:lnTo>
                  <a:pt x="2743225" y="4356100"/>
                </a:lnTo>
                <a:lnTo>
                  <a:pt x="2743035" y="4354830"/>
                </a:lnTo>
                <a:lnTo>
                  <a:pt x="2745295" y="4358640"/>
                </a:lnTo>
                <a:lnTo>
                  <a:pt x="2745117" y="4357370"/>
                </a:lnTo>
                <a:lnTo>
                  <a:pt x="2747238" y="4361180"/>
                </a:lnTo>
                <a:lnTo>
                  <a:pt x="2747060" y="4361180"/>
                </a:lnTo>
                <a:lnTo>
                  <a:pt x="2749042" y="4363720"/>
                </a:lnTo>
                <a:lnTo>
                  <a:pt x="2748889" y="4363720"/>
                </a:lnTo>
                <a:lnTo>
                  <a:pt x="2750718" y="4366260"/>
                </a:lnTo>
                <a:lnTo>
                  <a:pt x="2750578" y="4366260"/>
                </a:lnTo>
                <a:lnTo>
                  <a:pt x="2752255" y="4370070"/>
                </a:lnTo>
                <a:lnTo>
                  <a:pt x="2752128" y="4370070"/>
                </a:lnTo>
                <a:lnTo>
                  <a:pt x="2753652" y="4372610"/>
                </a:lnTo>
                <a:lnTo>
                  <a:pt x="2753525" y="4372610"/>
                </a:lnTo>
                <a:lnTo>
                  <a:pt x="2754896" y="4376420"/>
                </a:lnTo>
                <a:lnTo>
                  <a:pt x="2754782" y="4375150"/>
                </a:lnTo>
                <a:lnTo>
                  <a:pt x="2755989" y="4378960"/>
                </a:lnTo>
                <a:lnTo>
                  <a:pt x="2756916" y="4382770"/>
                </a:lnTo>
                <a:lnTo>
                  <a:pt x="2757690" y="4386580"/>
                </a:lnTo>
                <a:lnTo>
                  <a:pt x="2757627" y="4385310"/>
                </a:lnTo>
                <a:lnTo>
                  <a:pt x="2758300" y="4389120"/>
                </a:lnTo>
                <a:lnTo>
                  <a:pt x="2758732" y="4392930"/>
                </a:lnTo>
                <a:lnTo>
                  <a:pt x="2758897" y="4395470"/>
                </a:lnTo>
                <a:lnTo>
                  <a:pt x="2758973" y="4396740"/>
                </a:lnTo>
                <a:lnTo>
                  <a:pt x="2759062" y="4704105"/>
                </a:lnTo>
                <a:lnTo>
                  <a:pt x="2759062" y="4356024"/>
                </a:lnTo>
                <a:lnTo>
                  <a:pt x="2758389" y="4354830"/>
                </a:lnTo>
                <a:lnTo>
                  <a:pt x="2757678" y="4353560"/>
                </a:lnTo>
                <a:lnTo>
                  <a:pt x="2756522" y="4352290"/>
                </a:lnTo>
                <a:lnTo>
                  <a:pt x="2755379" y="4351020"/>
                </a:lnTo>
                <a:lnTo>
                  <a:pt x="2752928" y="4347210"/>
                </a:lnTo>
                <a:lnTo>
                  <a:pt x="2750324" y="4344670"/>
                </a:lnTo>
                <a:lnTo>
                  <a:pt x="2747594" y="4342130"/>
                </a:lnTo>
                <a:lnTo>
                  <a:pt x="2745676" y="4339590"/>
                </a:lnTo>
                <a:lnTo>
                  <a:pt x="2744736" y="4338320"/>
                </a:lnTo>
                <a:lnTo>
                  <a:pt x="2741739" y="4335780"/>
                </a:lnTo>
                <a:lnTo>
                  <a:pt x="2738615" y="4333240"/>
                </a:lnTo>
                <a:lnTo>
                  <a:pt x="2735389" y="4331970"/>
                </a:lnTo>
                <a:lnTo>
                  <a:pt x="2733713" y="4330700"/>
                </a:lnTo>
                <a:lnTo>
                  <a:pt x="2732036" y="4329430"/>
                </a:lnTo>
                <a:lnTo>
                  <a:pt x="2728582" y="4326890"/>
                </a:lnTo>
                <a:lnTo>
                  <a:pt x="2721356" y="4324350"/>
                </a:lnTo>
                <a:lnTo>
                  <a:pt x="2717609" y="4321810"/>
                </a:lnTo>
                <a:lnTo>
                  <a:pt x="2713774" y="4320540"/>
                </a:lnTo>
                <a:lnTo>
                  <a:pt x="2709849" y="4320540"/>
                </a:lnTo>
                <a:lnTo>
                  <a:pt x="2701785" y="4318000"/>
                </a:lnTo>
                <a:lnTo>
                  <a:pt x="1998662" y="4318000"/>
                </a:lnTo>
                <a:lnTo>
                  <a:pt x="2027631" y="4260062"/>
                </a:lnTo>
                <a:lnTo>
                  <a:pt x="2038350" y="4238625"/>
                </a:lnTo>
                <a:lnTo>
                  <a:pt x="2009775" y="4238625"/>
                </a:lnTo>
                <a:lnTo>
                  <a:pt x="2009775" y="4020680"/>
                </a:lnTo>
                <a:lnTo>
                  <a:pt x="2027326" y="4013657"/>
                </a:lnTo>
                <a:lnTo>
                  <a:pt x="2950349" y="3644442"/>
                </a:lnTo>
                <a:lnTo>
                  <a:pt x="2965081" y="363855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263775" y="2421572"/>
            <a:ext cx="3803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是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74377" y="3107372"/>
            <a:ext cx="2428875" cy="849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03860" algn="ctr">
              <a:lnSpc>
                <a:spcPts val="3250"/>
              </a:lnSpc>
              <a:spcBef>
                <a:spcPts val="95"/>
              </a:spcBef>
            </a:pP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否</a:t>
            </a:r>
            <a:endParaRPr sz="2800">
              <a:latin typeface="Noto Sans Mono CJK HK"/>
              <a:cs typeface="Noto Sans Mono CJK HK"/>
            </a:endParaRPr>
          </a:p>
          <a:p>
            <a:pPr marL="50800">
              <a:lnSpc>
                <a:spcPts val="3250"/>
              </a:lnSpc>
              <a:tabLst>
                <a:tab pos="1716405" algn="l"/>
              </a:tabLst>
            </a:pPr>
            <a:r>
              <a:rPr sz="28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74377" y="4636134"/>
            <a:ext cx="2428875" cy="1302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85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R="403860" algn="ctr">
              <a:lnSpc>
                <a:spcPct val="100000"/>
              </a:lnSpc>
              <a:spcBef>
                <a:spcPts val="75"/>
              </a:spcBef>
            </a:pP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是</a:t>
            </a:r>
            <a:endParaRPr sz="2800">
              <a:latin typeface="Noto Sans Mono CJK HK"/>
              <a:cs typeface="Noto Sans Mono CJK HK"/>
            </a:endParaRPr>
          </a:p>
          <a:p>
            <a:pPr marL="50800">
              <a:lnSpc>
                <a:spcPct val="100000"/>
              </a:lnSpc>
              <a:spcBef>
                <a:spcPts val="375"/>
              </a:spcBef>
              <a:tabLst>
                <a:tab pos="1716405" algn="l"/>
              </a:tabLst>
            </a:pPr>
            <a:r>
              <a:rPr sz="28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写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63775" y="4402772"/>
            <a:ext cx="3803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否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814512" y="1585912"/>
            <a:ext cx="4981575" cy="4891405"/>
          </a:xfrm>
          <a:custGeom>
            <a:avLst/>
            <a:gdLst/>
            <a:ahLst/>
            <a:cxnLst/>
            <a:rect l="l" t="t" r="r" b="b"/>
            <a:pathLst>
              <a:path w="4981575" h="4891405">
                <a:moveTo>
                  <a:pt x="2038350" y="4805362"/>
                </a:moveTo>
                <a:lnTo>
                  <a:pt x="2009775" y="4805362"/>
                </a:lnTo>
                <a:lnTo>
                  <a:pt x="2009775" y="4433887"/>
                </a:lnTo>
                <a:lnTo>
                  <a:pt x="1981200" y="4433887"/>
                </a:lnTo>
                <a:lnTo>
                  <a:pt x="1981200" y="4655350"/>
                </a:lnTo>
                <a:lnTo>
                  <a:pt x="1966912" y="4648200"/>
                </a:lnTo>
                <a:lnTo>
                  <a:pt x="1909762" y="4619625"/>
                </a:lnTo>
                <a:lnTo>
                  <a:pt x="1909762" y="4648200"/>
                </a:lnTo>
                <a:lnTo>
                  <a:pt x="28575" y="4648200"/>
                </a:lnTo>
                <a:lnTo>
                  <a:pt x="28575" y="3305175"/>
                </a:lnTo>
                <a:lnTo>
                  <a:pt x="1042987" y="3305175"/>
                </a:lnTo>
                <a:lnTo>
                  <a:pt x="1042987" y="3276600"/>
                </a:lnTo>
                <a:lnTo>
                  <a:pt x="14287" y="3276600"/>
                </a:lnTo>
                <a:lnTo>
                  <a:pt x="14287" y="3290887"/>
                </a:lnTo>
                <a:lnTo>
                  <a:pt x="0" y="3290887"/>
                </a:lnTo>
                <a:lnTo>
                  <a:pt x="0" y="4662487"/>
                </a:lnTo>
                <a:lnTo>
                  <a:pt x="14287" y="4662487"/>
                </a:lnTo>
                <a:lnTo>
                  <a:pt x="14287" y="4676775"/>
                </a:lnTo>
                <a:lnTo>
                  <a:pt x="1909762" y="4676775"/>
                </a:lnTo>
                <a:lnTo>
                  <a:pt x="1909762" y="4705350"/>
                </a:lnTo>
                <a:lnTo>
                  <a:pt x="1966912" y="4676775"/>
                </a:lnTo>
                <a:lnTo>
                  <a:pt x="1981200" y="4669637"/>
                </a:lnTo>
                <a:lnTo>
                  <a:pt x="1981200" y="4805362"/>
                </a:lnTo>
                <a:lnTo>
                  <a:pt x="1952625" y="4805362"/>
                </a:lnTo>
                <a:lnTo>
                  <a:pt x="1995487" y="4891087"/>
                </a:lnTo>
                <a:lnTo>
                  <a:pt x="2027631" y="4826800"/>
                </a:lnTo>
                <a:lnTo>
                  <a:pt x="2038350" y="4805362"/>
                </a:lnTo>
                <a:close/>
              </a:path>
              <a:path w="4981575" h="4891405">
                <a:moveTo>
                  <a:pt x="4981499" y="2260600"/>
                </a:moveTo>
                <a:lnTo>
                  <a:pt x="4980889" y="2247900"/>
                </a:lnTo>
                <a:lnTo>
                  <a:pt x="4967452" y="2247900"/>
                </a:lnTo>
                <a:lnTo>
                  <a:pt x="4956632" y="2235200"/>
                </a:lnTo>
                <a:lnTo>
                  <a:pt x="4865903" y="2235200"/>
                </a:lnTo>
                <a:lnTo>
                  <a:pt x="4855908" y="2222500"/>
                </a:lnTo>
                <a:lnTo>
                  <a:pt x="4818507" y="2222500"/>
                </a:lnTo>
                <a:lnTo>
                  <a:pt x="4809058" y="2209800"/>
                </a:lnTo>
                <a:lnTo>
                  <a:pt x="4791392" y="2209800"/>
                </a:lnTo>
                <a:lnTo>
                  <a:pt x="4782286" y="2197100"/>
                </a:lnTo>
                <a:lnTo>
                  <a:pt x="4765357" y="2197100"/>
                </a:lnTo>
                <a:lnTo>
                  <a:pt x="4756645" y="2184400"/>
                </a:lnTo>
                <a:lnTo>
                  <a:pt x="4740491" y="2184400"/>
                </a:lnTo>
                <a:lnTo>
                  <a:pt x="4732198" y="2171700"/>
                </a:lnTo>
                <a:lnTo>
                  <a:pt x="4724616" y="2171700"/>
                </a:lnTo>
                <a:lnTo>
                  <a:pt x="4716602" y="2159000"/>
                </a:lnTo>
                <a:lnTo>
                  <a:pt x="4701883" y="2159000"/>
                </a:lnTo>
                <a:lnTo>
                  <a:pt x="4694364" y="2146300"/>
                </a:lnTo>
                <a:lnTo>
                  <a:pt x="4687532" y="2146300"/>
                </a:lnTo>
                <a:lnTo>
                  <a:pt x="4680331" y="2133600"/>
                </a:lnTo>
                <a:lnTo>
                  <a:pt x="4673816" y="2133600"/>
                </a:lnTo>
                <a:lnTo>
                  <a:pt x="4666958" y="2120900"/>
                </a:lnTo>
                <a:lnTo>
                  <a:pt x="4660760" y="2120900"/>
                </a:lnTo>
                <a:lnTo>
                  <a:pt x="4654270" y="2108200"/>
                </a:lnTo>
                <a:lnTo>
                  <a:pt x="4648416" y="2108200"/>
                </a:lnTo>
                <a:lnTo>
                  <a:pt x="4642294" y="2095500"/>
                </a:lnTo>
                <a:lnTo>
                  <a:pt x="4642523" y="2095500"/>
                </a:lnTo>
                <a:lnTo>
                  <a:pt x="4636579" y="2082800"/>
                </a:lnTo>
                <a:lnTo>
                  <a:pt x="4636795" y="2095500"/>
                </a:lnTo>
                <a:lnTo>
                  <a:pt x="4631055" y="2082800"/>
                </a:lnTo>
                <a:lnTo>
                  <a:pt x="4631271" y="2082800"/>
                </a:lnTo>
                <a:lnTo>
                  <a:pt x="4625721" y="2070100"/>
                </a:lnTo>
                <a:lnTo>
                  <a:pt x="4620780" y="2070100"/>
                </a:lnTo>
                <a:lnTo>
                  <a:pt x="4615624" y="2057400"/>
                </a:lnTo>
                <a:lnTo>
                  <a:pt x="4611078" y="2057400"/>
                </a:lnTo>
                <a:lnTo>
                  <a:pt x="4606341" y="2044700"/>
                </a:lnTo>
                <a:lnTo>
                  <a:pt x="4606518" y="2044700"/>
                </a:lnTo>
                <a:lnTo>
                  <a:pt x="4601997" y="2032000"/>
                </a:lnTo>
                <a:lnTo>
                  <a:pt x="4598047" y="2032000"/>
                </a:lnTo>
                <a:lnTo>
                  <a:pt x="4593958" y="2019300"/>
                </a:lnTo>
                <a:lnTo>
                  <a:pt x="4594110" y="2019300"/>
                </a:lnTo>
                <a:lnTo>
                  <a:pt x="4590250" y="2006600"/>
                </a:lnTo>
                <a:lnTo>
                  <a:pt x="4590402" y="2019300"/>
                </a:lnTo>
                <a:lnTo>
                  <a:pt x="4586770" y="2006600"/>
                </a:lnTo>
                <a:lnTo>
                  <a:pt x="4586910" y="2006600"/>
                </a:lnTo>
                <a:lnTo>
                  <a:pt x="4583506" y="1993900"/>
                </a:lnTo>
                <a:lnTo>
                  <a:pt x="4580585" y="1993900"/>
                </a:lnTo>
                <a:lnTo>
                  <a:pt x="4577639" y="1981200"/>
                </a:lnTo>
                <a:lnTo>
                  <a:pt x="4577766" y="1981200"/>
                </a:lnTo>
                <a:lnTo>
                  <a:pt x="4575060" y="1968500"/>
                </a:lnTo>
                <a:lnTo>
                  <a:pt x="4572698" y="1955800"/>
                </a:lnTo>
                <a:lnTo>
                  <a:pt x="4572800" y="1968500"/>
                </a:lnTo>
                <a:lnTo>
                  <a:pt x="4570577" y="1955800"/>
                </a:lnTo>
                <a:lnTo>
                  <a:pt x="4568698" y="1943100"/>
                </a:lnTo>
                <a:lnTo>
                  <a:pt x="4567059" y="1930400"/>
                </a:lnTo>
                <a:lnTo>
                  <a:pt x="4565726" y="1930400"/>
                </a:lnTo>
                <a:lnTo>
                  <a:pt x="4564519" y="1917700"/>
                </a:lnTo>
                <a:lnTo>
                  <a:pt x="4563630" y="1905000"/>
                </a:lnTo>
                <a:lnTo>
                  <a:pt x="4563008" y="1905000"/>
                </a:lnTo>
                <a:lnTo>
                  <a:pt x="4562602" y="1892300"/>
                </a:lnTo>
                <a:lnTo>
                  <a:pt x="4562475" y="1879600"/>
                </a:lnTo>
                <a:lnTo>
                  <a:pt x="4562475" y="381000"/>
                </a:lnTo>
                <a:lnTo>
                  <a:pt x="4562335" y="368300"/>
                </a:lnTo>
                <a:lnTo>
                  <a:pt x="4561916" y="368300"/>
                </a:lnTo>
                <a:lnTo>
                  <a:pt x="4561217" y="355600"/>
                </a:lnTo>
                <a:lnTo>
                  <a:pt x="4560201" y="342900"/>
                </a:lnTo>
                <a:lnTo>
                  <a:pt x="4558995" y="330200"/>
                </a:lnTo>
                <a:lnTo>
                  <a:pt x="4557471" y="317500"/>
                </a:lnTo>
                <a:lnTo>
                  <a:pt x="4555693" y="317500"/>
                </a:lnTo>
                <a:lnTo>
                  <a:pt x="4553648" y="304800"/>
                </a:lnTo>
                <a:lnTo>
                  <a:pt x="4551337" y="292100"/>
                </a:lnTo>
                <a:lnTo>
                  <a:pt x="4548771" y="279400"/>
                </a:lnTo>
                <a:lnTo>
                  <a:pt x="4545965" y="279400"/>
                </a:lnTo>
                <a:lnTo>
                  <a:pt x="4542904" y="266700"/>
                </a:lnTo>
                <a:lnTo>
                  <a:pt x="4539602" y="254000"/>
                </a:lnTo>
                <a:lnTo>
                  <a:pt x="4536046" y="254000"/>
                </a:lnTo>
                <a:lnTo>
                  <a:pt x="4532261" y="241300"/>
                </a:lnTo>
                <a:lnTo>
                  <a:pt x="4528248" y="228600"/>
                </a:lnTo>
                <a:lnTo>
                  <a:pt x="4523994" y="215900"/>
                </a:lnTo>
                <a:lnTo>
                  <a:pt x="4519523" y="215900"/>
                </a:lnTo>
                <a:lnTo>
                  <a:pt x="4514824" y="203200"/>
                </a:lnTo>
                <a:lnTo>
                  <a:pt x="4509909" y="190500"/>
                </a:lnTo>
                <a:lnTo>
                  <a:pt x="4504779" y="190500"/>
                </a:lnTo>
                <a:lnTo>
                  <a:pt x="4499432" y="177800"/>
                </a:lnTo>
                <a:lnTo>
                  <a:pt x="4493882" y="177800"/>
                </a:lnTo>
                <a:lnTo>
                  <a:pt x="4488116" y="165100"/>
                </a:lnTo>
                <a:lnTo>
                  <a:pt x="4482160" y="152400"/>
                </a:lnTo>
                <a:lnTo>
                  <a:pt x="4476000" y="152400"/>
                </a:lnTo>
                <a:lnTo>
                  <a:pt x="4469650" y="139700"/>
                </a:lnTo>
                <a:lnTo>
                  <a:pt x="4463097" y="139700"/>
                </a:lnTo>
                <a:lnTo>
                  <a:pt x="4456366" y="127000"/>
                </a:lnTo>
                <a:lnTo>
                  <a:pt x="4449457" y="114300"/>
                </a:lnTo>
                <a:lnTo>
                  <a:pt x="4442358" y="114300"/>
                </a:lnTo>
                <a:lnTo>
                  <a:pt x="4435081" y="101600"/>
                </a:lnTo>
                <a:lnTo>
                  <a:pt x="4427639" y="101600"/>
                </a:lnTo>
                <a:lnTo>
                  <a:pt x="4420019" y="88900"/>
                </a:lnTo>
                <a:lnTo>
                  <a:pt x="4412234" y="88900"/>
                </a:lnTo>
                <a:lnTo>
                  <a:pt x="4404284" y="76200"/>
                </a:lnTo>
                <a:lnTo>
                  <a:pt x="4387647" y="76200"/>
                </a:lnTo>
                <a:lnTo>
                  <a:pt x="4379506" y="63500"/>
                </a:lnTo>
                <a:lnTo>
                  <a:pt x="4370933" y="63500"/>
                </a:lnTo>
                <a:lnTo>
                  <a:pt x="4362221" y="50800"/>
                </a:lnTo>
                <a:lnTo>
                  <a:pt x="4344378" y="50800"/>
                </a:lnTo>
                <a:lnTo>
                  <a:pt x="4335246" y="38100"/>
                </a:lnTo>
                <a:lnTo>
                  <a:pt x="4316590" y="38100"/>
                </a:lnTo>
                <a:lnTo>
                  <a:pt x="4307065" y="25400"/>
                </a:lnTo>
                <a:lnTo>
                  <a:pt x="4287659" y="25400"/>
                </a:lnTo>
                <a:lnTo>
                  <a:pt x="4277779" y="12700"/>
                </a:lnTo>
                <a:lnTo>
                  <a:pt x="4247489" y="12700"/>
                </a:lnTo>
                <a:lnTo>
                  <a:pt x="4237190" y="0"/>
                </a:lnTo>
                <a:lnTo>
                  <a:pt x="4129252" y="0"/>
                </a:lnTo>
                <a:lnTo>
                  <a:pt x="4128922" y="25400"/>
                </a:lnTo>
                <a:lnTo>
                  <a:pt x="4220692" y="25400"/>
                </a:lnTo>
                <a:lnTo>
                  <a:pt x="4230776" y="38100"/>
                </a:lnTo>
                <a:lnTo>
                  <a:pt x="4268584" y="38100"/>
                </a:lnTo>
                <a:lnTo>
                  <a:pt x="4278160" y="50800"/>
                </a:lnTo>
                <a:lnTo>
                  <a:pt x="4296054" y="50800"/>
                </a:lnTo>
                <a:lnTo>
                  <a:pt x="4305287" y="63500"/>
                </a:lnTo>
                <a:lnTo>
                  <a:pt x="4322470" y="63500"/>
                </a:lnTo>
                <a:lnTo>
                  <a:pt x="4331309" y="76200"/>
                </a:lnTo>
                <a:lnTo>
                  <a:pt x="4347730" y="76200"/>
                </a:lnTo>
                <a:lnTo>
                  <a:pt x="4356163" y="88900"/>
                </a:lnTo>
                <a:lnTo>
                  <a:pt x="4371759" y="88900"/>
                </a:lnTo>
                <a:lnTo>
                  <a:pt x="4379760" y="101600"/>
                </a:lnTo>
                <a:lnTo>
                  <a:pt x="4387062" y="101600"/>
                </a:lnTo>
                <a:lnTo>
                  <a:pt x="4394746" y="114300"/>
                </a:lnTo>
                <a:lnTo>
                  <a:pt x="4401744" y="114300"/>
                </a:lnTo>
                <a:lnTo>
                  <a:pt x="4409097" y="127000"/>
                </a:lnTo>
                <a:lnTo>
                  <a:pt x="4415790" y="127000"/>
                </a:lnTo>
                <a:lnTo>
                  <a:pt x="4422813" y="139700"/>
                </a:lnTo>
                <a:lnTo>
                  <a:pt x="4429176" y="139700"/>
                </a:lnTo>
                <a:lnTo>
                  <a:pt x="4435843" y="152400"/>
                </a:lnTo>
                <a:lnTo>
                  <a:pt x="4441876" y="152400"/>
                </a:lnTo>
                <a:lnTo>
                  <a:pt x="4448187" y="165100"/>
                </a:lnTo>
                <a:lnTo>
                  <a:pt x="4453852" y="165100"/>
                </a:lnTo>
                <a:lnTo>
                  <a:pt x="4459795" y="177800"/>
                </a:lnTo>
                <a:lnTo>
                  <a:pt x="4465104" y="177800"/>
                </a:lnTo>
                <a:lnTo>
                  <a:pt x="4470654" y="190500"/>
                </a:lnTo>
                <a:lnTo>
                  <a:pt x="4475594" y="190500"/>
                </a:lnTo>
                <a:lnTo>
                  <a:pt x="4480750" y="203200"/>
                </a:lnTo>
                <a:lnTo>
                  <a:pt x="4480547" y="203200"/>
                </a:lnTo>
                <a:lnTo>
                  <a:pt x="4485487" y="215900"/>
                </a:lnTo>
                <a:lnTo>
                  <a:pt x="4489856" y="215900"/>
                </a:lnTo>
                <a:lnTo>
                  <a:pt x="4494377" y="228600"/>
                </a:lnTo>
                <a:lnTo>
                  <a:pt x="4494200" y="228600"/>
                </a:lnTo>
                <a:lnTo>
                  <a:pt x="4498505" y="241300"/>
                </a:lnTo>
                <a:lnTo>
                  <a:pt x="4498327" y="228600"/>
                </a:lnTo>
                <a:lnTo>
                  <a:pt x="4502416" y="241300"/>
                </a:lnTo>
                <a:lnTo>
                  <a:pt x="4502264" y="241300"/>
                </a:lnTo>
                <a:lnTo>
                  <a:pt x="4506125" y="254000"/>
                </a:lnTo>
                <a:lnTo>
                  <a:pt x="4509465" y="254000"/>
                </a:lnTo>
                <a:lnTo>
                  <a:pt x="4512869" y="266700"/>
                </a:lnTo>
                <a:lnTo>
                  <a:pt x="4512742" y="266700"/>
                </a:lnTo>
                <a:lnTo>
                  <a:pt x="4515917" y="279400"/>
                </a:lnTo>
                <a:lnTo>
                  <a:pt x="4518609" y="279400"/>
                </a:lnTo>
                <a:lnTo>
                  <a:pt x="4521314" y="292100"/>
                </a:lnTo>
                <a:lnTo>
                  <a:pt x="4523676" y="304800"/>
                </a:lnTo>
                <a:lnTo>
                  <a:pt x="4525708" y="304800"/>
                </a:lnTo>
                <a:lnTo>
                  <a:pt x="4527677" y="317500"/>
                </a:lnTo>
                <a:lnTo>
                  <a:pt x="4529315" y="330200"/>
                </a:lnTo>
                <a:lnTo>
                  <a:pt x="4530699" y="342900"/>
                </a:lnTo>
                <a:lnTo>
                  <a:pt x="4531804" y="342900"/>
                </a:lnTo>
                <a:lnTo>
                  <a:pt x="4532744" y="355600"/>
                </a:lnTo>
                <a:lnTo>
                  <a:pt x="4533392" y="368300"/>
                </a:lnTo>
                <a:lnTo>
                  <a:pt x="4533760" y="368300"/>
                </a:lnTo>
                <a:lnTo>
                  <a:pt x="4533900" y="381000"/>
                </a:lnTo>
                <a:lnTo>
                  <a:pt x="4533900" y="1879600"/>
                </a:lnTo>
                <a:lnTo>
                  <a:pt x="4534039" y="1892300"/>
                </a:lnTo>
                <a:lnTo>
                  <a:pt x="4534459" y="1905000"/>
                </a:lnTo>
                <a:lnTo>
                  <a:pt x="4535157" y="1905000"/>
                </a:lnTo>
                <a:lnTo>
                  <a:pt x="4536173" y="1917700"/>
                </a:lnTo>
                <a:lnTo>
                  <a:pt x="4537380" y="1930400"/>
                </a:lnTo>
                <a:lnTo>
                  <a:pt x="4538904" y="1943100"/>
                </a:lnTo>
                <a:lnTo>
                  <a:pt x="4540682" y="1955800"/>
                </a:lnTo>
                <a:lnTo>
                  <a:pt x="4542726" y="1955800"/>
                </a:lnTo>
                <a:lnTo>
                  <a:pt x="4545038" y="1968500"/>
                </a:lnTo>
                <a:lnTo>
                  <a:pt x="4547603" y="1981200"/>
                </a:lnTo>
                <a:lnTo>
                  <a:pt x="4550410" y="1993900"/>
                </a:lnTo>
                <a:lnTo>
                  <a:pt x="4553470" y="1993900"/>
                </a:lnTo>
                <a:lnTo>
                  <a:pt x="4556772" y="2006600"/>
                </a:lnTo>
                <a:lnTo>
                  <a:pt x="4560328" y="2019300"/>
                </a:lnTo>
                <a:lnTo>
                  <a:pt x="4564113" y="2019300"/>
                </a:lnTo>
                <a:lnTo>
                  <a:pt x="4568126" y="2032000"/>
                </a:lnTo>
                <a:lnTo>
                  <a:pt x="4572381" y="2044700"/>
                </a:lnTo>
                <a:lnTo>
                  <a:pt x="4576851" y="2044700"/>
                </a:lnTo>
                <a:lnTo>
                  <a:pt x="4581550" y="2057400"/>
                </a:lnTo>
                <a:lnTo>
                  <a:pt x="4586465" y="2070100"/>
                </a:lnTo>
                <a:lnTo>
                  <a:pt x="4591596" y="2070100"/>
                </a:lnTo>
                <a:lnTo>
                  <a:pt x="4596943" y="2082800"/>
                </a:lnTo>
                <a:lnTo>
                  <a:pt x="4602492" y="2095500"/>
                </a:lnTo>
                <a:lnTo>
                  <a:pt x="4608258" y="2095500"/>
                </a:lnTo>
                <a:lnTo>
                  <a:pt x="4614215" y="2108200"/>
                </a:lnTo>
                <a:lnTo>
                  <a:pt x="4620374" y="2108200"/>
                </a:lnTo>
                <a:lnTo>
                  <a:pt x="4626724" y="2120900"/>
                </a:lnTo>
                <a:lnTo>
                  <a:pt x="4633277" y="2133600"/>
                </a:lnTo>
                <a:lnTo>
                  <a:pt x="4640008" y="2133600"/>
                </a:lnTo>
                <a:lnTo>
                  <a:pt x="4646917" y="2146300"/>
                </a:lnTo>
                <a:lnTo>
                  <a:pt x="4654016" y="2146300"/>
                </a:lnTo>
                <a:lnTo>
                  <a:pt x="4661293" y="2159000"/>
                </a:lnTo>
                <a:lnTo>
                  <a:pt x="4668736" y="2159000"/>
                </a:lnTo>
                <a:lnTo>
                  <a:pt x="4676356" y="2171700"/>
                </a:lnTo>
                <a:lnTo>
                  <a:pt x="4684141" y="2171700"/>
                </a:lnTo>
                <a:lnTo>
                  <a:pt x="4692091" y="2184400"/>
                </a:lnTo>
                <a:lnTo>
                  <a:pt x="4700194" y="2184400"/>
                </a:lnTo>
                <a:lnTo>
                  <a:pt x="4708715" y="2197100"/>
                </a:lnTo>
                <a:lnTo>
                  <a:pt x="4716869" y="2197100"/>
                </a:lnTo>
                <a:lnTo>
                  <a:pt x="4725441" y="2209800"/>
                </a:lnTo>
                <a:lnTo>
                  <a:pt x="4743005" y="2209800"/>
                </a:lnTo>
                <a:lnTo>
                  <a:pt x="4751997" y="2222500"/>
                </a:lnTo>
                <a:lnTo>
                  <a:pt x="4770386" y="2222500"/>
                </a:lnTo>
                <a:lnTo>
                  <a:pt x="4779784" y="2235200"/>
                </a:lnTo>
                <a:lnTo>
                  <a:pt x="4798949" y="2235200"/>
                </a:lnTo>
                <a:lnTo>
                  <a:pt x="4808715" y="2247900"/>
                </a:lnTo>
                <a:lnTo>
                  <a:pt x="4838674" y="2247900"/>
                </a:lnTo>
                <a:lnTo>
                  <a:pt x="4848885" y="2260600"/>
                </a:lnTo>
                <a:lnTo>
                  <a:pt x="4818900" y="2260600"/>
                </a:lnTo>
                <a:lnTo>
                  <a:pt x="4809020" y="2273300"/>
                </a:lnTo>
                <a:lnTo>
                  <a:pt x="4780089" y="2273300"/>
                </a:lnTo>
                <a:lnTo>
                  <a:pt x="4770691" y="2286000"/>
                </a:lnTo>
                <a:lnTo>
                  <a:pt x="4761408" y="2286000"/>
                </a:lnTo>
                <a:lnTo>
                  <a:pt x="4752289" y="2298700"/>
                </a:lnTo>
                <a:lnTo>
                  <a:pt x="4734420" y="2298700"/>
                </a:lnTo>
                <a:lnTo>
                  <a:pt x="4725721" y="2311400"/>
                </a:lnTo>
                <a:lnTo>
                  <a:pt x="4717148" y="2311400"/>
                </a:lnTo>
                <a:lnTo>
                  <a:pt x="4708715" y="2324100"/>
                </a:lnTo>
                <a:lnTo>
                  <a:pt x="4692358" y="2324100"/>
                </a:lnTo>
                <a:lnTo>
                  <a:pt x="4684407" y="2336800"/>
                </a:lnTo>
                <a:lnTo>
                  <a:pt x="4676610" y="2336800"/>
                </a:lnTo>
                <a:lnTo>
                  <a:pt x="4668990" y="2349500"/>
                </a:lnTo>
                <a:lnTo>
                  <a:pt x="4661547" y="2349500"/>
                </a:lnTo>
                <a:lnTo>
                  <a:pt x="4654270" y="2362200"/>
                </a:lnTo>
                <a:lnTo>
                  <a:pt x="4647171" y="2362200"/>
                </a:lnTo>
                <a:lnTo>
                  <a:pt x="4640250" y="2374900"/>
                </a:lnTo>
                <a:lnTo>
                  <a:pt x="4633506" y="2387600"/>
                </a:lnTo>
                <a:lnTo>
                  <a:pt x="4626965" y="2387600"/>
                </a:lnTo>
                <a:lnTo>
                  <a:pt x="4620603" y="2400300"/>
                </a:lnTo>
                <a:lnTo>
                  <a:pt x="4614215" y="2400300"/>
                </a:lnTo>
                <a:lnTo>
                  <a:pt x="4602708" y="2425700"/>
                </a:lnTo>
                <a:lnTo>
                  <a:pt x="4597146" y="2425700"/>
                </a:lnTo>
                <a:lnTo>
                  <a:pt x="4591799" y="2438400"/>
                </a:lnTo>
                <a:lnTo>
                  <a:pt x="4586656" y="2438400"/>
                </a:lnTo>
                <a:lnTo>
                  <a:pt x="4581728" y="2451100"/>
                </a:lnTo>
                <a:lnTo>
                  <a:pt x="4577029" y="2463800"/>
                </a:lnTo>
                <a:lnTo>
                  <a:pt x="4572546" y="2463800"/>
                </a:lnTo>
                <a:lnTo>
                  <a:pt x="4568291" y="2476500"/>
                </a:lnTo>
                <a:lnTo>
                  <a:pt x="4564265" y="2489200"/>
                </a:lnTo>
                <a:lnTo>
                  <a:pt x="4560468" y="2501900"/>
                </a:lnTo>
                <a:lnTo>
                  <a:pt x="4556912" y="2501900"/>
                </a:lnTo>
                <a:lnTo>
                  <a:pt x="4553597" y="2514600"/>
                </a:lnTo>
                <a:lnTo>
                  <a:pt x="4550524" y="2527300"/>
                </a:lnTo>
                <a:lnTo>
                  <a:pt x="4547705" y="2527300"/>
                </a:lnTo>
                <a:lnTo>
                  <a:pt x="4545139" y="2540000"/>
                </a:lnTo>
                <a:lnTo>
                  <a:pt x="4542815" y="2552700"/>
                </a:lnTo>
                <a:lnTo>
                  <a:pt x="4540758" y="2565400"/>
                </a:lnTo>
                <a:lnTo>
                  <a:pt x="4538967" y="2565400"/>
                </a:lnTo>
                <a:lnTo>
                  <a:pt x="4537443" y="2578100"/>
                </a:lnTo>
                <a:lnTo>
                  <a:pt x="4536173" y="2590800"/>
                </a:lnTo>
                <a:lnTo>
                  <a:pt x="4535195" y="2603500"/>
                </a:lnTo>
                <a:lnTo>
                  <a:pt x="4534484" y="2616200"/>
                </a:lnTo>
                <a:lnTo>
                  <a:pt x="4534052" y="2616200"/>
                </a:lnTo>
                <a:lnTo>
                  <a:pt x="4533900" y="2628900"/>
                </a:lnTo>
                <a:lnTo>
                  <a:pt x="4533900" y="4127500"/>
                </a:lnTo>
                <a:lnTo>
                  <a:pt x="4533760" y="4140200"/>
                </a:lnTo>
                <a:lnTo>
                  <a:pt x="4533366" y="4152900"/>
                </a:lnTo>
                <a:lnTo>
                  <a:pt x="4532744" y="4152900"/>
                </a:lnTo>
                <a:lnTo>
                  <a:pt x="4531804" y="4165600"/>
                </a:lnTo>
                <a:lnTo>
                  <a:pt x="4530649" y="4178300"/>
                </a:lnTo>
                <a:lnTo>
                  <a:pt x="4529315" y="4178300"/>
                </a:lnTo>
                <a:lnTo>
                  <a:pt x="4527588" y="4191000"/>
                </a:lnTo>
                <a:lnTo>
                  <a:pt x="4525708" y="4203700"/>
                </a:lnTo>
                <a:lnTo>
                  <a:pt x="4523575" y="4216400"/>
                </a:lnTo>
                <a:lnTo>
                  <a:pt x="4523676" y="4203700"/>
                </a:lnTo>
                <a:lnTo>
                  <a:pt x="4521212" y="4216400"/>
                </a:lnTo>
                <a:lnTo>
                  <a:pt x="4518609" y="4229100"/>
                </a:lnTo>
                <a:lnTo>
                  <a:pt x="4518736" y="4229100"/>
                </a:lnTo>
                <a:lnTo>
                  <a:pt x="4515790" y="4241800"/>
                </a:lnTo>
                <a:lnTo>
                  <a:pt x="4512869" y="4241800"/>
                </a:lnTo>
                <a:lnTo>
                  <a:pt x="4509465" y="4254500"/>
                </a:lnTo>
                <a:lnTo>
                  <a:pt x="4509605" y="4254500"/>
                </a:lnTo>
                <a:lnTo>
                  <a:pt x="4505972" y="4267200"/>
                </a:lnTo>
                <a:lnTo>
                  <a:pt x="4506125" y="4254500"/>
                </a:lnTo>
                <a:lnTo>
                  <a:pt x="4502264" y="4267200"/>
                </a:lnTo>
                <a:lnTo>
                  <a:pt x="4502416" y="4267200"/>
                </a:lnTo>
                <a:lnTo>
                  <a:pt x="4498327" y="4279900"/>
                </a:lnTo>
                <a:lnTo>
                  <a:pt x="4494377" y="4279900"/>
                </a:lnTo>
                <a:lnTo>
                  <a:pt x="4489856" y="4292600"/>
                </a:lnTo>
                <a:lnTo>
                  <a:pt x="4490034" y="4292600"/>
                </a:lnTo>
                <a:lnTo>
                  <a:pt x="4485297" y="4305300"/>
                </a:lnTo>
                <a:lnTo>
                  <a:pt x="4480750" y="4305300"/>
                </a:lnTo>
                <a:lnTo>
                  <a:pt x="4475594" y="4318000"/>
                </a:lnTo>
                <a:lnTo>
                  <a:pt x="4470654" y="4318000"/>
                </a:lnTo>
                <a:lnTo>
                  <a:pt x="4465104" y="4330700"/>
                </a:lnTo>
                <a:lnTo>
                  <a:pt x="4465320" y="4330700"/>
                </a:lnTo>
                <a:lnTo>
                  <a:pt x="4459579" y="4343400"/>
                </a:lnTo>
                <a:lnTo>
                  <a:pt x="4459795" y="4330700"/>
                </a:lnTo>
                <a:lnTo>
                  <a:pt x="4453852" y="4343400"/>
                </a:lnTo>
                <a:lnTo>
                  <a:pt x="4454080" y="4343400"/>
                </a:lnTo>
                <a:lnTo>
                  <a:pt x="4447959" y="4356100"/>
                </a:lnTo>
                <a:lnTo>
                  <a:pt x="4442104" y="4356100"/>
                </a:lnTo>
                <a:lnTo>
                  <a:pt x="4435614" y="4368800"/>
                </a:lnTo>
                <a:lnTo>
                  <a:pt x="4429417" y="4368800"/>
                </a:lnTo>
                <a:lnTo>
                  <a:pt x="4422559" y="4381500"/>
                </a:lnTo>
                <a:lnTo>
                  <a:pt x="4416044" y="4381500"/>
                </a:lnTo>
                <a:lnTo>
                  <a:pt x="4408843" y="4394200"/>
                </a:lnTo>
                <a:lnTo>
                  <a:pt x="4401998" y="4394200"/>
                </a:lnTo>
                <a:lnTo>
                  <a:pt x="4394479" y="4406900"/>
                </a:lnTo>
                <a:lnTo>
                  <a:pt x="4379760" y="4406900"/>
                </a:lnTo>
                <a:lnTo>
                  <a:pt x="4371759" y="4419600"/>
                </a:lnTo>
                <a:lnTo>
                  <a:pt x="4364177" y="4419600"/>
                </a:lnTo>
                <a:lnTo>
                  <a:pt x="4355884" y="4432300"/>
                </a:lnTo>
                <a:lnTo>
                  <a:pt x="4339729" y="4432300"/>
                </a:lnTo>
                <a:lnTo>
                  <a:pt x="4331017" y="4445000"/>
                </a:lnTo>
                <a:lnTo>
                  <a:pt x="4314088" y="4445000"/>
                </a:lnTo>
                <a:lnTo>
                  <a:pt x="4304982" y="4457700"/>
                </a:lnTo>
                <a:lnTo>
                  <a:pt x="4287317" y="4457700"/>
                </a:lnTo>
                <a:lnTo>
                  <a:pt x="4277855" y="4470400"/>
                </a:lnTo>
                <a:lnTo>
                  <a:pt x="4240466" y="4470400"/>
                </a:lnTo>
                <a:lnTo>
                  <a:pt x="4230471" y="4483100"/>
                </a:lnTo>
                <a:lnTo>
                  <a:pt x="4139742" y="4483100"/>
                </a:lnTo>
                <a:lnTo>
                  <a:pt x="4128922" y="4495800"/>
                </a:lnTo>
                <a:lnTo>
                  <a:pt x="4129252" y="4521200"/>
                </a:lnTo>
                <a:lnTo>
                  <a:pt x="4183913" y="4521200"/>
                </a:lnTo>
                <a:lnTo>
                  <a:pt x="4194683" y="4508500"/>
                </a:lnTo>
                <a:lnTo>
                  <a:pt x="4247185" y="4508500"/>
                </a:lnTo>
                <a:lnTo>
                  <a:pt x="4257383" y="4495800"/>
                </a:lnTo>
                <a:lnTo>
                  <a:pt x="4287355" y="4495800"/>
                </a:lnTo>
                <a:lnTo>
                  <a:pt x="4297121" y="4483100"/>
                </a:lnTo>
                <a:lnTo>
                  <a:pt x="4316285" y="4483100"/>
                </a:lnTo>
                <a:lnTo>
                  <a:pt x="4325683" y="4470400"/>
                </a:lnTo>
                <a:lnTo>
                  <a:pt x="4344086" y="4470400"/>
                </a:lnTo>
                <a:lnTo>
                  <a:pt x="4353077" y="4457700"/>
                </a:lnTo>
                <a:lnTo>
                  <a:pt x="4370654" y="4457700"/>
                </a:lnTo>
                <a:lnTo>
                  <a:pt x="4379226" y="4445000"/>
                </a:lnTo>
                <a:lnTo>
                  <a:pt x="4387647" y="4445000"/>
                </a:lnTo>
                <a:lnTo>
                  <a:pt x="4395914" y="4432300"/>
                </a:lnTo>
                <a:lnTo>
                  <a:pt x="4404017" y="4432300"/>
                </a:lnTo>
                <a:lnTo>
                  <a:pt x="4411967" y="4419600"/>
                </a:lnTo>
                <a:lnTo>
                  <a:pt x="4419765" y="4419600"/>
                </a:lnTo>
                <a:lnTo>
                  <a:pt x="4427385" y="4406900"/>
                </a:lnTo>
                <a:lnTo>
                  <a:pt x="4434827" y="4406900"/>
                </a:lnTo>
                <a:lnTo>
                  <a:pt x="4442104" y="4394200"/>
                </a:lnTo>
                <a:lnTo>
                  <a:pt x="4449203" y="4394200"/>
                </a:lnTo>
                <a:lnTo>
                  <a:pt x="4456125" y="4381500"/>
                </a:lnTo>
                <a:lnTo>
                  <a:pt x="4462869" y="4381500"/>
                </a:lnTo>
                <a:lnTo>
                  <a:pt x="4469409" y="4368800"/>
                </a:lnTo>
                <a:lnTo>
                  <a:pt x="4475772" y="4368800"/>
                </a:lnTo>
                <a:lnTo>
                  <a:pt x="4482160" y="4356100"/>
                </a:lnTo>
                <a:lnTo>
                  <a:pt x="4487900" y="4343400"/>
                </a:lnTo>
                <a:lnTo>
                  <a:pt x="4493666" y="4343400"/>
                </a:lnTo>
                <a:lnTo>
                  <a:pt x="4499229" y="4330700"/>
                </a:lnTo>
                <a:lnTo>
                  <a:pt x="4504575" y="4318000"/>
                </a:lnTo>
                <a:lnTo>
                  <a:pt x="4509719" y="4318000"/>
                </a:lnTo>
                <a:lnTo>
                  <a:pt x="4514647" y="4305300"/>
                </a:lnTo>
                <a:lnTo>
                  <a:pt x="4519346" y="4292600"/>
                </a:lnTo>
                <a:lnTo>
                  <a:pt x="4523829" y="4292600"/>
                </a:lnTo>
                <a:lnTo>
                  <a:pt x="4528083" y="4279900"/>
                </a:lnTo>
                <a:lnTo>
                  <a:pt x="4532109" y="4267200"/>
                </a:lnTo>
                <a:lnTo>
                  <a:pt x="4535906" y="4267200"/>
                </a:lnTo>
                <a:lnTo>
                  <a:pt x="4539462" y="4254500"/>
                </a:lnTo>
                <a:lnTo>
                  <a:pt x="4542777" y="4241800"/>
                </a:lnTo>
                <a:lnTo>
                  <a:pt x="4545850" y="4241800"/>
                </a:lnTo>
                <a:lnTo>
                  <a:pt x="4548670" y="4229100"/>
                </a:lnTo>
                <a:lnTo>
                  <a:pt x="4551235" y="4216400"/>
                </a:lnTo>
                <a:lnTo>
                  <a:pt x="4553559" y="4203700"/>
                </a:lnTo>
                <a:lnTo>
                  <a:pt x="4555617" y="4203700"/>
                </a:lnTo>
                <a:lnTo>
                  <a:pt x="4557407" y="4191000"/>
                </a:lnTo>
                <a:lnTo>
                  <a:pt x="4558931" y="4178300"/>
                </a:lnTo>
                <a:lnTo>
                  <a:pt x="4560201" y="4165600"/>
                </a:lnTo>
                <a:lnTo>
                  <a:pt x="4561179" y="4165600"/>
                </a:lnTo>
                <a:lnTo>
                  <a:pt x="4561891" y="4152900"/>
                </a:lnTo>
                <a:lnTo>
                  <a:pt x="4562322" y="4140200"/>
                </a:lnTo>
                <a:lnTo>
                  <a:pt x="4562475" y="4127500"/>
                </a:lnTo>
                <a:lnTo>
                  <a:pt x="4562475" y="2628900"/>
                </a:lnTo>
                <a:lnTo>
                  <a:pt x="4562614" y="2616200"/>
                </a:lnTo>
                <a:lnTo>
                  <a:pt x="4562983" y="2616200"/>
                </a:lnTo>
                <a:lnTo>
                  <a:pt x="4563656" y="2603500"/>
                </a:lnTo>
                <a:lnTo>
                  <a:pt x="4564570" y="2590800"/>
                </a:lnTo>
                <a:lnTo>
                  <a:pt x="4565675" y="2590800"/>
                </a:lnTo>
                <a:lnTo>
                  <a:pt x="4567136" y="2578100"/>
                </a:lnTo>
                <a:lnTo>
                  <a:pt x="4568787" y="2565400"/>
                </a:lnTo>
                <a:lnTo>
                  <a:pt x="4570666" y="2552700"/>
                </a:lnTo>
                <a:lnTo>
                  <a:pt x="4572698" y="2552700"/>
                </a:lnTo>
                <a:lnTo>
                  <a:pt x="4575162" y="2540000"/>
                </a:lnTo>
                <a:lnTo>
                  <a:pt x="4577766" y="2527300"/>
                </a:lnTo>
                <a:lnTo>
                  <a:pt x="4580458" y="2527300"/>
                </a:lnTo>
                <a:lnTo>
                  <a:pt x="4583633" y="2514600"/>
                </a:lnTo>
                <a:lnTo>
                  <a:pt x="4583506" y="2514600"/>
                </a:lnTo>
                <a:lnTo>
                  <a:pt x="4586910" y="2501900"/>
                </a:lnTo>
                <a:lnTo>
                  <a:pt x="4590250" y="2501900"/>
                </a:lnTo>
                <a:lnTo>
                  <a:pt x="4594110" y="2489200"/>
                </a:lnTo>
                <a:lnTo>
                  <a:pt x="4593958" y="2489200"/>
                </a:lnTo>
                <a:lnTo>
                  <a:pt x="4598047" y="2476500"/>
                </a:lnTo>
                <a:lnTo>
                  <a:pt x="4597870" y="2489200"/>
                </a:lnTo>
                <a:lnTo>
                  <a:pt x="4602175" y="2476500"/>
                </a:lnTo>
                <a:lnTo>
                  <a:pt x="4601997" y="2476500"/>
                </a:lnTo>
                <a:lnTo>
                  <a:pt x="4606518" y="2463800"/>
                </a:lnTo>
                <a:lnTo>
                  <a:pt x="4610887" y="2463800"/>
                </a:lnTo>
                <a:lnTo>
                  <a:pt x="4615827" y="2451100"/>
                </a:lnTo>
                <a:lnTo>
                  <a:pt x="4615624" y="2451100"/>
                </a:lnTo>
                <a:lnTo>
                  <a:pt x="4620780" y="2438400"/>
                </a:lnTo>
                <a:lnTo>
                  <a:pt x="4625721" y="2438400"/>
                </a:lnTo>
                <a:lnTo>
                  <a:pt x="4631271" y="2425700"/>
                </a:lnTo>
                <a:lnTo>
                  <a:pt x="4636579" y="2425700"/>
                </a:lnTo>
                <a:lnTo>
                  <a:pt x="4642523" y="2413000"/>
                </a:lnTo>
                <a:lnTo>
                  <a:pt x="4648187" y="2413000"/>
                </a:lnTo>
                <a:lnTo>
                  <a:pt x="4654499" y="2400300"/>
                </a:lnTo>
                <a:lnTo>
                  <a:pt x="4660531" y="2400300"/>
                </a:lnTo>
                <a:lnTo>
                  <a:pt x="4667199" y="2387600"/>
                </a:lnTo>
                <a:lnTo>
                  <a:pt x="4673562" y="2387600"/>
                </a:lnTo>
                <a:lnTo>
                  <a:pt x="4680585" y="2374900"/>
                </a:lnTo>
                <a:lnTo>
                  <a:pt x="4687278" y="2374900"/>
                </a:lnTo>
                <a:lnTo>
                  <a:pt x="4694618" y="2362200"/>
                </a:lnTo>
                <a:lnTo>
                  <a:pt x="4701629" y="2362200"/>
                </a:lnTo>
                <a:lnTo>
                  <a:pt x="4709312" y="2349500"/>
                </a:lnTo>
                <a:lnTo>
                  <a:pt x="4716602" y="2349500"/>
                </a:lnTo>
                <a:lnTo>
                  <a:pt x="4724616" y="2336800"/>
                </a:lnTo>
                <a:lnTo>
                  <a:pt x="4740211" y="2336800"/>
                </a:lnTo>
                <a:lnTo>
                  <a:pt x="4748644" y="2324100"/>
                </a:lnTo>
                <a:lnTo>
                  <a:pt x="4765065" y="2324100"/>
                </a:lnTo>
                <a:lnTo>
                  <a:pt x="4773904" y="2311400"/>
                </a:lnTo>
                <a:lnTo>
                  <a:pt x="4791087" y="2311400"/>
                </a:lnTo>
                <a:lnTo>
                  <a:pt x="4800308" y="2298700"/>
                </a:lnTo>
                <a:lnTo>
                  <a:pt x="4818202" y="2298700"/>
                </a:lnTo>
                <a:lnTo>
                  <a:pt x="4827778" y="2286000"/>
                </a:lnTo>
                <a:lnTo>
                  <a:pt x="4865598" y="2286000"/>
                </a:lnTo>
                <a:lnTo>
                  <a:pt x="4875682" y="2273300"/>
                </a:lnTo>
                <a:lnTo>
                  <a:pt x="4912131" y="2273300"/>
                </a:lnTo>
                <a:lnTo>
                  <a:pt x="4967122" y="2273300"/>
                </a:lnTo>
                <a:lnTo>
                  <a:pt x="4975758" y="2273300"/>
                </a:lnTo>
                <a:lnTo>
                  <a:pt x="4977955" y="2260600"/>
                </a:lnTo>
                <a:lnTo>
                  <a:pt x="4981499" y="22606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903084" y="3336607"/>
            <a:ext cx="1931670" cy="130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按顺序对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A0=1</a:t>
            </a:r>
            <a:r>
              <a:rPr sz="2800" spc="-40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端口写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入命令字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76847"/>
            <a:ext cx="64655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4</a:t>
            </a:r>
            <a:r>
              <a:rPr spc="50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接口电路中多个端口寄存器的区分方法</a:t>
            </a:r>
            <a:endParaRPr spc="-35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55917" y="900392"/>
            <a:ext cx="7950200" cy="221551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⑴利用地址信号区别不同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I/O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地址的寄存器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⑵利用读写信号区别写入的控制寄存器和读出的状态寄存器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⑶由控制字中的标志位说明是哪个寄存器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⑷由芯片内顺序控制逻辑按一定顺序识别不同的寄存器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⑸由前面的控制字决定后续操作的寄存器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4990" y="1016508"/>
            <a:ext cx="8024495" cy="7550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860"/>
              </a:lnSpc>
              <a:spcBef>
                <a:spcPts val="210"/>
              </a:spcBef>
            </a:pPr>
            <a:r>
              <a:rPr sz="2400" spc="65" dirty="0">
                <a:solidFill>
                  <a:srgbClr val="0000CC"/>
                </a:solidFill>
                <a:latin typeface="Noto Sans Mono CJK HK"/>
                <a:cs typeface="Noto Sans Mono CJK HK"/>
              </a:rPr>
              <a:t>例</a:t>
            </a:r>
            <a:r>
              <a:rPr sz="240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1 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PC/XT</a:t>
            </a:r>
            <a:r>
              <a:rPr sz="2400" spc="65" dirty="0">
                <a:solidFill>
                  <a:srgbClr val="0000CC"/>
                </a:solidFill>
                <a:latin typeface="Noto Sans Mono CJK HK"/>
                <a:cs typeface="Noto Sans Mono CJK HK"/>
              </a:rPr>
              <a:t>机中</a:t>
            </a:r>
            <a:r>
              <a:rPr sz="2400" spc="50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70" dirty="0">
                <a:solidFill>
                  <a:srgbClr val="0000CC"/>
                </a:solidFill>
                <a:latin typeface="Noto Sans Mono CJK HK"/>
                <a:cs typeface="Noto Sans Mono CJK HK"/>
              </a:rPr>
              <a:t>的端口地址是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20H</a:t>
            </a:r>
            <a:r>
              <a:rPr sz="2400" spc="70" dirty="0">
                <a:solidFill>
                  <a:srgbClr val="0000CC"/>
                </a:solidFill>
                <a:latin typeface="Noto Sans Mono CJK HK"/>
                <a:cs typeface="Noto Sans Mono CJK HK"/>
              </a:rPr>
              <a:t>、</a:t>
            </a:r>
            <a:r>
              <a:rPr sz="2400" spc="55" dirty="0">
                <a:solidFill>
                  <a:srgbClr val="0000CC"/>
                </a:solidFill>
                <a:latin typeface="Arial" panose="020B0604020202020204"/>
                <a:cs typeface="Arial" panose="020B0604020202020204"/>
              </a:rPr>
              <a:t>21H</a:t>
            </a:r>
            <a:r>
              <a:rPr sz="2400" spc="35" dirty="0">
                <a:solidFill>
                  <a:srgbClr val="0000CC"/>
                </a:solidFill>
                <a:latin typeface="Noto Sans Mono CJK HK"/>
                <a:cs typeface="Noto Sans Mono CJK HK"/>
              </a:rPr>
              <a:t>，请分析如</a:t>
            </a:r>
            <a:r>
              <a:rPr sz="2400" spc="-5" dirty="0">
                <a:solidFill>
                  <a:srgbClr val="0000CC"/>
                </a:solidFill>
                <a:latin typeface="Noto Sans Mono CJK HK"/>
                <a:cs typeface="Noto Sans Mono CJK HK"/>
              </a:rPr>
              <a:t>下初始化代码序列的功能。</a:t>
            </a:r>
            <a:endParaRPr sz="2400">
              <a:latin typeface="Noto Sans Mono CJK HK"/>
              <a:cs typeface="Noto Sans Mono CJK HK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8308847" y="5634228"/>
            <a:ext cx="409955" cy="40995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5277" y="140538"/>
            <a:ext cx="28301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初始化实例</a:t>
            </a:r>
            <a:endParaRPr spc="-35" dirty="0"/>
          </a:p>
        </p:txBody>
      </p:sp>
      <p:sp>
        <p:nvSpPr>
          <p:cNvPr id="5" name="object 5"/>
          <p:cNvSpPr/>
          <p:nvPr/>
        </p:nvSpPr>
        <p:spPr>
          <a:xfrm>
            <a:off x="4649304" y="1976145"/>
            <a:ext cx="4022090" cy="970280"/>
          </a:xfrm>
          <a:custGeom>
            <a:avLst/>
            <a:gdLst/>
            <a:ahLst/>
            <a:cxnLst/>
            <a:rect l="l" t="t" r="r" b="b"/>
            <a:pathLst>
              <a:path w="4022090" h="970280">
                <a:moveTo>
                  <a:pt x="3885730" y="2540"/>
                </a:moveTo>
                <a:lnTo>
                  <a:pt x="136245" y="2540"/>
                </a:lnTo>
                <a:lnTo>
                  <a:pt x="153162" y="0"/>
                </a:lnTo>
                <a:lnTo>
                  <a:pt x="3868813" y="0"/>
                </a:lnTo>
                <a:lnTo>
                  <a:pt x="3885730" y="2540"/>
                </a:lnTo>
                <a:close/>
              </a:path>
              <a:path w="4022090" h="970280">
                <a:moveTo>
                  <a:pt x="3917721" y="12700"/>
                </a:moveTo>
                <a:lnTo>
                  <a:pt x="104254" y="12700"/>
                </a:lnTo>
                <a:lnTo>
                  <a:pt x="111988" y="10160"/>
                </a:lnTo>
                <a:lnTo>
                  <a:pt x="119913" y="6350"/>
                </a:lnTo>
                <a:lnTo>
                  <a:pt x="127393" y="5080"/>
                </a:lnTo>
                <a:lnTo>
                  <a:pt x="135623" y="2540"/>
                </a:lnTo>
                <a:lnTo>
                  <a:pt x="3886352" y="2540"/>
                </a:lnTo>
                <a:lnTo>
                  <a:pt x="3894581" y="5080"/>
                </a:lnTo>
                <a:lnTo>
                  <a:pt x="3902062" y="6350"/>
                </a:lnTo>
                <a:lnTo>
                  <a:pt x="3909974" y="10160"/>
                </a:lnTo>
                <a:lnTo>
                  <a:pt x="3910571" y="10160"/>
                </a:lnTo>
                <a:lnTo>
                  <a:pt x="3917721" y="12700"/>
                </a:lnTo>
                <a:close/>
              </a:path>
              <a:path w="4022090" h="970280">
                <a:moveTo>
                  <a:pt x="141338" y="941070"/>
                </a:moveTo>
                <a:lnTo>
                  <a:pt x="74790" y="941070"/>
                </a:lnTo>
                <a:lnTo>
                  <a:pt x="68618" y="935990"/>
                </a:lnTo>
                <a:lnTo>
                  <a:pt x="61709" y="930910"/>
                </a:lnTo>
                <a:lnTo>
                  <a:pt x="55994" y="925830"/>
                </a:lnTo>
                <a:lnTo>
                  <a:pt x="49644" y="919480"/>
                </a:lnTo>
                <a:lnTo>
                  <a:pt x="44437" y="914400"/>
                </a:lnTo>
                <a:lnTo>
                  <a:pt x="38684" y="908050"/>
                </a:lnTo>
                <a:lnTo>
                  <a:pt x="33642" y="901700"/>
                </a:lnTo>
                <a:lnTo>
                  <a:pt x="28917" y="894080"/>
                </a:lnTo>
                <a:lnTo>
                  <a:pt x="24498" y="887730"/>
                </a:lnTo>
                <a:lnTo>
                  <a:pt x="20700" y="881380"/>
                </a:lnTo>
                <a:lnTo>
                  <a:pt x="16929" y="873760"/>
                </a:lnTo>
                <a:lnTo>
                  <a:pt x="13512" y="866140"/>
                </a:lnTo>
                <a:lnTo>
                  <a:pt x="13271" y="866140"/>
                </a:lnTo>
                <a:lnTo>
                  <a:pt x="3403" y="833120"/>
                </a:lnTo>
                <a:lnTo>
                  <a:pt x="1917" y="825500"/>
                </a:lnTo>
                <a:lnTo>
                  <a:pt x="914" y="817880"/>
                </a:lnTo>
                <a:lnTo>
                  <a:pt x="850" y="816610"/>
                </a:lnTo>
                <a:lnTo>
                  <a:pt x="241" y="808990"/>
                </a:lnTo>
                <a:lnTo>
                  <a:pt x="0" y="800100"/>
                </a:lnTo>
                <a:lnTo>
                  <a:pt x="12" y="168910"/>
                </a:lnTo>
                <a:lnTo>
                  <a:pt x="241" y="160020"/>
                </a:lnTo>
                <a:lnTo>
                  <a:pt x="850" y="152400"/>
                </a:lnTo>
                <a:lnTo>
                  <a:pt x="1917" y="143510"/>
                </a:lnTo>
                <a:lnTo>
                  <a:pt x="3403" y="135890"/>
                </a:lnTo>
                <a:lnTo>
                  <a:pt x="3530" y="134620"/>
                </a:lnTo>
                <a:lnTo>
                  <a:pt x="5283" y="127000"/>
                </a:lnTo>
                <a:lnTo>
                  <a:pt x="7569" y="119380"/>
                </a:lnTo>
                <a:lnTo>
                  <a:pt x="10236" y="111760"/>
                </a:lnTo>
                <a:lnTo>
                  <a:pt x="10452" y="110490"/>
                </a:lnTo>
                <a:lnTo>
                  <a:pt x="13271" y="104140"/>
                </a:lnTo>
                <a:lnTo>
                  <a:pt x="13512" y="102870"/>
                </a:lnTo>
                <a:lnTo>
                  <a:pt x="16929" y="95250"/>
                </a:lnTo>
                <a:lnTo>
                  <a:pt x="20700" y="87630"/>
                </a:lnTo>
                <a:lnTo>
                  <a:pt x="24498" y="81280"/>
                </a:lnTo>
                <a:lnTo>
                  <a:pt x="28917" y="74930"/>
                </a:lnTo>
                <a:lnTo>
                  <a:pt x="33642" y="68580"/>
                </a:lnTo>
                <a:lnTo>
                  <a:pt x="38684" y="60960"/>
                </a:lnTo>
                <a:lnTo>
                  <a:pt x="44030" y="55880"/>
                </a:lnTo>
                <a:lnTo>
                  <a:pt x="49644" y="49530"/>
                </a:lnTo>
                <a:lnTo>
                  <a:pt x="55994" y="43180"/>
                </a:lnTo>
                <a:lnTo>
                  <a:pt x="61709" y="38100"/>
                </a:lnTo>
                <a:lnTo>
                  <a:pt x="68135" y="33020"/>
                </a:lnTo>
                <a:lnTo>
                  <a:pt x="74790" y="29210"/>
                </a:lnTo>
                <a:lnTo>
                  <a:pt x="75298" y="27940"/>
                </a:lnTo>
                <a:lnTo>
                  <a:pt x="81686" y="24130"/>
                </a:lnTo>
                <a:lnTo>
                  <a:pt x="88811" y="20320"/>
                </a:lnTo>
                <a:lnTo>
                  <a:pt x="96697" y="16510"/>
                </a:lnTo>
                <a:lnTo>
                  <a:pt x="103682" y="12700"/>
                </a:lnTo>
                <a:lnTo>
                  <a:pt x="3918292" y="12700"/>
                </a:lnTo>
                <a:lnTo>
                  <a:pt x="3925277" y="16510"/>
                </a:lnTo>
                <a:lnTo>
                  <a:pt x="3933164" y="20320"/>
                </a:lnTo>
                <a:lnTo>
                  <a:pt x="3939755" y="24130"/>
                </a:lnTo>
                <a:lnTo>
                  <a:pt x="170548" y="24130"/>
                </a:lnTo>
                <a:lnTo>
                  <a:pt x="162445" y="25400"/>
                </a:lnTo>
                <a:lnTo>
                  <a:pt x="155714" y="25400"/>
                </a:lnTo>
                <a:lnTo>
                  <a:pt x="147840" y="26670"/>
                </a:lnTo>
                <a:lnTo>
                  <a:pt x="148462" y="26670"/>
                </a:lnTo>
                <a:lnTo>
                  <a:pt x="140715" y="27940"/>
                </a:lnTo>
                <a:lnTo>
                  <a:pt x="141338" y="27940"/>
                </a:lnTo>
                <a:lnTo>
                  <a:pt x="133718" y="29210"/>
                </a:lnTo>
                <a:lnTo>
                  <a:pt x="134327" y="29210"/>
                </a:lnTo>
                <a:lnTo>
                  <a:pt x="126847" y="31750"/>
                </a:lnTo>
                <a:lnTo>
                  <a:pt x="127457" y="31750"/>
                </a:lnTo>
                <a:lnTo>
                  <a:pt x="120129" y="33020"/>
                </a:lnTo>
                <a:lnTo>
                  <a:pt x="120726" y="33020"/>
                </a:lnTo>
                <a:lnTo>
                  <a:pt x="115950" y="35560"/>
                </a:lnTo>
                <a:lnTo>
                  <a:pt x="114147" y="35560"/>
                </a:lnTo>
                <a:lnTo>
                  <a:pt x="107162" y="39370"/>
                </a:lnTo>
                <a:lnTo>
                  <a:pt x="107721" y="39370"/>
                </a:lnTo>
                <a:lnTo>
                  <a:pt x="100926" y="41910"/>
                </a:lnTo>
                <a:lnTo>
                  <a:pt x="101473" y="41910"/>
                </a:lnTo>
                <a:lnTo>
                  <a:pt x="94869" y="45720"/>
                </a:lnTo>
                <a:lnTo>
                  <a:pt x="95402" y="45720"/>
                </a:lnTo>
                <a:lnTo>
                  <a:pt x="89001" y="49530"/>
                </a:lnTo>
                <a:lnTo>
                  <a:pt x="89509" y="49530"/>
                </a:lnTo>
                <a:lnTo>
                  <a:pt x="83337" y="53340"/>
                </a:lnTo>
                <a:lnTo>
                  <a:pt x="83820" y="53340"/>
                </a:lnTo>
                <a:lnTo>
                  <a:pt x="79362" y="57150"/>
                </a:lnTo>
                <a:lnTo>
                  <a:pt x="78346" y="57150"/>
                </a:lnTo>
                <a:lnTo>
                  <a:pt x="72631" y="62230"/>
                </a:lnTo>
                <a:lnTo>
                  <a:pt x="73075" y="62230"/>
                </a:lnTo>
                <a:lnTo>
                  <a:pt x="67602" y="67310"/>
                </a:lnTo>
                <a:lnTo>
                  <a:pt x="68033" y="67310"/>
                </a:lnTo>
                <a:lnTo>
                  <a:pt x="62814" y="72390"/>
                </a:lnTo>
                <a:lnTo>
                  <a:pt x="63220" y="72390"/>
                </a:lnTo>
                <a:lnTo>
                  <a:pt x="58267" y="77470"/>
                </a:lnTo>
                <a:lnTo>
                  <a:pt x="58661" y="77470"/>
                </a:lnTo>
                <a:lnTo>
                  <a:pt x="53987" y="82550"/>
                </a:lnTo>
                <a:lnTo>
                  <a:pt x="54343" y="82550"/>
                </a:lnTo>
                <a:lnTo>
                  <a:pt x="49961" y="88900"/>
                </a:lnTo>
                <a:lnTo>
                  <a:pt x="50292" y="88900"/>
                </a:lnTo>
                <a:lnTo>
                  <a:pt x="47020" y="93980"/>
                </a:lnTo>
                <a:lnTo>
                  <a:pt x="46520" y="93980"/>
                </a:lnTo>
                <a:lnTo>
                  <a:pt x="42722" y="100330"/>
                </a:lnTo>
                <a:lnTo>
                  <a:pt x="43014" y="100330"/>
                </a:lnTo>
                <a:lnTo>
                  <a:pt x="39535" y="106680"/>
                </a:lnTo>
                <a:lnTo>
                  <a:pt x="39814" y="106680"/>
                </a:lnTo>
                <a:lnTo>
                  <a:pt x="36652" y="113030"/>
                </a:lnTo>
                <a:lnTo>
                  <a:pt x="36893" y="113030"/>
                </a:lnTo>
                <a:lnTo>
                  <a:pt x="34543" y="119380"/>
                </a:lnTo>
                <a:lnTo>
                  <a:pt x="34289" y="119380"/>
                </a:lnTo>
                <a:lnTo>
                  <a:pt x="32226" y="125730"/>
                </a:lnTo>
                <a:lnTo>
                  <a:pt x="32004" y="125730"/>
                </a:lnTo>
                <a:lnTo>
                  <a:pt x="29883" y="133350"/>
                </a:lnTo>
                <a:lnTo>
                  <a:pt x="30035" y="133350"/>
                </a:lnTo>
                <a:lnTo>
                  <a:pt x="28575" y="139700"/>
                </a:lnTo>
                <a:lnTo>
                  <a:pt x="28409" y="139700"/>
                </a:lnTo>
                <a:lnTo>
                  <a:pt x="27025" y="147320"/>
                </a:lnTo>
                <a:lnTo>
                  <a:pt x="26111" y="154940"/>
                </a:lnTo>
                <a:lnTo>
                  <a:pt x="25677" y="161290"/>
                </a:lnTo>
                <a:lnTo>
                  <a:pt x="25429" y="168910"/>
                </a:lnTo>
                <a:lnTo>
                  <a:pt x="25429" y="800100"/>
                </a:lnTo>
                <a:lnTo>
                  <a:pt x="25574" y="806450"/>
                </a:lnTo>
                <a:lnTo>
                  <a:pt x="26174" y="815340"/>
                </a:lnTo>
                <a:lnTo>
                  <a:pt x="27114" y="821690"/>
                </a:lnTo>
                <a:lnTo>
                  <a:pt x="28409" y="829310"/>
                </a:lnTo>
                <a:lnTo>
                  <a:pt x="28575" y="829310"/>
                </a:lnTo>
                <a:lnTo>
                  <a:pt x="30035" y="835660"/>
                </a:lnTo>
                <a:lnTo>
                  <a:pt x="29883" y="835660"/>
                </a:lnTo>
                <a:lnTo>
                  <a:pt x="32004" y="843280"/>
                </a:lnTo>
                <a:lnTo>
                  <a:pt x="32226" y="843280"/>
                </a:lnTo>
                <a:lnTo>
                  <a:pt x="34289" y="849630"/>
                </a:lnTo>
                <a:lnTo>
                  <a:pt x="34074" y="849630"/>
                </a:lnTo>
                <a:lnTo>
                  <a:pt x="36893" y="855980"/>
                </a:lnTo>
                <a:lnTo>
                  <a:pt x="36652" y="855980"/>
                </a:lnTo>
                <a:lnTo>
                  <a:pt x="39814" y="862330"/>
                </a:lnTo>
                <a:lnTo>
                  <a:pt x="39535" y="862330"/>
                </a:lnTo>
                <a:lnTo>
                  <a:pt x="43014" y="868680"/>
                </a:lnTo>
                <a:lnTo>
                  <a:pt x="42722" y="868680"/>
                </a:lnTo>
                <a:lnTo>
                  <a:pt x="46520" y="875030"/>
                </a:lnTo>
                <a:lnTo>
                  <a:pt x="46202" y="875030"/>
                </a:lnTo>
                <a:lnTo>
                  <a:pt x="50292" y="881380"/>
                </a:lnTo>
                <a:lnTo>
                  <a:pt x="50838" y="881380"/>
                </a:lnTo>
                <a:lnTo>
                  <a:pt x="54343" y="886460"/>
                </a:lnTo>
                <a:lnTo>
                  <a:pt x="53987" y="886460"/>
                </a:lnTo>
                <a:lnTo>
                  <a:pt x="58661" y="891540"/>
                </a:lnTo>
                <a:lnTo>
                  <a:pt x="58267" y="891540"/>
                </a:lnTo>
                <a:lnTo>
                  <a:pt x="63220" y="896620"/>
                </a:lnTo>
                <a:lnTo>
                  <a:pt x="62814" y="896620"/>
                </a:lnTo>
                <a:lnTo>
                  <a:pt x="68033" y="901700"/>
                </a:lnTo>
                <a:lnTo>
                  <a:pt x="67602" y="901700"/>
                </a:lnTo>
                <a:lnTo>
                  <a:pt x="73075" y="906780"/>
                </a:lnTo>
                <a:lnTo>
                  <a:pt x="72631" y="906780"/>
                </a:lnTo>
                <a:lnTo>
                  <a:pt x="78346" y="911860"/>
                </a:lnTo>
                <a:lnTo>
                  <a:pt x="79362" y="911860"/>
                </a:lnTo>
                <a:lnTo>
                  <a:pt x="83820" y="915670"/>
                </a:lnTo>
                <a:lnTo>
                  <a:pt x="83337" y="915670"/>
                </a:lnTo>
                <a:lnTo>
                  <a:pt x="89509" y="919480"/>
                </a:lnTo>
                <a:lnTo>
                  <a:pt x="89001" y="919480"/>
                </a:lnTo>
                <a:lnTo>
                  <a:pt x="95402" y="923290"/>
                </a:lnTo>
                <a:lnTo>
                  <a:pt x="94869" y="923290"/>
                </a:lnTo>
                <a:lnTo>
                  <a:pt x="101473" y="927100"/>
                </a:lnTo>
                <a:lnTo>
                  <a:pt x="100926" y="927100"/>
                </a:lnTo>
                <a:lnTo>
                  <a:pt x="107721" y="930910"/>
                </a:lnTo>
                <a:lnTo>
                  <a:pt x="109490" y="930910"/>
                </a:lnTo>
                <a:lnTo>
                  <a:pt x="114147" y="933450"/>
                </a:lnTo>
                <a:lnTo>
                  <a:pt x="113563" y="933450"/>
                </a:lnTo>
                <a:lnTo>
                  <a:pt x="120726" y="935990"/>
                </a:lnTo>
                <a:lnTo>
                  <a:pt x="120129" y="935990"/>
                </a:lnTo>
                <a:lnTo>
                  <a:pt x="127457" y="938530"/>
                </a:lnTo>
                <a:lnTo>
                  <a:pt x="130587" y="938530"/>
                </a:lnTo>
                <a:lnTo>
                  <a:pt x="134327" y="939800"/>
                </a:lnTo>
                <a:lnTo>
                  <a:pt x="133718" y="939800"/>
                </a:lnTo>
                <a:lnTo>
                  <a:pt x="141338" y="941070"/>
                </a:lnTo>
                <a:close/>
              </a:path>
              <a:path w="4022090" h="970280">
                <a:moveTo>
                  <a:pt x="3851744" y="25400"/>
                </a:moveTo>
                <a:lnTo>
                  <a:pt x="170230" y="25400"/>
                </a:lnTo>
                <a:lnTo>
                  <a:pt x="170548" y="24130"/>
                </a:lnTo>
                <a:lnTo>
                  <a:pt x="3851427" y="24130"/>
                </a:lnTo>
                <a:lnTo>
                  <a:pt x="3851744" y="25400"/>
                </a:lnTo>
                <a:close/>
              </a:path>
              <a:path w="4022090" h="970280">
                <a:moveTo>
                  <a:pt x="3908399" y="36830"/>
                </a:moveTo>
                <a:lnTo>
                  <a:pt x="3901249" y="33020"/>
                </a:lnTo>
                <a:lnTo>
                  <a:pt x="3901833" y="33020"/>
                </a:lnTo>
                <a:lnTo>
                  <a:pt x="3894518" y="31750"/>
                </a:lnTo>
                <a:lnTo>
                  <a:pt x="3895115" y="31750"/>
                </a:lnTo>
                <a:lnTo>
                  <a:pt x="3887647" y="29210"/>
                </a:lnTo>
                <a:lnTo>
                  <a:pt x="3888257" y="29210"/>
                </a:lnTo>
                <a:lnTo>
                  <a:pt x="3880637" y="27940"/>
                </a:lnTo>
                <a:lnTo>
                  <a:pt x="3881259" y="27940"/>
                </a:lnTo>
                <a:lnTo>
                  <a:pt x="3873500" y="26670"/>
                </a:lnTo>
                <a:lnTo>
                  <a:pt x="3874134" y="26670"/>
                </a:lnTo>
                <a:lnTo>
                  <a:pt x="3866248" y="25400"/>
                </a:lnTo>
                <a:lnTo>
                  <a:pt x="3859529" y="25400"/>
                </a:lnTo>
                <a:lnTo>
                  <a:pt x="3851427" y="24130"/>
                </a:lnTo>
                <a:lnTo>
                  <a:pt x="3939755" y="24130"/>
                </a:lnTo>
                <a:lnTo>
                  <a:pt x="3946677" y="27940"/>
                </a:lnTo>
                <a:lnTo>
                  <a:pt x="3953840" y="33020"/>
                </a:lnTo>
                <a:lnTo>
                  <a:pt x="3957053" y="35560"/>
                </a:lnTo>
                <a:lnTo>
                  <a:pt x="3907828" y="35560"/>
                </a:lnTo>
                <a:lnTo>
                  <a:pt x="3908399" y="36830"/>
                </a:lnTo>
                <a:close/>
              </a:path>
              <a:path w="4022090" h="970280">
                <a:moveTo>
                  <a:pt x="113563" y="36830"/>
                </a:moveTo>
                <a:lnTo>
                  <a:pt x="114147" y="35560"/>
                </a:lnTo>
                <a:lnTo>
                  <a:pt x="115950" y="35560"/>
                </a:lnTo>
                <a:lnTo>
                  <a:pt x="113563" y="36830"/>
                </a:lnTo>
                <a:close/>
              </a:path>
              <a:path w="4022090" h="970280">
                <a:moveTo>
                  <a:pt x="3971899" y="49530"/>
                </a:moveTo>
                <a:lnTo>
                  <a:pt x="3932961" y="49530"/>
                </a:lnTo>
                <a:lnTo>
                  <a:pt x="3926573" y="45720"/>
                </a:lnTo>
                <a:lnTo>
                  <a:pt x="3927094" y="45720"/>
                </a:lnTo>
                <a:lnTo>
                  <a:pt x="3920502" y="41910"/>
                </a:lnTo>
                <a:lnTo>
                  <a:pt x="3921048" y="41910"/>
                </a:lnTo>
                <a:lnTo>
                  <a:pt x="3914254" y="39370"/>
                </a:lnTo>
                <a:lnTo>
                  <a:pt x="3914813" y="39370"/>
                </a:lnTo>
                <a:lnTo>
                  <a:pt x="3907828" y="35560"/>
                </a:lnTo>
                <a:lnTo>
                  <a:pt x="3957053" y="35560"/>
                </a:lnTo>
                <a:lnTo>
                  <a:pt x="3960266" y="38100"/>
                </a:lnTo>
                <a:lnTo>
                  <a:pt x="3965981" y="43180"/>
                </a:lnTo>
                <a:lnTo>
                  <a:pt x="3971899" y="49530"/>
                </a:lnTo>
                <a:close/>
              </a:path>
              <a:path w="4022090" h="970280">
                <a:moveTo>
                  <a:pt x="3944099" y="58420"/>
                </a:moveTo>
                <a:lnTo>
                  <a:pt x="3938143" y="53340"/>
                </a:lnTo>
                <a:lnTo>
                  <a:pt x="3938638" y="53340"/>
                </a:lnTo>
                <a:lnTo>
                  <a:pt x="3932453" y="49530"/>
                </a:lnTo>
                <a:lnTo>
                  <a:pt x="3972318" y="49530"/>
                </a:lnTo>
                <a:lnTo>
                  <a:pt x="3977944" y="55880"/>
                </a:lnTo>
                <a:lnTo>
                  <a:pt x="3979183" y="57150"/>
                </a:lnTo>
                <a:lnTo>
                  <a:pt x="3943629" y="57150"/>
                </a:lnTo>
                <a:lnTo>
                  <a:pt x="3944099" y="58420"/>
                </a:lnTo>
                <a:close/>
              </a:path>
              <a:path w="4022090" h="970280">
                <a:moveTo>
                  <a:pt x="77876" y="58420"/>
                </a:moveTo>
                <a:lnTo>
                  <a:pt x="78346" y="57150"/>
                </a:lnTo>
                <a:lnTo>
                  <a:pt x="79362" y="57150"/>
                </a:lnTo>
                <a:lnTo>
                  <a:pt x="77876" y="58420"/>
                </a:lnTo>
                <a:close/>
              </a:path>
              <a:path w="4022090" h="970280">
                <a:moveTo>
                  <a:pt x="3975773" y="95250"/>
                </a:moveTo>
                <a:lnTo>
                  <a:pt x="3971671" y="88900"/>
                </a:lnTo>
                <a:lnTo>
                  <a:pt x="3972013" y="88900"/>
                </a:lnTo>
                <a:lnTo>
                  <a:pt x="3967619" y="82550"/>
                </a:lnTo>
                <a:lnTo>
                  <a:pt x="3967988" y="82550"/>
                </a:lnTo>
                <a:lnTo>
                  <a:pt x="3963314" y="77470"/>
                </a:lnTo>
                <a:lnTo>
                  <a:pt x="3963695" y="77470"/>
                </a:lnTo>
                <a:lnTo>
                  <a:pt x="3958742" y="72390"/>
                </a:lnTo>
                <a:lnTo>
                  <a:pt x="3959161" y="72390"/>
                </a:lnTo>
                <a:lnTo>
                  <a:pt x="3953941" y="67310"/>
                </a:lnTo>
                <a:lnTo>
                  <a:pt x="3954373" y="67310"/>
                </a:lnTo>
                <a:lnTo>
                  <a:pt x="3948899" y="62230"/>
                </a:lnTo>
                <a:lnTo>
                  <a:pt x="3949344" y="62230"/>
                </a:lnTo>
                <a:lnTo>
                  <a:pt x="3943629" y="57150"/>
                </a:lnTo>
                <a:lnTo>
                  <a:pt x="3979183" y="57150"/>
                </a:lnTo>
                <a:lnTo>
                  <a:pt x="3982897" y="60960"/>
                </a:lnTo>
                <a:lnTo>
                  <a:pt x="3987965" y="67310"/>
                </a:lnTo>
                <a:lnTo>
                  <a:pt x="3993057" y="74930"/>
                </a:lnTo>
                <a:lnTo>
                  <a:pt x="3997477" y="81280"/>
                </a:lnTo>
                <a:lnTo>
                  <a:pt x="4001262" y="87630"/>
                </a:lnTo>
                <a:lnTo>
                  <a:pt x="4004155" y="93980"/>
                </a:lnTo>
                <a:lnTo>
                  <a:pt x="3975455" y="93980"/>
                </a:lnTo>
                <a:lnTo>
                  <a:pt x="3975773" y="95250"/>
                </a:lnTo>
                <a:close/>
              </a:path>
              <a:path w="4022090" h="970280">
                <a:moveTo>
                  <a:pt x="46202" y="95250"/>
                </a:moveTo>
                <a:lnTo>
                  <a:pt x="46520" y="93980"/>
                </a:lnTo>
                <a:lnTo>
                  <a:pt x="47020" y="93980"/>
                </a:lnTo>
                <a:lnTo>
                  <a:pt x="46202" y="95250"/>
                </a:lnTo>
                <a:close/>
              </a:path>
              <a:path w="4022090" h="970280">
                <a:moveTo>
                  <a:pt x="3987901" y="120650"/>
                </a:moveTo>
                <a:lnTo>
                  <a:pt x="3985069" y="113030"/>
                </a:lnTo>
                <a:lnTo>
                  <a:pt x="3985323" y="113030"/>
                </a:lnTo>
                <a:lnTo>
                  <a:pt x="3982161" y="106680"/>
                </a:lnTo>
                <a:lnTo>
                  <a:pt x="3982427" y="106680"/>
                </a:lnTo>
                <a:lnTo>
                  <a:pt x="3978948" y="100330"/>
                </a:lnTo>
                <a:lnTo>
                  <a:pt x="3979252" y="100330"/>
                </a:lnTo>
                <a:lnTo>
                  <a:pt x="3975455" y="93980"/>
                </a:lnTo>
                <a:lnTo>
                  <a:pt x="4004155" y="93980"/>
                </a:lnTo>
                <a:lnTo>
                  <a:pt x="4005313" y="96520"/>
                </a:lnTo>
                <a:lnTo>
                  <a:pt x="4008462" y="102870"/>
                </a:lnTo>
                <a:lnTo>
                  <a:pt x="4008704" y="104140"/>
                </a:lnTo>
                <a:lnTo>
                  <a:pt x="4011523" y="110490"/>
                </a:lnTo>
                <a:lnTo>
                  <a:pt x="4014406" y="119380"/>
                </a:lnTo>
                <a:lnTo>
                  <a:pt x="3987685" y="119380"/>
                </a:lnTo>
                <a:lnTo>
                  <a:pt x="3987901" y="120650"/>
                </a:lnTo>
                <a:close/>
              </a:path>
              <a:path w="4022090" h="970280">
                <a:moveTo>
                  <a:pt x="34074" y="120650"/>
                </a:moveTo>
                <a:lnTo>
                  <a:pt x="34289" y="119380"/>
                </a:lnTo>
                <a:lnTo>
                  <a:pt x="34543" y="119380"/>
                </a:lnTo>
                <a:lnTo>
                  <a:pt x="34074" y="120650"/>
                </a:lnTo>
                <a:close/>
              </a:path>
              <a:path w="4022090" h="970280">
                <a:moveTo>
                  <a:pt x="3990162" y="127000"/>
                </a:moveTo>
                <a:lnTo>
                  <a:pt x="3987685" y="119380"/>
                </a:lnTo>
                <a:lnTo>
                  <a:pt x="4014406" y="119380"/>
                </a:lnTo>
                <a:lnTo>
                  <a:pt x="4016173" y="125730"/>
                </a:lnTo>
                <a:lnTo>
                  <a:pt x="3989971" y="125730"/>
                </a:lnTo>
                <a:lnTo>
                  <a:pt x="3990162" y="127000"/>
                </a:lnTo>
                <a:close/>
              </a:path>
              <a:path w="4022090" h="970280">
                <a:moveTo>
                  <a:pt x="31813" y="127000"/>
                </a:moveTo>
                <a:lnTo>
                  <a:pt x="32004" y="125730"/>
                </a:lnTo>
                <a:lnTo>
                  <a:pt x="32226" y="125730"/>
                </a:lnTo>
                <a:lnTo>
                  <a:pt x="31813" y="127000"/>
                </a:lnTo>
                <a:close/>
              </a:path>
              <a:path w="4022090" h="970280">
                <a:moveTo>
                  <a:pt x="3993692" y="140970"/>
                </a:moveTo>
                <a:lnTo>
                  <a:pt x="3991940" y="133350"/>
                </a:lnTo>
                <a:lnTo>
                  <a:pt x="3992092" y="133350"/>
                </a:lnTo>
                <a:lnTo>
                  <a:pt x="3989971" y="125730"/>
                </a:lnTo>
                <a:lnTo>
                  <a:pt x="4016173" y="125730"/>
                </a:lnTo>
                <a:lnTo>
                  <a:pt x="4016527" y="127000"/>
                </a:lnTo>
                <a:lnTo>
                  <a:pt x="4018445" y="134620"/>
                </a:lnTo>
                <a:lnTo>
                  <a:pt x="4018572" y="135890"/>
                </a:lnTo>
                <a:lnTo>
                  <a:pt x="4019315" y="139700"/>
                </a:lnTo>
                <a:lnTo>
                  <a:pt x="3993565" y="139700"/>
                </a:lnTo>
                <a:lnTo>
                  <a:pt x="3993692" y="140970"/>
                </a:lnTo>
                <a:close/>
              </a:path>
              <a:path w="4022090" h="970280">
                <a:moveTo>
                  <a:pt x="28282" y="140970"/>
                </a:moveTo>
                <a:lnTo>
                  <a:pt x="28409" y="139700"/>
                </a:lnTo>
                <a:lnTo>
                  <a:pt x="28575" y="139700"/>
                </a:lnTo>
                <a:lnTo>
                  <a:pt x="28282" y="140970"/>
                </a:lnTo>
                <a:close/>
              </a:path>
              <a:path w="4022090" h="970280">
                <a:moveTo>
                  <a:pt x="4021963" y="800100"/>
                </a:moveTo>
                <a:lnTo>
                  <a:pt x="3996563" y="800100"/>
                </a:lnTo>
                <a:lnTo>
                  <a:pt x="3996563" y="170180"/>
                </a:lnTo>
                <a:lnTo>
                  <a:pt x="3996372" y="161290"/>
                </a:lnTo>
                <a:lnTo>
                  <a:pt x="3995788" y="154940"/>
                </a:lnTo>
                <a:lnTo>
                  <a:pt x="3994861" y="147320"/>
                </a:lnTo>
                <a:lnTo>
                  <a:pt x="3993565" y="139700"/>
                </a:lnTo>
                <a:lnTo>
                  <a:pt x="4019315" y="139700"/>
                </a:lnTo>
                <a:lnTo>
                  <a:pt x="4021963" y="168910"/>
                </a:lnTo>
                <a:lnTo>
                  <a:pt x="4021963" y="800100"/>
                </a:lnTo>
                <a:close/>
              </a:path>
              <a:path w="4022090" h="970280">
                <a:moveTo>
                  <a:pt x="25577" y="162560"/>
                </a:moveTo>
                <a:lnTo>
                  <a:pt x="25603" y="161290"/>
                </a:lnTo>
                <a:lnTo>
                  <a:pt x="25577" y="162560"/>
                </a:lnTo>
                <a:close/>
              </a:path>
              <a:path w="4022090" h="970280">
                <a:moveTo>
                  <a:pt x="3996397" y="162560"/>
                </a:moveTo>
                <a:lnTo>
                  <a:pt x="3996296" y="161290"/>
                </a:lnTo>
                <a:lnTo>
                  <a:pt x="3996397" y="162560"/>
                </a:lnTo>
                <a:close/>
              </a:path>
              <a:path w="4022090" h="970280">
                <a:moveTo>
                  <a:pt x="25429" y="800100"/>
                </a:moveTo>
                <a:lnTo>
                  <a:pt x="25400" y="798830"/>
                </a:lnTo>
                <a:lnTo>
                  <a:pt x="25429" y="800100"/>
                </a:lnTo>
                <a:close/>
              </a:path>
              <a:path w="4022090" h="970280">
                <a:moveTo>
                  <a:pt x="4021759" y="807720"/>
                </a:moveTo>
                <a:lnTo>
                  <a:pt x="3996372" y="807720"/>
                </a:lnTo>
                <a:lnTo>
                  <a:pt x="3996563" y="799385"/>
                </a:lnTo>
                <a:lnTo>
                  <a:pt x="3996563" y="800100"/>
                </a:lnTo>
                <a:lnTo>
                  <a:pt x="4021963" y="800100"/>
                </a:lnTo>
                <a:lnTo>
                  <a:pt x="4021759" y="807720"/>
                </a:lnTo>
                <a:close/>
              </a:path>
              <a:path w="4022090" h="970280">
                <a:moveTo>
                  <a:pt x="25663" y="807720"/>
                </a:moveTo>
                <a:lnTo>
                  <a:pt x="25577" y="806450"/>
                </a:lnTo>
                <a:lnTo>
                  <a:pt x="25663" y="807720"/>
                </a:lnTo>
                <a:close/>
              </a:path>
              <a:path w="4022090" h="970280">
                <a:moveTo>
                  <a:pt x="4021215" y="815340"/>
                </a:moveTo>
                <a:lnTo>
                  <a:pt x="3995788" y="815340"/>
                </a:lnTo>
                <a:lnTo>
                  <a:pt x="3996397" y="806450"/>
                </a:lnTo>
                <a:lnTo>
                  <a:pt x="3996372" y="807720"/>
                </a:lnTo>
                <a:lnTo>
                  <a:pt x="4021759" y="807720"/>
                </a:lnTo>
                <a:lnTo>
                  <a:pt x="4021215" y="815340"/>
                </a:lnTo>
                <a:close/>
              </a:path>
              <a:path w="4022090" h="970280">
                <a:moveTo>
                  <a:pt x="26278" y="815340"/>
                </a:moveTo>
                <a:lnTo>
                  <a:pt x="26111" y="814070"/>
                </a:lnTo>
                <a:lnTo>
                  <a:pt x="26278" y="815340"/>
                </a:lnTo>
                <a:close/>
              </a:path>
              <a:path w="4022090" h="970280">
                <a:moveTo>
                  <a:pt x="4019315" y="829310"/>
                </a:moveTo>
                <a:lnTo>
                  <a:pt x="3993565" y="829310"/>
                </a:lnTo>
                <a:lnTo>
                  <a:pt x="3994950" y="821690"/>
                </a:lnTo>
                <a:lnTo>
                  <a:pt x="3995851" y="814070"/>
                </a:lnTo>
                <a:lnTo>
                  <a:pt x="3995788" y="815340"/>
                </a:lnTo>
                <a:lnTo>
                  <a:pt x="4021215" y="815340"/>
                </a:lnTo>
                <a:lnTo>
                  <a:pt x="4021124" y="816610"/>
                </a:lnTo>
                <a:lnTo>
                  <a:pt x="4020057" y="825500"/>
                </a:lnTo>
                <a:lnTo>
                  <a:pt x="4019315" y="829310"/>
                </a:lnTo>
                <a:close/>
              </a:path>
              <a:path w="4022090" h="970280">
                <a:moveTo>
                  <a:pt x="28575" y="829310"/>
                </a:moveTo>
                <a:lnTo>
                  <a:pt x="28409" y="829310"/>
                </a:lnTo>
                <a:lnTo>
                  <a:pt x="28282" y="828040"/>
                </a:lnTo>
                <a:lnTo>
                  <a:pt x="28575" y="829310"/>
                </a:lnTo>
                <a:close/>
              </a:path>
              <a:path w="4022090" h="970280">
                <a:moveTo>
                  <a:pt x="4016173" y="843280"/>
                </a:moveTo>
                <a:lnTo>
                  <a:pt x="3989971" y="843280"/>
                </a:lnTo>
                <a:lnTo>
                  <a:pt x="3992092" y="835660"/>
                </a:lnTo>
                <a:lnTo>
                  <a:pt x="3991940" y="835660"/>
                </a:lnTo>
                <a:lnTo>
                  <a:pt x="3993692" y="828040"/>
                </a:lnTo>
                <a:lnTo>
                  <a:pt x="3993565" y="829310"/>
                </a:lnTo>
                <a:lnTo>
                  <a:pt x="4019315" y="829310"/>
                </a:lnTo>
                <a:lnTo>
                  <a:pt x="4018572" y="833120"/>
                </a:lnTo>
                <a:lnTo>
                  <a:pt x="4018445" y="834390"/>
                </a:lnTo>
                <a:lnTo>
                  <a:pt x="4016527" y="842010"/>
                </a:lnTo>
                <a:lnTo>
                  <a:pt x="4016173" y="843280"/>
                </a:lnTo>
                <a:close/>
              </a:path>
              <a:path w="4022090" h="970280">
                <a:moveTo>
                  <a:pt x="32226" y="843280"/>
                </a:moveTo>
                <a:lnTo>
                  <a:pt x="32004" y="843280"/>
                </a:lnTo>
                <a:lnTo>
                  <a:pt x="31813" y="842010"/>
                </a:lnTo>
                <a:lnTo>
                  <a:pt x="32226" y="843280"/>
                </a:lnTo>
                <a:close/>
              </a:path>
              <a:path w="4022090" h="970280">
                <a:moveTo>
                  <a:pt x="4001262" y="881380"/>
                </a:moveTo>
                <a:lnTo>
                  <a:pt x="3971671" y="881380"/>
                </a:lnTo>
                <a:lnTo>
                  <a:pt x="3975773" y="875030"/>
                </a:lnTo>
                <a:lnTo>
                  <a:pt x="3975455" y="875030"/>
                </a:lnTo>
                <a:lnTo>
                  <a:pt x="3979252" y="868680"/>
                </a:lnTo>
                <a:lnTo>
                  <a:pt x="3978948" y="868680"/>
                </a:lnTo>
                <a:lnTo>
                  <a:pt x="3982427" y="862330"/>
                </a:lnTo>
                <a:lnTo>
                  <a:pt x="3982161" y="862330"/>
                </a:lnTo>
                <a:lnTo>
                  <a:pt x="3985323" y="855980"/>
                </a:lnTo>
                <a:lnTo>
                  <a:pt x="3985069" y="855980"/>
                </a:lnTo>
                <a:lnTo>
                  <a:pt x="3987901" y="849630"/>
                </a:lnTo>
                <a:lnTo>
                  <a:pt x="3987685" y="849630"/>
                </a:lnTo>
                <a:lnTo>
                  <a:pt x="3990162" y="842010"/>
                </a:lnTo>
                <a:lnTo>
                  <a:pt x="3989971" y="843280"/>
                </a:lnTo>
                <a:lnTo>
                  <a:pt x="4016173" y="843280"/>
                </a:lnTo>
                <a:lnTo>
                  <a:pt x="4014406" y="849630"/>
                </a:lnTo>
                <a:lnTo>
                  <a:pt x="4011739" y="857250"/>
                </a:lnTo>
                <a:lnTo>
                  <a:pt x="4011523" y="858520"/>
                </a:lnTo>
                <a:lnTo>
                  <a:pt x="4008704" y="866140"/>
                </a:lnTo>
                <a:lnTo>
                  <a:pt x="4008462" y="866140"/>
                </a:lnTo>
                <a:lnTo>
                  <a:pt x="4005313" y="873760"/>
                </a:lnTo>
                <a:lnTo>
                  <a:pt x="4001262" y="881380"/>
                </a:lnTo>
                <a:close/>
              </a:path>
              <a:path w="4022090" h="970280">
                <a:moveTo>
                  <a:pt x="50838" y="881380"/>
                </a:moveTo>
                <a:lnTo>
                  <a:pt x="50292" y="881380"/>
                </a:lnTo>
                <a:lnTo>
                  <a:pt x="49961" y="880110"/>
                </a:lnTo>
                <a:lnTo>
                  <a:pt x="50838" y="881380"/>
                </a:lnTo>
                <a:close/>
              </a:path>
              <a:path w="4022090" h="970280">
                <a:moveTo>
                  <a:pt x="3979834" y="911860"/>
                </a:moveTo>
                <a:lnTo>
                  <a:pt x="3943629" y="911860"/>
                </a:lnTo>
                <a:lnTo>
                  <a:pt x="3949344" y="906780"/>
                </a:lnTo>
                <a:lnTo>
                  <a:pt x="3948899" y="906780"/>
                </a:lnTo>
                <a:lnTo>
                  <a:pt x="3954373" y="901700"/>
                </a:lnTo>
                <a:lnTo>
                  <a:pt x="3953941" y="901700"/>
                </a:lnTo>
                <a:lnTo>
                  <a:pt x="3959161" y="896620"/>
                </a:lnTo>
                <a:lnTo>
                  <a:pt x="3958742" y="896620"/>
                </a:lnTo>
                <a:lnTo>
                  <a:pt x="3963695" y="891540"/>
                </a:lnTo>
                <a:lnTo>
                  <a:pt x="3963314" y="891540"/>
                </a:lnTo>
                <a:lnTo>
                  <a:pt x="3967988" y="886460"/>
                </a:lnTo>
                <a:lnTo>
                  <a:pt x="3967619" y="886460"/>
                </a:lnTo>
                <a:lnTo>
                  <a:pt x="3972013" y="880110"/>
                </a:lnTo>
                <a:lnTo>
                  <a:pt x="3971671" y="881380"/>
                </a:lnTo>
                <a:lnTo>
                  <a:pt x="4001262" y="881380"/>
                </a:lnTo>
                <a:lnTo>
                  <a:pt x="3997477" y="887730"/>
                </a:lnTo>
                <a:lnTo>
                  <a:pt x="3993057" y="894080"/>
                </a:lnTo>
                <a:lnTo>
                  <a:pt x="3987965" y="901700"/>
                </a:lnTo>
                <a:lnTo>
                  <a:pt x="3983278" y="908050"/>
                </a:lnTo>
                <a:lnTo>
                  <a:pt x="3979834" y="911860"/>
                </a:lnTo>
                <a:close/>
              </a:path>
              <a:path w="4022090" h="970280">
                <a:moveTo>
                  <a:pt x="79362" y="911860"/>
                </a:moveTo>
                <a:lnTo>
                  <a:pt x="78346" y="911860"/>
                </a:lnTo>
                <a:lnTo>
                  <a:pt x="77876" y="910590"/>
                </a:lnTo>
                <a:lnTo>
                  <a:pt x="79362" y="911860"/>
                </a:lnTo>
                <a:close/>
              </a:path>
              <a:path w="4022090" h="970280">
                <a:moveTo>
                  <a:pt x="3960266" y="930910"/>
                </a:moveTo>
                <a:lnTo>
                  <a:pt x="3914254" y="930910"/>
                </a:lnTo>
                <a:lnTo>
                  <a:pt x="3921048" y="927100"/>
                </a:lnTo>
                <a:lnTo>
                  <a:pt x="3920502" y="927100"/>
                </a:lnTo>
                <a:lnTo>
                  <a:pt x="3927094" y="923290"/>
                </a:lnTo>
                <a:lnTo>
                  <a:pt x="3926573" y="923290"/>
                </a:lnTo>
                <a:lnTo>
                  <a:pt x="3932961" y="919480"/>
                </a:lnTo>
                <a:lnTo>
                  <a:pt x="3932453" y="919480"/>
                </a:lnTo>
                <a:lnTo>
                  <a:pt x="3938638" y="915670"/>
                </a:lnTo>
                <a:lnTo>
                  <a:pt x="3938143" y="915670"/>
                </a:lnTo>
                <a:lnTo>
                  <a:pt x="3944099" y="910590"/>
                </a:lnTo>
                <a:lnTo>
                  <a:pt x="3943629" y="911860"/>
                </a:lnTo>
                <a:lnTo>
                  <a:pt x="3979834" y="911860"/>
                </a:lnTo>
                <a:lnTo>
                  <a:pt x="3977538" y="914400"/>
                </a:lnTo>
                <a:lnTo>
                  <a:pt x="3972318" y="919480"/>
                </a:lnTo>
                <a:lnTo>
                  <a:pt x="3971899" y="920750"/>
                </a:lnTo>
                <a:lnTo>
                  <a:pt x="3965981" y="925830"/>
                </a:lnTo>
                <a:lnTo>
                  <a:pt x="3960266" y="930910"/>
                </a:lnTo>
                <a:close/>
              </a:path>
              <a:path w="4022090" h="970280">
                <a:moveTo>
                  <a:pt x="109490" y="930910"/>
                </a:moveTo>
                <a:lnTo>
                  <a:pt x="107721" y="930910"/>
                </a:lnTo>
                <a:lnTo>
                  <a:pt x="107162" y="929640"/>
                </a:lnTo>
                <a:lnTo>
                  <a:pt x="109490" y="930910"/>
                </a:lnTo>
                <a:close/>
              </a:path>
              <a:path w="4022090" h="970280">
                <a:moveTo>
                  <a:pt x="3950017" y="938530"/>
                </a:moveTo>
                <a:lnTo>
                  <a:pt x="3894518" y="938530"/>
                </a:lnTo>
                <a:lnTo>
                  <a:pt x="3901833" y="935990"/>
                </a:lnTo>
                <a:lnTo>
                  <a:pt x="3901249" y="935990"/>
                </a:lnTo>
                <a:lnTo>
                  <a:pt x="3908399" y="933450"/>
                </a:lnTo>
                <a:lnTo>
                  <a:pt x="3907828" y="933450"/>
                </a:lnTo>
                <a:lnTo>
                  <a:pt x="3914813" y="929640"/>
                </a:lnTo>
                <a:lnTo>
                  <a:pt x="3914254" y="930910"/>
                </a:lnTo>
                <a:lnTo>
                  <a:pt x="3960266" y="930910"/>
                </a:lnTo>
                <a:lnTo>
                  <a:pt x="3953357" y="935990"/>
                </a:lnTo>
                <a:lnTo>
                  <a:pt x="3950017" y="938530"/>
                </a:lnTo>
                <a:close/>
              </a:path>
              <a:path w="4022090" h="970280">
                <a:moveTo>
                  <a:pt x="130587" y="938530"/>
                </a:moveTo>
                <a:lnTo>
                  <a:pt x="127457" y="938530"/>
                </a:lnTo>
                <a:lnTo>
                  <a:pt x="126847" y="937260"/>
                </a:lnTo>
                <a:lnTo>
                  <a:pt x="130587" y="938530"/>
                </a:lnTo>
                <a:close/>
              </a:path>
              <a:path w="4022090" h="970280">
                <a:moveTo>
                  <a:pt x="3939755" y="944880"/>
                </a:moveTo>
                <a:lnTo>
                  <a:pt x="3858895" y="944880"/>
                </a:lnTo>
                <a:lnTo>
                  <a:pt x="3866896" y="943610"/>
                </a:lnTo>
                <a:lnTo>
                  <a:pt x="3866248" y="943610"/>
                </a:lnTo>
                <a:lnTo>
                  <a:pt x="3874134" y="942340"/>
                </a:lnTo>
                <a:lnTo>
                  <a:pt x="3873500" y="942340"/>
                </a:lnTo>
                <a:lnTo>
                  <a:pt x="3881259" y="941070"/>
                </a:lnTo>
                <a:lnTo>
                  <a:pt x="3880637" y="941070"/>
                </a:lnTo>
                <a:lnTo>
                  <a:pt x="3888257" y="939800"/>
                </a:lnTo>
                <a:lnTo>
                  <a:pt x="3887647" y="939800"/>
                </a:lnTo>
                <a:lnTo>
                  <a:pt x="3895115" y="937260"/>
                </a:lnTo>
                <a:lnTo>
                  <a:pt x="3894518" y="938530"/>
                </a:lnTo>
                <a:lnTo>
                  <a:pt x="3950017" y="938530"/>
                </a:lnTo>
                <a:lnTo>
                  <a:pt x="3946677" y="941070"/>
                </a:lnTo>
                <a:lnTo>
                  <a:pt x="3939755" y="944880"/>
                </a:lnTo>
                <a:close/>
              </a:path>
              <a:path w="4022090" h="970280">
                <a:moveTo>
                  <a:pt x="3918292" y="956310"/>
                </a:moveTo>
                <a:lnTo>
                  <a:pt x="103682" y="956310"/>
                </a:lnTo>
                <a:lnTo>
                  <a:pt x="96138" y="952500"/>
                </a:lnTo>
                <a:lnTo>
                  <a:pt x="88811" y="948690"/>
                </a:lnTo>
                <a:lnTo>
                  <a:pt x="82219" y="944880"/>
                </a:lnTo>
                <a:lnTo>
                  <a:pt x="75298" y="941070"/>
                </a:lnTo>
                <a:lnTo>
                  <a:pt x="140715" y="941070"/>
                </a:lnTo>
                <a:lnTo>
                  <a:pt x="148462" y="942340"/>
                </a:lnTo>
                <a:lnTo>
                  <a:pt x="147840" y="942340"/>
                </a:lnTo>
                <a:lnTo>
                  <a:pt x="155714" y="943610"/>
                </a:lnTo>
                <a:lnTo>
                  <a:pt x="155079" y="943610"/>
                </a:lnTo>
                <a:lnTo>
                  <a:pt x="163080" y="944880"/>
                </a:lnTo>
                <a:lnTo>
                  <a:pt x="3939755" y="944880"/>
                </a:lnTo>
                <a:lnTo>
                  <a:pt x="3933164" y="948690"/>
                </a:lnTo>
                <a:lnTo>
                  <a:pt x="3925277" y="953770"/>
                </a:lnTo>
                <a:lnTo>
                  <a:pt x="3918292" y="956310"/>
                </a:lnTo>
                <a:close/>
              </a:path>
              <a:path w="4022090" h="970280">
                <a:moveTo>
                  <a:pt x="3886352" y="966470"/>
                </a:moveTo>
                <a:lnTo>
                  <a:pt x="135623" y="966470"/>
                </a:lnTo>
                <a:lnTo>
                  <a:pt x="127393" y="963930"/>
                </a:lnTo>
                <a:lnTo>
                  <a:pt x="119913" y="962660"/>
                </a:lnTo>
                <a:lnTo>
                  <a:pt x="111988" y="960120"/>
                </a:lnTo>
                <a:lnTo>
                  <a:pt x="104254" y="956310"/>
                </a:lnTo>
                <a:lnTo>
                  <a:pt x="3917721" y="956310"/>
                </a:lnTo>
                <a:lnTo>
                  <a:pt x="3910571" y="958850"/>
                </a:lnTo>
                <a:lnTo>
                  <a:pt x="3902062" y="962660"/>
                </a:lnTo>
                <a:lnTo>
                  <a:pt x="3894581" y="963930"/>
                </a:lnTo>
                <a:lnTo>
                  <a:pt x="3886352" y="966470"/>
                </a:lnTo>
                <a:close/>
              </a:path>
              <a:path w="4022090" h="970280">
                <a:moveTo>
                  <a:pt x="3869448" y="969010"/>
                </a:moveTo>
                <a:lnTo>
                  <a:pt x="152514" y="969010"/>
                </a:lnTo>
                <a:lnTo>
                  <a:pt x="144005" y="967740"/>
                </a:lnTo>
                <a:lnTo>
                  <a:pt x="136245" y="966470"/>
                </a:lnTo>
                <a:lnTo>
                  <a:pt x="3885730" y="966470"/>
                </a:lnTo>
                <a:lnTo>
                  <a:pt x="3877970" y="967740"/>
                </a:lnTo>
                <a:lnTo>
                  <a:pt x="3869448" y="969010"/>
                </a:lnTo>
                <a:close/>
              </a:path>
              <a:path w="4022090" h="970280">
                <a:moveTo>
                  <a:pt x="3860177" y="970280"/>
                </a:moveTo>
                <a:lnTo>
                  <a:pt x="161798" y="970280"/>
                </a:lnTo>
                <a:lnTo>
                  <a:pt x="153162" y="969010"/>
                </a:lnTo>
                <a:lnTo>
                  <a:pt x="3868813" y="969010"/>
                </a:lnTo>
                <a:lnTo>
                  <a:pt x="3860177" y="97028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761484" y="2037511"/>
            <a:ext cx="382714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spc="-10" dirty="0">
                <a:solidFill>
                  <a:srgbClr val="000099"/>
                </a:solidFill>
                <a:latin typeface="Noto Serif CJK JP"/>
                <a:cs typeface="Noto Serif CJK JP"/>
              </a:rPr>
              <a:t>：单片、上升沿触发、</a:t>
            </a:r>
            <a:r>
              <a:rPr sz="2400" dirty="0">
                <a:solidFill>
                  <a:srgbClr val="000099"/>
                </a:solidFill>
                <a:latin typeface="Noto Serif CJK JP"/>
                <a:cs typeface="Noto Serif CJK JP"/>
              </a:rPr>
              <a:t>使用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49304" y="3146272"/>
            <a:ext cx="4022090" cy="970280"/>
          </a:xfrm>
          <a:custGeom>
            <a:avLst/>
            <a:gdLst/>
            <a:ahLst/>
            <a:cxnLst/>
            <a:rect l="l" t="t" r="r" b="b"/>
            <a:pathLst>
              <a:path w="4022090" h="970279">
                <a:moveTo>
                  <a:pt x="3885730" y="2539"/>
                </a:moveTo>
                <a:lnTo>
                  <a:pt x="136245" y="2539"/>
                </a:lnTo>
                <a:lnTo>
                  <a:pt x="144005" y="1269"/>
                </a:lnTo>
                <a:lnTo>
                  <a:pt x="152514" y="0"/>
                </a:lnTo>
                <a:lnTo>
                  <a:pt x="3869461" y="0"/>
                </a:lnTo>
                <a:lnTo>
                  <a:pt x="3877970" y="1269"/>
                </a:lnTo>
                <a:lnTo>
                  <a:pt x="3885730" y="2539"/>
                </a:lnTo>
                <a:close/>
              </a:path>
              <a:path w="4022090" h="970279">
                <a:moveTo>
                  <a:pt x="3917721" y="12700"/>
                </a:moveTo>
                <a:lnTo>
                  <a:pt x="104254" y="12700"/>
                </a:lnTo>
                <a:lnTo>
                  <a:pt x="111988" y="10160"/>
                </a:lnTo>
                <a:lnTo>
                  <a:pt x="119913" y="6350"/>
                </a:lnTo>
                <a:lnTo>
                  <a:pt x="127393" y="5080"/>
                </a:lnTo>
                <a:lnTo>
                  <a:pt x="135623" y="2539"/>
                </a:lnTo>
                <a:lnTo>
                  <a:pt x="3886352" y="2539"/>
                </a:lnTo>
                <a:lnTo>
                  <a:pt x="3894581" y="5080"/>
                </a:lnTo>
                <a:lnTo>
                  <a:pt x="3902062" y="6350"/>
                </a:lnTo>
                <a:lnTo>
                  <a:pt x="3909974" y="10160"/>
                </a:lnTo>
                <a:lnTo>
                  <a:pt x="3910571" y="10160"/>
                </a:lnTo>
                <a:lnTo>
                  <a:pt x="3917721" y="12700"/>
                </a:lnTo>
                <a:close/>
              </a:path>
              <a:path w="4022090" h="970279">
                <a:moveTo>
                  <a:pt x="89014" y="49530"/>
                </a:moveTo>
                <a:lnTo>
                  <a:pt x="50076" y="49530"/>
                </a:lnTo>
                <a:lnTo>
                  <a:pt x="55994" y="43180"/>
                </a:lnTo>
                <a:lnTo>
                  <a:pt x="61709" y="38100"/>
                </a:lnTo>
                <a:lnTo>
                  <a:pt x="68618" y="33019"/>
                </a:lnTo>
                <a:lnTo>
                  <a:pt x="74790" y="29210"/>
                </a:lnTo>
                <a:lnTo>
                  <a:pt x="75298" y="27939"/>
                </a:lnTo>
                <a:lnTo>
                  <a:pt x="81686" y="24130"/>
                </a:lnTo>
                <a:lnTo>
                  <a:pt x="88811" y="20319"/>
                </a:lnTo>
                <a:lnTo>
                  <a:pt x="96138" y="16510"/>
                </a:lnTo>
                <a:lnTo>
                  <a:pt x="103682" y="12700"/>
                </a:lnTo>
                <a:lnTo>
                  <a:pt x="3918292" y="12700"/>
                </a:lnTo>
                <a:lnTo>
                  <a:pt x="3925836" y="16510"/>
                </a:lnTo>
                <a:lnTo>
                  <a:pt x="3933164" y="20319"/>
                </a:lnTo>
                <a:lnTo>
                  <a:pt x="3940289" y="24130"/>
                </a:lnTo>
                <a:lnTo>
                  <a:pt x="170548" y="24130"/>
                </a:lnTo>
                <a:lnTo>
                  <a:pt x="162445" y="25400"/>
                </a:lnTo>
                <a:lnTo>
                  <a:pt x="155727" y="25400"/>
                </a:lnTo>
                <a:lnTo>
                  <a:pt x="147840" y="26669"/>
                </a:lnTo>
                <a:lnTo>
                  <a:pt x="148475" y="26669"/>
                </a:lnTo>
                <a:lnTo>
                  <a:pt x="140715" y="27939"/>
                </a:lnTo>
                <a:lnTo>
                  <a:pt x="141338" y="27939"/>
                </a:lnTo>
                <a:lnTo>
                  <a:pt x="133718" y="29210"/>
                </a:lnTo>
                <a:lnTo>
                  <a:pt x="134327" y="29210"/>
                </a:lnTo>
                <a:lnTo>
                  <a:pt x="126847" y="31750"/>
                </a:lnTo>
                <a:lnTo>
                  <a:pt x="127457" y="31750"/>
                </a:lnTo>
                <a:lnTo>
                  <a:pt x="120129" y="33019"/>
                </a:lnTo>
                <a:lnTo>
                  <a:pt x="120726" y="33019"/>
                </a:lnTo>
                <a:lnTo>
                  <a:pt x="115959" y="35560"/>
                </a:lnTo>
                <a:lnTo>
                  <a:pt x="114147" y="35560"/>
                </a:lnTo>
                <a:lnTo>
                  <a:pt x="107162" y="39369"/>
                </a:lnTo>
                <a:lnTo>
                  <a:pt x="107721" y="39369"/>
                </a:lnTo>
                <a:lnTo>
                  <a:pt x="100926" y="41910"/>
                </a:lnTo>
                <a:lnTo>
                  <a:pt x="101473" y="41910"/>
                </a:lnTo>
                <a:lnTo>
                  <a:pt x="94881" y="45719"/>
                </a:lnTo>
                <a:lnTo>
                  <a:pt x="95402" y="45719"/>
                </a:lnTo>
                <a:lnTo>
                  <a:pt x="89014" y="49530"/>
                </a:lnTo>
                <a:close/>
              </a:path>
              <a:path w="4022090" h="970279">
                <a:moveTo>
                  <a:pt x="3851744" y="25400"/>
                </a:moveTo>
                <a:lnTo>
                  <a:pt x="170230" y="25400"/>
                </a:lnTo>
                <a:lnTo>
                  <a:pt x="170548" y="24130"/>
                </a:lnTo>
                <a:lnTo>
                  <a:pt x="3851427" y="24130"/>
                </a:lnTo>
                <a:lnTo>
                  <a:pt x="3851744" y="25400"/>
                </a:lnTo>
                <a:close/>
              </a:path>
              <a:path w="4022090" h="970279">
                <a:moveTo>
                  <a:pt x="3908399" y="36830"/>
                </a:moveTo>
                <a:lnTo>
                  <a:pt x="3901249" y="33019"/>
                </a:lnTo>
                <a:lnTo>
                  <a:pt x="3901833" y="33019"/>
                </a:lnTo>
                <a:lnTo>
                  <a:pt x="3894518" y="31750"/>
                </a:lnTo>
                <a:lnTo>
                  <a:pt x="3895115" y="31750"/>
                </a:lnTo>
                <a:lnTo>
                  <a:pt x="3887647" y="29210"/>
                </a:lnTo>
                <a:lnTo>
                  <a:pt x="3888257" y="29210"/>
                </a:lnTo>
                <a:lnTo>
                  <a:pt x="3880637" y="27939"/>
                </a:lnTo>
                <a:lnTo>
                  <a:pt x="3881259" y="27939"/>
                </a:lnTo>
                <a:lnTo>
                  <a:pt x="3873500" y="26669"/>
                </a:lnTo>
                <a:lnTo>
                  <a:pt x="3874134" y="26669"/>
                </a:lnTo>
                <a:lnTo>
                  <a:pt x="3866248" y="25400"/>
                </a:lnTo>
                <a:lnTo>
                  <a:pt x="3859529" y="25400"/>
                </a:lnTo>
                <a:lnTo>
                  <a:pt x="3851427" y="24130"/>
                </a:lnTo>
                <a:lnTo>
                  <a:pt x="3940289" y="24130"/>
                </a:lnTo>
                <a:lnTo>
                  <a:pt x="3946677" y="27939"/>
                </a:lnTo>
                <a:lnTo>
                  <a:pt x="3947185" y="29210"/>
                </a:lnTo>
                <a:lnTo>
                  <a:pt x="3953357" y="33019"/>
                </a:lnTo>
                <a:lnTo>
                  <a:pt x="3956812" y="35560"/>
                </a:lnTo>
                <a:lnTo>
                  <a:pt x="3907828" y="35560"/>
                </a:lnTo>
                <a:lnTo>
                  <a:pt x="3908399" y="36830"/>
                </a:lnTo>
                <a:close/>
              </a:path>
              <a:path w="4022090" h="970279">
                <a:moveTo>
                  <a:pt x="113576" y="36830"/>
                </a:moveTo>
                <a:lnTo>
                  <a:pt x="114147" y="35560"/>
                </a:lnTo>
                <a:lnTo>
                  <a:pt x="115959" y="35560"/>
                </a:lnTo>
                <a:lnTo>
                  <a:pt x="113576" y="36830"/>
                </a:lnTo>
                <a:close/>
              </a:path>
              <a:path w="4022090" h="970279">
                <a:moveTo>
                  <a:pt x="3944099" y="58419"/>
                </a:moveTo>
                <a:lnTo>
                  <a:pt x="3938143" y="53339"/>
                </a:lnTo>
                <a:lnTo>
                  <a:pt x="3938638" y="53339"/>
                </a:lnTo>
                <a:lnTo>
                  <a:pt x="3932466" y="49530"/>
                </a:lnTo>
                <a:lnTo>
                  <a:pt x="3932961" y="49530"/>
                </a:lnTo>
                <a:lnTo>
                  <a:pt x="3926573" y="45719"/>
                </a:lnTo>
                <a:lnTo>
                  <a:pt x="3927094" y="45719"/>
                </a:lnTo>
                <a:lnTo>
                  <a:pt x="3920502" y="41910"/>
                </a:lnTo>
                <a:lnTo>
                  <a:pt x="3921048" y="41910"/>
                </a:lnTo>
                <a:lnTo>
                  <a:pt x="3914254" y="39369"/>
                </a:lnTo>
                <a:lnTo>
                  <a:pt x="3914813" y="39369"/>
                </a:lnTo>
                <a:lnTo>
                  <a:pt x="3907828" y="35560"/>
                </a:lnTo>
                <a:lnTo>
                  <a:pt x="3956812" y="35560"/>
                </a:lnTo>
                <a:lnTo>
                  <a:pt x="3960266" y="38100"/>
                </a:lnTo>
                <a:lnTo>
                  <a:pt x="3965981" y="43180"/>
                </a:lnTo>
                <a:lnTo>
                  <a:pt x="3971899" y="49530"/>
                </a:lnTo>
                <a:lnTo>
                  <a:pt x="3977538" y="54610"/>
                </a:lnTo>
                <a:lnTo>
                  <a:pt x="3979839" y="57150"/>
                </a:lnTo>
                <a:lnTo>
                  <a:pt x="3943629" y="57150"/>
                </a:lnTo>
                <a:lnTo>
                  <a:pt x="3944099" y="58419"/>
                </a:lnTo>
                <a:close/>
              </a:path>
              <a:path w="4022090" h="970279">
                <a:moveTo>
                  <a:pt x="141338" y="941069"/>
                </a:moveTo>
                <a:lnTo>
                  <a:pt x="74790" y="941069"/>
                </a:lnTo>
                <a:lnTo>
                  <a:pt x="68135" y="935989"/>
                </a:lnTo>
                <a:lnTo>
                  <a:pt x="61709" y="930910"/>
                </a:lnTo>
                <a:lnTo>
                  <a:pt x="55994" y="925830"/>
                </a:lnTo>
                <a:lnTo>
                  <a:pt x="49644" y="919480"/>
                </a:lnTo>
                <a:lnTo>
                  <a:pt x="44030" y="914400"/>
                </a:lnTo>
                <a:lnTo>
                  <a:pt x="38684" y="908050"/>
                </a:lnTo>
                <a:lnTo>
                  <a:pt x="34010" y="901700"/>
                </a:lnTo>
                <a:lnTo>
                  <a:pt x="29260" y="895350"/>
                </a:lnTo>
                <a:lnTo>
                  <a:pt x="28917" y="894080"/>
                </a:lnTo>
                <a:lnTo>
                  <a:pt x="20700" y="881380"/>
                </a:lnTo>
                <a:lnTo>
                  <a:pt x="16662" y="873760"/>
                </a:lnTo>
                <a:lnTo>
                  <a:pt x="13512" y="866139"/>
                </a:lnTo>
                <a:lnTo>
                  <a:pt x="13271" y="866139"/>
                </a:lnTo>
                <a:lnTo>
                  <a:pt x="10452" y="858519"/>
                </a:lnTo>
                <a:lnTo>
                  <a:pt x="7569" y="849630"/>
                </a:lnTo>
                <a:lnTo>
                  <a:pt x="5448" y="842010"/>
                </a:lnTo>
                <a:lnTo>
                  <a:pt x="3530" y="834389"/>
                </a:lnTo>
                <a:lnTo>
                  <a:pt x="3403" y="833119"/>
                </a:lnTo>
                <a:lnTo>
                  <a:pt x="1917" y="825500"/>
                </a:lnTo>
                <a:lnTo>
                  <a:pt x="914" y="817880"/>
                </a:lnTo>
                <a:lnTo>
                  <a:pt x="850" y="816610"/>
                </a:lnTo>
                <a:lnTo>
                  <a:pt x="241" y="808989"/>
                </a:lnTo>
                <a:lnTo>
                  <a:pt x="0" y="800100"/>
                </a:lnTo>
                <a:lnTo>
                  <a:pt x="12" y="168910"/>
                </a:lnTo>
                <a:lnTo>
                  <a:pt x="241" y="160020"/>
                </a:lnTo>
                <a:lnTo>
                  <a:pt x="850" y="152400"/>
                </a:lnTo>
                <a:lnTo>
                  <a:pt x="1917" y="143510"/>
                </a:lnTo>
                <a:lnTo>
                  <a:pt x="3403" y="135889"/>
                </a:lnTo>
                <a:lnTo>
                  <a:pt x="3530" y="134620"/>
                </a:lnTo>
                <a:lnTo>
                  <a:pt x="5448" y="127000"/>
                </a:lnTo>
                <a:lnTo>
                  <a:pt x="7569" y="119379"/>
                </a:lnTo>
                <a:lnTo>
                  <a:pt x="7759" y="118110"/>
                </a:lnTo>
                <a:lnTo>
                  <a:pt x="10236" y="111760"/>
                </a:lnTo>
                <a:lnTo>
                  <a:pt x="13271" y="104139"/>
                </a:lnTo>
                <a:lnTo>
                  <a:pt x="13512" y="102869"/>
                </a:lnTo>
                <a:lnTo>
                  <a:pt x="16929" y="95250"/>
                </a:lnTo>
                <a:lnTo>
                  <a:pt x="20700" y="87630"/>
                </a:lnTo>
                <a:lnTo>
                  <a:pt x="24498" y="81280"/>
                </a:lnTo>
                <a:lnTo>
                  <a:pt x="24815" y="81280"/>
                </a:lnTo>
                <a:lnTo>
                  <a:pt x="28917" y="74930"/>
                </a:lnTo>
                <a:lnTo>
                  <a:pt x="29260" y="73660"/>
                </a:lnTo>
                <a:lnTo>
                  <a:pt x="34010" y="67310"/>
                </a:lnTo>
                <a:lnTo>
                  <a:pt x="38684" y="60960"/>
                </a:lnTo>
                <a:lnTo>
                  <a:pt x="44437" y="54610"/>
                </a:lnTo>
                <a:lnTo>
                  <a:pt x="49644" y="49530"/>
                </a:lnTo>
                <a:lnTo>
                  <a:pt x="89509" y="49530"/>
                </a:lnTo>
                <a:lnTo>
                  <a:pt x="83337" y="53339"/>
                </a:lnTo>
                <a:lnTo>
                  <a:pt x="83820" y="53339"/>
                </a:lnTo>
                <a:lnTo>
                  <a:pt x="79362" y="57150"/>
                </a:lnTo>
                <a:lnTo>
                  <a:pt x="78346" y="57150"/>
                </a:lnTo>
                <a:lnTo>
                  <a:pt x="72631" y="62230"/>
                </a:lnTo>
                <a:lnTo>
                  <a:pt x="73075" y="62230"/>
                </a:lnTo>
                <a:lnTo>
                  <a:pt x="67602" y="67310"/>
                </a:lnTo>
                <a:lnTo>
                  <a:pt x="68033" y="67310"/>
                </a:lnTo>
                <a:lnTo>
                  <a:pt x="62814" y="72389"/>
                </a:lnTo>
                <a:lnTo>
                  <a:pt x="63220" y="72389"/>
                </a:lnTo>
                <a:lnTo>
                  <a:pt x="58280" y="77469"/>
                </a:lnTo>
                <a:lnTo>
                  <a:pt x="58661" y="77469"/>
                </a:lnTo>
                <a:lnTo>
                  <a:pt x="53987" y="82550"/>
                </a:lnTo>
                <a:lnTo>
                  <a:pt x="54343" y="82550"/>
                </a:lnTo>
                <a:lnTo>
                  <a:pt x="49961" y="88900"/>
                </a:lnTo>
                <a:lnTo>
                  <a:pt x="50304" y="88900"/>
                </a:lnTo>
                <a:lnTo>
                  <a:pt x="47023" y="93980"/>
                </a:lnTo>
                <a:lnTo>
                  <a:pt x="46520" y="93980"/>
                </a:lnTo>
                <a:lnTo>
                  <a:pt x="42722" y="100330"/>
                </a:lnTo>
                <a:lnTo>
                  <a:pt x="43014" y="100330"/>
                </a:lnTo>
                <a:lnTo>
                  <a:pt x="39547" y="106679"/>
                </a:lnTo>
                <a:lnTo>
                  <a:pt x="39814" y="106679"/>
                </a:lnTo>
                <a:lnTo>
                  <a:pt x="36652" y="113029"/>
                </a:lnTo>
                <a:lnTo>
                  <a:pt x="36893" y="113029"/>
                </a:lnTo>
                <a:lnTo>
                  <a:pt x="34544" y="119379"/>
                </a:lnTo>
                <a:lnTo>
                  <a:pt x="34289" y="119379"/>
                </a:lnTo>
                <a:lnTo>
                  <a:pt x="32226" y="125729"/>
                </a:lnTo>
                <a:lnTo>
                  <a:pt x="32004" y="125729"/>
                </a:lnTo>
                <a:lnTo>
                  <a:pt x="29883" y="133350"/>
                </a:lnTo>
                <a:lnTo>
                  <a:pt x="30035" y="133350"/>
                </a:lnTo>
                <a:lnTo>
                  <a:pt x="28575" y="139700"/>
                </a:lnTo>
                <a:lnTo>
                  <a:pt x="28409" y="139700"/>
                </a:lnTo>
                <a:lnTo>
                  <a:pt x="27025" y="147320"/>
                </a:lnTo>
                <a:lnTo>
                  <a:pt x="26111" y="154939"/>
                </a:lnTo>
                <a:lnTo>
                  <a:pt x="25679" y="161289"/>
                </a:lnTo>
                <a:lnTo>
                  <a:pt x="25429" y="168910"/>
                </a:lnTo>
                <a:lnTo>
                  <a:pt x="25429" y="800100"/>
                </a:lnTo>
                <a:lnTo>
                  <a:pt x="25574" y="806450"/>
                </a:lnTo>
                <a:lnTo>
                  <a:pt x="26187" y="815339"/>
                </a:lnTo>
                <a:lnTo>
                  <a:pt x="27114" y="821689"/>
                </a:lnTo>
                <a:lnTo>
                  <a:pt x="28409" y="829310"/>
                </a:lnTo>
                <a:lnTo>
                  <a:pt x="28575" y="829310"/>
                </a:lnTo>
                <a:lnTo>
                  <a:pt x="30035" y="835660"/>
                </a:lnTo>
                <a:lnTo>
                  <a:pt x="29883" y="835660"/>
                </a:lnTo>
                <a:lnTo>
                  <a:pt x="32004" y="843280"/>
                </a:lnTo>
                <a:lnTo>
                  <a:pt x="32226" y="843280"/>
                </a:lnTo>
                <a:lnTo>
                  <a:pt x="34289" y="849630"/>
                </a:lnTo>
                <a:lnTo>
                  <a:pt x="34074" y="849630"/>
                </a:lnTo>
                <a:lnTo>
                  <a:pt x="36893" y="855980"/>
                </a:lnTo>
                <a:lnTo>
                  <a:pt x="36652" y="855980"/>
                </a:lnTo>
                <a:lnTo>
                  <a:pt x="39814" y="862330"/>
                </a:lnTo>
                <a:lnTo>
                  <a:pt x="39547" y="862330"/>
                </a:lnTo>
                <a:lnTo>
                  <a:pt x="43014" y="868680"/>
                </a:lnTo>
                <a:lnTo>
                  <a:pt x="42722" y="868680"/>
                </a:lnTo>
                <a:lnTo>
                  <a:pt x="46520" y="875030"/>
                </a:lnTo>
                <a:lnTo>
                  <a:pt x="46202" y="875030"/>
                </a:lnTo>
                <a:lnTo>
                  <a:pt x="50304" y="881380"/>
                </a:lnTo>
                <a:lnTo>
                  <a:pt x="50838" y="881380"/>
                </a:lnTo>
                <a:lnTo>
                  <a:pt x="54343" y="886460"/>
                </a:lnTo>
                <a:lnTo>
                  <a:pt x="53987" y="886460"/>
                </a:lnTo>
                <a:lnTo>
                  <a:pt x="58661" y="891539"/>
                </a:lnTo>
                <a:lnTo>
                  <a:pt x="58280" y="891539"/>
                </a:lnTo>
                <a:lnTo>
                  <a:pt x="63220" y="896619"/>
                </a:lnTo>
                <a:lnTo>
                  <a:pt x="62814" y="896619"/>
                </a:lnTo>
                <a:lnTo>
                  <a:pt x="68033" y="901700"/>
                </a:lnTo>
                <a:lnTo>
                  <a:pt x="67602" y="901700"/>
                </a:lnTo>
                <a:lnTo>
                  <a:pt x="73075" y="906780"/>
                </a:lnTo>
                <a:lnTo>
                  <a:pt x="72631" y="906780"/>
                </a:lnTo>
                <a:lnTo>
                  <a:pt x="78346" y="911860"/>
                </a:lnTo>
                <a:lnTo>
                  <a:pt x="79362" y="911860"/>
                </a:lnTo>
                <a:lnTo>
                  <a:pt x="83820" y="915669"/>
                </a:lnTo>
                <a:lnTo>
                  <a:pt x="83337" y="915669"/>
                </a:lnTo>
                <a:lnTo>
                  <a:pt x="89509" y="919480"/>
                </a:lnTo>
                <a:lnTo>
                  <a:pt x="89014" y="919480"/>
                </a:lnTo>
                <a:lnTo>
                  <a:pt x="95402" y="923289"/>
                </a:lnTo>
                <a:lnTo>
                  <a:pt x="94881" y="923289"/>
                </a:lnTo>
                <a:lnTo>
                  <a:pt x="101473" y="927100"/>
                </a:lnTo>
                <a:lnTo>
                  <a:pt x="100926" y="927100"/>
                </a:lnTo>
                <a:lnTo>
                  <a:pt x="107721" y="930910"/>
                </a:lnTo>
                <a:lnTo>
                  <a:pt x="109490" y="930910"/>
                </a:lnTo>
                <a:lnTo>
                  <a:pt x="114147" y="933450"/>
                </a:lnTo>
                <a:lnTo>
                  <a:pt x="113576" y="933450"/>
                </a:lnTo>
                <a:lnTo>
                  <a:pt x="120726" y="935989"/>
                </a:lnTo>
                <a:lnTo>
                  <a:pt x="120129" y="935989"/>
                </a:lnTo>
                <a:lnTo>
                  <a:pt x="127457" y="938530"/>
                </a:lnTo>
                <a:lnTo>
                  <a:pt x="130587" y="938530"/>
                </a:lnTo>
                <a:lnTo>
                  <a:pt x="134327" y="939800"/>
                </a:lnTo>
                <a:lnTo>
                  <a:pt x="133718" y="939800"/>
                </a:lnTo>
                <a:lnTo>
                  <a:pt x="141338" y="941069"/>
                </a:lnTo>
                <a:close/>
              </a:path>
              <a:path w="4022090" h="970279">
                <a:moveTo>
                  <a:pt x="77876" y="58419"/>
                </a:moveTo>
                <a:lnTo>
                  <a:pt x="78346" y="57150"/>
                </a:lnTo>
                <a:lnTo>
                  <a:pt x="79362" y="57150"/>
                </a:lnTo>
                <a:lnTo>
                  <a:pt x="77876" y="58419"/>
                </a:lnTo>
                <a:close/>
              </a:path>
              <a:path w="4022090" h="970279">
                <a:moveTo>
                  <a:pt x="3975773" y="95250"/>
                </a:moveTo>
                <a:lnTo>
                  <a:pt x="3971671" y="88900"/>
                </a:lnTo>
                <a:lnTo>
                  <a:pt x="3972013" y="88900"/>
                </a:lnTo>
                <a:lnTo>
                  <a:pt x="3967632" y="82550"/>
                </a:lnTo>
                <a:lnTo>
                  <a:pt x="3967988" y="82550"/>
                </a:lnTo>
                <a:lnTo>
                  <a:pt x="3963314" y="77469"/>
                </a:lnTo>
                <a:lnTo>
                  <a:pt x="3963695" y="77469"/>
                </a:lnTo>
                <a:lnTo>
                  <a:pt x="3958755" y="72389"/>
                </a:lnTo>
                <a:lnTo>
                  <a:pt x="3959161" y="72389"/>
                </a:lnTo>
                <a:lnTo>
                  <a:pt x="3953941" y="67310"/>
                </a:lnTo>
                <a:lnTo>
                  <a:pt x="3954373" y="67310"/>
                </a:lnTo>
                <a:lnTo>
                  <a:pt x="3948899" y="62230"/>
                </a:lnTo>
                <a:lnTo>
                  <a:pt x="3949344" y="62230"/>
                </a:lnTo>
                <a:lnTo>
                  <a:pt x="3943629" y="57150"/>
                </a:lnTo>
                <a:lnTo>
                  <a:pt x="3979839" y="57150"/>
                </a:lnTo>
                <a:lnTo>
                  <a:pt x="3983291" y="60960"/>
                </a:lnTo>
                <a:lnTo>
                  <a:pt x="3987965" y="67310"/>
                </a:lnTo>
                <a:lnTo>
                  <a:pt x="3992714" y="73660"/>
                </a:lnTo>
                <a:lnTo>
                  <a:pt x="3993057" y="74930"/>
                </a:lnTo>
                <a:lnTo>
                  <a:pt x="3997159" y="81280"/>
                </a:lnTo>
                <a:lnTo>
                  <a:pt x="3997477" y="81280"/>
                </a:lnTo>
                <a:lnTo>
                  <a:pt x="4001566" y="88900"/>
                </a:lnTo>
                <a:lnTo>
                  <a:pt x="4004350" y="93980"/>
                </a:lnTo>
                <a:lnTo>
                  <a:pt x="3975455" y="93980"/>
                </a:lnTo>
                <a:lnTo>
                  <a:pt x="3975773" y="95250"/>
                </a:lnTo>
                <a:close/>
              </a:path>
              <a:path w="4022090" h="970279">
                <a:moveTo>
                  <a:pt x="46202" y="95250"/>
                </a:moveTo>
                <a:lnTo>
                  <a:pt x="46520" y="93980"/>
                </a:lnTo>
                <a:lnTo>
                  <a:pt x="47023" y="93980"/>
                </a:lnTo>
                <a:lnTo>
                  <a:pt x="46202" y="95250"/>
                </a:lnTo>
                <a:close/>
              </a:path>
              <a:path w="4022090" h="970279">
                <a:moveTo>
                  <a:pt x="3987901" y="120650"/>
                </a:moveTo>
                <a:lnTo>
                  <a:pt x="3985082" y="113029"/>
                </a:lnTo>
                <a:lnTo>
                  <a:pt x="3985323" y="113029"/>
                </a:lnTo>
                <a:lnTo>
                  <a:pt x="3982161" y="106679"/>
                </a:lnTo>
                <a:lnTo>
                  <a:pt x="3982427" y="106679"/>
                </a:lnTo>
                <a:lnTo>
                  <a:pt x="3978960" y="100330"/>
                </a:lnTo>
                <a:lnTo>
                  <a:pt x="3979252" y="100330"/>
                </a:lnTo>
                <a:lnTo>
                  <a:pt x="3975455" y="93980"/>
                </a:lnTo>
                <a:lnTo>
                  <a:pt x="4004350" y="93980"/>
                </a:lnTo>
                <a:lnTo>
                  <a:pt x="4005046" y="95250"/>
                </a:lnTo>
                <a:lnTo>
                  <a:pt x="4008462" y="102869"/>
                </a:lnTo>
                <a:lnTo>
                  <a:pt x="4008704" y="104139"/>
                </a:lnTo>
                <a:lnTo>
                  <a:pt x="4011739" y="111760"/>
                </a:lnTo>
                <a:lnTo>
                  <a:pt x="4014216" y="118110"/>
                </a:lnTo>
                <a:lnTo>
                  <a:pt x="4014406" y="119379"/>
                </a:lnTo>
                <a:lnTo>
                  <a:pt x="3987685" y="119379"/>
                </a:lnTo>
                <a:lnTo>
                  <a:pt x="3987901" y="120650"/>
                </a:lnTo>
                <a:close/>
              </a:path>
              <a:path w="4022090" h="970279">
                <a:moveTo>
                  <a:pt x="34074" y="120650"/>
                </a:moveTo>
                <a:lnTo>
                  <a:pt x="34289" y="119379"/>
                </a:lnTo>
                <a:lnTo>
                  <a:pt x="34544" y="119379"/>
                </a:lnTo>
                <a:lnTo>
                  <a:pt x="34074" y="120650"/>
                </a:lnTo>
                <a:close/>
              </a:path>
              <a:path w="4022090" h="970279">
                <a:moveTo>
                  <a:pt x="3990162" y="127000"/>
                </a:moveTo>
                <a:lnTo>
                  <a:pt x="3987685" y="119379"/>
                </a:lnTo>
                <a:lnTo>
                  <a:pt x="4014406" y="119379"/>
                </a:lnTo>
                <a:lnTo>
                  <a:pt x="4016173" y="125729"/>
                </a:lnTo>
                <a:lnTo>
                  <a:pt x="3989971" y="125729"/>
                </a:lnTo>
                <a:lnTo>
                  <a:pt x="3990162" y="127000"/>
                </a:lnTo>
                <a:close/>
              </a:path>
              <a:path w="4022090" h="970279">
                <a:moveTo>
                  <a:pt x="31813" y="127000"/>
                </a:moveTo>
                <a:lnTo>
                  <a:pt x="32004" y="125729"/>
                </a:lnTo>
                <a:lnTo>
                  <a:pt x="32226" y="125729"/>
                </a:lnTo>
                <a:lnTo>
                  <a:pt x="31813" y="127000"/>
                </a:lnTo>
                <a:close/>
              </a:path>
              <a:path w="4022090" h="970279">
                <a:moveTo>
                  <a:pt x="3993692" y="140970"/>
                </a:moveTo>
                <a:lnTo>
                  <a:pt x="3991940" y="133350"/>
                </a:lnTo>
                <a:lnTo>
                  <a:pt x="3992092" y="133350"/>
                </a:lnTo>
                <a:lnTo>
                  <a:pt x="3989971" y="125729"/>
                </a:lnTo>
                <a:lnTo>
                  <a:pt x="4016173" y="125729"/>
                </a:lnTo>
                <a:lnTo>
                  <a:pt x="4016527" y="127000"/>
                </a:lnTo>
                <a:lnTo>
                  <a:pt x="4018445" y="134620"/>
                </a:lnTo>
                <a:lnTo>
                  <a:pt x="4019366" y="139700"/>
                </a:lnTo>
                <a:lnTo>
                  <a:pt x="3993565" y="139700"/>
                </a:lnTo>
                <a:lnTo>
                  <a:pt x="3993692" y="140970"/>
                </a:lnTo>
                <a:close/>
              </a:path>
              <a:path w="4022090" h="970279">
                <a:moveTo>
                  <a:pt x="28282" y="140970"/>
                </a:moveTo>
                <a:lnTo>
                  <a:pt x="28409" y="139700"/>
                </a:lnTo>
                <a:lnTo>
                  <a:pt x="28575" y="139700"/>
                </a:lnTo>
                <a:lnTo>
                  <a:pt x="28282" y="140970"/>
                </a:lnTo>
                <a:close/>
              </a:path>
              <a:path w="4022090" h="970279">
                <a:moveTo>
                  <a:pt x="4021963" y="800100"/>
                </a:moveTo>
                <a:lnTo>
                  <a:pt x="3996575" y="800100"/>
                </a:lnTo>
                <a:lnTo>
                  <a:pt x="3996546" y="168910"/>
                </a:lnTo>
                <a:lnTo>
                  <a:pt x="3996372" y="161289"/>
                </a:lnTo>
                <a:lnTo>
                  <a:pt x="3995788" y="154939"/>
                </a:lnTo>
                <a:lnTo>
                  <a:pt x="3994861" y="147320"/>
                </a:lnTo>
                <a:lnTo>
                  <a:pt x="3993565" y="139700"/>
                </a:lnTo>
                <a:lnTo>
                  <a:pt x="4019366" y="139700"/>
                </a:lnTo>
                <a:lnTo>
                  <a:pt x="4020057" y="143510"/>
                </a:lnTo>
                <a:lnTo>
                  <a:pt x="4021061" y="152400"/>
                </a:lnTo>
                <a:lnTo>
                  <a:pt x="4021734" y="160020"/>
                </a:lnTo>
                <a:lnTo>
                  <a:pt x="4021945" y="168910"/>
                </a:lnTo>
                <a:lnTo>
                  <a:pt x="4021963" y="800100"/>
                </a:lnTo>
                <a:close/>
              </a:path>
              <a:path w="4022090" h="970279">
                <a:moveTo>
                  <a:pt x="25577" y="162560"/>
                </a:moveTo>
                <a:lnTo>
                  <a:pt x="25603" y="161289"/>
                </a:lnTo>
                <a:lnTo>
                  <a:pt x="25577" y="162560"/>
                </a:lnTo>
                <a:close/>
              </a:path>
              <a:path w="4022090" h="970279">
                <a:moveTo>
                  <a:pt x="3996397" y="162560"/>
                </a:moveTo>
                <a:lnTo>
                  <a:pt x="3996296" y="161289"/>
                </a:lnTo>
                <a:lnTo>
                  <a:pt x="3996397" y="162560"/>
                </a:lnTo>
                <a:close/>
              </a:path>
              <a:path w="4022090" h="970279">
                <a:moveTo>
                  <a:pt x="25429" y="800100"/>
                </a:moveTo>
                <a:lnTo>
                  <a:pt x="25400" y="798829"/>
                </a:lnTo>
                <a:lnTo>
                  <a:pt x="25429" y="800100"/>
                </a:lnTo>
                <a:close/>
              </a:path>
              <a:path w="4022090" h="970279">
                <a:moveTo>
                  <a:pt x="4021767" y="807720"/>
                </a:moveTo>
                <a:lnTo>
                  <a:pt x="3996372" y="807720"/>
                </a:lnTo>
                <a:lnTo>
                  <a:pt x="3996575" y="798829"/>
                </a:lnTo>
                <a:lnTo>
                  <a:pt x="3996575" y="800100"/>
                </a:lnTo>
                <a:lnTo>
                  <a:pt x="4021963" y="800100"/>
                </a:lnTo>
                <a:lnTo>
                  <a:pt x="4021767" y="807720"/>
                </a:lnTo>
                <a:close/>
              </a:path>
              <a:path w="4022090" h="970279">
                <a:moveTo>
                  <a:pt x="25664" y="807720"/>
                </a:moveTo>
                <a:lnTo>
                  <a:pt x="25577" y="806450"/>
                </a:lnTo>
                <a:lnTo>
                  <a:pt x="25664" y="807720"/>
                </a:lnTo>
                <a:close/>
              </a:path>
              <a:path w="4022090" h="970279">
                <a:moveTo>
                  <a:pt x="4021226" y="815339"/>
                </a:moveTo>
                <a:lnTo>
                  <a:pt x="3995788" y="815339"/>
                </a:lnTo>
                <a:lnTo>
                  <a:pt x="3996397" y="806450"/>
                </a:lnTo>
                <a:lnTo>
                  <a:pt x="3996372" y="807720"/>
                </a:lnTo>
                <a:lnTo>
                  <a:pt x="4021767" y="807720"/>
                </a:lnTo>
                <a:lnTo>
                  <a:pt x="4021734" y="808989"/>
                </a:lnTo>
                <a:lnTo>
                  <a:pt x="4021226" y="815339"/>
                </a:lnTo>
                <a:close/>
              </a:path>
              <a:path w="4022090" h="970279">
                <a:moveTo>
                  <a:pt x="26278" y="815339"/>
                </a:moveTo>
                <a:lnTo>
                  <a:pt x="26111" y="814069"/>
                </a:lnTo>
                <a:lnTo>
                  <a:pt x="26278" y="815339"/>
                </a:lnTo>
                <a:close/>
              </a:path>
              <a:path w="4022090" h="970279">
                <a:moveTo>
                  <a:pt x="4019315" y="829310"/>
                </a:moveTo>
                <a:lnTo>
                  <a:pt x="3993565" y="829310"/>
                </a:lnTo>
                <a:lnTo>
                  <a:pt x="3994950" y="821689"/>
                </a:lnTo>
                <a:lnTo>
                  <a:pt x="3995851" y="814069"/>
                </a:lnTo>
                <a:lnTo>
                  <a:pt x="3995788" y="815339"/>
                </a:lnTo>
                <a:lnTo>
                  <a:pt x="4021226" y="815339"/>
                </a:lnTo>
                <a:lnTo>
                  <a:pt x="4021124" y="816610"/>
                </a:lnTo>
                <a:lnTo>
                  <a:pt x="4021061" y="817880"/>
                </a:lnTo>
                <a:lnTo>
                  <a:pt x="4020057" y="825500"/>
                </a:lnTo>
                <a:lnTo>
                  <a:pt x="4019315" y="829310"/>
                </a:lnTo>
                <a:close/>
              </a:path>
              <a:path w="4022090" h="970279">
                <a:moveTo>
                  <a:pt x="28575" y="829310"/>
                </a:moveTo>
                <a:lnTo>
                  <a:pt x="28409" y="829310"/>
                </a:lnTo>
                <a:lnTo>
                  <a:pt x="28282" y="828039"/>
                </a:lnTo>
                <a:lnTo>
                  <a:pt x="28575" y="829310"/>
                </a:lnTo>
                <a:close/>
              </a:path>
              <a:path w="4022090" h="970279">
                <a:moveTo>
                  <a:pt x="4016173" y="843280"/>
                </a:moveTo>
                <a:lnTo>
                  <a:pt x="3989971" y="843280"/>
                </a:lnTo>
                <a:lnTo>
                  <a:pt x="3992092" y="835660"/>
                </a:lnTo>
                <a:lnTo>
                  <a:pt x="3991940" y="835660"/>
                </a:lnTo>
                <a:lnTo>
                  <a:pt x="3993692" y="828039"/>
                </a:lnTo>
                <a:lnTo>
                  <a:pt x="3993565" y="829310"/>
                </a:lnTo>
                <a:lnTo>
                  <a:pt x="4019315" y="829310"/>
                </a:lnTo>
                <a:lnTo>
                  <a:pt x="4018572" y="833119"/>
                </a:lnTo>
                <a:lnTo>
                  <a:pt x="4018445" y="834389"/>
                </a:lnTo>
                <a:lnTo>
                  <a:pt x="4016527" y="842010"/>
                </a:lnTo>
                <a:lnTo>
                  <a:pt x="4016173" y="843280"/>
                </a:lnTo>
                <a:close/>
              </a:path>
              <a:path w="4022090" h="970279">
                <a:moveTo>
                  <a:pt x="32226" y="843280"/>
                </a:moveTo>
                <a:lnTo>
                  <a:pt x="32004" y="843280"/>
                </a:lnTo>
                <a:lnTo>
                  <a:pt x="31813" y="842010"/>
                </a:lnTo>
                <a:lnTo>
                  <a:pt x="32226" y="843280"/>
                </a:lnTo>
                <a:close/>
              </a:path>
              <a:path w="4022090" h="970279">
                <a:moveTo>
                  <a:pt x="4000832" y="881380"/>
                </a:moveTo>
                <a:lnTo>
                  <a:pt x="3971671" y="881380"/>
                </a:lnTo>
                <a:lnTo>
                  <a:pt x="3975773" y="875030"/>
                </a:lnTo>
                <a:lnTo>
                  <a:pt x="3975455" y="875030"/>
                </a:lnTo>
                <a:lnTo>
                  <a:pt x="3979252" y="868680"/>
                </a:lnTo>
                <a:lnTo>
                  <a:pt x="3978960" y="868680"/>
                </a:lnTo>
                <a:lnTo>
                  <a:pt x="3982427" y="862330"/>
                </a:lnTo>
                <a:lnTo>
                  <a:pt x="3982161" y="862330"/>
                </a:lnTo>
                <a:lnTo>
                  <a:pt x="3985323" y="855980"/>
                </a:lnTo>
                <a:lnTo>
                  <a:pt x="3985082" y="855980"/>
                </a:lnTo>
                <a:lnTo>
                  <a:pt x="3987901" y="849630"/>
                </a:lnTo>
                <a:lnTo>
                  <a:pt x="3987685" y="849630"/>
                </a:lnTo>
                <a:lnTo>
                  <a:pt x="3990162" y="842010"/>
                </a:lnTo>
                <a:lnTo>
                  <a:pt x="3989971" y="843280"/>
                </a:lnTo>
                <a:lnTo>
                  <a:pt x="4016173" y="843280"/>
                </a:lnTo>
                <a:lnTo>
                  <a:pt x="4014406" y="849630"/>
                </a:lnTo>
                <a:lnTo>
                  <a:pt x="4011739" y="857250"/>
                </a:lnTo>
                <a:lnTo>
                  <a:pt x="4011523" y="858519"/>
                </a:lnTo>
                <a:lnTo>
                  <a:pt x="4008704" y="866139"/>
                </a:lnTo>
                <a:lnTo>
                  <a:pt x="4008462" y="866139"/>
                </a:lnTo>
                <a:lnTo>
                  <a:pt x="4005313" y="873760"/>
                </a:lnTo>
                <a:lnTo>
                  <a:pt x="4000832" y="881380"/>
                </a:lnTo>
                <a:close/>
              </a:path>
              <a:path w="4022090" h="970279">
                <a:moveTo>
                  <a:pt x="50838" y="881380"/>
                </a:moveTo>
                <a:lnTo>
                  <a:pt x="50304" y="881380"/>
                </a:lnTo>
                <a:lnTo>
                  <a:pt x="49961" y="880110"/>
                </a:lnTo>
                <a:lnTo>
                  <a:pt x="50838" y="881380"/>
                </a:lnTo>
                <a:close/>
              </a:path>
              <a:path w="4022090" h="970279">
                <a:moveTo>
                  <a:pt x="3980083" y="911860"/>
                </a:moveTo>
                <a:lnTo>
                  <a:pt x="3943629" y="911860"/>
                </a:lnTo>
                <a:lnTo>
                  <a:pt x="3949344" y="906780"/>
                </a:lnTo>
                <a:lnTo>
                  <a:pt x="3948899" y="906780"/>
                </a:lnTo>
                <a:lnTo>
                  <a:pt x="3954373" y="901700"/>
                </a:lnTo>
                <a:lnTo>
                  <a:pt x="3953941" y="901700"/>
                </a:lnTo>
                <a:lnTo>
                  <a:pt x="3959161" y="896619"/>
                </a:lnTo>
                <a:lnTo>
                  <a:pt x="3958755" y="896619"/>
                </a:lnTo>
                <a:lnTo>
                  <a:pt x="3963695" y="891539"/>
                </a:lnTo>
                <a:lnTo>
                  <a:pt x="3963314" y="891539"/>
                </a:lnTo>
                <a:lnTo>
                  <a:pt x="3967988" y="886460"/>
                </a:lnTo>
                <a:lnTo>
                  <a:pt x="3967632" y="886460"/>
                </a:lnTo>
                <a:lnTo>
                  <a:pt x="3972013" y="880110"/>
                </a:lnTo>
                <a:lnTo>
                  <a:pt x="3971671" y="881380"/>
                </a:lnTo>
                <a:lnTo>
                  <a:pt x="4000832" y="881380"/>
                </a:lnTo>
                <a:lnTo>
                  <a:pt x="3997159" y="887730"/>
                </a:lnTo>
                <a:lnTo>
                  <a:pt x="3993057" y="894080"/>
                </a:lnTo>
                <a:lnTo>
                  <a:pt x="3992714" y="895350"/>
                </a:lnTo>
                <a:lnTo>
                  <a:pt x="3987965" y="901700"/>
                </a:lnTo>
                <a:lnTo>
                  <a:pt x="3983291" y="908050"/>
                </a:lnTo>
                <a:lnTo>
                  <a:pt x="3980083" y="911860"/>
                </a:lnTo>
                <a:close/>
              </a:path>
              <a:path w="4022090" h="970279">
                <a:moveTo>
                  <a:pt x="79362" y="911860"/>
                </a:moveTo>
                <a:lnTo>
                  <a:pt x="78346" y="911860"/>
                </a:lnTo>
                <a:lnTo>
                  <a:pt x="77876" y="910589"/>
                </a:lnTo>
                <a:lnTo>
                  <a:pt x="79362" y="911860"/>
                </a:lnTo>
                <a:close/>
              </a:path>
              <a:path w="4022090" h="970279">
                <a:moveTo>
                  <a:pt x="3960266" y="930910"/>
                </a:moveTo>
                <a:lnTo>
                  <a:pt x="3914254" y="930910"/>
                </a:lnTo>
                <a:lnTo>
                  <a:pt x="3921048" y="927100"/>
                </a:lnTo>
                <a:lnTo>
                  <a:pt x="3920502" y="927100"/>
                </a:lnTo>
                <a:lnTo>
                  <a:pt x="3927094" y="923289"/>
                </a:lnTo>
                <a:lnTo>
                  <a:pt x="3926573" y="923289"/>
                </a:lnTo>
                <a:lnTo>
                  <a:pt x="3932961" y="919480"/>
                </a:lnTo>
                <a:lnTo>
                  <a:pt x="3932466" y="919480"/>
                </a:lnTo>
                <a:lnTo>
                  <a:pt x="3938638" y="915669"/>
                </a:lnTo>
                <a:lnTo>
                  <a:pt x="3938143" y="915669"/>
                </a:lnTo>
                <a:lnTo>
                  <a:pt x="3944099" y="910589"/>
                </a:lnTo>
                <a:lnTo>
                  <a:pt x="3943629" y="911860"/>
                </a:lnTo>
                <a:lnTo>
                  <a:pt x="3980083" y="911860"/>
                </a:lnTo>
                <a:lnTo>
                  <a:pt x="3977944" y="914400"/>
                </a:lnTo>
                <a:lnTo>
                  <a:pt x="3972318" y="919480"/>
                </a:lnTo>
                <a:lnTo>
                  <a:pt x="3971899" y="920750"/>
                </a:lnTo>
                <a:lnTo>
                  <a:pt x="3965981" y="925830"/>
                </a:lnTo>
                <a:lnTo>
                  <a:pt x="3960266" y="930910"/>
                </a:lnTo>
                <a:close/>
              </a:path>
              <a:path w="4022090" h="970279">
                <a:moveTo>
                  <a:pt x="109490" y="930910"/>
                </a:moveTo>
                <a:lnTo>
                  <a:pt x="107721" y="930910"/>
                </a:lnTo>
                <a:lnTo>
                  <a:pt x="107162" y="929639"/>
                </a:lnTo>
                <a:lnTo>
                  <a:pt x="109490" y="930910"/>
                </a:lnTo>
                <a:close/>
              </a:path>
              <a:path w="4022090" h="970279">
                <a:moveTo>
                  <a:pt x="3950512" y="938530"/>
                </a:moveTo>
                <a:lnTo>
                  <a:pt x="3894518" y="938530"/>
                </a:lnTo>
                <a:lnTo>
                  <a:pt x="3901833" y="935989"/>
                </a:lnTo>
                <a:lnTo>
                  <a:pt x="3901249" y="935989"/>
                </a:lnTo>
                <a:lnTo>
                  <a:pt x="3908399" y="933450"/>
                </a:lnTo>
                <a:lnTo>
                  <a:pt x="3907828" y="933450"/>
                </a:lnTo>
                <a:lnTo>
                  <a:pt x="3914813" y="929639"/>
                </a:lnTo>
                <a:lnTo>
                  <a:pt x="3914254" y="930910"/>
                </a:lnTo>
                <a:lnTo>
                  <a:pt x="3960266" y="930910"/>
                </a:lnTo>
                <a:lnTo>
                  <a:pt x="3953840" y="935989"/>
                </a:lnTo>
                <a:lnTo>
                  <a:pt x="3950512" y="938530"/>
                </a:lnTo>
                <a:close/>
              </a:path>
              <a:path w="4022090" h="970279">
                <a:moveTo>
                  <a:pt x="130587" y="938530"/>
                </a:moveTo>
                <a:lnTo>
                  <a:pt x="127457" y="938530"/>
                </a:lnTo>
                <a:lnTo>
                  <a:pt x="126847" y="937260"/>
                </a:lnTo>
                <a:lnTo>
                  <a:pt x="130587" y="938530"/>
                </a:lnTo>
                <a:close/>
              </a:path>
              <a:path w="4022090" h="970279">
                <a:moveTo>
                  <a:pt x="3947185" y="941069"/>
                </a:moveTo>
                <a:lnTo>
                  <a:pt x="3880637" y="941069"/>
                </a:lnTo>
                <a:lnTo>
                  <a:pt x="3888257" y="939800"/>
                </a:lnTo>
                <a:lnTo>
                  <a:pt x="3887647" y="939800"/>
                </a:lnTo>
                <a:lnTo>
                  <a:pt x="3895115" y="937260"/>
                </a:lnTo>
                <a:lnTo>
                  <a:pt x="3894518" y="938530"/>
                </a:lnTo>
                <a:lnTo>
                  <a:pt x="3950512" y="938530"/>
                </a:lnTo>
                <a:lnTo>
                  <a:pt x="3947185" y="941069"/>
                </a:lnTo>
                <a:close/>
              </a:path>
              <a:path w="4022090" h="970279">
                <a:moveTo>
                  <a:pt x="3918292" y="956310"/>
                </a:moveTo>
                <a:lnTo>
                  <a:pt x="103682" y="956310"/>
                </a:lnTo>
                <a:lnTo>
                  <a:pt x="96697" y="953769"/>
                </a:lnTo>
                <a:lnTo>
                  <a:pt x="89357" y="949960"/>
                </a:lnTo>
                <a:lnTo>
                  <a:pt x="81686" y="944880"/>
                </a:lnTo>
                <a:lnTo>
                  <a:pt x="75298" y="941069"/>
                </a:lnTo>
                <a:lnTo>
                  <a:pt x="140715" y="941069"/>
                </a:lnTo>
                <a:lnTo>
                  <a:pt x="148475" y="942339"/>
                </a:lnTo>
                <a:lnTo>
                  <a:pt x="147840" y="942339"/>
                </a:lnTo>
                <a:lnTo>
                  <a:pt x="155727" y="943610"/>
                </a:lnTo>
                <a:lnTo>
                  <a:pt x="155079" y="943610"/>
                </a:lnTo>
                <a:lnTo>
                  <a:pt x="163080" y="944880"/>
                </a:lnTo>
                <a:lnTo>
                  <a:pt x="3940289" y="944880"/>
                </a:lnTo>
                <a:lnTo>
                  <a:pt x="3932618" y="949960"/>
                </a:lnTo>
                <a:lnTo>
                  <a:pt x="3925277" y="953769"/>
                </a:lnTo>
                <a:lnTo>
                  <a:pt x="3918292" y="956310"/>
                </a:lnTo>
                <a:close/>
              </a:path>
              <a:path w="4022090" h="970279">
                <a:moveTo>
                  <a:pt x="3940289" y="944880"/>
                </a:moveTo>
                <a:lnTo>
                  <a:pt x="3858895" y="944880"/>
                </a:lnTo>
                <a:lnTo>
                  <a:pt x="3866896" y="943610"/>
                </a:lnTo>
                <a:lnTo>
                  <a:pt x="3866248" y="943610"/>
                </a:lnTo>
                <a:lnTo>
                  <a:pt x="3874134" y="942339"/>
                </a:lnTo>
                <a:lnTo>
                  <a:pt x="3873500" y="942339"/>
                </a:lnTo>
                <a:lnTo>
                  <a:pt x="3881259" y="941069"/>
                </a:lnTo>
                <a:lnTo>
                  <a:pt x="3946677" y="941069"/>
                </a:lnTo>
                <a:lnTo>
                  <a:pt x="3940289" y="944880"/>
                </a:lnTo>
                <a:close/>
              </a:path>
              <a:path w="4022090" h="970279">
                <a:moveTo>
                  <a:pt x="3886352" y="966469"/>
                </a:moveTo>
                <a:lnTo>
                  <a:pt x="135623" y="966469"/>
                </a:lnTo>
                <a:lnTo>
                  <a:pt x="127393" y="963930"/>
                </a:lnTo>
                <a:lnTo>
                  <a:pt x="119913" y="962660"/>
                </a:lnTo>
                <a:lnTo>
                  <a:pt x="111988" y="960119"/>
                </a:lnTo>
                <a:lnTo>
                  <a:pt x="104254" y="956310"/>
                </a:lnTo>
                <a:lnTo>
                  <a:pt x="3917721" y="956310"/>
                </a:lnTo>
                <a:lnTo>
                  <a:pt x="3910571" y="958850"/>
                </a:lnTo>
                <a:lnTo>
                  <a:pt x="3902062" y="962660"/>
                </a:lnTo>
                <a:lnTo>
                  <a:pt x="3894581" y="963930"/>
                </a:lnTo>
                <a:lnTo>
                  <a:pt x="3886352" y="966469"/>
                </a:lnTo>
                <a:close/>
              </a:path>
              <a:path w="4022090" h="970279">
                <a:moveTo>
                  <a:pt x="3860177" y="970280"/>
                </a:moveTo>
                <a:lnTo>
                  <a:pt x="161798" y="970280"/>
                </a:lnTo>
                <a:lnTo>
                  <a:pt x="136245" y="966469"/>
                </a:lnTo>
                <a:lnTo>
                  <a:pt x="3885730" y="966469"/>
                </a:lnTo>
                <a:lnTo>
                  <a:pt x="3860177" y="97028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61484" y="3237496"/>
            <a:ext cx="37973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spc="3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spc="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spc="39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 中 断 类 型 码 是</a:t>
            </a:r>
            <a:endParaRPr sz="2400">
              <a:latin typeface="Noto Sans Mono CJK HK"/>
              <a:cs typeface="Noto Sans Mono CJK HK"/>
            </a:endParaRPr>
          </a:p>
          <a:p>
            <a:pPr marL="38100">
              <a:lnSpc>
                <a:spcPct val="100000"/>
              </a:lnSpc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08H~0FH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49304" y="4271390"/>
            <a:ext cx="4022090" cy="817880"/>
          </a:xfrm>
          <a:custGeom>
            <a:avLst/>
            <a:gdLst/>
            <a:ahLst/>
            <a:cxnLst/>
            <a:rect l="l" t="t" r="r" b="b"/>
            <a:pathLst>
              <a:path w="4022090" h="817879">
                <a:moveTo>
                  <a:pt x="3906012" y="2539"/>
                </a:moveTo>
                <a:lnTo>
                  <a:pt x="115963" y="2539"/>
                </a:lnTo>
                <a:lnTo>
                  <a:pt x="123101" y="1270"/>
                </a:lnTo>
                <a:lnTo>
                  <a:pt x="129717" y="0"/>
                </a:lnTo>
                <a:lnTo>
                  <a:pt x="3892257" y="0"/>
                </a:lnTo>
                <a:lnTo>
                  <a:pt x="3898874" y="1270"/>
                </a:lnTo>
                <a:lnTo>
                  <a:pt x="3906012" y="2539"/>
                </a:lnTo>
                <a:close/>
              </a:path>
              <a:path w="4022090" h="817879">
                <a:moveTo>
                  <a:pt x="3957866" y="24129"/>
                </a:moveTo>
                <a:lnTo>
                  <a:pt x="64096" y="24129"/>
                </a:lnTo>
                <a:lnTo>
                  <a:pt x="69989" y="20320"/>
                </a:lnTo>
                <a:lnTo>
                  <a:pt x="75514" y="16510"/>
                </a:lnTo>
                <a:lnTo>
                  <a:pt x="81749" y="13970"/>
                </a:lnTo>
                <a:lnTo>
                  <a:pt x="88163" y="11429"/>
                </a:lnTo>
                <a:lnTo>
                  <a:pt x="88734" y="10160"/>
                </a:lnTo>
                <a:lnTo>
                  <a:pt x="94742" y="8889"/>
                </a:lnTo>
                <a:lnTo>
                  <a:pt x="95326" y="7620"/>
                </a:lnTo>
                <a:lnTo>
                  <a:pt x="101460" y="6350"/>
                </a:lnTo>
                <a:lnTo>
                  <a:pt x="102069" y="6350"/>
                </a:lnTo>
                <a:lnTo>
                  <a:pt x="108953" y="3810"/>
                </a:lnTo>
                <a:lnTo>
                  <a:pt x="115341" y="2539"/>
                </a:lnTo>
                <a:lnTo>
                  <a:pt x="3906634" y="2539"/>
                </a:lnTo>
                <a:lnTo>
                  <a:pt x="3913022" y="3810"/>
                </a:lnTo>
                <a:lnTo>
                  <a:pt x="3919905" y="6350"/>
                </a:lnTo>
                <a:lnTo>
                  <a:pt x="3926649" y="7620"/>
                </a:lnTo>
                <a:lnTo>
                  <a:pt x="3927233" y="8889"/>
                </a:lnTo>
                <a:lnTo>
                  <a:pt x="3933812" y="11429"/>
                </a:lnTo>
                <a:lnTo>
                  <a:pt x="3940213" y="13970"/>
                </a:lnTo>
                <a:lnTo>
                  <a:pt x="3945915" y="16510"/>
                </a:lnTo>
                <a:lnTo>
                  <a:pt x="3951986" y="20320"/>
                </a:lnTo>
                <a:lnTo>
                  <a:pt x="3957866" y="24129"/>
                </a:lnTo>
                <a:close/>
              </a:path>
              <a:path w="4022090" h="817879">
                <a:moveTo>
                  <a:pt x="56222" y="63500"/>
                </a:moveTo>
                <a:lnTo>
                  <a:pt x="24917" y="63500"/>
                </a:lnTo>
                <a:lnTo>
                  <a:pt x="28968" y="57150"/>
                </a:lnTo>
                <a:lnTo>
                  <a:pt x="33274" y="52070"/>
                </a:lnTo>
                <a:lnTo>
                  <a:pt x="37426" y="46989"/>
                </a:lnTo>
                <a:lnTo>
                  <a:pt x="42202" y="41910"/>
                </a:lnTo>
                <a:lnTo>
                  <a:pt x="47218" y="36829"/>
                </a:lnTo>
                <a:lnTo>
                  <a:pt x="52463" y="33020"/>
                </a:lnTo>
                <a:lnTo>
                  <a:pt x="58407" y="27939"/>
                </a:lnTo>
                <a:lnTo>
                  <a:pt x="63588" y="24129"/>
                </a:lnTo>
                <a:lnTo>
                  <a:pt x="3958374" y="24129"/>
                </a:lnTo>
                <a:lnTo>
                  <a:pt x="3960101" y="25400"/>
                </a:lnTo>
                <a:lnTo>
                  <a:pt x="132918" y="25400"/>
                </a:lnTo>
                <a:lnTo>
                  <a:pt x="126301" y="26670"/>
                </a:lnTo>
                <a:lnTo>
                  <a:pt x="121056" y="26670"/>
                </a:lnTo>
                <a:lnTo>
                  <a:pt x="117856" y="27939"/>
                </a:lnTo>
                <a:lnTo>
                  <a:pt x="115277" y="27939"/>
                </a:lnTo>
                <a:lnTo>
                  <a:pt x="109004" y="30479"/>
                </a:lnTo>
                <a:lnTo>
                  <a:pt x="109600" y="30479"/>
                </a:lnTo>
                <a:lnTo>
                  <a:pt x="103466" y="31750"/>
                </a:lnTo>
                <a:lnTo>
                  <a:pt x="104051" y="31750"/>
                </a:lnTo>
                <a:lnTo>
                  <a:pt x="98056" y="34289"/>
                </a:lnTo>
                <a:lnTo>
                  <a:pt x="98628" y="34289"/>
                </a:lnTo>
                <a:lnTo>
                  <a:pt x="92773" y="36829"/>
                </a:lnTo>
                <a:lnTo>
                  <a:pt x="93332" y="36829"/>
                </a:lnTo>
                <a:lnTo>
                  <a:pt x="87630" y="39370"/>
                </a:lnTo>
                <a:lnTo>
                  <a:pt x="88176" y="39370"/>
                </a:lnTo>
                <a:lnTo>
                  <a:pt x="82638" y="41910"/>
                </a:lnTo>
                <a:lnTo>
                  <a:pt x="83172" y="41910"/>
                </a:lnTo>
                <a:lnTo>
                  <a:pt x="79599" y="44450"/>
                </a:lnTo>
                <a:lnTo>
                  <a:pt x="78308" y="44450"/>
                </a:lnTo>
                <a:lnTo>
                  <a:pt x="73139" y="48260"/>
                </a:lnTo>
                <a:lnTo>
                  <a:pt x="73621" y="48260"/>
                </a:lnTo>
                <a:lnTo>
                  <a:pt x="68630" y="52070"/>
                </a:lnTo>
                <a:lnTo>
                  <a:pt x="69100" y="52070"/>
                </a:lnTo>
                <a:lnTo>
                  <a:pt x="64300" y="55879"/>
                </a:lnTo>
                <a:lnTo>
                  <a:pt x="64757" y="55879"/>
                </a:lnTo>
                <a:lnTo>
                  <a:pt x="60159" y="59689"/>
                </a:lnTo>
                <a:lnTo>
                  <a:pt x="60591" y="59689"/>
                </a:lnTo>
                <a:lnTo>
                  <a:pt x="56222" y="63500"/>
                </a:lnTo>
                <a:close/>
              </a:path>
              <a:path w="4022090" h="817879">
                <a:moveTo>
                  <a:pt x="3907307" y="29210"/>
                </a:moveTo>
                <a:lnTo>
                  <a:pt x="3900919" y="26670"/>
                </a:lnTo>
                <a:lnTo>
                  <a:pt x="3895661" y="26670"/>
                </a:lnTo>
                <a:lnTo>
                  <a:pt x="3889057" y="25400"/>
                </a:lnTo>
                <a:lnTo>
                  <a:pt x="3960101" y="25400"/>
                </a:lnTo>
                <a:lnTo>
                  <a:pt x="3963555" y="27939"/>
                </a:lnTo>
                <a:lnTo>
                  <a:pt x="3906697" y="27939"/>
                </a:lnTo>
                <a:lnTo>
                  <a:pt x="3907307" y="29210"/>
                </a:lnTo>
                <a:close/>
              </a:path>
              <a:path w="4022090" h="817879">
                <a:moveTo>
                  <a:pt x="114655" y="29210"/>
                </a:moveTo>
                <a:lnTo>
                  <a:pt x="115277" y="27939"/>
                </a:lnTo>
                <a:lnTo>
                  <a:pt x="117856" y="27939"/>
                </a:lnTo>
                <a:lnTo>
                  <a:pt x="114655" y="29210"/>
                </a:lnTo>
                <a:close/>
              </a:path>
              <a:path w="4022090" h="817879">
                <a:moveTo>
                  <a:pt x="3944162" y="45720"/>
                </a:moveTo>
                <a:lnTo>
                  <a:pt x="3938803" y="41910"/>
                </a:lnTo>
                <a:lnTo>
                  <a:pt x="3939324" y="41910"/>
                </a:lnTo>
                <a:lnTo>
                  <a:pt x="3933786" y="39370"/>
                </a:lnTo>
                <a:lnTo>
                  <a:pt x="3934332" y="39370"/>
                </a:lnTo>
                <a:lnTo>
                  <a:pt x="3928643" y="36829"/>
                </a:lnTo>
                <a:lnTo>
                  <a:pt x="3929189" y="36829"/>
                </a:lnTo>
                <a:lnTo>
                  <a:pt x="3923347" y="34289"/>
                </a:lnTo>
                <a:lnTo>
                  <a:pt x="3923919" y="34289"/>
                </a:lnTo>
                <a:lnTo>
                  <a:pt x="3917911" y="31750"/>
                </a:lnTo>
                <a:lnTo>
                  <a:pt x="3918508" y="31750"/>
                </a:lnTo>
                <a:lnTo>
                  <a:pt x="3912362" y="30479"/>
                </a:lnTo>
                <a:lnTo>
                  <a:pt x="3912971" y="30479"/>
                </a:lnTo>
                <a:lnTo>
                  <a:pt x="3906697" y="27939"/>
                </a:lnTo>
                <a:lnTo>
                  <a:pt x="3963555" y="27939"/>
                </a:lnTo>
                <a:lnTo>
                  <a:pt x="3969499" y="33020"/>
                </a:lnTo>
                <a:lnTo>
                  <a:pt x="3974299" y="36829"/>
                </a:lnTo>
                <a:lnTo>
                  <a:pt x="3979760" y="41910"/>
                </a:lnTo>
                <a:lnTo>
                  <a:pt x="3982154" y="44450"/>
                </a:lnTo>
                <a:lnTo>
                  <a:pt x="3943654" y="44450"/>
                </a:lnTo>
                <a:lnTo>
                  <a:pt x="3944162" y="45720"/>
                </a:lnTo>
                <a:close/>
              </a:path>
              <a:path w="4022090" h="817879">
                <a:moveTo>
                  <a:pt x="77812" y="45720"/>
                </a:moveTo>
                <a:lnTo>
                  <a:pt x="78308" y="44450"/>
                </a:lnTo>
                <a:lnTo>
                  <a:pt x="79599" y="44450"/>
                </a:lnTo>
                <a:lnTo>
                  <a:pt x="77812" y="45720"/>
                </a:lnTo>
                <a:close/>
              </a:path>
              <a:path w="4022090" h="817879">
                <a:moveTo>
                  <a:pt x="3997058" y="63500"/>
                </a:moveTo>
                <a:lnTo>
                  <a:pt x="3965752" y="63500"/>
                </a:lnTo>
                <a:lnTo>
                  <a:pt x="3961383" y="59689"/>
                </a:lnTo>
                <a:lnTo>
                  <a:pt x="3961803" y="59689"/>
                </a:lnTo>
                <a:lnTo>
                  <a:pt x="3957218" y="55879"/>
                </a:lnTo>
                <a:lnTo>
                  <a:pt x="3957662" y="55879"/>
                </a:lnTo>
                <a:lnTo>
                  <a:pt x="3952875" y="52070"/>
                </a:lnTo>
                <a:lnTo>
                  <a:pt x="3953344" y="52070"/>
                </a:lnTo>
                <a:lnTo>
                  <a:pt x="3948353" y="48260"/>
                </a:lnTo>
                <a:lnTo>
                  <a:pt x="3948836" y="48260"/>
                </a:lnTo>
                <a:lnTo>
                  <a:pt x="3943654" y="44450"/>
                </a:lnTo>
                <a:lnTo>
                  <a:pt x="3982154" y="44450"/>
                </a:lnTo>
                <a:lnTo>
                  <a:pt x="3984548" y="46989"/>
                </a:lnTo>
                <a:lnTo>
                  <a:pt x="3988701" y="52070"/>
                </a:lnTo>
                <a:lnTo>
                  <a:pt x="3993006" y="57150"/>
                </a:lnTo>
                <a:lnTo>
                  <a:pt x="3997058" y="63500"/>
                </a:lnTo>
                <a:close/>
              </a:path>
              <a:path w="4022090" h="817879">
                <a:moveTo>
                  <a:pt x="83172" y="774700"/>
                </a:moveTo>
                <a:lnTo>
                  <a:pt x="42202" y="774700"/>
                </a:lnTo>
                <a:lnTo>
                  <a:pt x="37833" y="769620"/>
                </a:lnTo>
                <a:lnTo>
                  <a:pt x="33274" y="764539"/>
                </a:lnTo>
                <a:lnTo>
                  <a:pt x="28600" y="759460"/>
                </a:lnTo>
                <a:lnTo>
                  <a:pt x="24917" y="754379"/>
                </a:lnTo>
                <a:lnTo>
                  <a:pt x="24574" y="753110"/>
                </a:lnTo>
                <a:lnTo>
                  <a:pt x="21132" y="748029"/>
                </a:lnTo>
                <a:lnTo>
                  <a:pt x="20815" y="748029"/>
                </a:lnTo>
                <a:lnTo>
                  <a:pt x="17640" y="741679"/>
                </a:lnTo>
                <a:lnTo>
                  <a:pt x="14427" y="735329"/>
                </a:lnTo>
                <a:lnTo>
                  <a:pt x="2882" y="701039"/>
                </a:lnTo>
                <a:lnTo>
                  <a:pt x="1625" y="694689"/>
                </a:lnTo>
                <a:lnTo>
                  <a:pt x="787" y="688339"/>
                </a:lnTo>
                <a:lnTo>
                  <a:pt x="723" y="687070"/>
                </a:lnTo>
                <a:lnTo>
                  <a:pt x="268" y="680720"/>
                </a:lnTo>
                <a:lnTo>
                  <a:pt x="142" y="678179"/>
                </a:lnTo>
                <a:lnTo>
                  <a:pt x="0" y="673100"/>
                </a:lnTo>
                <a:lnTo>
                  <a:pt x="12" y="143510"/>
                </a:lnTo>
                <a:lnTo>
                  <a:pt x="144" y="138429"/>
                </a:lnTo>
                <a:lnTo>
                  <a:pt x="268" y="135889"/>
                </a:lnTo>
                <a:lnTo>
                  <a:pt x="723" y="129539"/>
                </a:lnTo>
                <a:lnTo>
                  <a:pt x="1625" y="121920"/>
                </a:lnTo>
                <a:lnTo>
                  <a:pt x="2882" y="115570"/>
                </a:lnTo>
                <a:lnTo>
                  <a:pt x="3009" y="114300"/>
                </a:lnTo>
                <a:lnTo>
                  <a:pt x="4483" y="107950"/>
                </a:lnTo>
                <a:lnTo>
                  <a:pt x="6426" y="101600"/>
                </a:lnTo>
                <a:lnTo>
                  <a:pt x="6616" y="100329"/>
                </a:lnTo>
                <a:lnTo>
                  <a:pt x="8686" y="95250"/>
                </a:lnTo>
                <a:lnTo>
                  <a:pt x="24574" y="63500"/>
                </a:lnTo>
                <a:lnTo>
                  <a:pt x="56629" y="63500"/>
                </a:lnTo>
                <a:lnTo>
                  <a:pt x="52476" y="68579"/>
                </a:lnTo>
                <a:lnTo>
                  <a:pt x="52857" y="68579"/>
                </a:lnTo>
                <a:lnTo>
                  <a:pt x="48933" y="72389"/>
                </a:lnTo>
                <a:lnTo>
                  <a:pt x="49301" y="72389"/>
                </a:lnTo>
                <a:lnTo>
                  <a:pt x="45618" y="77470"/>
                </a:lnTo>
                <a:lnTo>
                  <a:pt x="45961" y="77470"/>
                </a:lnTo>
                <a:lnTo>
                  <a:pt x="42519" y="82550"/>
                </a:lnTo>
                <a:lnTo>
                  <a:pt x="42837" y="82550"/>
                </a:lnTo>
                <a:lnTo>
                  <a:pt x="39662" y="87629"/>
                </a:lnTo>
                <a:lnTo>
                  <a:pt x="39954" y="87629"/>
                </a:lnTo>
                <a:lnTo>
                  <a:pt x="37033" y="92710"/>
                </a:lnTo>
                <a:lnTo>
                  <a:pt x="37299" y="92710"/>
                </a:lnTo>
                <a:lnTo>
                  <a:pt x="34658" y="97789"/>
                </a:lnTo>
                <a:lnTo>
                  <a:pt x="34899" y="97789"/>
                </a:lnTo>
                <a:lnTo>
                  <a:pt x="32537" y="102870"/>
                </a:lnTo>
                <a:lnTo>
                  <a:pt x="32753" y="102870"/>
                </a:lnTo>
                <a:lnTo>
                  <a:pt x="31087" y="107950"/>
                </a:lnTo>
                <a:lnTo>
                  <a:pt x="30861" y="107950"/>
                </a:lnTo>
                <a:lnTo>
                  <a:pt x="29083" y="114300"/>
                </a:lnTo>
                <a:lnTo>
                  <a:pt x="29235" y="114300"/>
                </a:lnTo>
                <a:lnTo>
                  <a:pt x="28056" y="119379"/>
                </a:lnTo>
                <a:lnTo>
                  <a:pt x="27889" y="119379"/>
                </a:lnTo>
                <a:lnTo>
                  <a:pt x="26720" y="125729"/>
                </a:lnTo>
                <a:lnTo>
                  <a:pt x="25984" y="132079"/>
                </a:lnTo>
                <a:lnTo>
                  <a:pt x="25641" y="137160"/>
                </a:lnTo>
                <a:lnTo>
                  <a:pt x="25427" y="143510"/>
                </a:lnTo>
                <a:lnTo>
                  <a:pt x="25427" y="673100"/>
                </a:lnTo>
                <a:lnTo>
                  <a:pt x="25541" y="678375"/>
                </a:lnTo>
                <a:lnTo>
                  <a:pt x="26047" y="685800"/>
                </a:lnTo>
                <a:lnTo>
                  <a:pt x="26822" y="690879"/>
                </a:lnTo>
                <a:lnTo>
                  <a:pt x="27889" y="697229"/>
                </a:lnTo>
                <a:lnTo>
                  <a:pt x="28056" y="697229"/>
                </a:lnTo>
                <a:lnTo>
                  <a:pt x="29235" y="702310"/>
                </a:lnTo>
                <a:lnTo>
                  <a:pt x="29083" y="702310"/>
                </a:lnTo>
                <a:lnTo>
                  <a:pt x="30861" y="708660"/>
                </a:lnTo>
                <a:lnTo>
                  <a:pt x="31087" y="708660"/>
                </a:lnTo>
                <a:lnTo>
                  <a:pt x="32753" y="713739"/>
                </a:lnTo>
                <a:lnTo>
                  <a:pt x="32537" y="713739"/>
                </a:lnTo>
                <a:lnTo>
                  <a:pt x="34899" y="718820"/>
                </a:lnTo>
                <a:lnTo>
                  <a:pt x="34658" y="718820"/>
                </a:lnTo>
                <a:lnTo>
                  <a:pt x="37299" y="725170"/>
                </a:lnTo>
                <a:lnTo>
                  <a:pt x="37617" y="725170"/>
                </a:lnTo>
                <a:lnTo>
                  <a:pt x="39954" y="730250"/>
                </a:lnTo>
                <a:lnTo>
                  <a:pt x="40297" y="730250"/>
                </a:lnTo>
                <a:lnTo>
                  <a:pt x="42837" y="735329"/>
                </a:lnTo>
                <a:lnTo>
                  <a:pt x="43380" y="735329"/>
                </a:lnTo>
                <a:lnTo>
                  <a:pt x="45961" y="739139"/>
                </a:lnTo>
                <a:lnTo>
                  <a:pt x="45618" y="739139"/>
                </a:lnTo>
                <a:lnTo>
                  <a:pt x="49301" y="744220"/>
                </a:lnTo>
                <a:lnTo>
                  <a:pt x="48933" y="744220"/>
                </a:lnTo>
                <a:lnTo>
                  <a:pt x="52857" y="749300"/>
                </a:lnTo>
                <a:lnTo>
                  <a:pt x="53514" y="749300"/>
                </a:lnTo>
                <a:lnTo>
                  <a:pt x="56629" y="753110"/>
                </a:lnTo>
                <a:lnTo>
                  <a:pt x="56222" y="753110"/>
                </a:lnTo>
                <a:lnTo>
                  <a:pt x="60591" y="756920"/>
                </a:lnTo>
                <a:lnTo>
                  <a:pt x="60159" y="756920"/>
                </a:lnTo>
                <a:lnTo>
                  <a:pt x="64757" y="760729"/>
                </a:lnTo>
                <a:lnTo>
                  <a:pt x="64300" y="760729"/>
                </a:lnTo>
                <a:lnTo>
                  <a:pt x="69100" y="764539"/>
                </a:lnTo>
                <a:lnTo>
                  <a:pt x="68630" y="764539"/>
                </a:lnTo>
                <a:lnTo>
                  <a:pt x="73621" y="768350"/>
                </a:lnTo>
                <a:lnTo>
                  <a:pt x="73139" y="768350"/>
                </a:lnTo>
                <a:lnTo>
                  <a:pt x="78308" y="772160"/>
                </a:lnTo>
                <a:lnTo>
                  <a:pt x="79599" y="772160"/>
                </a:lnTo>
                <a:lnTo>
                  <a:pt x="83172" y="774700"/>
                </a:lnTo>
                <a:close/>
              </a:path>
              <a:path w="4022090" h="817879">
                <a:moveTo>
                  <a:pt x="4010456" y="87629"/>
                </a:moveTo>
                <a:lnTo>
                  <a:pt x="3982313" y="87629"/>
                </a:lnTo>
                <a:lnTo>
                  <a:pt x="3979125" y="82550"/>
                </a:lnTo>
                <a:lnTo>
                  <a:pt x="3979443" y="82550"/>
                </a:lnTo>
                <a:lnTo>
                  <a:pt x="3976014" y="77470"/>
                </a:lnTo>
                <a:lnTo>
                  <a:pt x="3976357" y="77470"/>
                </a:lnTo>
                <a:lnTo>
                  <a:pt x="3972674" y="72389"/>
                </a:lnTo>
                <a:lnTo>
                  <a:pt x="3973029" y="72389"/>
                </a:lnTo>
                <a:lnTo>
                  <a:pt x="3969118" y="68579"/>
                </a:lnTo>
                <a:lnTo>
                  <a:pt x="3969499" y="68579"/>
                </a:lnTo>
                <a:lnTo>
                  <a:pt x="3965346" y="63500"/>
                </a:lnTo>
                <a:lnTo>
                  <a:pt x="3997401" y="63500"/>
                </a:lnTo>
                <a:lnTo>
                  <a:pt x="4000830" y="68579"/>
                </a:lnTo>
                <a:lnTo>
                  <a:pt x="4004335" y="74929"/>
                </a:lnTo>
                <a:lnTo>
                  <a:pt x="4007548" y="81279"/>
                </a:lnTo>
                <a:lnTo>
                  <a:pt x="4010456" y="87629"/>
                </a:lnTo>
                <a:close/>
              </a:path>
              <a:path w="4022090" h="817879">
                <a:moveTo>
                  <a:pt x="3991292" y="109220"/>
                </a:moveTo>
                <a:lnTo>
                  <a:pt x="3989222" y="102870"/>
                </a:lnTo>
                <a:lnTo>
                  <a:pt x="3989438" y="102870"/>
                </a:lnTo>
                <a:lnTo>
                  <a:pt x="3987076" y="97789"/>
                </a:lnTo>
                <a:lnTo>
                  <a:pt x="3987317" y="97789"/>
                </a:lnTo>
                <a:lnTo>
                  <a:pt x="3984663" y="92710"/>
                </a:lnTo>
                <a:lnTo>
                  <a:pt x="3984929" y="92710"/>
                </a:lnTo>
                <a:lnTo>
                  <a:pt x="3982021" y="87629"/>
                </a:lnTo>
                <a:lnTo>
                  <a:pt x="4010698" y="87629"/>
                </a:lnTo>
                <a:lnTo>
                  <a:pt x="4013276" y="95250"/>
                </a:lnTo>
                <a:lnTo>
                  <a:pt x="4015358" y="100329"/>
                </a:lnTo>
                <a:lnTo>
                  <a:pt x="4015549" y="101600"/>
                </a:lnTo>
                <a:lnTo>
                  <a:pt x="4017327" y="107950"/>
                </a:lnTo>
                <a:lnTo>
                  <a:pt x="3991114" y="107950"/>
                </a:lnTo>
                <a:lnTo>
                  <a:pt x="3991292" y="109220"/>
                </a:lnTo>
                <a:close/>
              </a:path>
              <a:path w="4022090" h="817879">
                <a:moveTo>
                  <a:pt x="30670" y="109220"/>
                </a:moveTo>
                <a:lnTo>
                  <a:pt x="30861" y="107950"/>
                </a:lnTo>
                <a:lnTo>
                  <a:pt x="31087" y="107950"/>
                </a:lnTo>
                <a:lnTo>
                  <a:pt x="30670" y="109220"/>
                </a:lnTo>
                <a:close/>
              </a:path>
              <a:path w="4022090" h="817879">
                <a:moveTo>
                  <a:pt x="3994213" y="120650"/>
                </a:moveTo>
                <a:lnTo>
                  <a:pt x="3992727" y="114300"/>
                </a:lnTo>
                <a:lnTo>
                  <a:pt x="3992892" y="114300"/>
                </a:lnTo>
                <a:lnTo>
                  <a:pt x="3991114" y="107950"/>
                </a:lnTo>
                <a:lnTo>
                  <a:pt x="4017327" y="107950"/>
                </a:lnTo>
                <a:lnTo>
                  <a:pt x="4018953" y="114300"/>
                </a:lnTo>
                <a:lnTo>
                  <a:pt x="4019080" y="115570"/>
                </a:lnTo>
                <a:lnTo>
                  <a:pt x="4019781" y="119379"/>
                </a:lnTo>
                <a:lnTo>
                  <a:pt x="3994086" y="119379"/>
                </a:lnTo>
                <a:lnTo>
                  <a:pt x="3994213" y="120650"/>
                </a:lnTo>
                <a:close/>
              </a:path>
              <a:path w="4022090" h="817879">
                <a:moveTo>
                  <a:pt x="27762" y="120650"/>
                </a:moveTo>
                <a:lnTo>
                  <a:pt x="27889" y="119379"/>
                </a:lnTo>
                <a:lnTo>
                  <a:pt x="28056" y="119379"/>
                </a:lnTo>
                <a:lnTo>
                  <a:pt x="27762" y="120650"/>
                </a:lnTo>
                <a:close/>
              </a:path>
              <a:path w="4022090" h="817879">
                <a:moveTo>
                  <a:pt x="4021827" y="138429"/>
                </a:moveTo>
                <a:lnTo>
                  <a:pt x="3996436" y="138429"/>
                </a:lnTo>
                <a:lnTo>
                  <a:pt x="3996397" y="137160"/>
                </a:lnTo>
                <a:lnTo>
                  <a:pt x="3995928" y="132079"/>
                </a:lnTo>
                <a:lnTo>
                  <a:pt x="3995140" y="125729"/>
                </a:lnTo>
                <a:lnTo>
                  <a:pt x="3994086" y="119379"/>
                </a:lnTo>
                <a:lnTo>
                  <a:pt x="4019781" y="119379"/>
                </a:lnTo>
                <a:lnTo>
                  <a:pt x="4020248" y="121920"/>
                </a:lnTo>
                <a:lnTo>
                  <a:pt x="4021188" y="129539"/>
                </a:lnTo>
                <a:lnTo>
                  <a:pt x="4021759" y="135889"/>
                </a:lnTo>
                <a:lnTo>
                  <a:pt x="4021827" y="138429"/>
                </a:lnTo>
                <a:close/>
              </a:path>
              <a:path w="4022090" h="817879">
                <a:moveTo>
                  <a:pt x="25539" y="138429"/>
                </a:moveTo>
                <a:lnTo>
                  <a:pt x="25565" y="137160"/>
                </a:lnTo>
                <a:lnTo>
                  <a:pt x="25539" y="138429"/>
                </a:lnTo>
                <a:close/>
              </a:path>
              <a:path w="4022090" h="817879">
                <a:moveTo>
                  <a:pt x="3996424" y="138280"/>
                </a:moveTo>
                <a:lnTo>
                  <a:pt x="3996334" y="137160"/>
                </a:lnTo>
                <a:lnTo>
                  <a:pt x="3996424" y="138280"/>
                </a:lnTo>
                <a:close/>
              </a:path>
              <a:path w="4022090" h="817879">
                <a:moveTo>
                  <a:pt x="4021963" y="673100"/>
                </a:moveTo>
                <a:lnTo>
                  <a:pt x="3996563" y="673100"/>
                </a:lnTo>
                <a:lnTo>
                  <a:pt x="3996563" y="144779"/>
                </a:lnTo>
                <a:lnTo>
                  <a:pt x="3996424" y="138280"/>
                </a:lnTo>
                <a:lnTo>
                  <a:pt x="3996436" y="138429"/>
                </a:lnTo>
                <a:lnTo>
                  <a:pt x="4021827" y="138429"/>
                </a:lnTo>
                <a:lnTo>
                  <a:pt x="4021963" y="143510"/>
                </a:lnTo>
                <a:lnTo>
                  <a:pt x="4021963" y="673100"/>
                </a:lnTo>
                <a:close/>
              </a:path>
              <a:path w="4022090" h="817879">
                <a:moveTo>
                  <a:pt x="25427" y="673100"/>
                </a:moveTo>
                <a:lnTo>
                  <a:pt x="25400" y="671829"/>
                </a:lnTo>
                <a:lnTo>
                  <a:pt x="25427" y="673100"/>
                </a:lnTo>
                <a:close/>
              </a:path>
              <a:path w="4022090" h="817879">
                <a:moveTo>
                  <a:pt x="4021793" y="679450"/>
                </a:moveTo>
                <a:lnTo>
                  <a:pt x="3996397" y="679450"/>
                </a:lnTo>
                <a:lnTo>
                  <a:pt x="3996563" y="672374"/>
                </a:lnTo>
                <a:lnTo>
                  <a:pt x="3996563" y="673100"/>
                </a:lnTo>
                <a:lnTo>
                  <a:pt x="4021963" y="673100"/>
                </a:lnTo>
                <a:lnTo>
                  <a:pt x="4021793" y="679450"/>
                </a:lnTo>
                <a:close/>
              </a:path>
              <a:path w="4022090" h="817879">
                <a:moveTo>
                  <a:pt x="25624" y="679450"/>
                </a:moveTo>
                <a:lnTo>
                  <a:pt x="25539" y="678179"/>
                </a:lnTo>
                <a:lnTo>
                  <a:pt x="25624" y="679450"/>
                </a:lnTo>
                <a:close/>
              </a:path>
              <a:path w="4022090" h="817879">
                <a:moveTo>
                  <a:pt x="3996422" y="678375"/>
                </a:moveTo>
                <a:lnTo>
                  <a:pt x="3996427" y="678179"/>
                </a:lnTo>
                <a:lnTo>
                  <a:pt x="3996422" y="678375"/>
                </a:lnTo>
                <a:close/>
              </a:path>
              <a:path w="4022090" h="817879">
                <a:moveTo>
                  <a:pt x="4021353" y="685800"/>
                </a:moveTo>
                <a:lnTo>
                  <a:pt x="3995928" y="685800"/>
                </a:lnTo>
                <a:lnTo>
                  <a:pt x="3996422" y="678375"/>
                </a:lnTo>
                <a:lnTo>
                  <a:pt x="3996397" y="679450"/>
                </a:lnTo>
                <a:lnTo>
                  <a:pt x="4021793" y="679450"/>
                </a:lnTo>
                <a:lnTo>
                  <a:pt x="4021759" y="680720"/>
                </a:lnTo>
                <a:lnTo>
                  <a:pt x="4021353" y="685800"/>
                </a:lnTo>
                <a:close/>
              </a:path>
              <a:path w="4022090" h="817879">
                <a:moveTo>
                  <a:pt x="26151" y="685800"/>
                </a:moveTo>
                <a:lnTo>
                  <a:pt x="25984" y="684529"/>
                </a:lnTo>
                <a:lnTo>
                  <a:pt x="26151" y="685800"/>
                </a:lnTo>
                <a:close/>
              </a:path>
              <a:path w="4022090" h="817879">
                <a:moveTo>
                  <a:pt x="4019781" y="697229"/>
                </a:moveTo>
                <a:lnTo>
                  <a:pt x="3994086" y="697229"/>
                </a:lnTo>
                <a:lnTo>
                  <a:pt x="3995242" y="690879"/>
                </a:lnTo>
                <a:lnTo>
                  <a:pt x="3995991" y="684529"/>
                </a:lnTo>
                <a:lnTo>
                  <a:pt x="3995928" y="685800"/>
                </a:lnTo>
                <a:lnTo>
                  <a:pt x="4021353" y="685800"/>
                </a:lnTo>
                <a:lnTo>
                  <a:pt x="4021251" y="687070"/>
                </a:lnTo>
                <a:lnTo>
                  <a:pt x="4021188" y="688339"/>
                </a:lnTo>
                <a:lnTo>
                  <a:pt x="4020248" y="694689"/>
                </a:lnTo>
                <a:lnTo>
                  <a:pt x="4019781" y="697229"/>
                </a:lnTo>
                <a:close/>
              </a:path>
              <a:path w="4022090" h="817879">
                <a:moveTo>
                  <a:pt x="28056" y="697229"/>
                </a:moveTo>
                <a:lnTo>
                  <a:pt x="27889" y="697229"/>
                </a:lnTo>
                <a:lnTo>
                  <a:pt x="27762" y="695960"/>
                </a:lnTo>
                <a:lnTo>
                  <a:pt x="28056" y="697229"/>
                </a:lnTo>
                <a:close/>
              </a:path>
              <a:path w="4022090" h="817879">
                <a:moveTo>
                  <a:pt x="4017327" y="708660"/>
                </a:moveTo>
                <a:lnTo>
                  <a:pt x="3991114" y="708660"/>
                </a:lnTo>
                <a:lnTo>
                  <a:pt x="3992892" y="702310"/>
                </a:lnTo>
                <a:lnTo>
                  <a:pt x="3992727" y="702310"/>
                </a:lnTo>
                <a:lnTo>
                  <a:pt x="3994213" y="695960"/>
                </a:lnTo>
                <a:lnTo>
                  <a:pt x="3994086" y="697229"/>
                </a:lnTo>
                <a:lnTo>
                  <a:pt x="4019781" y="697229"/>
                </a:lnTo>
                <a:lnTo>
                  <a:pt x="4019080" y="701039"/>
                </a:lnTo>
                <a:lnTo>
                  <a:pt x="4018953" y="702310"/>
                </a:lnTo>
                <a:lnTo>
                  <a:pt x="4017327" y="708660"/>
                </a:lnTo>
                <a:close/>
              </a:path>
              <a:path w="4022090" h="817879">
                <a:moveTo>
                  <a:pt x="31087" y="708660"/>
                </a:moveTo>
                <a:lnTo>
                  <a:pt x="30861" y="708660"/>
                </a:lnTo>
                <a:lnTo>
                  <a:pt x="30670" y="707389"/>
                </a:lnTo>
                <a:lnTo>
                  <a:pt x="31087" y="708660"/>
                </a:lnTo>
                <a:close/>
              </a:path>
              <a:path w="4022090" h="817879">
                <a:moveTo>
                  <a:pt x="4012115" y="725170"/>
                </a:moveTo>
                <a:lnTo>
                  <a:pt x="3984663" y="725170"/>
                </a:lnTo>
                <a:lnTo>
                  <a:pt x="3987317" y="718820"/>
                </a:lnTo>
                <a:lnTo>
                  <a:pt x="3987076" y="718820"/>
                </a:lnTo>
                <a:lnTo>
                  <a:pt x="3989438" y="713739"/>
                </a:lnTo>
                <a:lnTo>
                  <a:pt x="3989222" y="713739"/>
                </a:lnTo>
                <a:lnTo>
                  <a:pt x="3991292" y="707389"/>
                </a:lnTo>
                <a:lnTo>
                  <a:pt x="3991114" y="708660"/>
                </a:lnTo>
                <a:lnTo>
                  <a:pt x="4017327" y="708660"/>
                </a:lnTo>
                <a:lnTo>
                  <a:pt x="4015549" y="715010"/>
                </a:lnTo>
                <a:lnTo>
                  <a:pt x="4013060" y="722629"/>
                </a:lnTo>
                <a:lnTo>
                  <a:pt x="4012115" y="725170"/>
                </a:lnTo>
                <a:close/>
              </a:path>
              <a:path w="4022090" h="817879">
                <a:moveTo>
                  <a:pt x="37617" y="725170"/>
                </a:moveTo>
                <a:lnTo>
                  <a:pt x="37299" y="725170"/>
                </a:lnTo>
                <a:lnTo>
                  <a:pt x="37033" y="723900"/>
                </a:lnTo>
                <a:lnTo>
                  <a:pt x="37617" y="725170"/>
                </a:lnTo>
                <a:close/>
              </a:path>
              <a:path w="4022090" h="817879">
                <a:moveTo>
                  <a:pt x="4009875" y="730250"/>
                </a:moveTo>
                <a:lnTo>
                  <a:pt x="3982021" y="730250"/>
                </a:lnTo>
                <a:lnTo>
                  <a:pt x="3984929" y="723900"/>
                </a:lnTo>
                <a:lnTo>
                  <a:pt x="3984663" y="725170"/>
                </a:lnTo>
                <a:lnTo>
                  <a:pt x="4012115" y="725170"/>
                </a:lnTo>
                <a:lnTo>
                  <a:pt x="4010698" y="728979"/>
                </a:lnTo>
                <a:lnTo>
                  <a:pt x="4010456" y="728979"/>
                </a:lnTo>
                <a:lnTo>
                  <a:pt x="4009875" y="730250"/>
                </a:lnTo>
                <a:close/>
              </a:path>
              <a:path w="4022090" h="817879">
                <a:moveTo>
                  <a:pt x="40297" y="730250"/>
                </a:moveTo>
                <a:lnTo>
                  <a:pt x="39954" y="730250"/>
                </a:lnTo>
                <a:lnTo>
                  <a:pt x="39662" y="728979"/>
                </a:lnTo>
                <a:lnTo>
                  <a:pt x="40297" y="730250"/>
                </a:lnTo>
                <a:close/>
              </a:path>
              <a:path w="4022090" h="817879">
                <a:moveTo>
                  <a:pt x="4007548" y="735329"/>
                </a:moveTo>
                <a:lnTo>
                  <a:pt x="3979125" y="735329"/>
                </a:lnTo>
                <a:lnTo>
                  <a:pt x="3982313" y="728979"/>
                </a:lnTo>
                <a:lnTo>
                  <a:pt x="3982021" y="730250"/>
                </a:lnTo>
                <a:lnTo>
                  <a:pt x="4009875" y="730250"/>
                </a:lnTo>
                <a:lnTo>
                  <a:pt x="4007548" y="735329"/>
                </a:lnTo>
                <a:close/>
              </a:path>
              <a:path w="4022090" h="817879">
                <a:moveTo>
                  <a:pt x="43380" y="735329"/>
                </a:moveTo>
                <a:lnTo>
                  <a:pt x="42837" y="735329"/>
                </a:lnTo>
                <a:lnTo>
                  <a:pt x="42519" y="734060"/>
                </a:lnTo>
                <a:lnTo>
                  <a:pt x="43380" y="735329"/>
                </a:lnTo>
                <a:close/>
              </a:path>
              <a:path w="4022090" h="817879">
                <a:moveTo>
                  <a:pt x="4000211" y="749300"/>
                </a:moveTo>
                <a:lnTo>
                  <a:pt x="3969118" y="749300"/>
                </a:lnTo>
                <a:lnTo>
                  <a:pt x="3973029" y="744220"/>
                </a:lnTo>
                <a:lnTo>
                  <a:pt x="3972674" y="744220"/>
                </a:lnTo>
                <a:lnTo>
                  <a:pt x="3976357" y="739139"/>
                </a:lnTo>
                <a:lnTo>
                  <a:pt x="3976014" y="739139"/>
                </a:lnTo>
                <a:lnTo>
                  <a:pt x="3979443" y="734060"/>
                </a:lnTo>
                <a:lnTo>
                  <a:pt x="3979125" y="735329"/>
                </a:lnTo>
                <a:lnTo>
                  <a:pt x="4007548" y="735329"/>
                </a:lnTo>
                <a:lnTo>
                  <a:pt x="4001147" y="748029"/>
                </a:lnTo>
                <a:lnTo>
                  <a:pt x="4000211" y="749300"/>
                </a:lnTo>
                <a:close/>
              </a:path>
              <a:path w="4022090" h="817879">
                <a:moveTo>
                  <a:pt x="53514" y="749300"/>
                </a:moveTo>
                <a:lnTo>
                  <a:pt x="52857" y="749300"/>
                </a:lnTo>
                <a:lnTo>
                  <a:pt x="52476" y="748029"/>
                </a:lnTo>
                <a:lnTo>
                  <a:pt x="53514" y="749300"/>
                </a:lnTo>
                <a:close/>
              </a:path>
              <a:path w="4022090" h="817879">
                <a:moveTo>
                  <a:pt x="3981735" y="772160"/>
                </a:moveTo>
                <a:lnTo>
                  <a:pt x="3943654" y="772160"/>
                </a:lnTo>
                <a:lnTo>
                  <a:pt x="3948836" y="768350"/>
                </a:lnTo>
                <a:lnTo>
                  <a:pt x="3948353" y="768350"/>
                </a:lnTo>
                <a:lnTo>
                  <a:pt x="3953344" y="764539"/>
                </a:lnTo>
                <a:lnTo>
                  <a:pt x="3952875" y="764539"/>
                </a:lnTo>
                <a:lnTo>
                  <a:pt x="3957662" y="760729"/>
                </a:lnTo>
                <a:lnTo>
                  <a:pt x="3957218" y="760729"/>
                </a:lnTo>
                <a:lnTo>
                  <a:pt x="3961803" y="756920"/>
                </a:lnTo>
                <a:lnTo>
                  <a:pt x="3961383" y="756920"/>
                </a:lnTo>
                <a:lnTo>
                  <a:pt x="3965752" y="753110"/>
                </a:lnTo>
                <a:lnTo>
                  <a:pt x="3965346" y="753110"/>
                </a:lnTo>
                <a:lnTo>
                  <a:pt x="3969499" y="748029"/>
                </a:lnTo>
                <a:lnTo>
                  <a:pt x="3969118" y="749300"/>
                </a:lnTo>
                <a:lnTo>
                  <a:pt x="4000211" y="749300"/>
                </a:lnTo>
                <a:lnTo>
                  <a:pt x="3997401" y="753110"/>
                </a:lnTo>
                <a:lnTo>
                  <a:pt x="3997058" y="754379"/>
                </a:lnTo>
                <a:lnTo>
                  <a:pt x="3993375" y="759460"/>
                </a:lnTo>
                <a:lnTo>
                  <a:pt x="3988701" y="764539"/>
                </a:lnTo>
                <a:lnTo>
                  <a:pt x="3984142" y="769620"/>
                </a:lnTo>
                <a:lnTo>
                  <a:pt x="3981735" y="772160"/>
                </a:lnTo>
                <a:close/>
              </a:path>
              <a:path w="4022090" h="817879">
                <a:moveTo>
                  <a:pt x="79599" y="772160"/>
                </a:moveTo>
                <a:lnTo>
                  <a:pt x="78308" y="772160"/>
                </a:lnTo>
                <a:lnTo>
                  <a:pt x="77812" y="770889"/>
                </a:lnTo>
                <a:lnTo>
                  <a:pt x="79599" y="772160"/>
                </a:lnTo>
                <a:close/>
              </a:path>
              <a:path w="4022090" h="817879">
                <a:moveTo>
                  <a:pt x="3972982" y="781050"/>
                </a:moveTo>
                <a:lnTo>
                  <a:pt x="3928643" y="781050"/>
                </a:lnTo>
                <a:lnTo>
                  <a:pt x="3934332" y="777239"/>
                </a:lnTo>
                <a:lnTo>
                  <a:pt x="3933786" y="777239"/>
                </a:lnTo>
                <a:lnTo>
                  <a:pt x="3939324" y="774700"/>
                </a:lnTo>
                <a:lnTo>
                  <a:pt x="3938803" y="774700"/>
                </a:lnTo>
                <a:lnTo>
                  <a:pt x="3944162" y="770889"/>
                </a:lnTo>
                <a:lnTo>
                  <a:pt x="3943654" y="772160"/>
                </a:lnTo>
                <a:lnTo>
                  <a:pt x="3981735" y="772160"/>
                </a:lnTo>
                <a:lnTo>
                  <a:pt x="3979329" y="774700"/>
                </a:lnTo>
                <a:lnTo>
                  <a:pt x="3974299" y="779779"/>
                </a:lnTo>
                <a:lnTo>
                  <a:pt x="3972982" y="781050"/>
                </a:lnTo>
                <a:close/>
              </a:path>
              <a:path w="4022090" h="817879">
                <a:moveTo>
                  <a:pt x="138988" y="792479"/>
                </a:moveTo>
                <a:lnTo>
                  <a:pt x="63588" y="792479"/>
                </a:lnTo>
                <a:lnTo>
                  <a:pt x="57924" y="788670"/>
                </a:lnTo>
                <a:lnTo>
                  <a:pt x="52933" y="784860"/>
                </a:lnTo>
                <a:lnTo>
                  <a:pt x="47218" y="779779"/>
                </a:lnTo>
                <a:lnTo>
                  <a:pt x="42633" y="774700"/>
                </a:lnTo>
                <a:lnTo>
                  <a:pt x="82638" y="774700"/>
                </a:lnTo>
                <a:lnTo>
                  <a:pt x="88176" y="777239"/>
                </a:lnTo>
                <a:lnTo>
                  <a:pt x="87630" y="777239"/>
                </a:lnTo>
                <a:lnTo>
                  <a:pt x="93332" y="781050"/>
                </a:lnTo>
                <a:lnTo>
                  <a:pt x="95700" y="781050"/>
                </a:lnTo>
                <a:lnTo>
                  <a:pt x="98628" y="782320"/>
                </a:lnTo>
                <a:lnTo>
                  <a:pt x="98056" y="782320"/>
                </a:lnTo>
                <a:lnTo>
                  <a:pt x="104051" y="784860"/>
                </a:lnTo>
                <a:lnTo>
                  <a:pt x="103466" y="784860"/>
                </a:lnTo>
                <a:lnTo>
                  <a:pt x="109600" y="787400"/>
                </a:lnTo>
                <a:lnTo>
                  <a:pt x="112141" y="787400"/>
                </a:lnTo>
                <a:lnTo>
                  <a:pt x="115277" y="788670"/>
                </a:lnTo>
                <a:lnTo>
                  <a:pt x="114655" y="788670"/>
                </a:lnTo>
                <a:lnTo>
                  <a:pt x="121056" y="789939"/>
                </a:lnTo>
                <a:lnTo>
                  <a:pt x="120434" y="789939"/>
                </a:lnTo>
                <a:lnTo>
                  <a:pt x="126936" y="791210"/>
                </a:lnTo>
                <a:lnTo>
                  <a:pt x="132283" y="791210"/>
                </a:lnTo>
                <a:lnTo>
                  <a:pt x="138988" y="792479"/>
                </a:lnTo>
                <a:close/>
              </a:path>
              <a:path w="4022090" h="817879">
                <a:moveTo>
                  <a:pt x="95700" y="781050"/>
                </a:moveTo>
                <a:lnTo>
                  <a:pt x="93332" y="781050"/>
                </a:lnTo>
                <a:lnTo>
                  <a:pt x="92773" y="779779"/>
                </a:lnTo>
                <a:lnTo>
                  <a:pt x="95700" y="781050"/>
                </a:lnTo>
                <a:close/>
              </a:path>
              <a:path w="4022090" h="817879">
                <a:moveTo>
                  <a:pt x="3965702" y="787400"/>
                </a:moveTo>
                <a:lnTo>
                  <a:pt x="3912362" y="787400"/>
                </a:lnTo>
                <a:lnTo>
                  <a:pt x="3918508" y="784860"/>
                </a:lnTo>
                <a:lnTo>
                  <a:pt x="3917911" y="784860"/>
                </a:lnTo>
                <a:lnTo>
                  <a:pt x="3923919" y="782320"/>
                </a:lnTo>
                <a:lnTo>
                  <a:pt x="3923347" y="782320"/>
                </a:lnTo>
                <a:lnTo>
                  <a:pt x="3929189" y="779779"/>
                </a:lnTo>
                <a:lnTo>
                  <a:pt x="3928643" y="781050"/>
                </a:lnTo>
                <a:lnTo>
                  <a:pt x="3972982" y="781050"/>
                </a:lnTo>
                <a:lnTo>
                  <a:pt x="3969029" y="784860"/>
                </a:lnTo>
                <a:lnTo>
                  <a:pt x="3965702" y="787400"/>
                </a:lnTo>
                <a:close/>
              </a:path>
              <a:path w="4022090" h="817879">
                <a:moveTo>
                  <a:pt x="112141" y="787400"/>
                </a:moveTo>
                <a:lnTo>
                  <a:pt x="109600" y="787400"/>
                </a:lnTo>
                <a:lnTo>
                  <a:pt x="109004" y="786129"/>
                </a:lnTo>
                <a:lnTo>
                  <a:pt x="112141" y="787400"/>
                </a:lnTo>
                <a:close/>
              </a:path>
              <a:path w="4022090" h="817879">
                <a:moveTo>
                  <a:pt x="3958374" y="792479"/>
                </a:moveTo>
                <a:lnTo>
                  <a:pt x="3882986" y="792479"/>
                </a:lnTo>
                <a:lnTo>
                  <a:pt x="3889692" y="791210"/>
                </a:lnTo>
                <a:lnTo>
                  <a:pt x="3895039" y="791210"/>
                </a:lnTo>
                <a:lnTo>
                  <a:pt x="3901541" y="789939"/>
                </a:lnTo>
                <a:lnTo>
                  <a:pt x="3900919" y="789939"/>
                </a:lnTo>
                <a:lnTo>
                  <a:pt x="3907307" y="788670"/>
                </a:lnTo>
                <a:lnTo>
                  <a:pt x="3906697" y="788670"/>
                </a:lnTo>
                <a:lnTo>
                  <a:pt x="3912971" y="786129"/>
                </a:lnTo>
                <a:lnTo>
                  <a:pt x="3912362" y="787400"/>
                </a:lnTo>
                <a:lnTo>
                  <a:pt x="3965702" y="787400"/>
                </a:lnTo>
                <a:lnTo>
                  <a:pt x="3964038" y="788670"/>
                </a:lnTo>
                <a:lnTo>
                  <a:pt x="3958374" y="792479"/>
                </a:lnTo>
                <a:close/>
              </a:path>
              <a:path w="4022090" h="817879">
                <a:moveTo>
                  <a:pt x="3906634" y="814069"/>
                </a:moveTo>
                <a:lnTo>
                  <a:pt x="115341" y="814069"/>
                </a:lnTo>
                <a:lnTo>
                  <a:pt x="108953" y="812800"/>
                </a:lnTo>
                <a:lnTo>
                  <a:pt x="101460" y="810260"/>
                </a:lnTo>
                <a:lnTo>
                  <a:pt x="95326" y="808989"/>
                </a:lnTo>
                <a:lnTo>
                  <a:pt x="88734" y="806450"/>
                </a:lnTo>
                <a:lnTo>
                  <a:pt x="88163" y="806450"/>
                </a:lnTo>
                <a:lnTo>
                  <a:pt x="81749" y="802639"/>
                </a:lnTo>
                <a:lnTo>
                  <a:pt x="75514" y="800100"/>
                </a:lnTo>
                <a:lnTo>
                  <a:pt x="69456" y="796289"/>
                </a:lnTo>
                <a:lnTo>
                  <a:pt x="64096" y="792479"/>
                </a:lnTo>
                <a:lnTo>
                  <a:pt x="3957866" y="792479"/>
                </a:lnTo>
                <a:lnTo>
                  <a:pt x="3952506" y="796289"/>
                </a:lnTo>
                <a:lnTo>
                  <a:pt x="3951986" y="796289"/>
                </a:lnTo>
                <a:lnTo>
                  <a:pt x="3945915" y="800100"/>
                </a:lnTo>
                <a:lnTo>
                  <a:pt x="3940213" y="802639"/>
                </a:lnTo>
                <a:lnTo>
                  <a:pt x="3933812" y="806450"/>
                </a:lnTo>
                <a:lnTo>
                  <a:pt x="3927233" y="808989"/>
                </a:lnTo>
                <a:lnTo>
                  <a:pt x="3926649" y="808989"/>
                </a:lnTo>
                <a:lnTo>
                  <a:pt x="3920502" y="810260"/>
                </a:lnTo>
                <a:lnTo>
                  <a:pt x="3913022" y="812800"/>
                </a:lnTo>
                <a:lnTo>
                  <a:pt x="3906634" y="814069"/>
                </a:lnTo>
                <a:close/>
              </a:path>
              <a:path w="4022090" h="817879">
                <a:moveTo>
                  <a:pt x="3892257" y="816610"/>
                </a:moveTo>
                <a:lnTo>
                  <a:pt x="129717" y="816610"/>
                </a:lnTo>
                <a:lnTo>
                  <a:pt x="122466" y="815339"/>
                </a:lnTo>
                <a:lnTo>
                  <a:pt x="115963" y="814069"/>
                </a:lnTo>
                <a:lnTo>
                  <a:pt x="3906012" y="814069"/>
                </a:lnTo>
                <a:lnTo>
                  <a:pt x="3899496" y="815339"/>
                </a:lnTo>
                <a:lnTo>
                  <a:pt x="3892257" y="816610"/>
                </a:lnTo>
                <a:close/>
              </a:path>
              <a:path w="4022090" h="817879">
                <a:moveTo>
                  <a:pt x="3884904" y="817880"/>
                </a:moveTo>
                <a:lnTo>
                  <a:pt x="137058" y="817880"/>
                </a:lnTo>
                <a:lnTo>
                  <a:pt x="130352" y="816610"/>
                </a:lnTo>
                <a:lnTo>
                  <a:pt x="3891622" y="816610"/>
                </a:lnTo>
                <a:lnTo>
                  <a:pt x="3884904" y="81788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754041" y="4438992"/>
            <a:ext cx="272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：非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400" spc="-25" dirty="0">
                <a:solidFill>
                  <a:srgbClr val="000099"/>
                </a:solidFill>
                <a:latin typeface="Noto Sans Mono CJK HK"/>
                <a:cs typeface="Noto Sans Mono CJK HK"/>
              </a:rPr>
              <a:t>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11" name="object 11"/>
          <p:cNvSpPr txBox="1"/>
          <p:nvPr/>
        </p:nvSpPr>
        <p:spPr>
          <a:xfrm>
            <a:off x="995095" y="2081314"/>
            <a:ext cx="219646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0"/>
              </a:spcBef>
              <a:tabLst>
                <a:tab pos="1044575" algn="l"/>
                <a:tab pos="1082040" algn="l"/>
              </a:tabLst>
            </a:pP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2" action="ppaction://hlinksldjump"/>
              </a:rPr>
              <a:t>13H</a:t>
            </a:r>
            <a:r>
              <a:rPr sz="2400" u="none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20H,</a:t>
            </a:r>
            <a:r>
              <a:rPr sz="2400" u="none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8115" y="3176689"/>
            <a:ext cx="212534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59485" algn="l"/>
                <a:tab pos="1010285" algn="l"/>
              </a:tabLst>
            </a:pP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3" action="ppaction://hlinksldjump"/>
              </a:rPr>
              <a:t>08H</a:t>
            </a:r>
            <a:r>
              <a:rPr sz="2400" u="none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21H,</a:t>
            </a:r>
            <a:r>
              <a:rPr sz="2400" u="none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28115" y="4272064"/>
            <a:ext cx="2176145" cy="756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908685" algn="l"/>
                <a:tab pos="1010285" algn="l"/>
              </a:tabLst>
            </a:pP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4" action="ppaction://hlinksldjump"/>
              </a:rPr>
              <a:t>0DH</a:t>
            </a:r>
            <a:r>
              <a:rPr sz="2400" u="none" spc="-25" dirty="0">
                <a:solidFill>
                  <a:srgbClr val="0000FF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21H,</a:t>
            </a:r>
            <a:r>
              <a:rPr sz="2400" u="none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3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94359"/>
            <a:ext cx="6867525" cy="448309"/>
          </a:xfrm>
          <a:custGeom>
            <a:avLst/>
            <a:gdLst/>
            <a:ahLst/>
            <a:cxnLst/>
            <a:rect l="l" t="t" r="r" b="b"/>
            <a:pathLst>
              <a:path w="6867525" h="448309">
                <a:moveTo>
                  <a:pt x="6867144" y="448055"/>
                </a:moveTo>
                <a:lnTo>
                  <a:pt x="0" y="448055"/>
                </a:lnTo>
                <a:lnTo>
                  <a:pt x="0" y="0"/>
                </a:lnTo>
                <a:lnTo>
                  <a:pt x="6867144" y="0"/>
                </a:lnTo>
                <a:lnTo>
                  <a:pt x="6867144" y="44805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065" y="583603"/>
            <a:ext cx="87845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80" dirty="0">
                <a:solidFill>
                  <a:srgbClr val="333399"/>
                </a:solidFill>
              </a:rPr>
              <a:t>例</a:t>
            </a:r>
            <a:r>
              <a:rPr spc="90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2</a:t>
            </a:r>
            <a:r>
              <a:rPr spc="90" dirty="0">
                <a:solidFill>
                  <a:srgbClr val="333399"/>
                </a:solidFill>
              </a:rPr>
              <a:t>：</a:t>
            </a:r>
            <a:r>
              <a:rPr spc="90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PC/AT</a:t>
            </a:r>
            <a:r>
              <a:rPr spc="80" dirty="0">
                <a:solidFill>
                  <a:srgbClr val="333399"/>
                </a:solidFill>
              </a:rPr>
              <a:t>机中</a:t>
            </a:r>
            <a:r>
              <a:rPr u="heavy" spc="8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/>
                <a:cs typeface="Times New Roman" panose="02020603050405020304"/>
              </a:rPr>
              <a:t>8259A</a:t>
            </a:r>
            <a:r>
              <a:rPr u="none" spc="80" dirty="0">
                <a:solidFill>
                  <a:srgbClr val="333399"/>
                </a:solidFill>
              </a:rPr>
              <a:t>主片的</a:t>
            </a:r>
            <a:r>
              <a:rPr u="heavy" spc="8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</a:rPr>
              <a:t>端口地址</a:t>
            </a:r>
            <a:r>
              <a:rPr u="none" spc="80" dirty="0">
                <a:solidFill>
                  <a:srgbClr val="333399"/>
                </a:solidFill>
              </a:rPr>
              <a:t>是</a:t>
            </a:r>
            <a:r>
              <a:rPr u="none" spc="90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20H</a:t>
            </a:r>
            <a:r>
              <a:rPr u="none" spc="85" dirty="0">
                <a:solidFill>
                  <a:srgbClr val="333399"/>
                </a:solidFill>
              </a:rPr>
              <a:t>、</a:t>
            </a:r>
            <a:r>
              <a:rPr u="none" spc="40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21H</a:t>
            </a:r>
            <a:r>
              <a:rPr u="none" spc="40" dirty="0">
                <a:solidFill>
                  <a:srgbClr val="333399"/>
                </a:solidFill>
              </a:rPr>
              <a:t>，</a:t>
            </a:r>
            <a:endParaRPr u="none" spc="40" dirty="0">
              <a:solidFill>
                <a:srgbClr val="333399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164" y="795019"/>
            <a:ext cx="7807325" cy="1308100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0"/>
              </a:spcBef>
            </a:pP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从片的端口地址是</a:t>
            </a:r>
            <a:r>
              <a:rPr sz="2800" spc="-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A0H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</a:t>
            </a:r>
            <a:r>
              <a:rPr sz="2800" spc="-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A1H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。初始化序列如下：</a:t>
            </a:r>
            <a:endParaRPr sz="2800">
              <a:latin typeface="Noto Sans Mono CJK HK"/>
              <a:cs typeface="Noto Sans Mono CJK HK"/>
            </a:endParaRPr>
          </a:p>
          <a:p>
            <a:pPr marL="1102995" indent="-227330">
              <a:lnSpc>
                <a:spcPct val="100000"/>
              </a:lnSpc>
              <a:spcBef>
                <a:spcPts val="1690"/>
              </a:spcBef>
              <a:buFont typeface="Arial" panose="020B0604020202020204"/>
              <a:buChar char="•"/>
              <a:tabLst>
                <a:tab pos="1102995" algn="l"/>
                <a:tab pos="3752215" algn="l"/>
              </a:tabLst>
            </a:pP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初始化主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片</a:t>
            </a:r>
            <a:r>
              <a:rPr sz="2800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•</a:t>
            </a:r>
            <a:r>
              <a:rPr sz="2800" spc="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初始化从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片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29764" y="2380437"/>
            <a:ext cx="22193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11H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20H,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29764" y="3317697"/>
            <a:ext cx="22193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08H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21H,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29764" y="5192217"/>
            <a:ext cx="22193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01H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21H,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68215" y="2380437"/>
            <a:ext cx="23971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11H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0A0H,</a:t>
            </a:r>
            <a:r>
              <a:rPr sz="2800" spc="-4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68215" y="3317697"/>
            <a:ext cx="23971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70H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0A1H,</a:t>
            </a:r>
            <a:r>
              <a:rPr sz="2800" spc="-4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29764" y="4297629"/>
            <a:ext cx="50577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50515" algn="l"/>
              </a:tabLst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04H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02H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8300" y="4766259"/>
            <a:ext cx="69723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03265" algn="l"/>
              </a:tabLst>
            </a:pPr>
            <a:r>
              <a:rPr sz="2800" u="sng" spc="44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800" u="sng" spc="-109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O</a:t>
            </a:r>
            <a:r>
              <a:rPr sz="2800" u="sng" spc="37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819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U</a:t>
            </a:r>
            <a:r>
              <a:rPr sz="2800" u="sng" spc="9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62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T</a:t>
            </a:r>
            <a:r>
              <a:rPr sz="2800" u="sng" spc="69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1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2</a:t>
            </a:r>
            <a:r>
              <a:rPr sz="2800" u="sng" spc="-71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1</a:t>
            </a:r>
            <a:r>
              <a:rPr sz="2800" u="sng" spc="-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84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H</a:t>
            </a:r>
            <a:r>
              <a:rPr sz="2800" u="sng" spc="114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2800" u="sng" spc="16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84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2800" u="sng" spc="13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L</a:t>
            </a:r>
            <a:r>
              <a:rPr sz="2800" u="sng" spc="5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800" u="none" spc="-29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5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800" u="none" spc="-29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5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 </a:t>
            </a:r>
            <a:r>
              <a:rPr sz="2800" u="none" spc="-350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64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O</a:t>
            </a:r>
            <a:r>
              <a:rPr sz="2800" u="sng" spc="-7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77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U</a:t>
            </a:r>
            <a:r>
              <a:rPr sz="2800" u="sng" spc="4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57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T</a:t>
            </a:r>
            <a:r>
              <a:rPr sz="2800" u="sng" spc="63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61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0</a:t>
            </a:r>
            <a:r>
              <a:rPr sz="2800" u="sng" spc="-114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55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2800" u="sng" spc="-14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63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1</a:t>
            </a:r>
            <a:r>
              <a:rPr sz="2800" u="sng" spc="-8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-76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H</a:t>
            </a:r>
            <a:r>
              <a:rPr sz="2800" u="sng" spc="35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,</a:t>
            </a:r>
            <a:r>
              <a:rPr sz="28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u="sng" spc="-36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A</a:t>
            </a:r>
            <a:r>
              <a:rPr sz="2800" u="sng" spc="-34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Arial" panose="020B0604020202020204"/>
                <a:cs typeface="Arial" panose="020B0604020202020204"/>
              </a:rPr>
              <a:t>L</a:t>
            </a:r>
            <a:r>
              <a:rPr sz="2800" u="sng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u="sng" spc="70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spc="-2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70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spc="-2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70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spc="-2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70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none" spc="-225" dirty="0">
                <a:solidFill>
                  <a:srgbClr val="33339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800" u="sng" spc="700" dirty="0">
                <a:solidFill>
                  <a:srgbClr val="333399"/>
                </a:solidFill>
                <a:uFill>
                  <a:solidFill>
                    <a:srgbClr val="FF9933"/>
                  </a:solidFill>
                </a:uFill>
                <a:latin typeface="Times New Roman" panose="02020603050405020304"/>
                <a:cs typeface="Times New Roman" panose="02020603050405020304"/>
              </a:rPr>
              <a:t> 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8215" y="5192217"/>
            <a:ext cx="23971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01H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0A1H,</a:t>
            </a:r>
            <a:r>
              <a:rPr sz="2800" spc="-4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85800" y="6218237"/>
            <a:ext cx="8115300" cy="12700"/>
            <a:chOff x="685800" y="6218237"/>
            <a:chExt cx="8115300" cy="12700"/>
          </a:xfrm>
        </p:grpSpPr>
        <p:sp>
          <p:nvSpPr>
            <p:cNvPr id="14" name="object 14"/>
            <p:cNvSpPr/>
            <p:nvPr/>
          </p:nvSpPr>
          <p:spPr>
            <a:xfrm>
              <a:off x="685800" y="6218237"/>
              <a:ext cx="5702300" cy="12700"/>
            </a:xfrm>
            <a:custGeom>
              <a:avLst/>
              <a:gdLst/>
              <a:ahLst/>
              <a:cxnLst/>
              <a:rect l="l" t="t" r="r" b="b"/>
              <a:pathLst>
                <a:path w="5702300" h="12700">
                  <a:moveTo>
                    <a:pt x="101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702300" h="12700">
                  <a:moveTo>
                    <a:pt x="152400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152400" y="12700"/>
                  </a:lnTo>
                  <a:lnTo>
                    <a:pt x="152400" y="0"/>
                  </a:lnTo>
                  <a:close/>
                </a:path>
                <a:path w="5702300" h="12700">
                  <a:moveTo>
                    <a:pt x="203200" y="0"/>
                  </a:moveTo>
                  <a:lnTo>
                    <a:pt x="190500" y="0"/>
                  </a:lnTo>
                  <a:lnTo>
                    <a:pt x="1905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5702300" h="12700">
                  <a:moveTo>
                    <a:pt x="3429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342900" y="12700"/>
                  </a:lnTo>
                  <a:lnTo>
                    <a:pt x="342900" y="0"/>
                  </a:lnTo>
                  <a:close/>
                </a:path>
                <a:path w="5702300" h="12700">
                  <a:moveTo>
                    <a:pt x="393700" y="0"/>
                  </a:moveTo>
                  <a:lnTo>
                    <a:pt x="381000" y="0"/>
                  </a:lnTo>
                  <a:lnTo>
                    <a:pt x="381000" y="12700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5702300" h="12700">
                  <a:moveTo>
                    <a:pt x="444500" y="0"/>
                  </a:moveTo>
                  <a:lnTo>
                    <a:pt x="431800" y="0"/>
                  </a:lnTo>
                  <a:lnTo>
                    <a:pt x="4318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5702300" h="12700">
                  <a:moveTo>
                    <a:pt x="5842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5702300" h="12700">
                  <a:moveTo>
                    <a:pt x="635000" y="0"/>
                  </a:moveTo>
                  <a:lnTo>
                    <a:pt x="622300" y="0"/>
                  </a:lnTo>
                  <a:lnTo>
                    <a:pt x="6223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5702300" h="12700">
                  <a:moveTo>
                    <a:pt x="685800" y="0"/>
                  </a:moveTo>
                  <a:lnTo>
                    <a:pt x="673100" y="0"/>
                  </a:lnTo>
                  <a:lnTo>
                    <a:pt x="6731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5702300" h="12700">
                  <a:moveTo>
                    <a:pt x="8255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825500" y="12700"/>
                  </a:lnTo>
                  <a:lnTo>
                    <a:pt x="825500" y="0"/>
                  </a:lnTo>
                  <a:close/>
                </a:path>
                <a:path w="5702300" h="12700">
                  <a:moveTo>
                    <a:pt x="8763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76300" y="12700"/>
                  </a:lnTo>
                  <a:lnTo>
                    <a:pt x="876300" y="0"/>
                  </a:lnTo>
                  <a:close/>
                </a:path>
                <a:path w="5702300" h="12700">
                  <a:moveTo>
                    <a:pt x="9271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5702300" h="12700">
                  <a:moveTo>
                    <a:pt x="10668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1066800" y="12700"/>
                  </a:lnTo>
                  <a:lnTo>
                    <a:pt x="1066800" y="0"/>
                  </a:lnTo>
                  <a:close/>
                </a:path>
                <a:path w="5702300" h="12700">
                  <a:moveTo>
                    <a:pt x="1117600" y="0"/>
                  </a:moveTo>
                  <a:lnTo>
                    <a:pt x="1104900" y="0"/>
                  </a:lnTo>
                  <a:lnTo>
                    <a:pt x="1104900" y="12700"/>
                  </a:lnTo>
                  <a:lnTo>
                    <a:pt x="1117600" y="12700"/>
                  </a:lnTo>
                  <a:lnTo>
                    <a:pt x="1117600" y="0"/>
                  </a:lnTo>
                  <a:close/>
                </a:path>
                <a:path w="5702300" h="12700">
                  <a:moveTo>
                    <a:pt x="1168400" y="0"/>
                  </a:moveTo>
                  <a:lnTo>
                    <a:pt x="1155700" y="0"/>
                  </a:lnTo>
                  <a:lnTo>
                    <a:pt x="11557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5702300" h="12700">
                  <a:moveTo>
                    <a:pt x="13081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308100" y="12700"/>
                  </a:lnTo>
                  <a:lnTo>
                    <a:pt x="1308100" y="0"/>
                  </a:lnTo>
                  <a:close/>
                </a:path>
                <a:path w="5702300" h="12700">
                  <a:moveTo>
                    <a:pt x="1358900" y="0"/>
                  </a:moveTo>
                  <a:lnTo>
                    <a:pt x="1346200" y="0"/>
                  </a:lnTo>
                  <a:lnTo>
                    <a:pt x="1346200" y="12700"/>
                  </a:lnTo>
                  <a:lnTo>
                    <a:pt x="1358900" y="12700"/>
                  </a:lnTo>
                  <a:lnTo>
                    <a:pt x="1358900" y="0"/>
                  </a:lnTo>
                  <a:close/>
                </a:path>
                <a:path w="5702300" h="12700">
                  <a:moveTo>
                    <a:pt x="1409700" y="0"/>
                  </a:moveTo>
                  <a:lnTo>
                    <a:pt x="1397000" y="0"/>
                  </a:lnTo>
                  <a:lnTo>
                    <a:pt x="13970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5702300" h="12700">
                  <a:moveTo>
                    <a:pt x="15494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5702300" h="12700">
                  <a:moveTo>
                    <a:pt x="1600200" y="0"/>
                  </a:moveTo>
                  <a:lnTo>
                    <a:pt x="1587500" y="0"/>
                  </a:lnTo>
                  <a:lnTo>
                    <a:pt x="15875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5702300" h="12700">
                  <a:moveTo>
                    <a:pt x="1651000" y="0"/>
                  </a:moveTo>
                  <a:lnTo>
                    <a:pt x="1638300" y="0"/>
                  </a:lnTo>
                  <a:lnTo>
                    <a:pt x="16383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5702300" h="12700">
                  <a:moveTo>
                    <a:pt x="17907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90700" y="12700"/>
                  </a:lnTo>
                  <a:lnTo>
                    <a:pt x="1790700" y="0"/>
                  </a:lnTo>
                  <a:close/>
                </a:path>
                <a:path w="5702300" h="12700">
                  <a:moveTo>
                    <a:pt x="18415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41500" y="12700"/>
                  </a:lnTo>
                  <a:lnTo>
                    <a:pt x="1841500" y="0"/>
                  </a:lnTo>
                  <a:close/>
                </a:path>
                <a:path w="5702300" h="12700">
                  <a:moveTo>
                    <a:pt x="18923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5702300" h="12700">
                  <a:moveTo>
                    <a:pt x="20320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2032000" y="12700"/>
                  </a:lnTo>
                  <a:lnTo>
                    <a:pt x="2032000" y="0"/>
                  </a:lnTo>
                  <a:close/>
                </a:path>
                <a:path w="5702300" h="12700">
                  <a:moveTo>
                    <a:pt x="2082800" y="0"/>
                  </a:moveTo>
                  <a:lnTo>
                    <a:pt x="2070100" y="0"/>
                  </a:lnTo>
                  <a:lnTo>
                    <a:pt x="2070100" y="12700"/>
                  </a:lnTo>
                  <a:lnTo>
                    <a:pt x="2082800" y="12700"/>
                  </a:lnTo>
                  <a:lnTo>
                    <a:pt x="2082800" y="0"/>
                  </a:lnTo>
                  <a:close/>
                </a:path>
                <a:path w="5702300" h="12700">
                  <a:moveTo>
                    <a:pt x="2133600" y="0"/>
                  </a:moveTo>
                  <a:lnTo>
                    <a:pt x="2120900" y="0"/>
                  </a:lnTo>
                  <a:lnTo>
                    <a:pt x="21209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5702300" h="12700">
                  <a:moveTo>
                    <a:pt x="22733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273300" y="12700"/>
                  </a:lnTo>
                  <a:lnTo>
                    <a:pt x="2273300" y="0"/>
                  </a:lnTo>
                  <a:close/>
                </a:path>
                <a:path w="5702300" h="12700">
                  <a:moveTo>
                    <a:pt x="2324100" y="0"/>
                  </a:moveTo>
                  <a:lnTo>
                    <a:pt x="2311400" y="0"/>
                  </a:lnTo>
                  <a:lnTo>
                    <a:pt x="2311400" y="12700"/>
                  </a:lnTo>
                  <a:lnTo>
                    <a:pt x="2324100" y="12700"/>
                  </a:lnTo>
                  <a:lnTo>
                    <a:pt x="2324100" y="0"/>
                  </a:lnTo>
                  <a:close/>
                </a:path>
                <a:path w="5702300" h="12700">
                  <a:moveTo>
                    <a:pt x="2374900" y="0"/>
                  </a:moveTo>
                  <a:lnTo>
                    <a:pt x="2362200" y="0"/>
                  </a:lnTo>
                  <a:lnTo>
                    <a:pt x="23622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5702300" h="12700">
                  <a:moveTo>
                    <a:pt x="25146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5702300" h="12700">
                  <a:moveTo>
                    <a:pt x="256540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5702300" h="12700">
                  <a:moveTo>
                    <a:pt x="2616200" y="0"/>
                  </a:moveTo>
                  <a:lnTo>
                    <a:pt x="2603500" y="0"/>
                  </a:lnTo>
                  <a:lnTo>
                    <a:pt x="26035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5702300" h="12700">
                  <a:moveTo>
                    <a:pt x="2755900" y="0"/>
                  </a:moveTo>
                  <a:lnTo>
                    <a:pt x="2654300" y="0"/>
                  </a:lnTo>
                  <a:lnTo>
                    <a:pt x="2654300" y="12700"/>
                  </a:lnTo>
                  <a:lnTo>
                    <a:pt x="2755900" y="12700"/>
                  </a:lnTo>
                  <a:lnTo>
                    <a:pt x="2755900" y="0"/>
                  </a:lnTo>
                  <a:close/>
                </a:path>
                <a:path w="5702300" h="12700">
                  <a:moveTo>
                    <a:pt x="2806700" y="0"/>
                  </a:moveTo>
                  <a:lnTo>
                    <a:pt x="2794000" y="0"/>
                  </a:lnTo>
                  <a:lnTo>
                    <a:pt x="2794000" y="12700"/>
                  </a:lnTo>
                  <a:lnTo>
                    <a:pt x="2806700" y="12700"/>
                  </a:lnTo>
                  <a:lnTo>
                    <a:pt x="2806700" y="0"/>
                  </a:lnTo>
                  <a:close/>
                </a:path>
                <a:path w="5702300" h="12700">
                  <a:moveTo>
                    <a:pt x="2857500" y="0"/>
                  </a:moveTo>
                  <a:lnTo>
                    <a:pt x="2844800" y="0"/>
                  </a:lnTo>
                  <a:lnTo>
                    <a:pt x="2844800" y="12700"/>
                  </a:lnTo>
                  <a:lnTo>
                    <a:pt x="2857500" y="12700"/>
                  </a:lnTo>
                  <a:lnTo>
                    <a:pt x="2857500" y="0"/>
                  </a:lnTo>
                  <a:close/>
                </a:path>
                <a:path w="5702300" h="12700">
                  <a:moveTo>
                    <a:pt x="2997200" y="0"/>
                  </a:moveTo>
                  <a:lnTo>
                    <a:pt x="2895600" y="0"/>
                  </a:lnTo>
                  <a:lnTo>
                    <a:pt x="2895600" y="12700"/>
                  </a:lnTo>
                  <a:lnTo>
                    <a:pt x="2997200" y="12700"/>
                  </a:lnTo>
                  <a:lnTo>
                    <a:pt x="2997200" y="0"/>
                  </a:lnTo>
                  <a:close/>
                </a:path>
                <a:path w="5702300" h="12700">
                  <a:moveTo>
                    <a:pt x="3048000" y="0"/>
                  </a:moveTo>
                  <a:lnTo>
                    <a:pt x="3035300" y="0"/>
                  </a:lnTo>
                  <a:lnTo>
                    <a:pt x="3035300" y="12700"/>
                  </a:lnTo>
                  <a:lnTo>
                    <a:pt x="3048000" y="12700"/>
                  </a:lnTo>
                  <a:lnTo>
                    <a:pt x="3048000" y="0"/>
                  </a:lnTo>
                  <a:close/>
                </a:path>
                <a:path w="5702300" h="12700">
                  <a:moveTo>
                    <a:pt x="3098800" y="0"/>
                  </a:moveTo>
                  <a:lnTo>
                    <a:pt x="3086100" y="0"/>
                  </a:lnTo>
                  <a:lnTo>
                    <a:pt x="3086100" y="12700"/>
                  </a:lnTo>
                  <a:lnTo>
                    <a:pt x="3098800" y="12700"/>
                  </a:lnTo>
                  <a:lnTo>
                    <a:pt x="3098800" y="0"/>
                  </a:lnTo>
                  <a:close/>
                </a:path>
                <a:path w="5702300" h="12700">
                  <a:moveTo>
                    <a:pt x="3238500" y="0"/>
                  </a:moveTo>
                  <a:lnTo>
                    <a:pt x="3136900" y="0"/>
                  </a:lnTo>
                  <a:lnTo>
                    <a:pt x="3136900" y="12700"/>
                  </a:lnTo>
                  <a:lnTo>
                    <a:pt x="3238500" y="12700"/>
                  </a:lnTo>
                  <a:lnTo>
                    <a:pt x="3238500" y="0"/>
                  </a:lnTo>
                  <a:close/>
                </a:path>
                <a:path w="5702300" h="12700">
                  <a:moveTo>
                    <a:pt x="3289300" y="0"/>
                  </a:moveTo>
                  <a:lnTo>
                    <a:pt x="3276600" y="0"/>
                  </a:lnTo>
                  <a:lnTo>
                    <a:pt x="3276600" y="12700"/>
                  </a:lnTo>
                  <a:lnTo>
                    <a:pt x="3289300" y="12700"/>
                  </a:lnTo>
                  <a:lnTo>
                    <a:pt x="3289300" y="0"/>
                  </a:lnTo>
                  <a:close/>
                </a:path>
                <a:path w="5702300" h="12700">
                  <a:moveTo>
                    <a:pt x="3340100" y="0"/>
                  </a:moveTo>
                  <a:lnTo>
                    <a:pt x="3327400" y="0"/>
                  </a:lnTo>
                  <a:lnTo>
                    <a:pt x="3327400" y="12700"/>
                  </a:lnTo>
                  <a:lnTo>
                    <a:pt x="3340100" y="12700"/>
                  </a:lnTo>
                  <a:lnTo>
                    <a:pt x="3340100" y="0"/>
                  </a:lnTo>
                  <a:close/>
                </a:path>
                <a:path w="5702300" h="12700">
                  <a:moveTo>
                    <a:pt x="3479800" y="0"/>
                  </a:moveTo>
                  <a:lnTo>
                    <a:pt x="3378200" y="0"/>
                  </a:lnTo>
                  <a:lnTo>
                    <a:pt x="3378200" y="12700"/>
                  </a:lnTo>
                  <a:lnTo>
                    <a:pt x="3479800" y="12700"/>
                  </a:lnTo>
                  <a:lnTo>
                    <a:pt x="3479800" y="0"/>
                  </a:lnTo>
                  <a:close/>
                </a:path>
                <a:path w="5702300" h="12700">
                  <a:moveTo>
                    <a:pt x="3530600" y="0"/>
                  </a:moveTo>
                  <a:lnTo>
                    <a:pt x="3517900" y="0"/>
                  </a:lnTo>
                  <a:lnTo>
                    <a:pt x="3517900" y="12700"/>
                  </a:lnTo>
                  <a:lnTo>
                    <a:pt x="3530600" y="12700"/>
                  </a:lnTo>
                  <a:lnTo>
                    <a:pt x="3530600" y="0"/>
                  </a:lnTo>
                  <a:close/>
                </a:path>
                <a:path w="5702300" h="12700">
                  <a:moveTo>
                    <a:pt x="3581400" y="0"/>
                  </a:moveTo>
                  <a:lnTo>
                    <a:pt x="3568700" y="0"/>
                  </a:lnTo>
                  <a:lnTo>
                    <a:pt x="3568700" y="12700"/>
                  </a:lnTo>
                  <a:lnTo>
                    <a:pt x="3581400" y="12700"/>
                  </a:lnTo>
                  <a:lnTo>
                    <a:pt x="3581400" y="0"/>
                  </a:lnTo>
                  <a:close/>
                </a:path>
                <a:path w="5702300" h="12700">
                  <a:moveTo>
                    <a:pt x="3721100" y="0"/>
                  </a:moveTo>
                  <a:lnTo>
                    <a:pt x="3619500" y="0"/>
                  </a:lnTo>
                  <a:lnTo>
                    <a:pt x="3619500" y="12700"/>
                  </a:lnTo>
                  <a:lnTo>
                    <a:pt x="3721100" y="12700"/>
                  </a:lnTo>
                  <a:lnTo>
                    <a:pt x="3721100" y="0"/>
                  </a:lnTo>
                  <a:close/>
                </a:path>
                <a:path w="5702300" h="12700">
                  <a:moveTo>
                    <a:pt x="3771900" y="0"/>
                  </a:moveTo>
                  <a:lnTo>
                    <a:pt x="3759200" y="0"/>
                  </a:lnTo>
                  <a:lnTo>
                    <a:pt x="3759200" y="12700"/>
                  </a:lnTo>
                  <a:lnTo>
                    <a:pt x="3771900" y="12700"/>
                  </a:lnTo>
                  <a:lnTo>
                    <a:pt x="3771900" y="0"/>
                  </a:lnTo>
                  <a:close/>
                </a:path>
                <a:path w="5702300" h="12700">
                  <a:moveTo>
                    <a:pt x="3822700" y="0"/>
                  </a:moveTo>
                  <a:lnTo>
                    <a:pt x="3810000" y="0"/>
                  </a:lnTo>
                  <a:lnTo>
                    <a:pt x="3810000" y="12700"/>
                  </a:lnTo>
                  <a:lnTo>
                    <a:pt x="3822700" y="12700"/>
                  </a:lnTo>
                  <a:lnTo>
                    <a:pt x="3822700" y="0"/>
                  </a:lnTo>
                  <a:close/>
                </a:path>
                <a:path w="5702300" h="12700">
                  <a:moveTo>
                    <a:pt x="3962400" y="0"/>
                  </a:moveTo>
                  <a:lnTo>
                    <a:pt x="3860800" y="0"/>
                  </a:lnTo>
                  <a:lnTo>
                    <a:pt x="3860800" y="12700"/>
                  </a:lnTo>
                  <a:lnTo>
                    <a:pt x="3962400" y="12700"/>
                  </a:lnTo>
                  <a:lnTo>
                    <a:pt x="3962400" y="0"/>
                  </a:lnTo>
                  <a:close/>
                </a:path>
                <a:path w="5702300" h="12700">
                  <a:moveTo>
                    <a:pt x="4013200" y="0"/>
                  </a:moveTo>
                  <a:lnTo>
                    <a:pt x="4000500" y="0"/>
                  </a:lnTo>
                  <a:lnTo>
                    <a:pt x="4000500" y="12700"/>
                  </a:lnTo>
                  <a:lnTo>
                    <a:pt x="4013200" y="12700"/>
                  </a:lnTo>
                  <a:lnTo>
                    <a:pt x="4013200" y="0"/>
                  </a:lnTo>
                  <a:close/>
                </a:path>
                <a:path w="5702300" h="12700">
                  <a:moveTo>
                    <a:pt x="4064000" y="0"/>
                  </a:moveTo>
                  <a:lnTo>
                    <a:pt x="4051300" y="0"/>
                  </a:lnTo>
                  <a:lnTo>
                    <a:pt x="4051300" y="12700"/>
                  </a:lnTo>
                  <a:lnTo>
                    <a:pt x="4064000" y="12700"/>
                  </a:lnTo>
                  <a:lnTo>
                    <a:pt x="4064000" y="0"/>
                  </a:lnTo>
                  <a:close/>
                </a:path>
                <a:path w="5702300" h="12700">
                  <a:moveTo>
                    <a:pt x="4203700" y="0"/>
                  </a:moveTo>
                  <a:lnTo>
                    <a:pt x="4102100" y="0"/>
                  </a:lnTo>
                  <a:lnTo>
                    <a:pt x="4102100" y="12700"/>
                  </a:lnTo>
                  <a:lnTo>
                    <a:pt x="4203700" y="12700"/>
                  </a:lnTo>
                  <a:lnTo>
                    <a:pt x="4203700" y="0"/>
                  </a:lnTo>
                  <a:close/>
                </a:path>
                <a:path w="5702300" h="12700">
                  <a:moveTo>
                    <a:pt x="4254500" y="0"/>
                  </a:moveTo>
                  <a:lnTo>
                    <a:pt x="4241800" y="0"/>
                  </a:lnTo>
                  <a:lnTo>
                    <a:pt x="4241800" y="12700"/>
                  </a:lnTo>
                  <a:lnTo>
                    <a:pt x="4254500" y="12700"/>
                  </a:lnTo>
                  <a:lnTo>
                    <a:pt x="4254500" y="0"/>
                  </a:lnTo>
                  <a:close/>
                </a:path>
                <a:path w="5702300" h="12700">
                  <a:moveTo>
                    <a:pt x="4305300" y="0"/>
                  </a:moveTo>
                  <a:lnTo>
                    <a:pt x="4292600" y="0"/>
                  </a:lnTo>
                  <a:lnTo>
                    <a:pt x="4292600" y="12700"/>
                  </a:lnTo>
                  <a:lnTo>
                    <a:pt x="4305300" y="12700"/>
                  </a:lnTo>
                  <a:lnTo>
                    <a:pt x="4305300" y="0"/>
                  </a:lnTo>
                  <a:close/>
                </a:path>
                <a:path w="5702300" h="12700">
                  <a:moveTo>
                    <a:pt x="4445000" y="0"/>
                  </a:moveTo>
                  <a:lnTo>
                    <a:pt x="4343400" y="0"/>
                  </a:lnTo>
                  <a:lnTo>
                    <a:pt x="4343400" y="12700"/>
                  </a:lnTo>
                  <a:lnTo>
                    <a:pt x="4445000" y="12700"/>
                  </a:lnTo>
                  <a:lnTo>
                    <a:pt x="4445000" y="0"/>
                  </a:lnTo>
                  <a:close/>
                </a:path>
                <a:path w="5702300" h="12700">
                  <a:moveTo>
                    <a:pt x="4495800" y="0"/>
                  </a:moveTo>
                  <a:lnTo>
                    <a:pt x="4483100" y="0"/>
                  </a:lnTo>
                  <a:lnTo>
                    <a:pt x="4483100" y="12700"/>
                  </a:lnTo>
                  <a:lnTo>
                    <a:pt x="4495800" y="12700"/>
                  </a:lnTo>
                  <a:lnTo>
                    <a:pt x="4495800" y="0"/>
                  </a:lnTo>
                  <a:close/>
                </a:path>
                <a:path w="5702300" h="12700">
                  <a:moveTo>
                    <a:pt x="4546600" y="0"/>
                  </a:moveTo>
                  <a:lnTo>
                    <a:pt x="4533900" y="0"/>
                  </a:lnTo>
                  <a:lnTo>
                    <a:pt x="4533900" y="12700"/>
                  </a:lnTo>
                  <a:lnTo>
                    <a:pt x="4546600" y="12700"/>
                  </a:lnTo>
                  <a:lnTo>
                    <a:pt x="4546600" y="0"/>
                  </a:lnTo>
                  <a:close/>
                </a:path>
                <a:path w="5702300" h="12700">
                  <a:moveTo>
                    <a:pt x="4686300" y="0"/>
                  </a:moveTo>
                  <a:lnTo>
                    <a:pt x="4584700" y="0"/>
                  </a:lnTo>
                  <a:lnTo>
                    <a:pt x="4584700" y="12700"/>
                  </a:lnTo>
                  <a:lnTo>
                    <a:pt x="4686300" y="12700"/>
                  </a:lnTo>
                  <a:lnTo>
                    <a:pt x="4686300" y="0"/>
                  </a:lnTo>
                  <a:close/>
                </a:path>
                <a:path w="5702300" h="12700">
                  <a:moveTo>
                    <a:pt x="4737100" y="0"/>
                  </a:moveTo>
                  <a:lnTo>
                    <a:pt x="4724400" y="0"/>
                  </a:lnTo>
                  <a:lnTo>
                    <a:pt x="4724400" y="12700"/>
                  </a:lnTo>
                  <a:lnTo>
                    <a:pt x="4737100" y="12700"/>
                  </a:lnTo>
                  <a:lnTo>
                    <a:pt x="4737100" y="0"/>
                  </a:lnTo>
                  <a:close/>
                </a:path>
                <a:path w="5702300" h="12700">
                  <a:moveTo>
                    <a:pt x="4787900" y="0"/>
                  </a:moveTo>
                  <a:lnTo>
                    <a:pt x="4775200" y="0"/>
                  </a:lnTo>
                  <a:lnTo>
                    <a:pt x="4775200" y="12700"/>
                  </a:lnTo>
                  <a:lnTo>
                    <a:pt x="4787900" y="12700"/>
                  </a:lnTo>
                  <a:lnTo>
                    <a:pt x="4787900" y="0"/>
                  </a:lnTo>
                  <a:close/>
                </a:path>
                <a:path w="5702300" h="12700">
                  <a:moveTo>
                    <a:pt x="4927600" y="0"/>
                  </a:moveTo>
                  <a:lnTo>
                    <a:pt x="4826000" y="0"/>
                  </a:lnTo>
                  <a:lnTo>
                    <a:pt x="4826000" y="12700"/>
                  </a:lnTo>
                  <a:lnTo>
                    <a:pt x="4927600" y="12700"/>
                  </a:lnTo>
                  <a:lnTo>
                    <a:pt x="4927600" y="0"/>
                  </a:lnTo>
                  <a:close/>
                </a:path>
                <a:path w="5702300" h="12700">
                  <a:moveTo>
                    <a:pt x="4978400" y="0"/>
                  </a:moveTo>
                  <a:lnTo>
                    <a:pt x="4965700" y="0"/>
                  </a:lnTo>
                  <a:lnTo>
                    <a:pt x="4965700" y="12700"/>
                  </a:lnTo>
                  <a:lnTo>
                    <a:pt x="4978400" y="12700"/>
                  </a:lnTo>
                  <a:lnTo>
                    <a:pt x="4978400" y="0"/>
                  </a:lnTo>
                  <a:close/>
                </a:path>
                <a:path w="5702300" h="12700">
                  <a:moveTo>
                    <a:pt x="5029200" y="0"/>
                  </a:moveTo>
                  <a:lnTo>
                    <a:pt x="5016500" y="0"/>
                  </a:lnTo>
                  <a:lnTo>
                    <a:pt x="5016500" y="12700"/>
                  </a:lnTo>
                  <a:lnTo>
                    <a:pt x="5029200" y="12700"/>
                  </a:lnTo>
                  <a:lnTo>
                    <a:pt x="5029200" y="0"/>
                  </a:lnTo>
                  <a:close/>
                </a:path>
                <a:path w="5702300" h="12700">
                  <a:moveTo>
                    <a:pt x="5168900" y="0"/>
                  </a:moveTo>
                  <a:lnTo>
                    <a:pt x="5067300" y="0"/>
                  </a:lnTo>
                  <a:lnTo>
                    <a:pt x="5067300" y="12700"/>
                  </a:lnTo>
                  <a:lnTo>
                    <a:pt x="5168900" y="12700"/>
                  </a:lnTo>
                  <a:lnTo>
                    <a:pt x="5168900" y="0"/>
                  </a:lnTo>
                  <a:close/>
                </a:path>
                <a:path w="5702300" h="12700">
                  <a:moveTo>
                    <a:pt x="5219700" y="0"/>
                  </a:moveTo>
                  <a:lnTo>
                    <a:pt x="5207000" y="0"/>
                  </a:lnTo>
                  <a:lnTo>
                    <a:pt x="5207000" y="12700"/>
                  </a:lnTo>
                  <a:lnTo>
                    <a:pt x="5219700" y="12700"/>
                  </a:lnTo>
                  <a:lnTo>
                    <a:pt x="5219700" y="0"/>
                  </a:lnTo>
                  <a:close/>
                </a:path>
                <a:path w="5702300" h="12700">
                  <a:moveTo>
                    <a:pt x="5270500" y="0"/>
                  </a:moveTo>
                  <a:lnTo>
                    <a:pt x="5257800" y="0"/>
                  </a:lnTo>
                  <a:lnTo>
                    <a:pt x="5257800" y="12700"/>
                  </a:lnTo>
                  <a:lnTo>
                    <a:pt x="5270500" y="12700"/>
                  </a:lnTo>
                  <a:lnTo>
                    <a:pt x="5270500" y="0"/>
                  </a:lnTo>
                  <a:close/>
                </a:path>
                <a:path w="5702300" h="12700">
                  <a:moveTo>
                    <a:pt x="5410200" y="0"/>
                  </a:moveTo>
                  <a:lnTo>
                    <a:pt x="5308600" y="0"/>
                  </a:lnTo>
                  <a:lnTo>
                    <a:pt x="5308600" y="12700"/>
                  </a:lnTo>
                  <a:lnTo>
                    <a:pt x="5410200" y="12700"/>
                  </a:lnTo>
                  <a:lnTo>
                    <a:pt x="5410200" y="0"/>
                  </a:lnTo>
                  <a:close/>
                </a:path>
                <a:path w="5702300" h="12700">
                  <a:moveTo>
                    <a:pt x="5461000" y="0"/>
                  </a:moveTo>
                  <a:lnTo>
                    <a:pt x="5448300" y="0"/>
                  </a:lnTo>
                  <a:lnTo>
                    <a:pt x="5448300" y="12700"/>
                  </a:lnTo>
                  <a:lnTo>
                    <a:pt x="5461000" y="12700"/>
                  </a:lnTo>
                  <a:lnTo>
                    <a:pt x="5461000" y="0"/>
                  </a:lnTo>
                  <a:close/>
                </a:path>
                <a:path w="5702300" h="12700">
                  <a:moveTo>
                    <a:pt x="5511800" y="0"/>
                  </a:moveTo>
                  <a:lnTo>
                    <a:pt x="5499100" y="0"/>
                  </a:lnTo>
                  <a:lnTo>
                    <a:pt x="5499100" y="12700"/>
                  </a:lnTo>
                  <a:lnTo>
                    <a:pt x="5511800" y="12700"/>
                  </a:lnTo>
                  <a:lnTo>
                    <a:pt x="5511800" y="0"/>
                  </a:lnTo>
                  <a:close/>
                </a:path>
                <a:path w="5702300" h="12700">
                  <a:moveTo>
                    <a:pt x="5651500" y="0"/>
                  </a:moveTo>
                  <a:lnTo>
                    <a:pt x="5549900" y="0"/>
                  </a:lnTo>
                  <a:lnTo>
                    <a:pt x="5549900" y="12700"/>
                  </a:lnTo>
                  <a:lnTo>
                    <a:pt x="5651500" y="12700"/>
                  </a:lnTo>
                  <a:lnTo>
                    <a:pt x="5651500" y="0"/>
                  </a:lnTo>
                  <a:close/>
                </a:path>
                <a:path w="5702300" h="12700">
                  <a:moveTo>
                    <a:pt x="5702300" y="0"/>
                  </a:moveTo>
                  <a:lnTo>
                    <a:pt x="5689600" y="0"/>
                  </a:lnTo>
                  <a:lnTo>
                    <a:pt x="5689600" y="12700"/>
                  </a:lnTo>
                  <a:lnTo>
                    <a:pt x="5702300" y="12700"/>
                  </a:lnTo>
                  <a:lnTo>
                    <a:pt x="57023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375400" y="6218237"/>
              <a:ext cx="2425700" cy="12700"/>
            </a:xfrm>
            <a:custGeom>
              <a:avLst/>
              <a:gdLst/>
              <a:ahLst/>
              <a:cxnLst/>
              <a:rect l="l" t="t" r="r" b="b"/>
              <a:pathLst>
                <a:path w="2425700" h="127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2425700" h="12700">
                  <a:moveTo>
                    <a:pt x="635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63500" y="12700"/>
                  </a:lnTo>
                  <a:lnTo>
                    <a:pt x="63500" y="0"/>
                  </a:lnTo>
                  <a:close/>
                </a:path>
                <a:path w="2425700" h="12700">
                  <a:moveTo>
                    <a:pt x="2032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2425700" h="12700">
                  <a:moveTo>
                    <a:pt x="2540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254000" y="12700"/>
                  </a:lnTo>
                  <a:lnTo>
                    <a:pt x="254000" y="0"/>
                  </a:lnTo>
                  <a:close/>
                </a:path>
                <a:path w="2425700" h="12700">
                  <a:moveTo>
                    <a:pt x="304800" y="0"/>
                  </a:moveTo>
                  <a:lnTo>
                    <a:pt x="292100" y="0"/>
                  </a:lnTo>
                  <a:lnTo>
                    <a:pt x="29210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2425700" h="12700">
                  <a:moveTo>
                    <a:pt x="444500" y="0"/>
                  </a:moveTo>
                  <a:lnTo>
                    <a:pt x="342900" y="0"/>
                  </a:lnTo>
                  <a:lnTo>
                    <a:pt x="3429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2425700" h="12700">
                  <a:moveTo>
                    <a:pt x="4953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495300" y="12700"/>
                  </a:lnTo>
                  <a:lnTo>
                    <a:pt x="495300" y="0"/>
                  </a:lnTo>
                  <a:close/>
                </a:path>
                <a:path w="2425700" h="12700">
                  <a:moveTo>
                    <a:pt x="546100" y="0"/>
                  </a:moveTo>
                  <a:lnTo>
                    <a:pt x="533400" y="0"/>
                  </a:lnTo>
                  <a:lnTo>
                    <a:pt x="533400" y="12700"/>
                  </a:lnTo>
                  <a:lnTo>
                    <a:pt x="546100" y="12700"/>
                  </a:lnTo>
                  <a:lnTo>
                    <a:pt x="546100" y="0"/>
                  </a:lnTo>
                  <a:close/>
                </a:path>
                <a:path w="2425700" h="12700">
                  <a:moveTo>
                    <a:pt x="685800" y="0"/>
                  </a:moveTo>
                  <a:lnTo>
                    <a:pt x="584200" y="0"/>
                  </a:lnTo>
                  <a:lnTo>
                    <a:pt x="5842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425700" h="12700">
                  <a:moveTo>
                    <a:pt x="7366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425700" h="12700">
                  <a:moveTo>
                    <a:pt x="787400" y="0"/>
                  </a:moveTo>
                  <a:lnTo>
                    <a:pt x="774700" y="0"/>
                  </a:lnTo>
                  <a:lnTo>
                    <a:pt x="7747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425700" h="12700">
                  <a:moveTo>
                    <a:pt x="927100" y="0"/>
                  </a:moveTo>
                  <a:lnTo>
                    <a:pt x="825500" y="0"/>
                  </a:lnTo>
                  <a:lnTo>
                    <a:pt x="8255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2425700" h="12700">
                  <a:moveTo>
                    <a:pt x="9779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77900" y="12700"/>
                  </a:lnTo>
                  <a:lnTo>
                    <a:pt x="977900" y="0"/>
                  </a:lnTo>
                  <a:close/>
                </a:path>
                <a:path w="2425700" h="12700">
                  <a:moveTo>
                    <a:pt x="10287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28700" y="12700"/>
                  </a:lnTo>
                  <a:lnTo>
                    <a:pt x="1028700" y="0"/>
                  </a:lnTo>
                  <a:close/>
                </a:path>
                <a:path w="2425700" h="12700">
                  <a:moveTo>
                    <a:pt x="11684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2425700" h="12700">
                  <a:moveTo>
                    <a:pt x="12192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219200" y="12700"/>
                  </a:lnTo>
                  <a:lnTo>
                    <a:pt x="1219200" y="0"/>
                  </a:lnTo>
                  <a:close/>
                </a:path>
                <a:path w="2425700" h="12700">
                  <a:moveTo>
                    <a:pt x="1270000" y="0"/>
                  </a:moveTo>
                  <a:lnTo>
                    <a:pt x="1257300" y="0"/>
                  </a:lnTo>
                  <a:lnTo>
                    <a:pt x="1257300" y="12700"/>
                  </a:lnTo>
                  <a:lnTo>
                    <a:pt x="1270000" y="12700"/>
                  </a:lnTo>
                  <a:lnTo>
                    <a:pt x="1270000" y="0"/>
                  </a:lnTo>
                  <a:close/>
                </a:path>
                <a:path w="2425700" h="12700">
                  <a:moveTo>
                    <a:pt x="1409700" y="0"/>
                  </a:moveTo>
                  <a:lnTo>
                    <a:pt x="1308100" y="0"/>
                  </a:lnTo>
                  <a:lnTo>
                    <a:pt x="13081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2425700" h="12700">
                  <a:moveTo>
                    <a:pt x="14605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460500" y="12700"/>
                  </a:lnTo>
                  <a:lnTo>
                    <a:pt x="1460500" y="0"/>
                  </a:lnTo>
                  <a:close/>
                </a:path>
                <a:path w="2425700" h="12700">
                  <a:moveTo>
                    <a:pt x="1511300" y="0"/>
                  </a:moveTo>
                  <a:lnTo>
                    <a:pt x="1498600" y="0"/>
                  </a:lnTo>
                  <a:lnTo>
                    <a:pt x="1498600" y="12700"/>
                  </a:lnTo>
                  <a:lnTo>
                    <a:pt x="1511300" y="12700"/>
                  </a:lnTo>
                  <a:lnTo>
                    <a:pt x="1511300" y="0"/>
                  </a:lnTo>
                  <a:close/>
                </a:path>
                <a:path w="2425700" h="12700">
                  <a:moveTo>
                    <a:pt x="1651000" y="0"/>
                  </a:moveTo>
                  <a:lnTo>
                    <a:pt x="1549400" y="0"/>
                  </a:lnTo>
                  <a:lnTo>
                    <a:pt x="15494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425700" h="12700">
                  <a:moveTo>
                    <a:pt x="17018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425700" h="12700">
                  <a:moveTo>
                    <a:pt x="1752600" y="0"/>
                  </a:moveTo>
                  <a:lnTo>
                    <a:pt x="1739900" y="0"/>
                  </a:lnTo>
                  <a:lnTo>
                    <a:pt x="17399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425700" h="12700">
                  <a:moveTo>
                    <a:pt x="1892300" y="0"/>
                  </a:moveTo>
                  <a:lnTo>
                    <a:pt x="1790700" y="0"/>
                  </a:lnTo>
                  <a:lnTo>
                    <a:pt x="17907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2425700" h="12700">
                  <a:moveTo>
                    <a:pt x="19431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43100" y="12700"/>
                  </a:lnTo>
                  <a:lnTo>
                    <a:pt x="1943100" y="0"/>
                  </a:lnTo>
                  <a:close/>
                </a:path>
                <a:path w="2425700" h="12700">
                  <a:moveTo>
                    <a:pt x="19939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1993900" y="12700"/>
                  </a:lnTo>
                  <a:lnTo>
                    <a:pt x="1993900" y="0"/>
                  </a:lnTo>
                  <a:close/>
                </a:path>
                <a:path w="2425700" h="12700">
                  <a:moveTo>
                    <a:pt x="21336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2425700" h="12700">
                  <a:moveTo>
                    <a:pt x="21844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184400" y="12700"/>
                  </a:lnTo>
                  <a:lnTo>
                    <a:pt x="2184400" y="0"/>
                  </a:lnTo>
                  <a:close/>
                </a:path>
                <a:path w="2425700" h="12700">
                  <a:moveTo>
                    <a:pt x="2235200" y="0"/>
                  </a:moveTo>
                  <a:lnTo>
                    <a:pt x="2222500" y="0"/>
                  </a:lnTo>
                  <a:lnTo>
                    <a:pt x="2222500" y="12700"/>
                  </a:lnTo>
                  <a:lnTo>
                    <a:pt x="2235200" y="12700"/>
                  </a:lnTo>
                  <a:lnTo>
                    <a:pt x="2235200" y="0"/>
                  </a:lnTo>
                  <a:close/>
                </a:path>
                <a:path w="2425700" h="12700">
                  <a:moveTo>
                    <a:pt x="2374900" y="0"/>
                  </a:moveTo>
                  <a:lnTo>
                    <a:pt x="2273300" y="0"/>
                  </a:lnTo>
                  <a:lnTo>
                    <a:pt x="22733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2425700" h="12700">
                  <a:moveTo>
                    <a:pt x="24257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425700" y="12700"/>
                  </a:lnTo>
                  <a:lnTo>
                    <a:pt x="24257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22733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146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559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9972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2385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4798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211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962400" y="5141912"/>
            <a:ext cx="63500" cy="12700"/>
          </a:xfrm>
          <a:custGeom>
            <a:avLst/>
            <a:gdLst/>
            <a:ahLst/>
            <a:cxnLst/>
            <a:rect l="l" t="t" r="r" b="b"/>
            <a:pathLst>
              <a:path w="63500" h="12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  <a:path w="63500" h="127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203700" y="5141912"/>
            <a:ext cx="63500" cy="12700"/>
          </a:xfrm>
          <a:custGeom>
            <a:avLst/>
            <a:gdLst/>
            <a:ahLst/>
            <a:cxnLst/>
            <a:rect l="l" t="t" r="r" b="b"/>
            <a:pathLst>
              <a:path w="63500" h="12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  <a:path w="63500" h="127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445000" y="5141912"/>
            <a:ext cx="63500" cy="12700"/>
          </a:xfrm>
          <a:custGeom>
            <a:avLst/>
            <a:gdLst/>
            <a:ahLst/>
            <a:cxnLst/>
            <a:rect l="l" t="t" r="r" b="b"/>
            <a:pathLst>
              <a:path w="63500" h="12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  <a:path w="63500" h="127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686300" y="5141912"/>
            <a:ext cx="63500" cy="12700"/>
          </a:xfrm>
          <a:custGeom>
            <a:avLst/>
            <a:gdLst/>
            <a:ahLst/>
            <a:cxnLst/>
            <a:rect l="l" t="t" r="r" b="b"/>
            <a:pathLst>
              <a:path w="63500" h="12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  <a:path w="63500" h="127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9276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1689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4102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515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8928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341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3754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616700" y="5141912"/>
            <a:ext cx="63500" cy="12700"/>
          </a:xfrm>
          <a:custGeom>
            <a:avLst/>
            <a:gdLst/>
            <a:ahLst/>
            <a:cxnLst/>
            <a:rect l="l" t="t" r="r" b="b"/>
            <a:pathLst>
              <a:path w="63500" h="12700">
                <a:moveTo>
                  <a:pt x="12700" y="0"/>
                </a:moveTo>
                <a:lnTo>
                  <a:pt x="0" y="0"/>
                </a:lnTo>
                <a:lnTo>
                  <a:pt x="0" y="12700"/>
                </a:lnTo>
                <a:lnTo>
                  <a:pt x="12700" y="12700"/>
                </a:lnTo>
                <a:lnTo>
                  <a:pt x="12700" y="0"/>
                </a:lnTo>
                <a:close/>
              </a:path>
              <a:path w="63500" h="12700">
                <a:moveTo>
                  <a:pt x="63500" y="0"/>
                </a:moveTo>
                <a:lnTo>
                  <a:pt x="50800" y="0"/>
                </a:lnTo>
                <a:lnTo>
                  <a:pt x="50800" y="12700"/>
                </a:lnTo>
                <a:lnTo>
                  <a:pt x="63500" y="12700"/>
                </a:lnTo>
                <a:lnTo>
                  <a:pt x="635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858000" y="5141912"/>
            <a:ext cx="12700" cy="12700"/>
          </a:xfrm>
          <a:custGeom>
            <a:avLst/>
            <a:gdLst/>
            <a:ahLst/>
            <a:cxnLst/>
            <a:rect l="l" t="t" r="r" b="b"/>
            <a:pathLst>
              <a:path w="12700" h="12700">
                <a:moveTo>
                  <a:pt x="12700" y="12700"/>
                </a:moveTo>
                <a:lnTo>
                  <a:pt x="0" y="12700"/>
                </a:lnTo>
                <a:lnTo>
                  <a:pt x="0" y="0"/>
                </a:lnTo>
                <a:lnTo>
                  <a:pt x="12700" y="0"/>
                </a:lnTo>
                <a:lnTo>
                  <a:pt x="12700" y="1270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/>
          <p:cNvGrpSpPr/>
          <p:nvPr/>
        </p:nvGrpSpPr>
        <p:grpSpPr>
          <a:xfrm>
            <a:off x="609600" y="2432050"/>
            <a:ext cx="8115300" cy="12700"/>
            <a:chOff x="609600" y="2432050"/>
            <a:chExt cx="8115300" cy="12700"/>
          </a:xfrm>
        </p:grpSpPr>
        <p:sp>
          <p:nvSpPr>
            <p:cNvPr id="37" name="object 37"/>
            <p:cNvSpPr/>
            <p:nvPr/>
          </p:nvSpPr>
          <p:spPr>
            <a:xfrm>
              <a:off x="609600" y="2432049"/>
              <a:ext cx="5702300" cy="12700"/>
            </a:xfrm>
            <a:custGeom>
              <a:avLst/>
              <a:gdLst/>
              <a:ahLst/>
              <a:cxnLst/>
              <a:rect l="l" t="t" r="r" b="b"/>
              <a:pathLst>
                <a:path w="5702300" h="12700">
                  <a:moveTo>
                    <a:pt x="101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702300" h="12700">
                  <a:moveTo>
                    <a:pt x="152400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152400" y="12700"/>
                  </a:lnTo>
                  <a:lnTo>
                    <a:pt x="152400" y="0"/>
                  </a:lnTo>
                  <a:close/>
                </a:path>
                <a:path w="5702300" h="12700">
                  <a:moveTo>
                    <a:pt x="203200" y="0"/>
                  </a:moveTo>
                  <a:lnTo>
                    <a:pt x="190500" y="0"/>
                  </a:lnTo>
                  <a:lnTo>
                    <a:pt x="1905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5702300" h="12700">
                  <a:moveTo>
                    <a:pt x="3429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342900" y="12700"/>
                  </a:lnTo>
                  <a:lnTo>
                    <a:pt x="342900" y="0"/>
                  </a:lnTo>
                  <a:close/>
                </a:path>
                <a:path w="5702300" h="12700">
                  <a:moveTo>
                    <a:pt x="393700" y="0"/>
                  </a:moveTo>
                  <a:lnTo>
                    <a:pt x="381000" y="0"/>
                  </a:lnTo>
                  <a:lnTo>
                    <a:pt x="381000" y="12700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5702300" h="12700">
                  <a:moveTo>
                    <a:pt x="444500" y="0"/>
                  </a:moveTo>
                  <a:lnTo>
                    <a:pt x="431800" y="0"/>
                  </a:lnTo>
                  <a:lnTo>
                    <a:pt x="4318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5702300" h="12700">
                  <a:moveTo>
                    <a:pt x="5842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5702300" h="12700">
                  <a:moveTo>
                    <a:pt x="635000" y="0"/>
                  </a:moveTo>
                  <a:lnTo>
                    <a:pt x="622300" y="0"/>
                  </a:lnTo>
                  <a:lnTo>
                    <a:pt x="6223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5702300" h="12700">
                  <a:moveTo>
                    <a:pt x="685800" y="0"/>
                  </a:moveTo>
                  <a:lnTo>
                    <a:pt x="673100" y="0"/>
                  </a:lnTo>
                  <a:lnTo>
                    <a:pt x="6731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5702300" h="12700">
                  <a:moveTo>
                    <a:pt x="8255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825500" y="12700"/>
                  </a:lnTo>
                  <a:lnTo>
                    <a:pt x="825500" y="0"/>
                  </a:lnTo>
                  <a:close/>
                </a:path>
                <a:path w="5702300" h="12700">
                  <a:moveTo>
                    <a:pt x="8763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76300" y="12700"/>
                  </a:lnTo>
                  <a:lnTo>
                    <a:pt x="876300" y="0"/>
                  </a:lnTo>
                  <a:close/>
                </a:path>
                <a:path w="5702300" h="12700">
                  <a:moveTo>
                    <a:pt x="9271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5702300" h="12700">
                  <a:moveTo>
                    <a:pt x="10668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1066800" y="12700"/>
                  </a:lnTo>
                  <a:lnTo>
                    <a:pt x="1066800" y="0"/>
                  </a:lnTo>
                  <a:close/>
                </a:path>
                <a:path w="5702300" h="12700">
                  <a:moveTo>
                    <a:pt x="1117600" y="0"/>
                  </a:moveTo>
                  <a:lnTo>
                    <a:pt x="1104900" y="0"/>
                  </a:lnTo>
                  <a:lnTo>
                    <a:pt x="1104900" y="12700"/>
                  </a:lnTo>
                  <a:lnTo>
                    <a:pt x="1117600" y="12700"/>
                  </a:lnTo>
                  <a:lnTo>
                    <a:pt x="1117600" y="0"/>
                  </a:lnTo>
                  <a:close/>
                </a:path>
                <a:path w="5702300" h="12700">
                  <a:moveTo>
                    <a:pt x="1168400" y="0"/>
                  </a:moveTo>
                  <a:lnTo>
                    <a:pt x="1155700" y="0"/>
                  </a:lnTo>
                  <a:lnTo>
                    <a:pt x="11557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5702300" h="12700">
                  <a:moveTo>
                    <a:pt x="13081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308100" y="12700"/>
                  </a:lnTo>
                  <a:lnTo>
                    <a:pt x="1308100" y="0"/>
                  </a:lnTo>
                  <a:close/>
                </a:path>
                <a:path w="5702300" h="12700">
                  <a:moveTo>
                    <a:pt x="1358900" y="0"/>
                  </a:moveTo>
                  <a:lnTo>
                    <a:pt x="1346200" y="0"/>
                  </a:lnTo>
                  <a:lnTo>
                    <a:pt x="1346200" y="12700"/>
                  </a:lnTo>
                  <a:lnTo>
                    <a:pt x="1358900" y="12700"/>
                  </a:lnTo>
                  <a:lnTo>
                    <a:pt x="1358900" y="0"/>
                  </a:lnTo>
                  <a:close/>
                </a:path>
                <a:path w="5702300" h="12700">
                  <a:moveTo>
                    <a:pt x="1409700" y="0"/>
                  </a:moveTo>
                  <a:lnTo>
                    <a:pt x="1397000" y="0"/>
                  </a:lnTo>
                  <a:lnTo>
                    <a:pt x="13970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5702300" h="12700">
                  <a:moveTo>
                    <a:pt x="15494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5702300" h="12700">
                  <a:moveTo>
                    <a:pt x="1600200" y="0"/>
                  </a:moveTo>
                  <a:lnTo>
                    <a:pt x="1587500" y="0"/>
                  </a:lnTo>
                  <a:lnTo>
                    <a:pt x="15875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5702300" h="12700">
                  <a:moveTo>
                    <a:pt x="1651000" y="0"/>
                  </a:moveTo>
                  <a:lnTo>
                    <a:pt x="1638300" y="0"/>
                  </a:lnTo>
                  <a:lnTo>
                    <a:pt x="16383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5702300" h="12700">
                  <a:moveTo>
                    <a:pt x="17907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90700" y="12700"/>
                  </a:lnTo>
                  <a:lnTo>
                    <a:pt x="1790700" y="0"/>
                  </a:lnTo>
                  <a:close/>
                </a:path>
                <a:path w="5702300" h="12700">
                  <a:moveTo>
                    <a:pt x="18415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41500" y="12700"/>
                  </a:lnTo>
                  <a:lnTo>
                    <a:pt x="1841500" y="0"/>
                  </a:lnTo>
                  <a:close/>
                </a:path>
                <a:path w="5702300" h="12700">
                  <a:moveTo>
                    <a:pt x="18923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5702300" h="12700">
                  <a:moveTo>
                    <a:pt x="20320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2032000" y="12700"/>
                  </a:lnTo>
                  <a:lnTo>
                    <a:pt x="2032000" y="0"/>
                  </a:lnTo>
                  <a:close/>
                </a:path>
                <a:path w="5702300" h="12700">
                  <a:moveTo>
                    <a:pt x="2082800" y="0"/>
                  </a:moveTo>
                  <a:lnTo>
                    <a:pt x="2070100" y="0"/>
                  </a:lnTo>
                  <a:lnTo>
                    <a:pt x="2070100" y="12700"/>
                  </a:lnTo>
                  <a:lnTo>
                    <a:pt x="2082800" y="12700"/>
                  </a:lnTo>
                  <a:lnTo>
                    <a:pt x="2082800" y="0"/>
                  </a:lnTo>
                  <a:close/>
                </a:path>
                <a:path w="5702300" h="12700">
                  <a:moveTo>
                    <a:pt x="2133600" y="0"/>
                  </a:moveTo>
                  <a:lnTo>
                    <a:pt x="2120900" y="0"/>
                  </a:lnTo>
                  <a:lnTo>
                    <a:pt x="21209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5702300" h="12700">
                  <a:moveTo>
                    <a:pt x="22733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273300" y="12700"/>
                  </a:lnTo>
                  <a:lnTo>
                    <a:pt x="2273300" y="0"/>
                  </a:lnTo>
                  <a:close/>
                </a:path>
                <a:path w="5702300" h="12700">
                  <a:moveTo>
                    <a:pt x="2324100" y="0"/>
                  </a:moveTo>
                  <a:lnTo>
                    <a:pt x="2311400" y="0"/>
                  </a:lnTo>
                  <a:lnTo>
                    <a:pt x="2311400" y="12700"/>
                  </a:lnTo>
                  <a:lnTo>
                    <a:pt x="2324100" y="12700"/>
                  </a:lnTo>
                  <a:lnTo>
                    <a:pt x="2324100" y="0"/>
                  </a:lnTo>
                  <a:close/>
                </a:path>
                <a:path w="5702300" h="12700">
                  <a:moveTo>
                    <a:pt x="2374900" y="0"/>
                  </a:moveTo>
                  <a:lnTo>
                    <a:pt x="2362200" y="0"/>
                  </a:lnTo>
                  <a:lnTo>
                    <a:pt x="23622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5702300" h="12700">
                  <a:moveTo>
                    <a:pt x="25146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5702300" h="12700">
                  <a:moveTo>
                    <a:pt x="256540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5702300" h="12700">
                  <a:moveTo>
                    <a:pt x="2616200" y="0"/>
                  </a:moveTo>
                  <a:lnTo>
                    <a:pt x="2603500" y="0"/>
                  </a:lnTo>
                  <a:lnTo>
                    <a:pt x="26035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5702300" h="12700">
                  <a:moveTo>
                    <a:pt x="2755900" y="0"/>
                  </a:moveTo>
                  <a:lnTo>
                    <a:pt x="2654300" y="0"/>
                  </a:lnTo>
                  <a:lnTo>
                    <a:pt x="2654300" y="12700"/>
                  </a:lnTo>
                  <a:lnTo>
                    <a:pt x="2755900" y="12700"/>
                  </a:lnTo>
                  <a:lnTo>
                    <a:pt x="2755900" y="0"/>
                  </a:lnTo>
                  <a:close/>
                </a:path>
                <a:path w="5702300" h="12700">
                  <a:moveTo>
                    <a:pt x="2806700" y="0"/>
                  </a:moveTo>
                  <a:lnTo>
                    <a:pt x="2794000" y="0"/>
                  </a:lnTo>
                  <a:lnTo>
                    <a:pt x="2794000" y="12700"/>
                  </a:lnTo>
                  <a:lnTo>
                    <a:pt x="2806700" y="12700"/>
                  </a:lnTo>
                  <a:lnTo>
                    <a:pt x="2806700" y="0"/>
                  </a:lnTo>
                  <a:close/>
                </a:path>
                <a:path w="5702300" h="12700">
                  <a:moveTo>
                    <a:pt x="2857500" y="0"/>
                  </a:moveTo>
                  <a:lnTo>
                    <a:pt x="2844800" y="0"/>
                  </a:lnTo>
                  <a:lnTo>
                    <a:pt x="2844800" y="12700"/>
                  </a:lnTo>
                  <a:lnTo>
                    <a:pt x="2857500" y="12700"/>
                  </a:lnTo>
                  <a:lnTo>
                    <a:pt x="2857500" y="0"/>
                  </a:lnTo>
                  <a:close/>
                </a:path>
                <a:path w="5702300" h="12700">
                  <a:moveTo>
                    <a:pt x="2997200" y="0"/>
                  </a:moveTo>
                  <a:lnTo>
                    <a:pt x="2895600" y="0"/>
                  </a:lnTo>
                  <a:lnTo>
                    <a:pt x="2895600" y="12700"/>
                  </a:lnTo>
                  <a:lnTo>
                    <a:pt x="2997200" y="12700"/>
                  </a:lnTo>
                  <a:lnTo>
                    <a:pt x="2997200" y="0"/>
                  </a:lnTo>
                  <a:close/>
                </a:path>
                <a:path w="5702300" h="12700">
                  <a:moveTo>
                    <a:pt x="3048000" y="0"/>
                  </a:moveTo>
                  <a:lnTo>
                    <a:pt x="3035300" y="0"/>
                  </a:lnTo>
                  <a:lnTo>
                    <a:pt x="3035300" y="12700"/>
                  </a:lnTo>
                  <a:lnTo>
                    <a:pt x="3048000" y="12700"/>
                  </a:lnTo>
                  <a:lnTo>
                    <a:pt x="3048000" y="0"/>
                  </a:lnTo>
                  <a:close/>
                </a:path>
                <a:path w="5702300" h="12700">
                  <a:moveTo>
                    <a:pt x="3098800" y="0"/>
                  </a:moveTo>
                  <a:lnTo>
                    <a:pt x="3086100" y="0"/>
                  </a:lnTo>
                  <a:lnTo>
                    <a:pt x="3086100" y="12700"/>
                  </a:lnTo>
                  <a:lnTo>
                    <a:pt x="3098800" y="12700"/>
                  </a:lnTo>
                  <a:lnTo>
                    <a:pt x="3098800" y="0"/>
                  </a:lnTo>
                  <a:close/>
                </a:path>
                <a:path w="5702300" h="12700">
                  <a:moveTo>
                    <a:pt x="3238500" y="0"/>
                  </a:moveTo>
                  <a:lnTo>
                    <a:pt x="3136900" y="0"/>
                  </a:lnTo>
                  <a:lnTo>
                    <a:pt x="3136900" y="12700"/>
                  </a:lnTo>
                  <a:lnTo>
                    <a:pt x="3238500" y="12700"/>
                  </a:lnTo>
                  <a:lnTo>
                    <a:pt x="3238500" y="0"/>
                  </a:lnTo>
                  <a:close/>
                </a:path>
                <a:path w="5702300" h="12700">
                  <a:moveTo>
                    <a:pt x="3289300" y="0"/>
                  </a:moveTo>
                  <a:lnTo>
                    <a:pt x="3276600" y="0"/>
                  </a:lnTo>
                  <a:lnTo>
                    <a:pt x="3276600" y="12700"/>
                  </a:lnTo>
                  <a:lnTo>
                    <a:pt x="3289300" y="12700"/>
                  </a:lnTo>
                  <a:lnTo>
                    <a:pt x="3289300" y="0"/>
                  </a:lnTo>
                  <a:close/>
                </a:path>
                <a:path w="5702300" h="12700">
                  <a:moveTo>
                    <a:pt x="3340100" y="0"/>
                  </a:moveTo>
                  <a:lnTo>
                    <a:pt x="3327400" y="0"/>
                  </a:lnTo>
                  <a:lnTo>
                    <a:pt x="3327400" y="12700"/>
                  </a:lnTo>
                  <a:lnTo>
                    <a:pt x="3340100" y="12700"/>
                  </a:lnTo>
                  <a:lnTo>
                    <a:pt x="3340100" y="0"/>
                  </a:lnTo>
                  <a:close/>
                </a:path>
                <a:path w="5702300" h="12700">
                  <a:moveTo>
                    <a:pt x="3479800" y="0"/>
                  </a:moveTo>
                  <a:lnTo>
                    <a:pt x="3378200" y="0"/>
                  </a:lnTo>
                  <a:lnTo>
                    <a:pt x="3378200" y="12700"/>
                  </a:lnTo>
                  <a:lnTo>
                    <a:pt x="3479800" y="12700"/>
                  </a:lnTo>
                  <a:lnTo>
                    <a:pt x="3479800" y="0"/>
                  </a:lnTo>
                  <a:close/>
                </a:path>
                <a:path w="5702300" h="12700">
                  <a:moveTo>
                    <a:pt x="3530600" y="0"/>
                  </a:moveTo>
                  <a:lnTo>
                    <a:pt x="3517900" y="0"/>
                  </a:lnTo>
                  <a:lnTo>
                    <a:pt x="3517900" y="12700"/>
                  </a:lnTo>
                  <a:lnTo>
                    <a:pt x="3530600" y="12700"/>
                  </a:lnTo>
                  <a:lnTo>
                    <a:pt x="3530600" y="0"/>
                  </a:lnTo>
                  <a:close/>
                </a:path>
                <a:path w="5702300" h="12700">
                  <a:moveTo>
                    <a:pt x="3581400" y="0"/>
                  </a:moveTo>
                  <a:lnTo>
                    <a:pt x="3568700" y="0"/>
                  </a:lnTo>
                  <a:lnTo>
                    <a:pt x="3568700" y="12700"/>
                  </a:lnTo>
                  <a:lnTo>
                    <a:pt x="3581400" y="12700"/>
                  </a:lnTo>
                  <a:lnTo>
                    <a:pt x="3581400" y="0"/>
                  </a:lnTo>
                  <a:close/>
                </a:path>
                <a:path w="5702300" h="12700">
                  <a:moveTo>
                    <a:pt x="3721100" y="0"/>
                  </a:moveTo>
                  <a:lnTo>
                    <a:pt x="3619500" y="0"/>
                  </a:lnTo>
                  <a:lnTo>
                    <a:pt x="3619500" y="12700"/>
                  </a:lnTo>
                  <a:lnTo>
                    <a:pt x="3721100" y="12700"/>
                  </a:lnTo>
                  <a:lnTo>
                    <a:pt x="3721100" y="0"/>
                  </a:lnTo>
                  <a:close/>
                </a:path>
                <a:path w="5702300" h="12700">
                  <a:moveTo>
                    <a:pt x="3771900" y="0"/>
                  </a:moveTo>
                  <a:lnTo>
                    <a:pt x="3759200" y="0"/>
                  </a:lnTo>
                  <a:lnTo>
                    <a:pt x="3759200" y="12700"/>
                  </a:lnTo>
                  <a:lnTo>
                    <a:pt x="3771900" y="12700"/>
                  </a:lnTo>
                  <a:lnTo>
                    <a:pt x="3771900" y="0"/>
                  </a:lnTo>
                  <a:close/>
                </a:path>
                <a:path w="5702300" h="12700">
                  <a:moveTo>
                    <a:pt x="3822700" y="0"/>
                  </a:moveTo>
                  <a:lnTo>
                    <a:pt x="3810000" y="0"/>
                  </a:lnTo>
                  <a:lnTo>
                    <a:pt x="3810000" y="12700"/>
                  </a:lnTo>
                  <a:lnTo>
                    <a:pt x="3822700" y="12700"/>
                  </a:lnTo>
                  <a:lnTo>
                    <a:pt x="3822700" y="0"/>
                  </a:lnTo>
                  <a:close/>
                </a:path>
                <a:path w="5702300" h="12700">
                  <a:moveTo>
                    <a:pt x="3962400" y="0"/>
                  </a:moveTo>
                  <a:lnTo>
                    <a:pt x="3860800" y="0"/>
                  </a:lnTo>
                  <a:lnTo>
                    <a:pt x="3860800" y="12700"/>
                  </a:lnTo>
                  <a:lnTo>
                    <a:pt x="3962400" y="12700"/>
                  </a:lnTo>
                  <a:lnTo>
                    <a:pt x="3962400" y="0"/>
                  </a:lnTo>
                  <a:close/>
                </a:path>
                <a:path w="5702300" h="12700">
                  <a:moveTo>
                    <a:pt x="4013200" y="0"/>
                  </a:moveTo>
                  <a:lnTo>
                    <a:pt x="4000500" y="0"/>
                  </a:lnTo>
                  <a:lnTo>
                    <a:pt x="4000500" y="12700"/>
                  </a:lnTo>
                  <a:lnTo>
                    <a:pt x="4013200" y="12700"/>
                  </a:lnTo>
                  <a:lnTo>
                    <a:pt x="4013200" y="0"/>
                  </a:lnTo>
                  <a:close/>
                </a:path>
                <a:path w="5702300" h="12700">
                  <a:moveTo>
                    <a:pt x="4064000" y="0"/>
                  </a:moveTo>
                  <a:lnTo>
                    <a:pt x="4051300" y="0"/>
                  </a:lnTo>
                  <a:lnTo>
                    <a:pt x="4051300" y="12700"/>
                  </a:lnTo>
                  <a:lnTo>
                    <a:pt x="4064000" y="12700"/>
                  </a:lnTo>
                  <a:lnTo>
                    <a:pt x="4064000" y="0"/>
                  </a:lnTo>
                  <a:close/>
                </a:path>
                <a:path w="5702300" h="12700">
                  <a:moveTo>
                    <a:pt x="4203700" y="0"/>
                  </a:moveTo>
                  <a:lnTo>
                    <a:pt x="4102100" y="0"/>
                  </a:lnTo>
                  <a:lnTo>
                    <a:pt x="4102100" y="12700"/>
                  </a:lnTo>
                  <a:lnTo>
                    <a:pt x="4203700" y="12700"/>
                  </a:lnTo>
                  <a:lnTo>
                    <a:pt x="4203700" y="0"/>
                  </a:lnTo>
                  <a:close/>
                </a:path>
                <a:path w="5702300" h="12700">
                  <a:moveTo>
                    <a:pt x="4254500" y="0"/>
                  </a:moveTo>
                  <a:lnTo>
                    <a:pt x="4241800" y="0"/>
                  </a:lnTo>
                  <a:lnTo>
                    <a:pt x="4241800" y="12700"/>
                  </a:lnTo>
                  <a:lnTo>
                    <a:pt x="4254500" y="12700"/>
                  </a:lnTo>
                  <a:lnTo>
                    <a:pt x="4254500" y="0"/>
                  </a:lnTo>
                  <a:close/>
                </a:path>
                <a:path w="5702300" h="12700">
                  <a:moveTo>
                    <a:pt x="4305300" y="0"/>
                  </a:moveTo>
                  <a:lnTo>
                    <a:pt x="4292600" y="0"/>
                  </a:lnTo>
                  <a:lnTo>
                    <a:pt x="4292600" y="12700"/>
                  </a:lnTo>
                  <a:lnTo>
                    <a:pt x="4305300" y="12700"/>
                  </a:lnTo>
                  <a:lnTo>
                    <a:pt x="4305300" y="0"/>
                  </a:lnTo>
                  <a:close/>
                </a:path>
                <a:path w="5702300" h="12700">
                  <a:moveTo>
                    <a:pt x="4445000" y="0"/>
                  </a:moveTo>
                  <a:lnTo>
                    <a:pt x="4343400" y="0"/>
                  </a:lnTo>
                  <a:lnTo>
                    <a:pt x="4343400" y="12700"/>
                  </a:lnTo>
                  <a:lnTo>
                    <a:pt x="4445000" y="12700"/>
                  </a:lnTo>
                  <a:lnTo>
                    <a:pt x="4445000" y="0"/>
                  </a:lnTo>
                  <a:close/>
                </a:path>
                <a:path w="5702300" h="12700">
                  <a:moveTo>
                    <a:pt x="4495800" y="0"/>
                  </a:moveTo>
                  <a:lnTo>
                    <a:pt x="4483100" y="0"/>
                  </a:lnTo>
                  <a:lnTo>
                    <a:pt x="4483100" y="12700"/>
                  </a:lnTo>
                  <a:lnTo>
                    <a:pt x="4495800" y="12700"/>
                  </a:lnTo>
                  <a:lnTo>
                    <a:pt x="4495800" y="0"/>
                  </a:lnTo>
                  <a:close/>
                </a:path>
                <a:path w="5702300" h="12700">
                  <a:moveTo>
                    <a:pt x="4546600" y="0"/>
                  </a:moveTo>
                  <a:lnTo>
                    <a:pt x="4533900" y="0"/>
                  </a:lnTo>
                  <a:lnTo>
                    <a:pt x="4533900" y="12700"/>
                  </a:lnTo>
                  <a:lnTo>
                    <a:pt x="4546600" y="12700"/>
                  </a:lnTo>
                  <a:lnTo>
                    <a:pt x="4546600" y="0"/>
                  </a:lnTo>
                  <a:close/>
                </a:path>
                <a:path w="5702300" h="12700">
                  <a:moveTo>
                    <a:pt x="4686300" y="0"/>
                  </a:moveTo>
                  <a:lnTo>
                    <a:pt x="4584700" y="0"/>
                  </a:lnTo>
                  <a:lnTo>
                    <a:pt x="4584700" y="12700"/>
                  </a:lnTo>
                  <a:lnTo>
                    <a:pt x="4686300" y="12700"/>
                  </a:lnTo>
                  <a:lnTo>
                    <a:pt x="4686300" y="0"/>
                  </a:lnTo>
                  <a:close/>
                </a:path>
                <a:path w="5702300" h="12700">
                  <a:moveTo>
                    <a:pt x="4737100" y="0"/>
                  </a:moveTo>
                  <a:lnTo>
                    <a:pt x="4724400" y="0"/>
                  </a:lnTo>
                  <a:lnTo>
                    <a:pt x="4724400" y="12700"/>
                  </a:lnTo>
                  <a:lnTo>
                    <a:pt x="4737100" y="12700"/>
                  </a:lnTo>
                  <a:lnTo>
                    <a:pt x="4737100" y="0"/>
                  </a:lnTo>
                  <a:close/>
                </a:path>
                <a:path w="5702300" h="12700">
                  <a:moveTo>
                    <a:pt x="4787900" y="0"/>
                  </a:moveTo>
                  <a:lnTo>
                    <a:pt x="4775200" y="0"/>
                  </a:lnTo>
                  <a:lnTo>
                    <a:pt x="4775200" y="12700"/>
                  </a:lnTo>
                  <a:lnTo>
                    <a:pt x="4787900" y="12700"/>
                  </a:lnTo>
                  <a:lnTo>
                    <a:pt x="4787900" y="0"/>
                  </a:lnTo>
                  <a:close/>
                </a:path>
                <a:path w="5702300" h="12700">
                  <a:moveTo>
                    <a:pt x="4927600" y="0"/>
                  </a:moveTo>
                  <a:lnTo>
                    <a:pt x="4826000" y="0"/>
                  </a:lnTo>
                  <a:lnTo>
                    <a:pt x="4826000" y="12700"/>
                  </a:lnTo>
                  <a:lnTo>
                    <a:pt x="4927600" y="12700"/>
                  </a:lnTo>
                  <a:lnTo>
                    <a:pt x="4927600" y="0"/>
                  </a:lnTo>
                  <a:close/>
                </a:path>
                <a:path w="5702300" h="12700">
                  <a:moveTo>
                    <a:pt x="4978400" y="0"/>
                  </a:moveTo>
                  <a:lnTo>
                    <a:pt x="4965700" y="0"/>
                  </a:lnTo>
                  <a:lnTo>
                    <a:pt x="4965700" y="12700"/>
                  </a:lnTo>
                  <a:lnTo>
                    <a:pt x="4978400" y="12700"/>
                  </a:lnTo>
                  <a:lnTo>
                    <a:pt x="4978400" y="0"/>
                  </a:lnTo>
                  <a:close/>
                </a:path>
                <a:path w="5702300" h="12700">
                  <a:moveTo>
                    <a:pt x="5029200" y="0"/>
                  </a:moveTo>
                  <a:lnTo>
                    <a:pt x="5016500" y="0"/>
                  </a:lnTo>
                  <a:lnTo>
                    <a:pt x="5016500" y="12700"/>
                  </a:lnTo>
                  <a:lnTo>
                    <a:pt x="5029200" y="12700"/>
                  </a:lnTo>
                  <a:lnTo>
                    <a:pt x="5029200" y="0"/>
                  </a:lnTo>
                  <a:close/>
                </a:path>
                <a:path w="5702300" h="12700">
                  <a:moveTo>
                    <a:pt x="5168900" y="0"/>
                  </a:moveTo>
                  <a:lnTo>
                    <a:pt x="5067300" y="0"/>
                  </a:lnTo>
                  <a:lnTo>
                    <a:pt x="5067300" y="12700"/>
                  </a:lnTo>
                  <a:lnTo>
                    <a:pt x="5168900" y="12700"/>
                  </a:lnTo>
                  <a:lnTo>
                    <a:pt x="5168900" y="0"/>
                  </a:lnTo>
                  <a:close/>
                </a:path>
                <a:path w="5702300" h="12700">
                  <a:moveTo>
                    <a:pt x="5219700" y="0"/>
                  </a:moveTo>
                  <a:lnTo>
                    <a:pt x="5207000" y="0"/>
                  </a:lnTo>
                  <a:lnTo>
                    <a:pt x="5207000" y="12700"/>
                  </a:lnTo>
                  <a:lnTo>
                    <a:pt x="5219700" y="12700"/>
                  </a:lnTo>
                  <a:lnTo>
                    <a:pt x="5219700" y="0"/>
                  </a:lnTo>
                  <a:close/>
                </a:path>
                <a:path w="5702300" h="12700">
                  <a:moveTo>
                    <a:pt x="5270500" y="0"/>
                  </a:moveTo>
                  <a:lnTo>
                    <a:pt x="5257800" y="0"/>
                  </a:lnTo>
                  <a:lnTo>
                    <a:pt x="5257800" y="12700"/>
                  </a:lnTo>
                  <a:lnTo>
                    <a:pt x="5270500" y="12700"/>
                  </a:lnTo>
                  <a:lnTo>
                    <a:pt x="5270500" y="0"/>
                  </a:lnTo>
                  <a:close/>
                </a:path>
                <a:path w="5702300" h="12700">
                  <a:moveTo>
                    <a:pt x="5410200" y="0"/>
                  </a:moveTo>
                  <a:lnTo>
                    <a:pt x="5308600" y="0"/>
                  </a:lnTo>
                  <a:lnTo>
                    <a:pt x="5308600" y="12700"/>
                  </a:lnTo>
                  <a:lnTo>
                    <a:pt x="5410200" y="12700"/>
                  </a:lnTo>
                  <a:lnTo>
                    <a:pt x="5410200" y="0"/>
                  </a:lnTo>
                  <a:close/>
                </a:path>
                <a:path w="5702300" h="12700">
                  <a:moveTo>
                    <a:pt x="5461000" y="0"/>
                  </a:moveTo>
                  <a:lnTo>
                    <a:pt x="5448300" y="0"/>
                  </a:lnTo>
                  <a:lnTo>
                    <a:pt x="5448300" y="12700"/>
                  </a:lnTo>
                  <a:lnTo>
                    <a:pt x="5461000" y="12700"/>
                  </a:lnTo>
                  <a:lnTo>
                    <a:pt x="5461000" y="0"/>
                  </a:lnTo>
                  <a:close/>
                </a:path>
                <a:path w="5702300" h="12700">
                  <a:moveTo>
                    <a:pt x="5511800" y="0"/>
                  </a:moveTo>
                  <a:lnTo>
                    <a:pt x="5499100" y="0"/>
                  </a:lnTo>
                  <a:lnTo>
                    <a:pt x="5499100" y="12700"/>
                  </a:lnTo>
                  <a:lnTo>
                    <a:pt x="5511800" y="12700"/>
                  </a:lnTo>
                  <a:lnTo>
                    <a:pt x="5511800" y="0"/>
                  </a:lnTo>
                  <a:close/>
                </a:path>
                <a:path w="5702300" h="12700">
                  <a:moveTo>
                    <a:pt x="5651500" y="0"/>
                  </a:moveTo>
                  <a:lnTo>
                    <a:pt x="5549900" y="0"/>
                  </a:lnTo>
                  <a:lnTo>
                    <a:pt x="5549900" y="12700"/>
                  </a:lnTo>
                  <a:lnTo>
                    <a:pt x="5651500" y="12700"/>
                  </a:lnTo>
                  <a:lnTo>
                    <a:pt x="5651500" y="0"/>
                  </a:lnTo>
                  <a:close/>
                </a:path>
                <a:path w="5702300" h="12700">
                  <a:moveTo>
                    <a:pt x="5702300" y="0"/>
                  </a:moveTo>
                  <a:lnTo>
                    <a:pt x="5689600" y="0"/>
                  </a:lnTo>
                  <a:lnTo>
                    <a:pt x="5689600" y="12700"/>
                  </a:lnTo>
                  <a:lnTo>
                    <a:pt x="5702300" y="12700"/>
                  </a:lnTo>
                  <a:lnTo>
                    <a:pt x="57023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6299200" y="2432049"/>
              <a:ext cx="2425700" cy="12700"/>
            </a:xfrm>
            <a:custGeom>
              <a:avLst/>
              <a:gdLst/>
              <a:ahLst/>
              <a:cxnLst/>
              <a:rect l="l" t="t" r="r" b="b"/>
              <a:pathLst>
                <a:path w="2425700" h="127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2425700" h="12700">
                  <a:moveTo>
                    <a:pt x="635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63500" y="12700"/>
                  </a:lnTo>
                  <a:lnTo>
                    <a:pt x="63500" y="0"/>
                  </a:lnTo>
                  <a:close/>
                </a:path>
                <a:path w="2425700" h="12700">
                  <a:moveTo>
                    <a:pt x="2032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2425700" h="12700">
                  <a:moveTo>
                    <a:pt x="2540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254000" y="12700"/>
                  </a:lnTo>
                  <a:lnTo>
                    <a:pt x="254000" y="0"/>
                  </a:lnTo>
                  <a:close/>
                </a:path>
                <a:path w="2425700" h="12700">
                  <a:moveTo>
                    <a:pt x="304800" y="0"/>
                  </a:moveTo>
                  <a:lnTo>
                    <a:pt x="292100" y="0"/>
                  </a:lnTo>
                  <a:lnTo>
                    <a:pt x="29210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2425700" h="12700">
                  <a:moveTo>
                    <a:pt x="444500" y="0"/>
                  </a:moveTo>
                  <a:lnTo>
                    <a:pt x="342900" y="0"/>
                  </a:lnTo>
                  <a:lnTo>
                    <a:pt x="3429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2425700" h="12700">
                  <a:moveTo>
                    <a:pt x="4953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495300" y="12700"/>
                  </a:lnTo>
                  <a:lnTo>
                    <a:pt x="495300" y="0"/>
                  </a:lnTo>
                  <a:close/>
                </a:path>
                <a:path w="2425700" h="12700">
                  <a:moveTo>
                    <a:pt x="546100" y="0"/>
                  </a:moveTo>
                  <a:lnTo>
                    <a:pt x="533400" y="0"/>
                  </a:lnTo>
                  <a:lnTo>
                    <a:pt x="533400" y="12700"/>
                  </a:lnTo>
                  <a:lnTo>
                    <a:pt x="546100" y="12700"/>
                  </a:lnTo>
                  <a:lnTo>
                    <a:pt x="546100" y="0"/>
                  </a:lnTo>
                  <a:close/>
                </a:path>
                <a:path w="2425700" h="12700">
                  <a:moveTo>
                    <a:pt x="685800" y="0"/>
                  </a:moveTo>
                  <a:lnTo>
                    <a:pt x="584200" y="0"/>
                  </a:lnTo>
                  <a:lnTo>
                    <a:pt x="5842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425700" h="12700">
                  <a:moveTo>
                    <a:pt x="7366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425700" h="12700">
                  <a:moveTo>
                    <a:pt x="787400" y="0"/>
                  </a:moveTo>
                  <a:lnTo>
                    <a:pt x="774700" y="0"/>
                  </a:lnTo>
                  <a:lnTo>
                    <a:pt x="7747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425700" h="12700">
                  <a:moveTo>
                    <a:pt x="927100" y="0"/>
                  </a:moveTo>
                  <a:lnTo>
                    <a:pt x="825500" y="0"/>
                  </a:lnTo>
                  <a:lnTo>
                    <a:pt x="8255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2425700" h="12700">
                  <a:moveTo>
                    <a:pt x="9779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77900" y="12700"/>
                  </a:lnTo>
                  <a:lnTo>
                    <a:pt x="977900" y="0"/>
                  </a:lnTo>
                  <a:close/>
                </a:path>
                <a:path w="2425700" h="12700">
                  <a:moveTo>
                    <a:pt x="10287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28700" y="12700"/>
                  </a:lnTo>
                  <a:lnTo>
                    <a:pt x="1028700" y="0"/>
                  </a:lnTo>
                  <a:close/>
                </a:path>
                <a:path w="2425700" h="12700">
                  <a:moveTo>
                    <a:pt x="11684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2425700" h="12700">
                  <a:moveTo>
                    <a:pt x="12192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219200" y="12700"/>
                  </a:lnTo>
                  <a:lnTo>
                    <a:pt x="1219200" y="0"/>
                  </a:lnTo>
                  <a:close/>
                </a:path>
                <a:path w="2425700" h="12700">
                  <a:moveTo>
                    <a:pt x="1270000" y="0"/>
                  </a:moveTo>
                  <a:lnTo>
                    <a:pt x="1257300" y="0"/>
                  </a:lnTo>
                  <a:lnTo>
                    <a:pt x="1257300" y="12700"/>
                  </a:lnTo>
                  <a:lnTo>
                    <a:pt x="1270000" y="12700"/>
                  </a:lnTo>
                  <a:lnTo>
                    <a:pt x="1270000" y="0"/>
                  </a:lnTo>
                  <a:close/>
                </a:path>
                <a:path w="2425700" h="12700">
                  <a:moveTo>
                    <a:pt x="1409700" y="0"/>
                  </a:moveTo>
                  <a:lnTo>
                    <a:pt x="1308100" y="0"/>
                  </a:lnTo>
                  <a:lnTo>
                    <a:pt x="13081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2425700" h="12700">
                  <a:moveTo>
                    <a:pt x="14605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460500" y="12700"/>
                  </a:lnTo>
                  <a:lnTo>
                    <a:pt x="1460500" y="0"/>
                  </a:lnTo>
                  <a:close/>
                </a:path>
                <a:path w="2425700" h="12700">
                  <a:moveTo>
                    <a:pt x="1511300" y="0"/>
                  </a:moveTo>
                  <a:lnTo>
                    <a:pt x="1498600" y="0"/>
                  </a:lnTo>
                  <a:lnTo>
                    <a:pt x="1498600" y="12700"/>
                  </a:lnTo>
                  <a:lnTo>
                    <a:pt x="1511300" y="12700"/>
                  </a:lnTo>
                  <a:lnTo>
                    <a:pt x="1511300" y="0"/>
                  </a:lnTo>
                  <a:close/>
                </a:path>
                <a:path w="2425700" h="12700">
                  <a:moveTo>
                    <a:pt x="1651000" y="0"/>
                  </a:moveTo>
                  <a:lnTo>
                    <a:pt x="1549400" y="0"/>
                  </a:lnTo>
                  <a:lnTo>
                    <a:pt x="15494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425700" h="12700">
                  <a:moveTo>
                    <a:pt x="17018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425700" h="12700">
                  <a:moveTo>
                    <a:pt x="1752600" y="0"/>
                  </a:moveTo>
                  <a:lnTo>
                    <a:pt x="1739900" y="0"/>
                  </a:lnTo>
                  <a:lnTo>
                    <a:pt x="17399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425700" h="12700">
                  <a:moveTo>
                    <a:pt x="1892300" y="0"/>
                  </a:moveTo>
                  <a:lnTo>
                    <a:pt x="1790700" y="0"/>
                  </a:lnTo>
                  <a:lnTo>
                    <a:pt x="17907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2425700" h="12700">
                  <a:moveTo>
                    <a:pt x="19431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43100" y="12700"/>
                  </a:lnTo>
                  <a:lnTo>
                    <a:pt x="1943100" y="0"/>
                  </a:lnTo>
                  <a:close/>
                </a:path>
                <a:path w="2425700" h="12700">
                  <a:moveTo>
                    <a:pt x="19939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1993900" y="12700"/>
                  </a:lnTo>
                  <a:lnTo>
                    <a:pt x="1993900" y="0"/>
                  </a:lnTo>
                  <a:close/>
                </a:path>
                <a:path w="2425700" h="12700">
                  <a:moveTo>
                    <a:pt x="21336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2425700" h="12700">
                  <a:moveTo>
                    <a:pt x="21844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184400" y="12700"/>
                  </a:lnTo>
                  <a:lnTo>
                    <a:pt x="2184400" y="0"/>
                  </a:lnTo>
                  <a:close/>
                </a:path>
                <a:path w="2425700" h="12700">
                  <a:moveTo>
                    <a:pt x="2235200" y="0"/>
                  </a:moveTo>
                  <a:lnTo>
                    <a:pt x="2222500" y="0"/>
                  </a:lnTo>
                  <a:lnTo>
                    <a:pt x="2222500" y="12700"/>
                  </a:lnTo>
                  <a:lnTo>
                    <a:pt x="2235200" y="12700"/>
                  </a:lnTo>
                  <a:lnTo>
                    <a:pt x="2235200" y="0"/>
                  </a:lnTo>
                  <a:close/>
                </a:path>
                <a:path w="2425700" h="12700">
                  <a:moveTo>
                    <a:pt x="2374900" y="0"/>
                  </a:moveTo>
                  <a:lnTo>
                    <a:pt x="2273300" y="0"/>
                  </a:lnTo>
                  <a:lnTo>
                    <a:pt x="22733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2425700" h="12700">
                  <a:moveTo>
                    <a:pt x="24257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425700" y="12700"/>
                  </a:lnTo>
                  <a:lnTo>
                    <a:pt x="24257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" name="object 39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940740" y="2508110"/>
            <a:ext cx="1727098" cy="635000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685800" y="4232275"/>
            <a:ext cx="8115300" cy="663575"/>
            <a:chOff x="685800" y="4232275"/>
            <a:chExt cx="8115300" cy="663575"/>
          </a:xfrm>
        </p:grpSpPr>
        <p:sp>
          <p:nvSpPr>
            <p:cNvPr id="41" name="object 41"/>
            <p:cNvSpPr/>
            <p:nvPr/>
          </p:nvSpPr>
          <p:spPr>
            <a:xfrm>
              <a:off x="685800" y="4232274"/>
              <a:ext cx="5702300" cy="12700"/>
            </a:xfrm>
            <a:custGeom>
              <a:avLst/>
              <a:gdLst/>
              <a:ahLst/>
              <a:cxnLst/>
              <a:rect l="l" t="t" r="r" b="b"/>
              <a:pathLst>
                <a:path w="5702300" h="12700">
                  <a:moveTo>
                    <a:pt x="101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702300" h="12700">
                  <a:moveTo>
                    <a:pt x="152400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152400" y="12700"/>
                  </a:lnTo>
                  <a:lnTo>
                    <a:pt x="152400" y="0"/>
                  </a:lnTo>
                  <a:close/>
                </a:path>
                <a:path w="5702300" h="12700">
                  <a:moveTo>
                    <a:pt x="203200" y="0"/>
                  </a:moveTo>
                  <a:lnTo>
                    <a:pt x="190500" y="0"/>
                  </a:lnTo>
                  <a:lnTo>
                    <a:pt x="1905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5702300" h="12700">
                  <a:moveTo>
                    <a:pt x="3429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342900" y="12700"/>
                  </a:lnTo>
                  <a:lnTo>
                    <a:pt x="342900" y="0"/>
                  </a:lnTo>
                  <a:close/>
                </a:path>
                <a:path w="5702300" h="12700">
                  <a:moveTo>
                    <a:pt x="393700" y="0"/>
                  </a:moveTo>
                  <a:lnTo>
                    <a:pt x="381000" y="0"/>
                  </a:lnTo>
                  <a:lnTo>
                    <a:pt x="381000" y="12700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5702300" h="12700">
                  <a:moveTo>
                    <a:pt x="444500" y="0"/>
                  </a:moveTo>
                  <a:lnTo>
                    <a:pt x="431800" y="0"/>
                  </a:lnTo>
                  <a:lnTo>
                    <a:pt x="4318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5702300" h="12700">
                  <a:moveTo>
                    <a:pt x="5842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5702300" h="12700">
                  <a:moveTo>
                    <a:pt x="635000" y="0"/>
                  </a:moveTo>
                  <a:lnTo>
                    <a:pt x="622300" y="0"/>
                  </a:lnTo>
                  <a:lnTo>
                    <a:pt x="6223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5702300" h="12700">
                  <a:moveTo>
                    <a:pt x="685800" y="0"/>
                  </a:moveTo>
                  <a:lnTo>
                    <a:pt x="673100" y="0"/>
                  </a:lnTo>
                  <a:lnTo>
                    <a:pt x="6731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5702300" h="12700">
                  <a:moveTo>
                    <a:pt x="8255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825500" y="12700"/>
                  </a:lnTo>
                  <a:lnTo>
                    <a:pt x="825500" y="0"/>
                  </a:lnTo>
                  <a:close/>
                </a:path>
                <a:path w="5702300" h="12700">
                  <a:moveTo>
                    <a:pt x="8763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76300" y="12700"/>
                  </a:lnTo>
                  <a:lnTo>
                    <a:pt x="876300" y="0"/>
                  </a:lnTo>
                  <a:close/>
                </a:path>
                <a:path w="5702300" h="12700">
                  <a:moveTo>
                    <a:pt x="9271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5702300" h="12700">
                  <a:moveTo>
                    <a:pt x="10668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1066800" y="12700"/>
                  </a:lnTo>
                  <a:lnTo>
                    <a:pt x="1066800" y="0"/>
                  </a:lnTo>
                  <a:close/>
                </a:path>
                <a:path w="5702300" h="12700">
                  <a:moveTo>
                    <a:pt x="1117600" y="0"/>
                  </a:moveTo>
                  <a:lnTo>
                    <a:pt x="1104900" y="0"/>
                  </a:lnTo>
                  <a:lnTo>
                    <a:pt x="1104900" y="12700"/>
                  </a:lnTo>
                  <a:lnTo>
                    <a:pt x="1117600" y="12700"/>
                  </a:lnTo>
                  <a:lnTo>
                    <a:pt x="1117600" y="0"/>
                  </a:lnTo>
                  <a:close/>
                </a:path>
                <a:path w="5702300" h="12700">
                  <a:moveTo>
                    <a:pt x="1168400" y="0"/>
                  </a:moveTo>
                  <a:lnTo>
                    <a:pt x="1155700" y="0"/>
                  </a:lnTo>
                  <a:lnTo>
                    <a:pt x="11557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5702300" h="12700">
                  <a:moveTo>
                    <a:pt x="13081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308100" y="12700"/>
                  </a:lnTo>
                  <a:lnTo>
                    <a:pt x="1308100" y="0"/>
                  </a:lnTo>
                  <a:close/>
                </a:path>
                <a:path w="5702300" h="12700">
                  <a:moveTo>
                    <a:pt x="1358900" y="0"/>
                  </a:moveTo>
                  <a:lnTo>
                    <a:pt x="1346200" y="0"/>
                  </a:lnTo>
                  <a:lnTo>
                    <a:pt x="1346200" y="12700"/>
                  </a:lnTo>
                  <a:lnTo>
                    <a:pt x="1358900" y="12700"/>
                  </a:lnTo>
                  <a:lnTo>
                    <a:pt x="1358900" y="0"/>
                  </a:lnTo>
                  <a:close/>
                </a:path>
                <a:path w="5702300" h="12700">
                  <a:moveTo>
                    <a:pt x="1409700" y="0"/>
                  </a:moveTo>
                  <a:lnTo>
                    <a:pt x="1397000" y="0"/>
                  </a:lnTo>
                  <a:lnTo>
                    <a:pt x="13970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5702300" h="12700">
                  <a:moveTo>
                    <a:pt x="15494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5702300" h="12700">
                  <a:moveTo>
                    <a:pt x="1600200" y="0"/>
                  </a:moveTo>
                  <a:lnTo>
                    <a:pt x="1587500" y="0"/>
                  </a:lnTo>
                  <a:lnTo>
                    <a:pt x="15875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5702300" h="12700">
                  <a:moveTo>
                    <a:pt x="1651000" y="0"/>
                  </a:moveTo>
                  <a:lnTo>
                    <a:pt x="1638300" y="0"/>
                  </a:lnTo>
                  <a:lnTo>
                    <a:pt x="16383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5702300" h="12700">
                  <a:moveTo>
                    <a:pt x="17907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90700" y="12700"/>
                  </a:lnTo>
                  <a:lnTo>
                    <a:pt x="1790700" y="0"/>
                  </a:lnTo>
                  <a:close/>
                </a:path>
                <a:path w="5702300" h="12700">
                  <a:moveTo>
                    <a:pt x="18415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41500" y="12700"/>
                  </a:lnTo>
                  <a:lnTo>
                    <a:pt x="1841500" y="0"/>
                  </a:lnTo>
                  <a:close/>
                </a:path>
                <a:path w="5702300" h="12700">
                  <a:moveTo>
                    <a:pt x="18923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5702300" h="12700">
                  <a:moveTo>
                    <a:pt x="20320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2032000" y="12700"/>
                  </a:lnTo>
                  <a:lnTo>
                    <a:pt x="2032000" y="0"/>
                  </a:lnTo>
                  <a:close/>
                </a:path>
                <a:path w="5702300" h="12700">
                  <a:moveTo>
                    <a:pt x="2082800" y="0"/>
                  </a:moveTo>
                  <a:lnTo>
                    <a:pt x="2070100" y="0"/>
                  </a:lnTo>
                  <a:lnTo>
                    <a:pt x="2070100" y="12700"/>
                  </a:lnTo>
                  <a:lnTo>
                    <a:pt x="2082800" y="12700"/>
                  </a:lnTo>
                  <a:lnTo>
                    <a:pt x="2082800" y="0"/>
                  </a:lnTo>
                  <a:close/>
                </a:path>
                <a:path w="5702300" h="12700">
                  <a:moveTo>
                    <a:pt x="2133600" y="0"/>
                  </a:moveTo>
                  <a:lnTo>
                    <a:pt x="2120900" y="0"/>
                  </a:lnTo>
                  <a:lnTo>
                    <a:pt x="21209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5702300" h="12700">
                  <a:moveTo>
                    <a:pt x="22733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273300" y="12700"/>
                  </a:lnTo>
                  <a:lnTo>
                    <a:pt x="2273300" y="0"/>
                  </a:lnTo>
                  <a:close/>
                </a:path>
                <a:path w="5702300" h="12700">
                  <a:moveTo>
                    <a:pt x="2324100" y="0"/>
                  </a:moveTo>
                  <a:lnTo>
                    <a:pt x="2311400" y="0"/>
                  </a:lnTo>
                  <a:lnTo>
                    <a:pt x="2311400" y="12700"/>
                  </a:lnTo>
                  <a:lnTo>
                    <a:pt x="2324100" y="12700"/>
                  </a:lnTo>
                  <a:lnTo>
                    <a:pt x="2324100" y="0"/>
                  </a:lnTo>
                  <a:close/>
                </a:path>
                <a:path w="5702300" h="12700">
                  <a:moveTo>
                    <a:pt x="2374900" y="0"/>
                  </a:moveTo>
                  <a:lnTo>
                    <a:pt x="2362200" y="0"/>
                  </a:lnTo>
                  <a:lnTo>
                    <a:pt x="23622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5702300" h="12700">
                  <a:moveTo>
                    <a:pt x="25146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5702300" h="12700">
                  <a:moveTo>
                    <a:pt x="256540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5702300" h="12700">
                  <a:moveTo>
                    <a:pt x="2616200" y="0"/>
                  </a:moveTo>
                  <a:lnTo>
                    <a:pt x="2603500" y="0"/>
                  </a:lnTo>
                  <a:lnTo>
                    <a:pt x="26035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5702300" h="12700">
                  <a:moveTo>
                    <a:pt x="2755900" y="0"/>
                  </a:moveTo>
                  <a:lnTo>
                    <a:pt x="2654300" y="0"/>
                  </a:lnTo>
                  <a:lnTo>
                    <a:pt x="2654300" y="12700"/>
                  </a:lnTo>
                  <a:lnTo>
                    <a:pt x="2755900" y="12700"/>
                  </a:lnTo>
                  <a:lnTo>
                    <a:pt x="2755900" y="0"/>
                  </a:lnTo>
                  <a:close/>
                </a:path>
                <a:path w="5702300" h="12700">
                  <a:moveTo>
                    <a:pt x="2806700" y="0"/>
                  </a:moveTo>
                  <a:lnTo>
                    <a:pt x="2794000" y="0"/>
                  </a:lnTo>
                  <a:lnTo>
                    <a:pt x="2794000" y="12700"/>
                  </a:lnTo>
                  <a:lnTo>
                    <a:pt x="2806700" y="12700"/>
                  </a:lnTo>
                  <a:lnTo>
                    <a:pt x="2806700" y="0"/>
                  </a:lnTo>
                  <a:close/>
                </a:path>
                <a:path w="5702300" h="12700">
                  <a:moveTo>
                    <a:pt x="2857500" y="0"/>
                  </a:moveTo>
                  <a:lnTo>
                    <a:pt x="2844800" y="0"/>
                  </a:lnTo>
                  <a:lnTo>
                    <a:pt x="2844800" y="12700"/>
                  </a:lnTo>
                  <a:lnTo>
                    <a:pt x="2857500" y="12700"/>
                  </a:lnTo>
                  <a:lnTo>
                    <a:pt x="2857500" y="0"/>
                  </a:lnTo>
                  <a:close/>
                </a:path>
                <a:path w="5702300" h="12700">
                  <a:moveTo>
                    <a:pt x="2997200" y="0"/>
                  </a:moveTo>
                  <a:lnTo>
                    <a:pt x="2895600" y="0"/>
                  </a:lnTo>
                  <a:lnTo>
                    <a:pt x="2895600" y="12700"/>
                  </a:lnTo>
                  <a:lnTo>
                    <a:pt x="2997200" y="12700"/>
                  </a:lnTo>
                  <a:lnTo>
                    <a:pt x="2997200" y="0"/>
                  </a:lnTo>
                  <a:close/>
                </a:path>
                <a:path w="5702300" h="12700">
                  <a:moveTo>
                    <a:pt x="3048000" y="0"/>
                  </a:moveTo>
                  <a:lnTo>
                    <a:pt x="3035300" y="0"/>
                  </a:lnTo>
                  <a:lnTo>
                    <a:pt x="3035300" y="12700"/>
                  </a:lnTo>
                  <a:lnTo>
                    <a:pt x="3048000" y="12700"/>
                  </a:lnTo>
                  <a:lnTo>
                    <a:pt x="3048000" y="0"/>
                  </a:lnTo>
                  <a:close/>
                </a:path>
                <a:path w="5702300" h="12700">
                  <a:moveTo>
                    <a:pt x="3098800" y="0"/>
                  </a:moveTo>
                  <a:lnTo>
                    <a:pt x="3086100" y="0"/>
                  </a:lnTo>
                  <a:lnTo>
                    <a:pt x="3086100" y="12700"/>
                  </a:lnTo>
                  <a:lnTo>
                    <a:pt x="3098800" y="12700"/>
                  </a:lnTo>
                  <a:lnTo>
                    <a:pt x="3098800" y="0"/>
                  </a:lnTo>
                  <a:close/>
                </a:path>
                <a:path w="5702300" h="12700">
                  <a:moveTo>
                    <a:pt x="3238500" y="0"/>
                  </a:moveTo>
                  <a:lnTo>
                    <a:pt x="3136900" y="0"/>
                  </a:lnTo>
                  <a:lnTo>
                    <a:pt x="3136900" y="12700"/>
                  </a:lnTo>
                  <a:lnTo>
                    <a:pt x="3238500" y="12700"/>
                  </a:lnTo>
                  <a:lnTo>
                    <a:pt x="3238500" y="0"/>
                  </a:lnTo>
                  <a:close/>
                </a:path>
                <a:path w="5702300" h="12700">
                  <a:moveTo>
                    <a:pt x="3289300" y="0"/>
                  </a:moveTo>
                  <a:lnTo>
                    <a:pt x="3276600" y="0"/>
                  </a:lnTo>
                  <a:lnTo>
                    <a:pt x="3276600" y="12700"/>
                  </a:lnTo>
                  <a:lnTo>
                    <a:pt x="3289300" y="12700"/>
                  </a:lnTo>
                  <a:lnTo>
                    <a:pt x="3289300" y="0"/>
                  </a:lnTo>
                  <a:close/>
                </a:path>
                <a:path w="5702300" h="12700">
                  <a:moveTo>
                    <a:pt x="3340100" y="0"/>
                  </a:moveTo>
                  <a:lnTo>
                    <a:pt x="3327400" y="0"/>
                  </a:lnTo>
                  <a:lnTo>
                    <a:pt x="3327400" y="12700"/>
                  </a:lnTo>
                  <a:lnTo>
                    <a:pt x="3340100" y="12700"/>
                  </a:lnTo>
                  <a:lnTo>
                    <a:pt x="3340100" y="0"/>
                  </a:lnTo>
                  <a:close/>
                </a:path>
                <a:path w="5702300" h="12700">
                  <a:moveTo>
                    <a:pt x="3479800" y="0"/>
                  </a:moveTo>
                  <a:lnTo>
                    <a:pt x="3378200" y="0"/>
                  </a:lnTo>
                  <a:lnTo>
                    <a:pt x="3378200" y="12700"/>
                  </a:lnTo>
                  <a:lnTo>
                    <a:pt x="3479800" y="12700"/>
                  </a:lnTo>
                  <a:lnTo>
                    <a:pt x="3479800" y="0"/>
                  </a:lnTo>
                  <a:close/>
                </a:path>
                <a:path w="5702300" h="12700">
                  <a:moveTo>
                    <a:pt x="3530600" y="0"/>
                  </a:moveTo>
                  <a:lnTo>
                    <a:pt x="3517900" y="0"/>
                  </a:lnTo>
                  <a:lnTo>
                    <a:pt x="3517900" y="12700"/>
                  </a:lnTo>
                  <a:lnTo>
                    <a:pt x="3530600" y="12700"/>
                  </a:lnTo>
                  <a:lnTo>
                    <a:pt x="3530600" y="0"/>
                  </a:lnTo>
                  <a:close/>
                </a:path>
                <a:path w="5702300" h="12700">
                  <a:moveTo>
                    <a:pt x="3581400" y="0"/>
                  </a:moveTo>
                  <a:lnTo>
                    <a:pt x="3568700" y="0"/>
                  </a:lnTo>
                  <a:lnTo>
                    <a:pt x="3568700" y="12700"/>
                  </a:lnTo>
                  <a:lnTo>
                    <a:pt x="3581400" y="12700"/>
                  </a:lnTo>
                  <a:lnTo>
                    <a:pt x="3581400" y="0"/>
                  </a:lnTo>
                  <a:close/>
                </a:path>
                <a:path w="5702300" h="12700">
                  <a:moveTo>
                    <a:pt x="3721100" y="0"/>
                  </a:moveTo>
                  <a:lnTo>
                    <a:pt x="3619500" y="0"/>
                  </a:lnTo>
                  <a:lnTo>
                    <a:pt x="3619500" y="12700"/>
                  </a:lnTo>
                  <a:lnTo>
                    <a:pt x="3721100" y="12700"/>
                  </a:lnTo>
                  <a:lnTo>
                    <a:pt x="3721100" y="0"/>
                  </a:lnTo>
                  <a:close/>
                </a:path>
                <a:path w="5702300" h="12700">
                  <a:moveTo>
                    <a:pt x="3771900" y="0"/>
                  </a:moveTo>
                  <a:lnTo>
                    <a:pt x="3759200" y="0"/>
                  </a:lnTo>
                  <a:lnTo>
                    <a:pt x="3759200" y="12700"/>
                  </a:lnTo>
                  <a:lnTo>
                    <a:pt x="3771900" y="12700"/>
                  </a:lnTo>
                  <a:lnTo>
                    <a:pt x="3771900" y="0"/>
                  </a:lnTo>
                  <a:close/>
                </a:path>
                <a:path w="5702300" h="12700">
                  <a:moveTo>
                    <a:pt x="3822700" y="0"/>
                  </a:moveTo>
                  <a:lnTo>
                    <a:pt x="3810000" y="0"/>
                  </a:lnTo>
                  <a:lnTo>
                    <a:pt x="3810000" y="12700"/>
                  </a:lnTo>
                  <a:lnTo>
                    <a:pt x="3822700" y="12700"/>
                  </a:lnTo>
                  <a:lnTo>
                    <a:pt x="3822700" y="0"/>
                  </a:lnTo>
                  <a:close/>
                </a:path>
                <a:path w="5702300" h="12700">
                  <a:moveTo>
                    <a:pt x="3962400" y="0"/>
                  </a:moveTo>
                  <a:lnTo>
                    <a:pt x="3860800" y="0"/>
                  </a:lnTo>
                  <a:lnTo>
                    <a:pt x="3860800" y="12700"/>
                  </a:lnTo>
                  <a:lnTo>
                    <a:pt x="3962400" y="12700"/>
                  </a:lnTo>
                  <a:lnTo>
                    <a:pt x="3962400" y="0"/>
                  </a:lnTo>
                  <a:close/>
                </a:path>
                <a:path w="5702300" h="12700">
                  <a:moveTo>
                    <a:pt x="4013200" y="0"/>
                  </a:moveTo>
                  <a:lnTo>
                    <a:pt x="4000500" y="0"/>
                  </a:lnTo>
                  <a:lnTo>
                    <a:pt x="4000500" y="12700"/>
                  </a:lnTo>
                  <a:lnTo>
                    <a:pt x="4013200" y="12700"/>
                  </a:lnTo>
                  <a:lnTo>
                    <a:pt x="4013200" y="0"/>
                  </a:lnTo>
                  <a:close/>
                </a:path>
                <a:path w="5702300" h="12700">
                  <a:moveTo>
                    <a:pt x="4064000" y="0"/>
                  </a:moveTo>
                  <a:lnTo>
                    <a:pt x="4051300" y="0"/>
                  </a:lnTo>
                  <a:lnTo>
                    <a:pt x="4051300" y="12700"/>
                  </a:lnTo>
                  <a:lnTo>
                    <a:pt x="4064000" y="12700"/>
                  </a:lnTo>
                  <a:lnTo>
                    <a:pt x="4064000" y="0"/>
                  </a:lnTo>
                  <a:close/>
                </a:path>
                <a:path w="5702300" h="12700">
                  <a:moveTo>
                    <a:pt x="4203700" y="0"/>
                  </a:moveTo>
                  <a:lnTo>
                    <a:pt x="4102100" y="0"/>
                  </a:lnTo>
                  <a:lnTo>
                    <a:pt x="4102100" y="12700"/>
                  </a:lnTo>
                  <a:lnTo>
                    <a:pt x="4203700" y="12700"/>
                  </a:lnTo>
                  <a:lnTo>
                    <a:pt x="4203700" y="0"/>
                  </a:lnTo>
                  <a:close/>
                </a:path>
                <a:path w="5702300" h="12700">
                  <a:moveTo>
                    <a:pt x="4254500" y="0"/>
                  </a:moveTo>
                  <a:lnTo>
                    <a:pt x="4241800" y="0"/>
                  </a:lnTo>
                  <a:lnTo>
                    <a:pt x="4241800" y="12700"/>
                  </a:lnTo>
                  <a:lnTo>
                    <a:pt x="4254500" y="12700"/>
                  </a:lnTo>
                  <a:lnTo>
                    <a:pt x="4254500" y="0"/>
                  </a:lnTo>
                  <a:close/>
                </a:path>
                <a:path w="5702300" h="12700">
                  <a:moveTo>
                    <a:pt x="4305300" y="0"/>
                  </a:moveTo>
                  <a:lnTo>
                    <a:pt x="4292600" y="0"/>
                  </a:lnTo>
                  <a:lnTo>
                    <a:pt x="4292600" y="12700"/>
                  </a:lnTo>
                  <a:lnTo>
                    <a:pt x="4305300" y="12700"/>
                  </a:lnTo>
                  <a:lnTo>
                    <a:pt x="4305300" y="0"/>
                  </a:lnTo>
                  <a:close/>
                </a:path>
                <a:path w="5702300" h="12700">
                  <a:moveTo>
                    <a:pt x="4445000" y="0"/>
                  </a:moveTo>
                  <a:lnTo>
                    <a:pt x="4343400" y="0"/>
                  </a:lnTo>
                  <a:lnTo>
                    <a:pt x="4343400" y="12700"/>
                  </a:lnTo>
                  <a:lnTo>
                    <a:pt x="4445000" y="12700"/>
                  </a:lnTo>
                  <a:lnTo>
                    <a:pt x="4445000" y="0"/>
                  </a:lnTo>
                  <a:close/>
                </a:path>
                <a:path w="5702300" h="12700">
                  <a:moveTo>
                    <a:pt x="4495800" y="0"/>
                  </a:moveTo>
                  <a:lnTo>
                    <a:pt x="4483100" y="0"/>
                  </a:lnTo>
                  <a:lnTo>
                    <a:pt x="4483100" y="12700"/>
                  </a:lnTo>
                  <a:lnTo>
                    <a:pt x="4495800" y="12700"/>
                  </a:lnTo>
                  <a:lnTo>
                    <a:pt x="4495800" y="0"/>
                  </a:lnTo>
                  <a:close/>
                </a:path>
                <a:path w="5702300" h="12700">
                  <a:moveTo>
                    <a:pt x="4546600" y="0"/>
                  </a:moveTo>
                  <a:lnTo>
                    <a:pt x="4533900" y="0"/>
                  </a:lnTo>
                  <a:lnTo>
                    <a:pt x="4533900" y="12700"/>
                  </a:lnTo>
                  <a:lnTo>
                    <a:pt x="4546600" y="12700"/>
                  </a:lnTo>
                  <a:lnTo>
                    <a:pt x="4546600" y="0"/>
                  </a:lnTo>
                  <a:close/>
                </a:path>
                <a:path w="5702300" h="12700">
                  <a:moveTo>
                    <a:pt x="4686300" y="0"/>
                  </a:moveTo>
                  <a:lnTo>
                    <a:pt x="4584700" y="0"/>
                  </a:lnTo>
                  <a:lnTo>
                    <a:pt x="4584700" y="12700"/>
                  </a:lnTo>
                  <a:lnTo>
                    <a:pt x="4686300" y="12700"/>
                  </a:lnTo>
                  <a:lnTo>
                    <a:pt x="4686300" y="0"/>
                  </a:lnTo>
                  <a:close/>
                </a:path>
                <a:path w="5702300" h="12700">
                  <a:moveTo>
                    <a:pt x="4737100" y="0"/>
                  </a:moveTo>
                  <a:lnTo>
                    <a:pt x="4724400" y="0"/>
                  </a:lnTo>
                  <a:lnTo>
                    <a:pt x="4724400" y="12700"/>
                  </a:lnTo>
                  <a:lnTo>
                    <a:pt x="4737100" y="12700"/>
                  </a:lnTo>
                  <a:lnTo>
                    <a:pt x="4737100" y="0"/>
                  </a:lnTo>
                  <a:close/>
                </a:path>
                <a:path w="5702300" h="12700">
                  <a:moveTo>
                    <a:pt x="4787900" y="0"/>
                  </a:moveTo>
                  <a:lnTo>
                    <a:pt x="4775200" y="0"/>
                  </a:lnTo>
                  <a:lnTo>
                    <a:pt x="4775200" y="12700"/>
                  </a:lnTo>
                  <a:lnTo>
                    <a:pt x="4787900" y="12700"/>
                  </a:lnTo>
                  <a:lnTo>
                    <a:pt x="4787900" y="0"/>
                  </a:lnTo>
                  <a:close/>
                </a:path>
                <a:path w="5702300" h="12700">
                  <a:moveTo>
                    <a:pt x="4927600" y="0"/>
                  </a:moveTo>
                  <a:lnTo>
                    <a:pt x="4826000" y="0"/>
                  </a:lnTo>
                  <a:lnTo>
                    <a:pt x="4826000" y="12700"/>
                  </a:lnTo>
                  <a:lnTo>
                    <a:pt x="4927600" y="12700"/>
                  </a:lnTo>
                  <a:lnTo>
                    <a:pt x="4927600" y="0"/>
                  </a:lnTo>
                  <a:close/>
                </a:path>
                <a:path w="5702300" h="12700">
                  <a:moveTo>
                    <a:pt x="4978400" y="0"/>
                  </a:moveTo>
                  <a:lnTo>
                    <a:pt x="4965700" y="0"/>
                  </a:lnTo>
                  <a:lnTo>
                    <a:pt x="4965700" y="12700"/>
                  </a:lnTo>
                  <a:lnTo>
                    <a:pt x="4978400" y="12700"/>
                  </a:lnTo>
                  <a:lnTo>
                    <a:pt x="4978400" y="0"/>
                  </a:lnTo>
                  <a:close/>
                </a:path>
                <a:path w="5702300" h="12700">
                  <a:moveTo>
                    <a:pt x="5029200" y="0"/>
                  </a:moveTo>
                  <a:lnTo>
                    <a:pt x="5016500" y="0"/>
                  </a:lnTo>
                  <a:lnTo>
                    <a:pt x="5016500" y="12700"/>
                  </a:lnTo>
                  <a:lnTo>
                    <a:pt x="5029200" y="12700"/>
                  </a:lnTo>
                  <a:lnTo>
                    <a:pt x="5029200" y="0"/>
                  </a:lnTo>
                  <a:close/>
                </a:path>
                <a:path w="5702300" h="12700">
                  <a:moveTo>
                    <a:pt x="5168900" y="0"/>
                  </a:moveTo>
                  <a:lnTo>
                    <a:pt x="5067300" y="0"/>
                  </a:lnTo>
                  <a:lnTo>
                    <a:pt x="5067300" y="12700"/>
                  </a:lnTo>
                  <a:lnTo>
                    <a:pt x="5168900" y="12700"/>
                  </a:lnTo>
                  <a:lnTo>
                    <a:pt x="5168900" y="0"/>
                  </a:lnTo>
                  <a:close/>
                </a:path>
                <a:path w="5702300" h="12700">
                  <a:moveTo>
                    <a:pt x="5219700" y="0"/>
                  </a:moveTo>
                  <a:lnTo>
                    <a:pt x="5207000" y="0"/>
                  </a:lnTo>
                  <a:lnTo>
                    <a:pt x="5207000" y="12700"/>
                  </a:lnTo>
                  <a:lnTo>
                    <a:pt x="5219700" y="12700"/>
                  </a:lnTo>
                  <a:lnTo>
                    <a:pt x="5219700" y="0"/>
                  </a:lnTo>
                  <a:close/>
                </a:path>
                <a:path w="5702300" h="12700">
                  <a:moveTo>
                    <a:pt x="5270500" y="0"/>
                  </a:moveTo>
                  <a:lnTo>
                    <a:pt x="5257800" y="0"/>
                  </a:lnTo>
                  <a:lnTo>
                    <a:pt x="5257800" y="12700"/>
                  </a:lnTo>
                  <a:lnTo>
                    <a:pt x="5270500" y="12700"/>
                  </a:lnTo>
                  <a:lnTo>
                    <a:pt x="5270500" y="0"/>
                  </a:lnTo>
                  <a:close/>
                </a:path>
                <a:path w="5702300" h="12700">
                  <a:moveTo>
                    <a:pt x="5410200" y="0"/>
                  </a:moveTo>
                  <a:lnTo>
                    <a:pt x="5308600" y="0"/>
                  </a:lnTo>
                  <a:lnTo>
                    <a:pt x="5308600" y="12700"/>
                  </a:lnTo>
                  <a:lnTo>
                    <a:pt x="5410200" y="12700"/>
                  </a:lnTo>
                  <a:lnTo>
                    <a:pt x="5410200" y="0"/>
                  </a:lnTo>
                  <a:close/>
                </a:path>
                <a:path w="5702300" h="12700">
                  <a:moveTo>
                    <a:pt x="5461000" y="0"/>
                  </a:moveTo>
                  <a:lnTo>
                    <a:pt x="5448300" y="0"/>
                  </a:lnTo>
                  <a:lnTo>
                    <a:pt x="5448300" y="12700"/>
                  </a:lnTo>
                  <a:lnTo>
                    <a:pt x="5461000" y="12700"/>
                  </a:lnTo>
                  <a:lnTo>
                    <a:pt x="5461000" y="0"/>
                  </a:lnTo>
                  <a:close/>
                </a:path>
                <a:path w="5702300" h="12700">
                  <a:moveTo>
                    <a:pt x="5511800" y="0"/>
                  </a:moveTo>
                  <a:lnTo>
                    <a:pt x="5499100" y="0"/>
                  </a:lnTo>
                  <a:lnTo>
                    <a:pt x="5499100" y="12700"/>
                  </a:lnTo>
                  <a:lnTo>
                    <a:pt x="5511800" y="12700"/>
                  </a:lnTo>
                  <a:lnTo>
                    <a:pt x="5511800" y="0"/>
                  </a:lnTo>
                  <a:close/>
                </a:path>
                <a:path w="5702300" h="12700">
                  <a:moveTo>
                    <a:pt x="5651500" y="0"/>
                  </a:moveTo>
                  <a:lnTo>
                    <a:pt x="5549900" y="0"/>
                  </a:lnTo>
                  <a:lnTo>
                    <a:pt x="5549900" y="12700"/>
                  </a:lnTo>
                  <a:lnTo>
                    <a:pt x="5651500" y="12700"/>
                  </a:lnTo>
                  <a:lnTo>
                    <a:pt x="5651500" y="0"/>
                  </a:lnTo>
                  <a:close/>
                </a:path>
                <a:path w="5702300" h="12700">
                  <a:moveTo>
                    <a:pt x="5702300" y="0"/>
                  </a:moveTo>
                  <a:lnTo>
                    <a:pt x="5689600" y="0"/>
                  </a:lnTo>
                  <a:lnTo>
                    <a:pt x="5689600" y="12700"/>
                  </a:lnTo>
                  <a:lnTo>
                    <a:pt x="5702300" y="12700"/>
                  </a:lnTo>
                  <a:lnTo>
                    <a:pt x="57023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6375400" y="4232274"/>
              <a:ext cx="2425700" cy="12700"/>
            </a:xfrm>
            <a:custGeom>
              <a:avLst/>
              <a:gdLst/>
              <a:ahLst/>
              <a:cxnLst/>
              <a:rect l="l" t="t" r="r" b="b"/>
              <a:pathLst>
                <a:path w="2425700" h="127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2425700" h="12700">
                  <a:moveTo>
                    <a:pt x="635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63500" y="12700"/>
                  </a:lnTo>
                  <a:lnTo>
                    <a:pt x="63500" y="0"/>
                  </a:lnTo>
                  <a:close/>
                </a:path>
                <a:path w="2425700" h="12700">
                  <a:moveTo>
                    <a:pt x="2032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2425700" h="12700">
                  <a:moveTo>
                    <a:pt x="2540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254000" y="12700"/>
                  </a:lnTo>
                  <a:lnTo>
                    <a:pt x="254000" y="0"/>
                  </a:lnTo>
                  <a:close/>
                </a:path>
                <a:path w="2425700" h="12700">
                  <a:moveTo>
                    <a:pt x="304800" y="0"/>
                  </a:moveTo>
                  <a:lnTo>
                    <a:pt x="292100" y="0"/>
                  </a:lnTo>
                  <a:lnTo>
                    <a:pt x="29210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2425700" h="12700">
                  <a:moveTo>
                    <a:pt x="444500" y="0"/>
                  </a:moveTo>
                  <a:lnTo>
                    <a:pt x="342900" y="0"/>
                  </a:lnTo>
                  <a:lnTo>
                    <a:pt x="3429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2425700" h="12700">
                  <a:moveTo>
                    <a:pt x="4953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495300" y="12700"/>
                  </a:lnTo>
                  <a:lnTo>
                    <a:pt x="495300" y="0"/>
                  </a:lnTo>
                  <a:close/>
                </a:path>
                <a:path w="2425700" h="12700">
                  <a:moveTo>
                    <a:pt x="546100" y="0"/>
                  </a:moveTo>
                  <a:lnTo>
                    <a:pt x="533400" y="0"/>
                  </a:lnTo>
                  <a:lnTo>
                    <a:pt x="533400" y="12700"/>
                  </a:lnTo>
                  <a:lnTo>
                    <a:pt x="546100" y="12700"/>
                  </a:lnTo>
                  <a:lnTo>
                    <a:pt x="546100" y="0"/>
                  </a:lnTo>
                  <a:close/>
                </a:path>
                <a:path w="2425700" h="12700">
                  <a:moveTo>
                    <a:pt x="685800" y="0"/>
                  </a:moveTo>
                  <a:lnTo>
                    <a:pt x="584200" y="0"/>
                  </a:lnTo>
                  <a:lnTo>
                    <a:pt x="5842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425700" h="12700">
                  <a:moveTo>
                    <a:pt x="7366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425700" h="12700">
                  <a:moveTo>
                    <a:pt x="787400" y="0"/>
                  </a:moveTo>
                  <a:lnTo>
                    <a:pt x="774700" y="0"/>
                  </a:lnTo>
                  <a:lnTo>
                    <a:pt x="7747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425700" h="12700">
                  <a:moveTo>
                    <a:pt x="927100" y="0"/>
                  </a:moveTo>
                  <a:lnTo>
                    <a:pt x="825500" y="0"/>
                  </a:lnTo>
                  <a:lnTo>
                    <a:pt x="8255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2425700" h="12700">
                  <a:moveTo>
                    <a:pt x="9779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77900" y="12700"/>
                  </a:lnTo>
                  <a:lnTo>
                    <a:pt x="977900" y="0"/>
                  </a:lnTo>
                  <a:close/>
                </a:path>
                <a:path w="2425700" h="12700">
                  <a:moveTo>
                    <a:pt x="10287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28700" y="12700"/>
                  </a:lnTo>
                  <a:lnTo>
                    <a:pt x="1028700" y="0"/>
                  </a:lnTo>
                  <a:close/>
                </a:path>
                <a:path w="2425700" h="12700">
                  <a:moveTo>
                    <a:pt x="11684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2425700" h="12700">
                  <a:moveTo>
                    <a:pt x="12192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219200" y="12700"/>
                  </a:lnTo>
                  <a:lnTo>
                    <a:pt x="1219200" y="0"/>
                  </a:lnTo>
                  <a:close/>
                </a:path>
                <a:path w="2425700" h="12700">
                  <a:moveTo>
                    <a:pt x="1270000" y="0"/>
                  </a:moveTo>
                  <a:lnTo>
                    <a:pt x="1257300" y="0"/>
                  </a:lnTo>
                  <a:lnTo>
                    <a:pt x="1257300" y="12700"/>
                  </a:lnTo>
                  <a:lnTo>
                    <a:pt x="1270000" y="12700"/>
                  </a:lnTo>
                  <a:lnTo>
                    <a:pt x="1270000" y="0"/>
                  </a:lnTo>
                  <a:close/>
                </a:path>
                <a:path w="2425700" h="12700">
                  <a:moveTo>
                    <a:pt x="1409700" y="0"/>
                  </a:moveTo>
                  <a:lnTo>
                    <a:pt x="1308100" y="0"/>
                  </a:lnTo>
                  <a:lnTo>
                    <a:pt x="13081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2425700" h="12700">
                  <a:moveTo>
                    <a:pt x="14605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460500" y="12700"/>
                  </a:lnTo>
                  <a:lnTo>
                    <a:pt x="1460500" y="0"/>
                  </a:lnTo>
                  <a:close/>
                </a:path>
                <a:path w="2425700" h="12700">
                  <a:moveTo>
                    <a:pt x="1511300" y="0"/>
                  </a:moveTo>
                  <a:lnTo>
                    <a:pt x="1498600" y="0"/>
                  </a:lnTo>
                  <a:lnTo>
                    <a:pt x="1498600" y="12700"/>
                  </a:lnTo>
                  <a:lnTo>
                    <a:pt x="1511300" y="12700"/>
                  </a:lnTo>
                  <a:lnTo>
                    <a:pt x="1511300" y="0"/>
                  </a:lnTo>
                  <a:close/>
                </a:path>
                <a:path w="2425700" h="12700">
                  <a:moveTo>
                    <a:pt x="1651000" y="0"/>
                  </a:moveTo>
                  <a:lnTo>
                    <a:pt x="1549400" y="0"/>
                  </a:lnTo>
                  <a:lnTo>
                    <a:pt x="15494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425700" h="12700">
                  <a:moveTo>
                    <a:pt x="17018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425700" h="12700">
                  <a:moveTo>
                    <a:pt x="1752600" y="0"/>
                  </a:moveTo>
                  <a:lnTo>
                    <a:pt x="1739900" y="0"/>
                  </a:lnTo>
                  <a:lnTo>
                    <a:pt x="17399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425700" h="12700">
                  <a:moveTo>
                    <a:pt x="1892300" y="0"/>
                  </a:moveTo>
                  <a:lnTo>
                    <a:pt x="1790700" y="0"/>
                  </a:lnTo>
                  <a:lnTo>
                    <a:pt x="17907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2425700" h="12700">
                  <a:moveTo>
                    <a:pt x="19431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43100" y="12700"/>
                  </a:lnTo>
                  <a:lnTo>
                    <a:pt x="1943100" y="0"/>
                  </a:lnTo>
                  <a:close/>
                </a:path>
                <a:path w="2425700" h="12700">
                  <a:moveTo>
                    <a:pt x="19939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1993900" y="12700"/>
                  </a:lnTo>
                  <a:lnTo>
                    <a:pt x="1993900" y="0"/>
                  </a:lnTo>
                  <a:close/>
                </a:path>
                <a:path w="2425700" h="12700">
                  <a:moveTo>
                    <a:pt x="21336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2425700" h="12700">
                  <a:moveTo>
                    <a:pt x="21844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184400" y="12700"/>
                  </a:lnTo>
                  <a:lnTo>
                    <a:pt x="2184400" y="0"/>
                  </a:lnTo>
                  <a:close/>
                </a:path>
                <a:path w="2425700" h="12700">
                  <a:moveTo>
                    <a:pt x="2235200" y="0"/>
                  </a:moveTo>
                  <a:lnTo>
                    <a:pt x="2222500" y="0"/>
                  </a:lnTo>
                  <a:lnTo>
                    <a:pt x="2222500" y="12700"/>
                  </a:lnTo>
                  <a:lnTo>
                    <a:pt x="2235200" y="12700"/>
                  </a:lnTo>
                  <a:lnTo>
                    <a:pt x="2235200" y="0"/>
                  </a:lnTo>
                  <a:close/>
                </a:path>
                <a:path w="2425700" h="12700">
                  <a:moveTo>
                    <a:pt x="2374900" y="0"/>
                  </a:moveTo>
                  <a:lnTo>
                    <a:pt x="2273300" y="0"/>
                  </a:lnTo>
                  <a:lnTo>
                    <a:pt x="22733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2425700" h="12700">
                  <a:moveTo>
                    <a:pt x="24257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425700" y="12700"/>
                  </a:lnTo>
                  <a:lnTo>
                    <a:pt x="24257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940740" y="4260710"/>
              <a:ext cx="1727200" cy="635000"/>
            </a:xfrm>
            <a:custGeom>
              <a:avLst/>
              <a:gdLst/>
              <a:ahLst/>
              <a:cxnLst/>
              <a:rect l="l" t="t" r="r" b="b"/>
              <a:pathLst>
                <a:path w="1727200" h="635000">
                  <a:moveTo>
                    <a:pt x="1185202" y="1270"/>
                  </a:moveTo>
                  <a:lnTo>
                    <a:pt x="1062481" y="1270"/>
                  </a:lnTo>
                  <a:lnTo>
                    <a:pt x="1077658" y="0"/>
                  </a:lnTo>
                  <a:lnTo>
                    <a:pt x="1170012" y="0"/>
                  </a:lnTo>
                  <a:lnTo>
                    <a:pt x="1185202" y="1270"/>
                  </a:lnTo>
                  <a:close/>
                </a:path>
                <a:path w="1727200" h="635000">
                  <a:moveTo>
                    <a:pt x="544637" y="406672"/>
                  </a:moveTo>
                  <a:lnTo>
                    <a:pt x="542036" y="401320"/>
                  </a:lnTo>
                  <a:lnTo>
                    <a:pt x="539140" y="394970"/>
                  </a:lnTo>
                  <a:lnTo>
                    <a:pt x="536460" y="389889"/>
                  </a:lnTo>
                  <a:lnTo>
                    <a:pt x="533971" y="383539"/>
                  </a:lnTo>
                  <a:lnTo>
                    <a:pt x="531685" y="378460"/>
                  </a:lnTo>
                  <a:lnTo>
                    <a:pt x="529602" y="372110"/>
                  </a:lnTo>
                  <a:lnTo>
                    <a:pt x="527735" y="365760"/>
                  </a:lnTo>
                  <a:lnTo>
                    <a:pt x="526084" y="360679"/>
                  </a:lnTo>
                  <a:lnTo>
                    <a:pt x="524637" y="354329"/>
                  </a:lnTo>
                  <a:lnTo>
                    <a:pt x="520585" y="316229"/>
                  </a:lnTo>
                  <a:lnTo>
                    <a:pt x="520788" y="308610"/>
                  </a:lnTo>
                  <a:lnTo>
                    <a:pt x="527723" y="267970"/>
                  </a:lnTo>
                  <a:lnTo>
                    <a:pt x="530250" y="260350"/>
                  </a:lnTo>
                  <a:lnTo>
                    <a:pt x="533158" y="251460"/>
                  </a:lnTo>
                  <a:lnTo>
                    <a:pt x="552970" y="213360"/>
                  </a:lnTo>
                  <a:lnTo>
                    <a:pt x="563283" y="199389"/>
                  </a:lnTo>
                  <a:lnTo>
                    <a:pt x="568921" y="191770"/>
                  </a:lnTo>
                  <a:lnTo>
                    <a:pt x="574865" y="184150"/>
                  </a:lnTo>
                  <a:lnTo>
                    <a:pt x="581139" y="177800"/>
                  </a:lnTo>
                  <a:lnTo>
                    <a:pt x="587717" y="170179"/>
                  </a:lnTo>
                  <a:lnTo>
                    <a:pt x="616966" y="144779"/>
                  </a:lnTo>
                  <a:lnTo>
                    <a:pt x="650735" y="119379"/>
                  </a:lnTo>
                  <a:lnTo>
                    <a:pt x="669226" y="107950"/>
                  </a:lnTo>
                  <a:lnTo>
                    <a:pt x="678840" y="101600"/>
                  </a:lnTo>
                  <a:lnTo>
                    <a:pt x="719785" y="81279"/>
                  </a:lnTo>
                  <a:lnTo>
                    <a:pt x="764400" y="62229"/>
                  </a:lnTo>
                  <a:lnTo>
                    <a:pt x="776097" y="57150"/>
                  </a:lnTo>
                  <a:lnTo>
                    <a:pt x="787996" y="53339"/>
                  </a:lnTo>
                  <a:lnTo>
                    <a:pt x="800100" y="48260"/>
                  </a:lnTo>
                  <a:lnTo>
                    <a:pt x="850468" y="33020"/>
                  </a:lnTo>
                  <a:lnTo>
                    <a:pt x="863511" y="30479"/>
                  </a:lnTo>
                  <a:lnTo>
                    <a:pt x="876731" y="26670"/>
                  </a:lnTo>
                  <a:lnTo>
                    <a:pt x="903693" y="21589"/>
                  </a:lnTo>
                  <a:lnTo>
                    <a:pt x="917422" y="17779"/>
                  </a:lnTo>
                  <a:lnTo>
                    <a:pt x="931291" y="15239"/>
                  </a:lnTo>
                  <a:lnTo>
                    <a:pt x="945324" y="13970"/>
                  </a:lnTo>
                  <a:lnTo>
                    <a:pt x="973823" y="8889"/>
                  </a:lnTo>
                  <a:lnTo>
                    <a:pt x="1002868" y="6350"/>
                  </a:lnTo>
                  <a:lnTo>
                    <a:pt x="1017587" y="3810"/>
                  </a:lnTo>
                  <a:lnTo>
                    <a:pt x="1047394" y="1270"/>
                  </a:lnTo>
                  <a:lnTo>
                    <a:pt x="1200289" y="1270"/>
                  </a:lnTo>
                  <a:lnTo>
                    <a:pt x="1230096" y="3810"/>
                  </a:lnTo>
                  <a:lnTo>
                    <a:pt x="1244815" y="6350"/>
                  </a:lnTo>
                  <a:lnTo>
                    <a:pt x="1273860" y="8889"/>
                  </a:lnTo>
                  <a:lnTo>
                    <a:pt x="1295273" y="12700"/>
                  </a:lnTo>
                  <a:lnTo>
                    <a:pt x="1078204" y="12700"/>
                  </a:lnTo>
                  <a:lnTo>
                    <a:pt x="1063104" y="13970"/>
                  </a:lnTo>
                  <a:lnTo>
                    <a:pt x="1048283" y="13970"/>
                  </a:lnTo>
                  <a:lnTo>
                    <a:pt x="1033399" y="15239"/>
                  </a:lnTo>
                  <a:lnTo>
                    <a:pt x="1018730" y="16510"/>
                  </a:lnTo>
                  <a:lnTo>
                    <a:pt x="1004176" y="17779"/>
                  </a:lnTo>
                  <a:lnTo>
                    <a:pt x="989749" y="20320"/>
                  </a:lnTo>
                  <a:lnTo>
                    <a:pt x="975461" y="21589"/>
                  </a:lnTo>
                  <a:lnTo>
                    <a:pt x="961313" y="24129"/>
                  </a:lnTo>
                  <a:lnTo>
                    <a:pt x="947318" y="25400"/>
                  </a:lnTo>
                  <a:lnTo>
                    <a:pt x="933462" y="27939"/>
                  </a:lnTo>
                  <a:lnTo>
                    <a:pt x="919759" y="30479"/>
                  </a:lnTo>
                  <a:lnTo>
                    <a:pt x="906208" y="33020"/>
                  </a:lnTo>
                  <a:lnTo>
                    <a:pt x="892822" y="36829"/>
                  </a:lnTo>
                  <a:lnTo>
                    <a:pt x="879601" y="39370"/>
                  </a:lnTo>
                  <a:lnTo>
                    <a:pt x="866559" y="43179"/>
                  </a:lnTo>
                  <a:lnTo>
                    <a:pt x="853694" y="45720"/>
                  </a:lnTo>
                  <a:lnTo>
                    <a:pt x="841006" y="49529"/>
                  </a:lnTo>
                  <a:lnTo>
                    <a:pt x="828509" y="53339"/>
                  </a:lnTo>
                  <a:lnTo>
                    <a:pt x="816190" y="57150"/>
                  </a:lnTo>
                  <a:lnTo>
                    <a:pt x="804087" y="60960"/>
                  </a:lnTo>
                  <a:lnTo>
                    <a:pt x="792175" y="64770"/>
                  </a:lnTo>
                  <a:lnTo>
                    <a:pt x="780465" y="68579"/>
                  </a:lnTo>
                  <a:lnTo>
                    <a:pt x="768959" y="73660"/>
                  </a:lnTo>
                  <a:lnTo>
                    <a:pt x="757681" y="77470"/>
                  </a:lnTo>
                  <a:lnTo>
                    <a:pt x="746620" y="82550"/>
                  </a:lnTo>
                  <a:lnTo>
                    <a:pt x="735774" y="87629"/>
                  </a:lnTo>
                  <a:lnTo>
                    <a:pt x="725170" y="92710"/>
                  </a:lnTo>
                  <a:lnTo>
                    <a:pt x="714794" y="97789"/>
                  </a:lnTo>
                  <a:lnTo>
                    <a:pt x="704646" y="102870"/>
                  </a:lnTo>
                  <a:lnTo>
                    <a:pt x="694753" y="107950"/>
                  </a:lnTo>
                  <a:lnTo>
                    <a:pt x="685114" y="113029"/>
                  </a:lnTo>
                  <a:lnTo>
                    <a:pt x="675716" y="118110"/>
                  </a:lnTo>
                  <a:lnTo>
                    <a:pt x="666572" y="124460"/>
                  </a:lnTo>
                  <a:lnTo>
                    <a:pt x="657707" y="129539"/>
                  </a:lnTo>
                  <a:lnTo>
                    <a:pt x="649097" y="135889"/>
                  </a:lnTo>
                  <a:lnTo>
                    <a:pt x="640753" y="142239"/>
                  </a:lnTo>
                  <a:lnTo>
                    <a:pt x="634337" y="147320"/>
                  </a:lnTo>
                  <a:lnTo>
                    <a:pt x="632828" y="147320"/>
                  </a:lnTo>
                  <a:lnTo>
                    <a:pt x="624916" y="153670"/>
                  </a:lnTo>
                  <a:lnTo>
                    <a:pt x="617423" y="160020"/>
                  </a:lnTo>
                  <a:lnTo>
                    <a:pt x="610222" y="166370"/>
                  </a:lnTo>
                  <a:lnTo>
                    <a:pt x="603313" y="172720"/>
                  </a:lnTo>
                  <a:lnTo>
                    <a:pt x="603453" y="172720"/>
                  </a:lnTo>
                  <a:lnTo>
                    <a:pt x="597833" y="179070"/>
                  </a:lnTo>
                  <a:lnTo>
                    <a:pt x="596836" y="179070"/>
                  </a:lnTo>
                  <a:lnTo>
                    <a:pt x="590397" y="186689"/>
                  </a:lnTo>
                  <a:lnTo>
                    <a:pt x="590537" y="186689"/>
                  </a:lnTo>
                  <a:lnTo>
                    <a:pt x="584403" y="193039"/>
                  </a:lnTo>
                  <a:lnTo>
                    <a:pt x="584530" y="193039"/>
                  </a:lnTo>
                  <a:lnTo>
                    <a:pt x="578713" y="199389"/>
                  </a:lnTo>
                  <a:lnTo>
                    <a:pt x="573341" y="207010"/>
                  </a:lnTo>
                  <a:lnTo>
                    <a:pt x="573481" y="207010"/>
                  </a:lnTo>
                  <a:lnTo>
                    <a:pt x="568286" y="213360"/>
                  </a:lnTo>
                  <a:lnTo>
                    <a:pt x="568426" y="213360"/>
                  </a:lnTo>
                  <a:lnTo>
                    <a:pt x="563562" y="220979"/>
                  </a:lnTo>
                  <a:lnTo>
                    <a:pt x="559168" y="227329"/>
                  </a:lnTo>
                  <a:lnTo>
                    <a:pt x="555104" y="234950"/>
                  </a:lnTo>
                  <a:lnTo>
                    <a:pt x="552011" y="241300"/>
                  </a:lnTo>
                  <a:lnTo>
                    <a:pt x="551484" y="241300"/>
                  </a:lnTo>
                  <a:lnTo>
                    <a:pt x="547979" y="248920"/>
                  </a:lnTo>
                  <a:lnTo>
                    <a:pt x="544931" y="256539"/>
                  </a:lnTo>
                  <a:lnTo>
                    <a:pt x="542226" y="264160"/>
                  </a:lnTo>
                  <a:lnTo>
                    <a:pt x="540283" y="270510"/>
                  </a:lnTo>
                  <a:lnTo>
                    <a:pt x="539953" y="270510"/>
                  </a:lnTo>
                  <a:lnTo>
                    <a:pt x="538167" y="278129"/>
                  </a:lnTo>
                  <a:lnTo>
                    <a:pt x="537933" y="278129"/>
                  </a:lnTo>
                  <a:lnTo>
                    <a:pt x="536464" y="285750"/>
                  </a:lnTo>
                  <a:lnTo>
                    <a:pt x="536282" y="285750"/>
                  </a:lnTo>
                  <a:lnTo>
                    <a:pt x="534936" y="293370"/>
                  </a:lnTo>
                  <a:lnTo>
                    <a:pt x="534022" y="300989"/>
                  </a:lnTo>
                  <a:lnTo>
                    <a:pt x="533557" y="308610"/>
                  </a:lnTo>
                  <a:lnTo>
                    <a:pt x="533314" y="316229"/>
                  </a:lnTo>
                  <a:lnTo>
                    <a:pt x="533387" y="322579"/>
                  </a:lnTo>
                  <a:lnTo>
                    <a:pt x="533717" y="328929"/>
                  </a:lnTo>
                  <a:lnTo>
                    <a:pt x="534250" y="334010"/>
                  </a:lnTo>
                  <a:lnTo>
                    <a:pt x="534987" y="340360"/>
                  </a:lnTo>
                  <a:lnTo>
                    <a:pt x="535927" y="345439"/>
                  </a:lnTo>
                  <a:lnTo>
                    <a:pt x="537070" y="351789"/>
                  </a:lnTo>
                  <a:lnTo>
                    <a:pt x="537298" y="351789"/>
                  </a:lnTo>
                  <a:lnTo>
                    <a:pt x="538416" y="356870"/>
                  </a:lnTo>
                  <a:lnTo>
                    <a:pt x="539953" y="363220"/>
                  </a:lnTo>
                  <a:lnTo>
                    <a:pt x="540252" y="363220"/>
                  </a:lnTo>
                  <a:lnTo>
                    <a:pt x="541705" y="368300"/>
                  </a:lnTo>
                  <a:lnTo>
                    <a:pt x="543636" y="373379"/>
                  </a:lnTo>
                  <a:lnTo>
                    <a:pt x="545782" y="379729"/>
                  </a:lnTo>
                  <a:lnTo>
                    <a:pt x="546186" y="379729"/>
                  </a:lnTo>
                  <a:lnTo>
                    <a:pt x="548106" y="384810"/>
                  </a:lnTo>
                  <a:lnTo>
                    <a:pt x="550633" y="389889"/>
                  </a:lnTo>
                  <a:lnTo>
                    <a:pt x="553351" y="394970"/>
                  </a:lnTo>
                  <a:lnTo>
                    <a:pt x="556260" y="401320"/>
                  </a:lnTo>
                  <a:lnTo>
                    <a:pt x="557673" y="403860"/>
                  </a:lnTo>
                  <a:lnTo>
                    <a:pt x="551421" y="403860"/>
                  </a:lnTo>
                  <a:lnTo>
                    <a:pt x="544637" y="406672"/>
                  </a:lnTo>
                  <a:close/>
                </a:path>
                <a:path w="1727200" h="635000">
                  <a:moveTo>
                    <a:pt x="1614982" y="148589"/>
                  </a:moveTo>
                  <a:lnTo>
                    <a:pt x="1606803" y="142239"/>
                  </a:lnTo>
                  <a:lnTo>
                    <a:pt x="1598460" y="135889"/>
                  </a:lnTo>
                  <a:lnTo>
                    <a:pt x="1589862" y="129539"/>
                  </a:lnTo>
                  <a:lnTo>
                    <a:pt x="1580984" y="124460"/>
                  </a:lnTo>
                  <a:lnTo>
                    <a:pt x="1571853" y="118110"/>
                  </a:lnTo>
                  <a:lnTo>
                    <a:pt x="1562455" y="113029"/>
                  </a:lnTo>
                  <a:lnTo>
                    <a:pt x="1552816" y="107950"/>
                  </a:lnTo>
                  <a:lnTo>
                    <a:pt x="1542923" y="102870"/>
                  </a:lnTo>
                  <a:lnTo>
                    <a:pt x="1532788" y="97789"/>
                  </a:lnTo>
                  <a:lnTo>
                    <a:pt x="1522412" y="92710"/>
                  </a:lnTo>
                  <a:lnTo>
                    <a:pt x="1511807" y="87629"/>
                  </a:lnTo>
                  <a:lnTo>
                    <a:pt x="1500962" y="82550"/>
                  </a:lnTo>
                  <a:lnTo>
                    <a:pt x="1489900" y="77470"/>
                  </a:lnTo>
                  <a:lnTo>
                    <a:pt x="1478622" y="73660"/>
                  </a:lnTo>
                  <a:lnTo>
                    <a:pt x="1467116" y="68579"/>
                  </a:lnTo>
                  <a:lnTo>
                    <a:pt x="1455420" y="64770"/>
                  </a:lnTo>
                  <a:lnTo>
                    <a:pt x="1443507" y="60960"/>
                  </a:lnTo>
                  <a:lnTo>
                    <a:pt x="1431391" y="57150"/>
                  </a:lnTo>
                  <a:lnTo>
                    <a:pt x="1419085" y="53339"/>
                  </a:lnTo>
                  <a:lnTo>
                    <a:pt x="1406588" y="49529"/>
                  </a:lnTo>
                  <a:lnTo>
                    <a:pt x="1393901" y="45720"/>
                  </a:lnTo>
                  <a:lnTo>
                    <a:pt x="1381036" y="43179"/>
                  </a:lnTo>
                  <a:lnTo>
                    <a:pt x="1367980" y="39370"/>
                  </a:lnTo>
                  <a:lnTo>
                    <a:pt x="1354772" y="36829"/>
                  </a:lnTo>
                  <a:lnTo>
                    <a:pt x="1341386" y="33020"/>
                  </a:lnTo>
                  <a:lnTo>
                    <a:pt x="1327835" y="30479"/>
                  </a:lnTo>
                  <a:lnTo>
                    <a:pt x="1314132" y="27939"/>
                  </a:lnTo>
                  <a:lnTo>
                    <a:pt x="1300276" y="25400"/>
                  </a:lnTo>
                  <a:lnTo>
                    <a:pt x="1286281" y="24129"/>
                  </a:lnTo>
                  <a:lnTo>
                    <a:pt x="1272133" y="21589"/>
                  </a:lnTo>
                  <a:lnTo>
                    <a:pt x="1257846" y="20320"/>
                  </a:lnTo>
                  <a:lnTo>
                    <a:pt x="1243418" y="17779"/>
                  </a:lnTo>
                  <a:lnTo>
                    <a:pt x="1228877" y="16510"/>
                  </a:lnTo>
                  <a:lnTo>
                    <a:pt x="1214196" y="15239"/>
                  </a:lnTo>
                  <a:lnTo>
                    <a:pt x="1199400" y="13970"/>
                  </a:lnTo>
                  <a:lnTo>
                    <a:pt x="1184579" y="13970"/>
                  </a:lnTo>
                  <a:lnTo>
                    <a:pt x="1169479" y="12700"/>
                  </a:lnTo>
                  <a:lnTo>
                    <a:pt x="1295273" y="12700"/>
                  </a:lnTo>
                  <a:lnTo>
                    <a:pt x="1302359" y="13970"/>
                  </a:lnTo>
                  <a:lnTo>
                    <a:pt x="1316393" y="15239"/>
                  </a:lnTo>
                  <a:lnTo>
                    <a:pt x="1330261" y="17779"/>
                  </a:lnTo>
                  <a:lnTo>
                    <a:pt x="1343990" y="21589"/>
                  </a:lnTo>
                  <a:lnTo>
                    <a:pt x="1370939" y="26670"/>
                  </a:lnTo>
                  <a:lnTo>
                    <a:pt x="1384173" y="30479"/>
                  </a:lnTo>
                  <a:lnTo>
                    <a:pt x="1397215" y="33020"/>
                  </a:lnTo>
                  <a:lnTo>
                    <a:pt x="1447571" y="48260"/>
                  </a:lnTo>
                  <a:lnTo>
                    <a:pt x="1459687" y="53339"/>
                  </a:lnTo>
                  <a:lnTo>
                    <a:pt x="1471587" y="57150"/>
                  </a:lnTo>
                  <a:lnTo>
                    <a:pt x="1483283" y="62229"/>
                  </a:lnTo>
                  <a:lnTo>
                    <a:pt x="1527898" y="81279"/>
                  </a:lnTo>
                  <a:lnTo>
                    <a:pt x="1568843" y="101600"/>
                  </a:lnTo>
                  <a:lnTo>
                    <a:pt x="1578457" y="107950"/>
                  </a:lnTo>
                  <a:lnTo>
                    <a:pt x="1587830" y="113029"/>
                  </a:lnTo>
                  <a:lnTo>
                    <a:pt x="1622678" y="138429"/>
                  </a:lnTo>
                  <a:lnTo>
                    <a:pt x="1633816" y="147320"/>
                  </a:lnTo>
                  <a:lnTo>
                    <a:pt x="1614855" y="147320"/>
                  </a:lnTo>
                  <a:lnTo>
                    <a:pt x="1614982" y="148589"/>
                  </a:lnTo>
                  <a:close/>
                </a:path>
                <a:path w="1727200" h="635000">
                  <a:moveTo>
                    <a:pt x="632701" y="148589"/>
                  </a:moveTo>
                  <a:lnTo>
                    <a:pt x="632828" y="147320"/>
                  </a:lnTo>
                  <a:lnTo>
                    <a:pt x="634337" y="147320"/>
                  </a:lnTo>
                  <a:lnTo>
                    <a:pt x="632701" y="148589"/>
                  </a:lnTo>
                  <a:close/>
                </a:path>
                <a:path w="1727200" h="635000">
                  <a:moveTo>
                    <a:pt x="1650974" y="180339"/>
                  </a:moveTo>
                  <a:lnTo>
                    <a:pt x="1644230" y="172720"/>
                  </a:lnTo>
                  <a:lnTo>
                    <a:pt x="1644370" y="172720"/>
                  </a:lnTo>
                  <a:lnTo>
                    <a:pt x="1637322" y="166370"/>
                  </a:lnTo>
                  <a:lnTo>
                    <a:pt x="1637461" y="166370"/>
                  </a:lnTo>
                  <a:lnTo>
                    <a:pt x="1630121" y="160020"/>
                  </a:lnTo>
                  <a:lnTo>
                    <a:pt x="1630260" y="160020"/>
                  </a:lnTo>
                  <a:lnTo>
                    <a:pt x="1622640" y="153670"/>
                  </a:lnTo>
                  <a:lnTo>
                    <a:pt x="1614855" y="147320"/>
                  </a:lnTo>
                  <a:lnTo>
                    <a:pt x="1633816" y="147320"/>
                  </a:lnTo>
                  <a:lnTo>
                    <a:pt x="1638465" y="151129"/>
                  </a:lnTo>
                  <a:lnTo>
                    <a:pt x="1645920" y="157479"/>
                  </a:lnTo>
                  <a:lnTo>
                    <a:pt x="1653095" y="163829"/>
                  </a:lnTo>
                  <a:lnTo>
                    <a:pt x="1659966" y="170179"/>
                  </a:lnTo>
                  <a:lnTo>
                    <a:pt x="1666544" y="177800"/>
                  </a:lnTo>
                  <a:lnTo>
                    <a:pt x="1667797" y="179070"/>
                  </a:lnTo>
                  <a:lnTo>
                    <a:pt x="1650847" y="179070"/>
                  </a:lnTo>
                  <a:lnTo>
                    <a:pt x="1650974" y="180339"/>
                  </a:lnTo>
                  <a:close/>
                </a:path>
                <a:path w="1727200" h="635000">
                  <a:moveTo>
                    <a:pt x="596709" y="180339"/>
                  </a:moveTo>
                  <a:lnTo>
                    <a:pt x="596836" y="179070"/>
                  </a:lnTo>
                  <a:lnTo>
                    <a:pt x="597833" y="179070"/>
                  </a:lnTo>
                  <a:lnTo>
                    <a:pt x="596709" y="180339"/>
                  </a:lnTo>
                  <a:close/>
                </a:path>
                <a:path w="1727200" h="635000">
                  <a:moveTo>
                    <a:pt x="1696313" y="242570"/>
                  </a:moveTo>
                  <a:lnTo>
                    <a:pt x="1692465" y="234950"/>
                  </a:lnTo>
                  <a:lnTo>
                    <a:pt x="1688388" y="227329"/>
                  </a:lnTo>
                  <a:lnTo>
                    <a:pt x="1688515" y="227329"/>
                  </a:lnTo>
                  <a:lnTo>
                    <a:pt x="1683994" y="220979"/>
                  </a:lnTo>
                  <a:lnTo>
                    <a:pt x="1679257" y="213360"/>
                  </a:lnTo>
                  <a:lnTo>
                    <a:pt x="1679397" y="213360"/>
                  </a:lnTo>
                  <a:lnTo>
                    <a:pt x="1674202" y="207010"/>
                  </a:lnTo>
                  <a:lnTo>
                    <a:pt x="1674342" y="207010"/>
                  </a:lnTo>
                  <a:lnTo>
                    <a:pt x="1668830" y="199389"/>
                  </a:lnTo>
                  <a:lnTo>
                    <a:pt x="1668970" y="199389"/>
                  </a:lnTo>
                  <a:lnTo>
                    <a:pt x="1663153" y="193039"/>
                  </a:lnTo>
                  <a:lnTo>
                    <a:pt x="1657146" y="186689"/>
                  </a:lnTo>
                  <a:lnTo>
                    <a:pt x="1657286" y="186689"/>
                  </a:lnTo>
                  <a:lnTo>
                    <a:pt x="1650847" y="179070"/>
                  </a:lnTo>
                  <a:lnTo>
                    <a:pt x="1667797" y="179070"/>
                  </a:lnTo>
                  <a:lnTo>
                    <a:pt x="1672805" y="184150"/>
                  </a:lnTo>
                  <a:lnTo>
                    <a:pt x="1678762" y="191770"/>
                  </a:lnTo>
                  <a:lnTo>
                    <a:pt x="1684401" y="199389"/>
                  </a:lnTo>
                  <a:lnTo>
                    <a:pt x="1689722" y="205739"/>
                  </a:lnTo>
                  <a:lnTo>
                    <a:pt x="1710054" y="241300"/>
                  </a:lnTo>
                  <a:lnTo>
                    <a:pt x="1696199" y="241300"/>
                  </a:lnTo>
                  <a:lnTo>
                    <a:pt x="1696313" y="242570"/>
                  </a:lnTo>
                  <a:close/>
                </a:path>
                <a:path w="1727200" h="635000">
                  <a:moveTo>
                    <a:pt x="551370" y="242570"/>
                  </a:moveTo>
                  <a:lnTo>
                    <a:pt x="551484" y="241300"/>
                  </a:lnTo>
                  <a:lnTo>
                    <a:pt x="552011" y="241300"/>
                  </a:lnTo>
                  <a:lnTo>
                    <a:pt x="551370" y="242570"/>
                  </a:lnTo>
                  <a:close/>
                </a:path>
                <a:path w="1727200" h="635000">
                  <a:moveTo>
                    <a:pt x="1707807" y="271779"/>
                  </a:moveTo>
                  <a:lnTo>
                    <a:pt x="1705368" y="264160"/>
                  </a:lnTo>
                  <a:lnTo>
                    <a:pt x="1702650" y="256539"/>
                  </a:lnTo>
                  <a:lnTo>
                    <a:pt x="1699602" y="248920"/>
                  </a:lnTo>
                  <a:lnTo>
                    <a:pt x="1696199" y="241300"/>
                  </a:lnTo>
                  <a:lnTo>
                    <a:pt x="1710054" y="241300"/>
                  </a:lnTo>
                  <a:lnTo>
                    <a:pt x="1711261" y="243839"/>
                  </a:lnTo>
                  <a:lnTo>
                    <a:pt x="1714525" y="251460"/>
                  </a:lnTo>
                  <a:lnTo>
                    <a:pt x="1717421" y="260350"/>
                  </a:lnTo>
                  <a:lnTo>
                    <a:pt x="1719961" y="267970"/>
                  </a:lnTo>
                  <a:lnTo>
                    <a:pt x="1720680" y="270510"/>
                  </a:lnTo>
                  <a:lnTo>
                    <a:pt x="1707730" y="270510"/>
                  </a:lnTo>
                  <a:lnTo>
                    <a:pt x="1707807" y="271779"/>
                  </a:lnTo>
                  <a:close/>
                </a:path>
                <a:path w="1727200" h="635000">
                  <a:moveTo>
                    <a:pt x="539876" y="271779"/>
                  </a:moveTo>
                  <a:lnTo>
                    <a:pt x="539953" y="270510"/>
                  </a:lnTo>
                  <a:lnTo>
                    <a:pt x="540283" y="270510"/>
                  </a:lnTo>
                  <a:lnTo>
                    <a:pt x="539876" y="271779"/>
                  </a:lnTo>
                  <a:close/>
                </a:path>
                <a:path w="1727200" h="635000">
                  <a:moveTo>
                    <a:pt x="1709813" y="279400"/>
                  </a:moveTo>
                  <a:lnTo>
                    <a:pt x="1707730" y="270510"/>
                  </a:lnTo>
                  <a:lnTo>
                    <a:pt x="1720680" y="270510"/>
                  </a:lnTo>
                  <a:lnTo>
                    <a:pt x="1722120" y="275589"/>
                  </a:lnTo>
                  <a:lnTo>
                    <a:pt x="1722712" y="278129"/>
                  </a:lnTo>
                  <a:lnTo>
                    <a:pt x="1709737" y="278129"/>
                  </a:lnTo>
                  <a:lnTo>
                    <a:pt x="1709813" y="279400"/>
                  </a:lnTo>
                  <a:close/>
                </a:path>
                <a:path w="1727200" h="635000">
                  <a:moveTo>
                    <a:pt x="537870" y="279400"/>
                  </a:moveTo>
                  <a:lnTo>
                    <a:pt x="537933" y="278129"/>
                  </a:lnTo>
                  <a:lnTo>
                    <a:pt x="538167" y="278129"/>
                  </a:lnTo>
                  <a:lnTo>
                    <a:pt x="537870" y="279400"/>
                  </a:lnTo>
                  <a:close/>
                </a:path>
                <a:path w="1727200" h="635000">
                  <a:moveTo>
                    <a:pt x="1711452" y="287020"/>
                  </a:moveTo>
                  <a:lnTo>
                    <a:pt x="1709737" y="278129"/>
                  </a:lnTo>
                  <a:lnTo>
                    <a:pt x="1722712" y="278129"/>
                  </a:lnTo>
                  <a:lnTo>
                    <a:pt x="1723898" y="283210"/>
                  </a:lnTo>
                  <a:lnTo>
                    <a:pt x="1724293" y="285750"/>
                  </a:lnTo>
                  <a:lnTo>
                    <a:pt x="1711401" y="285750"/>
                  </a:lnTo>
                  <a:lnTo>
                    <a:pt x="1711452" y="287020"/>
                  </a:lnTo>
                  <a:close/>
                </a:path>
                <a:path w="1727200" h="635000">
                  <a:moveTo>
                    <a:pt x="536219" y="287020"/>
                  </a:moveTo>
                  <a:lnTo>
                    <a:pt x="536282" y="285750"/>
                  </a:lnTo>
                  <a:lnTo>
                    <a:pt x="536464" y="285750"/>
                  </a:lnTo>
                  <a:lnTo>
                    <a:pt x="536219" y="287020"/>
                  </a:lnTo>
                  <a:close/>
                </a:path>
                <a:path w="1727200" h="635000">
                  <a:moveTo>
                    <a:pt x="1727098" y="317500"/>
                  </a:moveTo>
                  <a:lnTo>
                    <a:pt x="1714398" y="317500"/>
                  </a:lnTo>
                  <a:lnTo>
                    <a:pt x="1714398" y="316229"/>
                  </a:lnTo>
                  <a:lnTo>
                    <a:pt x="1714195" y="308610"/>
                  </a:lnTo>
                  <a:lnTo>
                    <a:pt x="1713636" y="300989"/>
                  </a:lnTo>
                  <a:lnTo>
                    <a:pt x="1712696" y="293370"/>
                  </a:lnTo>
                  <a:lnTo>
                    <a:pt x="1711401" y="285750"/>
                  </a:lnTo>
                  <a:lnTo>
                    <a:pt x="1724293" y="285750"/>
                  </a:lnTo>
                  <a:lnTo>
                    <a:pt x="1725282" y="292100"/>
                  </a:lnTo>
                  <a:lnTo>
                    <a:pt x="1726285" y="299720"/>
                  </a:lnTo>
                  <a:lnTo>
                    <a:pt x="1726895" y="308610"/>
                  </a:lnTo>
                  <a:lnTo>
                    <a:pt x="1727098" y="317500"/>
                  </a:lnTo>
                  <a:close/>
                </a:path>
                <a:path w="1727200" h="635000">
                  <a:moveTo>
                    <a:pt x="533476" y="309879"/>
                  </a:moveTo>
                  <a:lnTo>
                    <a:pt x="533488" y="308610"/>
                  </a:lnTo>
                  <a:lnTo>
                    <a:pt x="533476" y="309879"/>
                  </a:lnTo>
                  <a:close/>
                </a:path>
                <a:path w="1727200" h="635000">
                  <a:moveTo>
                    <a:pt x="1714207" y="309879"/>
                  </a:moveTo>
                  <a:lnTo>
                    <a:pt x="1714126" y="308610"/>
                  </a:lnTo>
                  <a:lnTo>
                    <a:pt x="1714207" y="309879"/>
                  </a:lnTo>
                  <a:close/>
                </a:path>
                <a:path w="1727200" h="635000">
                  <a:moveTo>
                    <a:pt x="533298" y="316940"/>
                  </a:moveTo>
                  <a:lnTo>
                    <a:pt x="533285" y="316229"/>
                  </a:lnTo>
                  <a:lnTo>
                    <a:pt x="533298" y="316940"/>
                  </a:lnTo>
                  <a:close/>
                </a:path>
                <a:path w="1727200" h="635000">
                  <a:moveTo>
                    <a:pt x="1714383" y="316864"/>
                  </a:moveTo>
                  <a:lnTo>
                    <a:pt x="1714369" y="316229"/>
                  </a:lnTo>
                  <a:lnTo>
                    <a:pt x="1714383" y="316864"/>
                  </a:lnTo>
                  <a:close/>
                </a:path>
                <a:path w="1727200" h="635000">
                  <a:moveTo>
                    <a:pt x="1726895" y="325120"/>
                  </a:moveTo>
                  <a:lnTo>
                    <a:pt x="1714195" y="325120"/>
                  </a:lnTo>
                  <a:lnTo>
                    <a:pt x="1714383" y="316864"/>
                  </a:lnTo>
                  <a:lnTo>
                    <a:pt x="1714398" y="317500"/>
                  </a:lnTo>
                  <a:lnTo>
                    <a:pt x="1727098" y="317500"/>
                  </a:lnTo>
                  <a:lnTo>
                    <a:pt x="1726895" y="325120"/>
                  </a:lnTo>
                  <a:close/>
                </a:path>
                <a:path w="1727200" h="635000">
                  <a:moveTo>
                    <a:pt x="533308" y="317500"/>
                  </a:moveTo>
                  <a:lnTo>
                    <a:pt x="533298" y="316940"/>
                  </a:lnTo>
                  <a:lnTo>
                    <a:pt x="533308" y="317500"/>
                  </a:lnTo>
                  <a:close/>
                </a:path>
                <a:path w="1727200" h="635000">
                  <a:moveTo>
                    <a:pt x="1724293" y="347979"/>
                  </a:moveTo>
                  <a:lnTo>
                    <a:pt x="1711401" y="347979"/>
                  </a:lnTo>
                  <a:lnTo>
                    <a:pt x="1712747" y="340360"/>
                  </a:lnTo>
                  <a:lnTo>
                    <a:pt x="1713661" y="332739"/>
                  </a:lnTo>
                  <a:lnTo>
                    <a:pt x="1714207" y="323850"/>
                  </a:lnTo>
                  <a:lnTo>
                    <a:pt x="1714195" y="325120"/>
                  </a:lnTo>
                  <a:lnTo>
                    <a:pt x="1726895" y="325120"/>
                  </a:lnTo>
                  <a:lnTo>
                    <a:pt x="1726285" y="334010"/>
                  </a:lnTo>
                  <a:lnTo>
                    <a:pt x="1725282" y="341629"/>
                  </a:lnTo>
                  <a:lnTo>
                    <a:pt x="1724293" y="347979"/>
                  </a:lnTo>
                  <a:close/>
                </a:path>
                <a:path w="1727200" h="635000">
                  <a:moveTo>
                    <a:pt x="1722712" y="355600"/>
                  </a:moveTo>
                  <a:lnTo>
                    <a:pt x="1709737" y="355600"/>
                  </a:lnTo>
                  <a:lnTo>
                    <a:pt x="1711452" y="346710"/>
                  </a:lnTo>
                  <a:lnTo>
                    <a:pt x="1711401" y="347979"/>
                  </a:lnTo>
                  <a:lnTo>
                    <a:pt x="1724293" y="347979"/>
                  </a:lnTo>
                  <a:lnTo>
                    <a:pt x="1723898" y="350520"/>
                  </a:lnTo>
                  <a:lnTo>
                    <a:pt x="1722712" y="355600"/>
                  </a:lnTo>
                  <a:close/>
                </a:path>
                <a:path w="1727200" h="635000">
                  <a:moveTo>
                    <a:pt x="537298" y="351789"/>
                  </a:moveTo>
                  <a:lnTo>
                    <a:pt x="537070" y="351789"/>
                  </a:lnTo>
                  <a:lnTo>
                    <a:pt x="537019" y="350520"/>
                  </a:lnTo>
                  <a:lnTo>
                    <a:pt x="537298" y="351789"/>
                  </a:lnTo>
                  <a:close/>
                </a:path>
                <a:path w="1727200" h="635000">
                  <a:moveTo>
                    <a:pt x="1720680" y="363220"/>
                  </a:moveTo>
                  <a:lnTo>
                    <a:pt x="1707730" y="363220"/>
                  </a:lnTo>
                  <a:lnTo>
                    <a:pt x="1709813" y="354329"/>
                  </a:lnTo>
                  <a:lnTo>
                    <a:pt x="1709737" y="355600"/>
                  </a:lnTo>
                  <a:lnTo>
                    <a:pt x="1722712" y="355600"/>
                  </a:lnTo>
                  <a:lnTo>
                    <a:pt x="1722120" y="358139"/>
                  </a:lnTo>
                  <a:lnTo>
                    <a:pt x="1720680" y="363220"/>
                  </a:lnTo>
                  <a:close/>
                </a:path>
                <a:path w="1727200" h="635000">
                  <a:moveTo>
                    <a:pt x="540252" y="363220"/>
                  </a:moveTo>
                  <a:lnTo>
                    <a:pt x="539953" y="363220"/>
                  </a:lnTo>
                  <a:lnTo>
                    <a:pt x="539889" y="361950"/>
                  </a:lnTo>
                  <a:lnTo>
                    <a:pt x="540252" y="363220"/>
                  </a:lnTo>
                  <a:close/>
                </a:path>
                <a:path w="1727200" h="635000">
                  <a:moveTo>
                    <a:pt x="1710054" y="392429"/>
                  </a:moveTo>
                  <a:lnTo>
                    <a:pt x="1696199" y="392429"/>
                  </a:lnTo>
                  <a:lnTo>
                    <a:pt x="1699704" y="384810"/>
                  </a:lnTo>
                  <a:lnTo>
                    <a:pt x="1702752" y="377189"/>
                  </a:lnTo>
                  <a:lnTo>
                    <a:pt x="1705457" y="369570"/>
                  </a:lnTo>
                  <a:lnTo>
                    <a:pt x="1707807" y="361950"/>
                  </a:lnTo>
                  <a:lnTo>
                    <a:pt x="1707730" y="363220"/>
                  </a:lnTo>
                  <a:lnTo>
                    <a:pt x="1720680" y="363220"/>
                  </a:lnTo>
                  <a:lnTo>
                    <a:pt x="1719961" y="365760"/>
                  </a:lnTo>
                  <a:lnTo>
                    <a:pt x="1717421" y="373379"/>
                  </a:lnTo>
                  <a:lnTo>
                    <a:pt x="1714525" y="382270"/>
                  </a:lnTo>
                  <a:lnTo>
                    <a:pt x="1711261" y="389889"/>
                  </a:lnTo>
                  <a:lnTo>
                    <a:pt x="1710054" y="392429"/>
                  </a:lnTo>
                  <a:close/>
                </a:path>
                <a:path w="1727200" h="635000">
                  <a:moveTo>
                    <a:pt x="546186" y="379729"/>
                  </a:moveTo>
                  <a:lnTo>
                    <a:pt x="545782" y="379729"/>
                  </a:lnTo>
                  <a:lnTo>
                    <a:pt x="545706" y="378460"/>
                  </a:lnTo>
                  <a:lnTo>
                    <a:pt x="546186" y="379729"/>
                  </a:lnTo>
                  <a:close/>
                </a:path>
                <a:path w="1727200" h="635000">
                  <a:moveTo>
                    <a:pt x="1667797" y="454660"/>
                  </a:moveTo>
                  <a:lnTo>
                    <a:pt x="1650847" y="454660"/>
                  </a:lnTo>
                  <a:lnTo>
                    <a:pt x="1657286" y="447039"/>
                  </a:lnTo>
                  <a:lnTo>
                    <a:pt x="1657146" y="447039"/>
                  </a:lnTo>
                  <a:lnTo>
                    <a:pt x="1663280" y="440689"/>
                  </a:lnTo>
                  <a:lnTo>
                    <a:pt x="1668970" y="434339"/>
                  </a:lnTo>
                  <a:lnTo>
                    <a:pt x="1668830" y="434339"/>
                  </a:lnTo>
                  <a:lnTo>
                    <a:pt x="1674342" y="426720"/>
                  </a:lnTo>
                  <a:lnTo>
                    <a:pt x="1674202" y="426720"/>
                  </a:lnTo>
                  <a:lnTo>
                    <a:pt x="1679397" y="420370"/>
                  </a:lnTo>
                  <a:lnTo>
                    <a:pt x="1679257" y="420370"/>
                  </a:lnTo>
                  <a:lnTo>
                    <a:pt x="1684121" y="412750"/>
                  </a:lnTo>
                  <a:lnTo>
                    <a:pt x="1688515" y="406400"/>
                  </a:lnTo>
                  <a:lnTo>
                    <a:pt x="1688388" y="406400"/>
                  </a:lnTo>
                  <a:lnTo>
                    <a:pt x="1692579" y="398779"/>
                  </a:lnTo>
                  <a:lnTo>
                    <a:pt x="1696313" y="391160"/>
                  </a:lnTo>
                  <a:lnTo>
                    <a:pt x="1696199" y="392429"/>
                  </a:lnTo>
                  <a:lnTo>
                    <a:pt x="1710054" y="392429"/>
                  </a:lnTo>
                  <a:lnTo>
                    <a:pt x="1707642" y="397510"/>
                  </a:lnTo>
                  <a:lnTo>
                    <a:pt x="1684401" y="434339"/>
                  </a:lnTo>
                  <a:lnTo>
                    <a:pt x="1678762" y="441960"/>
                  </a:lnTo>
                  <a:lnTo>
                    <a:pt x="1672805" y="449579"/>
                  </a:lnTo>
                  <a:lnTo>
                    <a:pt x="1667797" y="454660"/>
                  </a:lnTo>
                  <a:close/>
                </a:path>
                <a:path w="1727200" h="635000">
                  <a:moveTo>
                    <a:pt x="548347" y="412750"/>
                  </a:moveTo>
                  <a:lnTo>
                    <a:pt x="545122" y="407670"/>
                  </a:lnTo>
                  <a:lnTo>
                    <a:pt x="544637" y="406672"/>
                  </a:lnTo>
                  <a:lnTo>
                    <a:pt x="551421" y="403860"/>
                  </a:lnTo>
                  <a:lnTo>
                    <a:pt x="548347" y="412750"/>
                  </a:lnTo>
                  <a:close/>
                </a:path>
                <a:path w="1727200" h="635000">
                  <a:moveTo>
                    <a:pt x="562978" y="412750"/>
                  </a:moveTo>
                  <a:lnTo>
                    <a:pt x="548347" y="412750"/>
                  </a:lnTo>
                  <a:lnTo>
                    <a:pt x="551421" y="403860"/>
                  </a:lnTo>
                  <a:lnTo>
                    <a:pt x="557673" y="403860"/>
                  </a:lnTo>
                  <a:lnTo>
                    <a:pt x="562978" y="412750"/>
                  </a:lnTo>
                  <a:close/>
                </a:path>
                <a:path w="1727200" h="635000">
                  <a:moveTo>
                    <a:pt x="49779" y="611823"/>
                  </a:moveTo>
                  <a:lnTo>
                    <a:pt x="544637" y="406672"/>
                  </a:lnTo>
                  <a:lnTo>
                    <a:pt x="545122" y="407670"/>
                  </a:lnTo>
                  <a:lnTo>
                    <a:pt x="548347" y="412750"/>
                  </a:lnTo>
                  <a:lnTo>
                    <a:pt x="562978" y="412750"/>
                  </a:lnTo>
                  <a:lnTo>
                    <a:pt x="106105" y="602173"/>
                  </a:lnTo>
                  <a:lnTo>
                    <a:pt x="49779" y="611823"/>
                  </a:lnTo>
                  <a:close/>
                </a:path>
                <a:path w="1727200" h="635000">
                  <a:moveTo>
                    <a:pt x="1633816" y="486410"/>
                  </a:moveTo>
                  <a:lnTo>
                    <a:pt x="1614855" y="486410"/>
                  </a:lnTo>
                  <a:lnTo>
                    <a:pt x="1622767" y="480060"/>
                  </a:lnTo>
                  <a:lnTo>
                    <a:pt x="1630260" y="473710"/>
                  </a:lnTo>
                  <a:lnTo>
                    <a:pt x="1630121" y="473710"/>
                  </a:lnTo>
                  <a:lnTo>
                    <a:pt x="1637461" y="467360"/>
                  </a:lnTo>
                  <a:lnTo>
                    <a:pt x="1637322" y="467360"/>
                  </a:lnTo>
                  <a:lnTo>
                    <a:pt x="1644370" y="461010"/>
                  </a:lnTo>
                  <a:lnTo>
                    <a:pt x="1644230" y="461010"/>
                  </a:lnTo>
                  <a:lnTo>
                    <a:pt x="1650974" y="453389"/>
                  </a:lnTo>
                  <a:lnTo>
                    <a:pt x="1650847" y="454660"/>
                  </a:lnTo>
                  <a:lnTo>
                    <a:pt x="1667797" y="454660"/>
                  </a:lnTo>
                  <a:lnTo>
                    <a:pt x="1666544" y="455929"/>
                  </a:lnTo>
                  <a:lnTo>
                    <a:pt x="1659966" y="463550"/>
                  </a:lnTo>
                  <a:lnTo>
                    <a:pt x="1653095" y="469900"/>
                  </a:lnTo>
                  <a:lnTo>
                    <a:pt x="1645920" y="476250"/>
                  </a:lnTo>
                  <a:lnTo>
                    <a:pt x="1638465" y="482600"/>
                  </a:lnTo>
                  <a:lnTo>
                    <a:pt x="1633816" y="486410"/>
                  </a:lnTo>
                  <a:close/>
                </a:path>
                <a:path w="1727200" h="635000">
                  <a:moveTo>
                    <a:pt x="1426946" y="591820"/>
                  </a:moveTo>
                  <a:lnTo>
                    <a:pt x="1381036" y="591820"/>
                  </a:lnTo>
                  <a:lnTo>
                    <a:pt x="1393990" y="588010"/>
                  </a:lnTo>
                  <a:lnTo>
                    <a:pt x="1406677" y="584200"/>
                  </a:lnTo>
                  <a:lnTo>
                    <a:pt x="1419174" y="580389"/>
                  </a:lnTo>
                  <a:lnTo>
                    <a:pt x="1431480" y="576579"/>
                  </a:lnTo>
                  <a:lnTo>
                    <a:pt x="1443596" y="572770"/>
                  </a:lnTo>
                  <a:lnTo>
                    <a:pt x="1455508" y="568960"/>
                  </a:lnTo>
                  <a:lnTo>
                    <a:pt x="1467218" y="565150"/>
                  </a:lnTo>
                  <a:lnTo>
                    <a:pt x="1478724" y="560070"/>
                  </a:lnTo>
                  <a:lnTo>
                    <a:pt x="1490002" y="556260"/>
                  </a:lnTo>
                  <a:lnTo>
                    <a:pt x="1501063" y="551179"/>
                  </a:lnTo>
                  <a:lnTo>
                    <a:pt x="1511909" y="546100"/>
                  </a:lnTo>
                  <a:lnTo>
                    <a:pt x="1522514" y="541020"/>
                  </a:lnTo>
                  <a:lnTo>
                    <a:pt x="1532890" y="535939"/>
                  </a:lnTo>
                  <a:lnTo>
                    <a:pt x="1543037" y="530860"/>
                  </a:lnTo>
                  <a:lnTo>
                    <a:pt x="1552930" y="525779"/>
                  </a:lnTo>
                  <a:lnTo>
                    <a:pt x="1562569" y="520700"/>
                  </a:lnTo>
                  <a:lnTo>
                    <a:pt x="1571967" y="515620"/>
                  </a:lnTo>
                  <a:lnTo>
                    <a:pt x="1581111" y="509270"/>
                  </a:lnTo>
                  <a:lnTo>
                    <a:pt x="1589976" y="504189"/>
                  </a:lnTo>
                  <a:lnTo>
                    <a:pt x="1598587" y="497839"/>
                  </a:lnTo>
                  <a:lnTo>
                    <a:pt x="1606918" y="491489"/>
                  </a:lnTo>
                  <a:lnTo>
                    <a:pt x="1614982" y="485139"/>
                  </a:lnTo>
                  <a:lnTo>
                    <a:pt x="1614855" y="486410"/>
                  </a:lnTo>
                  <a:lnTo>
                    <a:pt x="1633816" y="486410"/>
                  </a:lnTo>
                  <a:lnTo>
                    <a:pt x="1596936" y="514350"/>
                  </a:lnTo>
                  <a:lnTo>
                    <a:pt x="1578457" y="525779"/>
                  </a:lnTo>
                  <a:lnTo>
                    <a:pt x="1568843" y="532129"/>
                  </a:lnTo>
                  <a:lnTo>
                    <a:pt x="1527898" y="552450"/>
                  </a:lnTo>
                  <a:lnTo>
                    <a:pt x="1483283" y="571500"/>
                  </a:lnTo>
                  <a:lnTo>
                    <a:pt x="1471587" y="576579"/>
                  </a:lnTo>
                  <a:lnTo>
                    <a:pt x="1459687" y="580389"/>
                  </a:lnTo>
                  <a:lnTo>
                    <a:pt x="1447571" y="585470"/>
                  </a:lnTo>
                  <a:lnTo>
                    <a:pt x="1426946" y="591820"/>
                  </a:lnTo>
                  <a:close/>
                </a:path>
                <a:path w="1727200" h="635000">
                  <a:moveTo>
                    <a:pt x="52507" y="624839"/>
                  </a:moveTo>
                  <a:lnTo>
                    <a:pt x="51435" y="624839"/>
                  </a:lnTo>
                  <a:lnTo>
                    <a:pt x="106105" y="602173"/>
                  </a:lnTo>
                  <a:lnTo>
                    <a:pt x="663206" y="506729"/>
                  </a:lnTo>
                  <a:lnTo>
                    <a:pt x="675678" y="515620"/>
                  </a:lnTo>
                  <a:lnTo>
                    <a:pt x="677689" y="515620"/>
                  </a:lnTo>
                  <a:lnTo>
                    <a:pt x="684143" y="519429"/>
                  </a:lnTo>
                  <a:lnTo>
                    <a:pt x="658558" y="519429"/>
                  </a:lnTo>
                  <a:lnTo>
                    <a:pt x="661166" y="521008"/>
                  </a:lnTo>
                  <a:lnTo>
                    <a:pt x="52507" y="624839"/>
                  </a:lnTo>
                  <a:close/>
                </a:path>
                <a:path w="1727200" h="635000">
                  <a:moveTo>
                    <a:pt x="677689" y="515620"/>
                  </a:moveTo>
                  <a:lnTo>
                    <a:pt x="675678" y="515620"/>
                  </a:lnTo>
                  <a:lnTo>
                    <a:pt x="675538" y="514350"/>
                  </a:lnTo>
                  <a:lnTo>
                    <a:pt x="677689" y="515620"/>
                  </a:lnTo>
                  <a:close/>
                </a:path>
                <a:path w="1727200" h="635000">
                  <a:moveTo>
                    <a:pt x="661166" y="521008"/>
                  </a:moveTo>
                  <a:lnTo>
                    <a:pt x="658558" y="519429"/>
                  </a:lnTo>
                  <a:lnTo>
                    <a:pt x="662978" y="520700"/>
                  </a:lnTo>
                  <a:lnTo>
                    <a:pt x="661166" y="521008"/>
                  </a:lnTo>
                  <a:close/>
                </a:path>
                <a:path w="1727200" h="635000">
                  <a:moveTo>
                    <a:pt x="1170012" y="633729"/>
                  </a:moveTo>
                  <a:lnTo>
                    <a:pt x="1071740" y="633729"/>
                  </a:lnTo>
                  <a:lnTo>
                    <a:pt x="1004227" y="628650"/>
                  </a:lnTo>
                  <a:lnTo>
                    <a:pt x="971423" y="623570"/>
                  </a:lnTo>
                  <a:lnTo>
                    <a:pt x="955272" y="622296"/>
                  </a:lnTo>
                  <a:lnTo>
                    <a:pt x="939330" y="619760"/>
                  </a:lnTo>
                  <a:lnTo>
                    <a:pt x="923569" y="615950"/>
                  </a:lnTo>
                  <a:lnTo>
                    <a:pt x="892632" y="610870"/>
                  </a:lnTo>
                  <a:lnTo>
                    <a:pt x="833348" y="595629"/>
                  </a:lnTo>
                  <a:lnTo>
                    <a:pt x="819099" y="590550"/>
                  </a:lnTo>
                  <a:lnTo>
                    <a:pt x="805103" y="586739"/>
                  </a:lnTo>
                  <a:lnTo>
                    <a:pt x="791349" y="581660"/>
                  </a:lnTo>
                  <a:lnTo>
                    <a:pt x="777849" y="577850"/>
                  </a:lnTo>
                  <a:lnTo>
                    <a:pt x="764616" y="572770"/>
                  </a:lnTo>
                  <a:lnTo>
                    <a:pt x="751662" y="566420"/>
                  </a:lnTo>
                  <a:lnTo>
                    <a:pt x="726567" y="556260"/>
                  </a:lnTo>
                  <a:lnTo>
                    <a:pt x="714463" y="549910"/>
                  </a:lnTo>
                  <a:lnTo>
                    <a:pt x="679932" y="532129"/>
                  </a:lnTo>
                  <a:lnTo>
                    <a:pt x="661166" y="521008"/>
                  </a:lnTo>
                  <a:lnTo>
                    <a:pt x="662978" y="520700"/>
                  </a:lnTo>
                  <a:lnTo>
                    <a:pt x="658558" y="519429"/>
                  </a:lnTo>
                  <a:lnTo>
                    <a:pt x="684143" y="519429"/>
                  </a:lnTo>
                  <a:lnTo>
                    <a:pt x="686295" y="520700"/>
                  </a:lnTo>
                  <a:lnTo>
                    <a:pt x="697242" y="527050"/>
                  </a:lnTo>
                  <a:lnTo>
                    <a:pt x="697115" y="527050"/>
                  </a:lnTo>
                  <a:lnTo>
                    <a:pt x="708494" y="533400"/>
                  </a:lnTo>
                  <a:lnTo>
                    <a:pt x="720064" y="538479"/>
                  </a:lnTo>
                  <a:lnTo>
                    <a:pt x="731939" y="544829"/>
                  </a:lnTo>
                  <a:lnTo>
                    <a:pt x="744105" y="549910"/>
                  </a:lnTo>
                  <a:lnTo>
                    <a:pt x="756551" y="554989"/>
                  </a:lnTo>
                  <a:lnTo>
                    <a:pt x="769289" y="560070"/>
                  </a:lnTo>
                  <a:lnTo>
                    <a:pt x="782294" y="565150"/>
                  </a:lnTo>
                  <a:lnTo>
                    <a:pt x="795566" y="570229"/>
                  </a:lnTo>
                  <a:lnTo>
                    <a:pt x="809104" y="574039"/>
                  </a:lnTo>
                  <a:lnTo>
                    <a:pt x="822883" y="579120"/>
                  </a:lnTo>
                  <a:lnTo>
                    <a:pt x="836917" y="582929"/>
                  </a:lnTo>
                  <a:lnTo>
                    <a:pt x="851192" y="586739"/>
                  </a:lnTo>
                  <a:lnTo>
                    <a:pt x="865708" y="590550"/>
                  </a:lnTo>
                  <a:lnTo>
                    <a:pt x="880440" y="594360"/>
                  </a:lnTo>
                  <a:lnTo>
                    <a:pt x="895388" y="598170"/>
                  </a:lnTo>
                  <a:lnTo>
                    <a:pt x="910551" y="600710"/>
                  </a:lnTo>
                  <a:lnTo>
                    <a:pt x="925918" y="604520"/>
                  </a:lnTo>
                  <a:lnTo>
                    <a:pt x="941489" y="607060"/>
                  </a:lnTo>
                  <a:lnTo>
                    <a:pt x="957249" y="609600"/>
                  </a:lnTo>
                  <a:lnTo>
                    <a:pt x="973188" y="612139"/>
                  </a:lnTo>
                  <a:lnTo>
                    <a:pt x="989317" y="613410"/>
                  </a:lnTo>
                  <a:lnTo>
                    <a:pt x="1005611" y="615950"/>
                  </a:lnTo>
                  <a:lnTo>
                    <a:pt x="1022070" y="617220"/>
                  </a:lnTo>
                  <a:lnTo>
                    <a:pt x="1038682" y="618489"/>
                  </a:lnTo>
                  <a:lnTo>
                    <a:pt x="1055446" y="619760"/>
                  </a:lnTo>
                  <a:lnTo>
                    <a:pt x="1072362" y="621029"/>
                  </a:lnTo>
                  <a:lnTo>
                    <a:pt x="1106487" y="621029"/>
                  </a:lnTo>
                  <a:lnTo>
                    <a:pt x="1123839" y="622296"/>
                  </a:lnTo>
                  <a:lnTo>
                    <a:pt x="1288186" y="622300"/>
                  </a:lnTo>
                  <a:lnTo>
                    <a:pt x="1273860" y="624839"/>
                  </a:lnTo>
                  <a:lnTo>
                    <a:pt x="1244815" y="627379"/>
                  </a:lnTo>
                  <a:lnTo>
                    <a:pt x="1230096" y="629920"/>
                  </a:lnTo>
                  <a:lnTo>
                    <a:pt x="1200289" y="632460"/>
                  </a:lnTo>
                  <a:lnTo>
                    <a:pt x="1185202" y="632460"/>
                  </a:lnTo>
                  <a:lnTo>
                    <a:pt x="1170012" y="633729"/>
                  </a:lnTo>
                  <a:close/>
                </a:path>
                <a:path w="1727200" h="635000">
                  <a:moveTo>
                    <a:pt x="1288186" y="622300"/>
                  </a:moveTo>
                  <a:lnTo>
                    <a:pt x="1123839" y="622296"/>
                  </a:lnTo>
                  <a:lnTo>
                    <a:pt x="1139202" y="621029"/>
                  </a:lnTo>
                  <a:lnTo>
                    <a:pt x="1169479" y="621029"/>
                  </a:lnTo>
                  <a:lnTo>
                    <a:pt x="1184579" y="619760"/>
                  </a:lnTo>
                  <a:lnTo>
                    <a:pt x="1199400" y="619760"/>
                  </a:lnTo>
                  <a:lnTo>
                    <a:pt x="1214285" y="618489"/>
                  </a:lnTo>
                  <a:lnTo>
                    <a:pt x="1228953" y="617220"/>
                  </a:lnTo>
                  <a:lnTo>
                    <a:pt x="1243507" y="615950"/>
                  </a:lnTo>
                  <a:lnTo>
                    <a:pt x="1257922" y="613410"/>
                  </a:lnTo>
                  <a:lnTo>
                    <a:pt x="1272209" y="612139"/>
                  </a:lnTo>
                  <a:lnTo>
                    <a:pt x="1286357" y="609600"/>
                  </a:lnTo>
                  <a:lnTo>
                    <a:pt x="1300365" y="608329"/>
                  </a:lnTo>
                  <a:lnTo>
                    <a:pt x="1314221" y="605789"/>
                  </a:lnTo>
                  <a:lnTo>
                    <a:pt x="1327924" y="603250"/>
                  </a:lnTo>
                  <a:lnTo>
                    <a:pt x="1341475" y="600710"/>
                  </a:lnTo>
                  <a:lnTo>
                    <a:pt x="1354861" y="596900"/>
                  </a:lnTo>
                  <a:lnTo>
                    <a:pt x="1368069" y="594360"/>
                  </a:lnTo>
                  <a:lnTo>
                    <a:pt x="1381125" y="590550"/>
                  </a:lnTo>
                  <a:lnTo>
                    <a:pt x="1381036" y="591820"/>
                  </a:lnTo>
                  <a:lnTo>
                    <a:pt x="1426946" y="591820"/>
                  </a:lnTo>
                  <a:lnTo>
                    <a:pt x="1397215" y="600710"/>
                  </a:lnTo>
                  <a:lnTo>
                    <a:pt x="1384173" y="603250"/>
                  </a:lnTo>
                  <a:lnTo>
                    <a:pt x="1370939" y="607060"/>
                  </a:lnTo>
                  <a:lnTo>
                    <a:pt x="1343990" y="612139"/>
                  </a:lnTo>
                  <a:lnTo>
                    <a:pt x="1330261" y="615950"/>
                  </a:lnTo>
                  <a:lnTo>
                    <a:pt x="1316393" y="618489"/>
                  </a:lnTo>
                  <a:lnTo>
                    <a:pt x="1302359" y="619760"/>
                  </a:lnTo>
                  <a:lnTo>
                    <a:pt x="1288186" y="622300"/>
                  </a:lnTo>
                  <a:close/>
                </a:path>
                <a:path w="1727200" h="635000">
                  <a:moveTo>
                    <a:pt x="51435" y="624839"/>
                  </a:moveTo>
                  <a:lnTo>
                    <a:pt x="48041" y="612543"/>
                  </a:lnTo>
                  <a:lnTo>
                    <a:pt x="49779" y="611823"/>
                  </a:lnTo>
                  <a:lnTo>
                    <a:pt x="106105" y="602173"/>
                  </a:lnTo>
                  <a:lnTo>
                    <a:pt x="51435" y="624839"/>
                  </a:lnTo>
                  <a:close/>
                </a:path>
                <a:path w="1727200" h="635000">
                  <a:moveTo>
                    <a:pt x="48041" y="612543"/>
                  </a:moveTo>
                  <a:lnTo>
                    <a:pt x="47929" y="612139"/>
                  </a:lnTo>
                  <a:lnTo>
                    <a:pt x="49779" y="611823"/>
                  </a:lnTo>
                  <a:lnTo>
                    <a:pt x="48041" y="612543"/>
                  </a:lnTo>
                  <a:close/>
                </a:path>
                <a:path w="1727200" h="635000">
                  <a:moveTo>
                    <a:pt x="393" y="633729"/>
                  </a:moveTo>
                  <a:lnTo>
                    <a:pt x="0" y="632460"/>
                  </a:lnTo>
                  <a:lnTo>
                    <a:pt x="48041" y="612543"/>
                  </a:lnTo>
                  <a:lnTo>
                    <a:pt x="51435" y="624839"/>
                  </a:lnTo>
                  <a:lnTo>
                    <a:pt x="52507" y="624839"/>
                  </a:lnTo>
                  <a:lnTo>
                    <a:pt x="393" y="633729"/>
                  </a:lnTo>
                  <a:close/>
                </a:path>
                <a:path w="1727200" h="635000">
                  <a:moveTo>
                    <a:pt x="1123835" y="635000"/>
                  </a:moveTo>
                  <a:lnTo>
                    <a:pt x="1106347" y="633729"/>
                  </a:lnTo>
                  <a:lnTo>
                    <a:pt x="1139329" y="633729"/>
                  </a:lnTo>
                  <a:lnTo>
                    <a:pt x="1123835" y="635000"/>
                  </a:lnTo>
                  <a:close/>
                </a:path>
              </a:pathLst>
            </a:custGeom>
            <a:solidFill>
              <a:srgbClr val="6699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/>
          <p:cNvGrpSpPr/>
          <p:nvPr/>
        </p:nvGrpSpPr>
        <p:grpSpPr>
          <a:xfrm>
            <a:off x="6940740" y="5122722"/>
            <a:ext cx="1860550" cy="635000"/>
            <a:chOff x="6940740" y="5122722"/>
            <a:chExt cx="1860550" cy="635000"/>
          </a:xfrm>
        </p:grpSpPr>
        <p:sp>
          <p:nvSpPr>
            <p:cNvPr id="45" name="object 45"/>
            <p:cNvSpPr/>
            <p:nvPr/>
          </p:nvSpPr>
          <p:spPr>
            <a:xfrm>
              <a:off x="7099300" y="5141912"/>
              <a:ext cx="1701800" cy="12700"/>
            </a:xfrm>
            <a:custGeom>
              <a:avLst/>
              <a:gdLst/>
              <a:ahLst/>
              <a:cxnLst/>
              <a:rect l="l" t="t" r="r" b="b"/>
              <a:pathLst>
                <a:path w="1701800" h="127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1701800" h="12700">
                  <a:moveTo>
                    <a:pt x="2032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1701800" h="12700">
                  <a:moveTo>
                    <a:pt x="2540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254000" y="12700"/>
                  </a:lnTo>
                  <a:lnTo>
                    <a:pt x="254000" y="0"/>
                  </a:lnTo>
                  <a:close/>
                </a:path>
                <a:path w="1701800" h="12700">
                  <a:moveTo>
                    <a:pt x="304800" y="0"/>
                  </a:moveTo>
                  <a:lnTo>
                    <a:pt x="292100" y="0"/>
                  </a:lnTo>
                  <a:lnTo>
                    <a:pt x="29210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1701800" h="12700">
                  <a:moveTo>
                    <a:pt x="4953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495300" y="12700"/>
                  </a:lnTo>
                  <a:lnTo>
                    <a:pt x="495300" y="0"/>
                  </a:lnTo>
                  <a:close/>
                </a:path>
                <a:path w="1701800" h="12700">
                  <a:moveTo>
                    <a:pt x="546100" y="0"/>
                  </a:moveTo>
                  <a:lnTo>
                    <a:pt x="533400" y="0"/>
                  </a:lnTo>
                  <a:lnTo>
                    <a:pt x="533400" y="12700"/>
                  </a:lnTo>
                  <a:lnTo>
                    <a:pt x="546100" y="12700"/>
                  </a:lnTo>
                  <a:lnTo>
                    <a:pt x="546100" y="0"/>
                  </a:lnTo>
                  <a:close/>
                </a:path>
                <a:path w="1701800" h="12700">
                  <a:moveTo>
                    <a:pt x="7366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1701800" h="12700">
                  <a:moveTo>
                    <a:pt x="787400" y="0"/>
                  </a:moveTo>
                  <a:lnTo>
                    <a:pt x="774700" y="0"/>
                  </a:lnTo>
                  <a:lnTo>
                    <a:pt x="7747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1701800" h="12700">
                  <a:moveTo>
                    <a:pt x="9779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77900" y="12700"/>
                  </a:lnTo>
                  <a:lnTo>
                    <a:pt x="977900" y="0"/>
                  </a:lnTo>
                  <a:close/>
                </a:path>
                <a:path w="1701800" h="12700">
                  <a:moveTo>
                    <a:pt x="10287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28700" y="12700"/>
                  </a:lnTo>
                  <a:lnTo>
                    <a:pt x="1028700" y="0"/>
                  </a:lnTo>
                  <a:close/>
                </a:path>
                <a:path w="1701800" h="12700">
                  <a:moveTo>
                    <a:pt x="12192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219200" y="12700"/>
                  </a:lnTo>
                  <a:lnTo>
                    <a:pt x="1219200" y="0"/>
                  </a:lnTo>
                  <a:close/>
                </a:path>
                <a:path w="1701800" h="12700">
                  <a:moveTo>
                    <a:pt x="1270000" y="0"/>
                  </a:moveTo>
                  <a:lnTo>
                    <a:pt x="1257300" y="0"/>
                  </a:lnTo>
                  <a:lnTo>
                    <a:pt x="1257300" y="12700"/>
                  </a:lnTo>
                  <a:lnTo>
                    <a:pt x="1270000" y="12700"/>
                  </a:lnTo>
                  <a:lnTo>
                    <a:pt x="1270000" y="0"/>
                  </a:lnTo>
                  <a:close/>
                </a:path>
                <a:path w="1701800" h="12700">
                  <a:moveTo>
                    <a:pt x="14605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460500" y="12700"/>
                  </a:lnTo>
                  <a:lnTo>
                    <a:pt x="1460500" y="0"/>
                  </a:lnTo>
                  <a:close/>
                </a:path>
                <a:path w="1701800" h="12700">
                  <a:moveTo>
                    <a:pt x="1511300" y="0"/>
                  </a:moveTo>
                  <a:lnTo>
                    <a:pt x="1498600" y="0"/>
                  </a:lnTo>
                  <a:lnTo>
                    <a:pt x="1498600" y="12700"/>
                  </a:lnTo>
                  <a:lnTo>
                    <a:pt x="1511300" y="12700"/>
                  </a:lnTo>
                  <a:lnTo>
                    <a:pt x="1511300" y="0"/>
                  </a:lnTo>
                  <a:close/>
                </a:path>
                <a:path w="1701800" h="12700">
                  <a:moveTo>
                    <a:pt x="1651000" y="0"/>
                  </a:moveTo>
                  <a:lnTo>
                    <a:pt x="1549400" y="0"/>
                  </a:lnTo>
                  <a:lnTo>
                    <a:pt x="15494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1701800" h="12700">
                  <a:moveTo>
                    <a:pt x="17018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6940740" y="5122722"/>
              <a:ext cx="1727200" cy="635000"/>
            </a:xfrm>
            <a:custGeom>
              <a:avLst/>
              <a:gdLst/>
              <a:ahLst/>
              <a:cxnLst/>
              <a:rect l="l" t="t" r="r" b="b"/>
              <a:pathLst>
                <a:path w="1727200" h="635000">
                  <a:moveTo>
                    <a:pt x="1185202" y="1270"/>
                  </a:moveTo>
                  <a:lnTo>
                    <a:pt x="1062481" y="1270"/>
                  </a:lnTo>
                  <a:lnTo>
                    <a:pt x="1077658" y="0"/>
                  </a:lnTo>
                  <a:lnTo>
                    <a:pt x="1170012" y="0"/>
                  </a:lnTo>
                  <a:lnTo>
                    <a:pt x="1185202" y="1270"/>
                  </a:lnTo>
                  <a:close/>
                </a:path>
                <a:path w="1727200" h="635000">
                  <a:moveTo>
                    <a:pt x="544637" y="406672"/>
                  </a:moveTo>
                  <a:lnTo>
                    <a:pt x="542036" y="401320"/>
                  </a:lnTo>
                  <a:lnTo>
                    <a:pt x="539140" y="394970"/>
                  </a:lnTo>
                  <a:lnTo>
                    <a:pt x="536460" y="389889"/>
                  </a:lnTo>
                  <a:lnTo>
                    <a:pt x="533971" y="383539"/>
                  </a:lnTo>
                  <a:lnTo>
                    <a:pt x="531685" y="378460"/>
                  </a:lnTo>
                  <a:lnTo>
                    <a:pt x="529602" y="372110"/>
                  </a:lnTo>
                  <a:lnTo>
                    <a:pt x="527735" y="365760"/>
                  </a:lnTo>
                  <a:lnTo>
                    <a:pt x="526084" y="360679"/>
                  </a:lnTo>
                  <a:lnTo>
                    <a:pt x="524637" y="354329"/>
                  </a:lnTo>
                  <a:lnTo>
                    <a:pt x="520585" y="316229"/>
                  </a:lnTo>
                  <a:lnTo>
                    <a:pt x="520788" y="308610"/>
                  </a:lnTo>
                  <a:lnTo>
                    <a:pt x="527723" y="267970"/>
                  </a:lnTo>
                  <a:lnTo>
                    <a:pt x="530250" y="260350"/>
                  </a:lnTo>
                  <a:lnTo>
                    <a:pt x="533158" y="251460"/>
                  </a:lnTo>
                  <a:lnTo>
                    <a:pt x="552970" y="213360"/>
                  </a:lnTo>
                  <a:lnTo>
                    <a:pt x="563283" y="199389"/>
                  </a:lnTo>
                  <a:lnTo>
                    <a:pt x="568921" y="191770"/>
                  </a:lnTo>
                  <a:lnTo>
                    <a:pt x="574865" y="184150"/>
                  </a:lnTo>
                  <a:lnTo>
                    <a:pt x="581139" y="177800"/>
                  </a:lnTo>
                  <a:lnTo>
                    <a:pt x="587717" y="170179"/>
                  </a:lnTo>
                  <a:lnTo>
                    <a:pt x="616966" y="144779"/>
                  </a:lnTo>
                  <a:lnTo>
                    <a:pt x="650735" y="119379"/>
                  </a:lnTo>
                  <a:lnTo>
                    <a:pt x="669226" y="107950"/>
                  </a:lnTo>
                  <a:lnTo>
                    <a:pt x="678840" y="101600"/>
                  </a:lnTo>
                  <a:lnTo>
                    <a:pt x="719785" y="81279"/>
                  </a:lnTo>
                  <a:lnTo>
                    <a:pt x="764400" y="62229"/>
                  </a:lnTo>
                  <a:lnTo>
                    <a:pt x="776097" y="57150"/>
                  </a:lnTo>
                  <a:lnTo>
                    <a:pt x="787996" y="53339"/>
                  </a:lnTo>
                  <a:lnTo>
                    <a:pt x="800100" y="48260"/>
                  </a:lnTo>
                  <a:lnTo>
                    <a:pt x="850468" y="33020"/>
                  </a:lnTo>
                  <a:lnTo>
                    <a:pt x="863511" y="30479"/>
                  </a:lnTo>
                  <a:lnTo>
                    <a:pt x="876731" y="26670"/>
                  </a:lnTo>
                  <a:lnTo>
                    <a:pt x="903693" y="21589"/>
                  </a:lnTo>
                  <a:lnTo>
                    <a:pt x="917422" y="17779"/>
                  </a:lnTo>
                  <a:lnTo>
                    <a:pt x="931291" y="15239"/>
                  </a:lnTo>
                  <a:lnTo>
                    <a:pt x="945324" y="13970"/>
                  </a:lnTo>
                  <a:lnTo>
                    <a:pt x="973823" y="8889"/>
                  </a:lnTo>
                  <a:lnTo>
                    <a:pt x="1002868" y="6350"/>
                  </a:lnTo>
                  <a:lnTo>
                    <a:pt x="1017587" y="3810"/>
                  </a:lnTo>
                  <a:lnTo>
                    <a:pt x="1047394" y="1270"/>
                  </a:lnTo>
                  <a:lnTo>
                    <a:pt x="1200289" y="1270"/>
                  </a:lnTo>
                  <a:lnTo>
                    <a:pt x="1230096" y="3810"/>
                  </a:lnTo>
                  <a:lnTo>
                    <a:pt x="1244815" y="6350"/>
                  </a:lnTo>
                  <a:lnTo>
                    <a:pt x="1273860" y="8889"/>
                  </a:lnTo>
                  <a:lnTo>
                    <a:pt x="1295273" y="12700"/>
                  </a:lnTo>
                  <a:lnTo>
                    <a:pt x="1078204" y="12700"/>
                  </a:lnTo>
                  <a:lnTo>
                    <a:pt x="1063104" y="13970"/>
                  </a:lnTo>
                  <a:lnTo>
                    <a:pt x="1048283" y="13970"/>
                  </a:lnTo>
                  <a:lnTo>
                    <a:pt x="1033399" y="15239"/>
                  </a:lnTo>
                  <a:lnTo>
                    <a:pt x="1018730" y="16510"/>
                  </a:lnTo>
                  <a:lnTo>
                    <a:pt x="1004176" y="17779"/>
                  </a:lnTo>
                  <a:lnTo>
                    <a:pt x="989749" y="20320"/>
                  </a:lnTo>
                  <a:lnTo>
                    <a:pt x="975461" y="21589"/>
                  </a:lnTo>
                  <a:lnTo>
                    <a:pt x="961313" y="24129"/>
                  </a:lnTo>
                  <a:lnTo>
                    <a:pt x="947318" y="25400"/>
                  </a:lnTo>
                  <a:lnTo>
                    <a:pt x="933462" y="27939"/>
                  </a:lnTo>
                  <a:lnTo>
                    <a:pt x="919759" y="30479"/>
                  </a:lnTo>
                  <a:lnTo>
                    <a:pt x="906208" y="33020"/>
                  </a:lnTo>
                  <a:lnTo>
                    <a:pt x="892822" y="36829"/>
                  </a:lnTo>
                  <a:lnTo>
                    <a:pt x="879601" y="39370"/>
                  </a:lnTo>
                  <a:lnTo>
                    <a:pt x="866559" y="43179"/>
                  </a:lnTo>
                  <a:lnTo>
                    <a:pt x="853694" y="45720"/>
                  </a:lnTo>
                  <a:lnTo>
                    <a:pt x="841006" y="49529"/>
                  </a:lnTo>
                  <a:lnTo>
                    <a:pt x="828509" y="53339"/>
                  </a:lnTo>
                  <a:lnTo>
                    <a:pt x="816190" y="57150"/>
                  </a:lnTo>
                  <a:lnTo>
                    <a:pt x="804087" y="60960"/>
                  </a:lnTo>
                  <a:lnTo>
                    <a:pt x="792175" y="64770"/>
                  </a:lnTo>
                  <a:lnTo>
                    <a:pt x="780465" y="68579"/>
                  </a:lnTo>
                  <a:lnTo>
                    <a:pt x="768959" y="73660"/>
                  </a:lnTo>
                  <a:lnTo>
                    <a:pt x="757681" y="77470"/>
                  </a:lnTo>
                  <a:lnTo>
                    <a:pt x="746620" y="82550"/>
                  </a:lnTo>
                  <a:lnTo>
                    <a:pt x="735774" y="87629"/>
                  </a:lnTo>
                  <a:lnTo>
                    <a:pt x="725170" y="92710"/>
                  </a:lnTo>
                  <a:lnTo>
                    <a:pt x="714794" y="97789"/>
                  </a:lnTo>
                  <a:lnTo>
                    <a:pt x="704646" y="102870"/>
                  </a:lnTo>
                  <a:lnTo>
                    <a:pt x="694753" y="107950"/>
                  </a:lnTo>
                  <a:lnTo>
                    <a:pt x="685114" y="113029"/>
                  </a:lnTo>
                  <a:lnTo>
                    <a:pt x="675716" y="118110"/>
                  </a:lnTo>
                  <a:lnTo>
                    <a:pt x="666572" y="124460"/>
                  </a:lnTo>
                  <a:lnTo>
                    <a:pt x="657707" y="129539"/>
                  </a:lnTo>
                  <a:lnTo>
                    <a:pt x="649097" y="135889"/>
                  </a:lnTo>
                  <a:lnTo>
                    <a:pt x="640753" y="142239"/>
                  </a:lnTo>
                  <a:lnTo>
                    <a:pt x="634337" y="147320"/>
                  </a:lnTo>
                  <a:lnTo>
                    <a:pt x="632828" y="147320"/>
                  </a:lnTo>
                  <a:lnTo>
                    <a:pt x="624916" y="153670"/>
                  </a:lnTo>
                  <a:lnTo>
                    <a:pt x="617423" y="160020"/>
                  </a:lnTo>
                  <a:lnTo>
                    <a:pt x="610222" y="166370"/>
                  </a:lnTo>
                  <a:lnTo>
                    <a:pt x="603313" y="172720"/>
                  </a:lnTo>
                  <a:lnTo>
                    <a:pt x="603453" y="172720"/>
                  </a:lnTo>
                  <a:lnTo>
                    <a:pt x="597833" y="179070"/>
                  </a:lnTo>
                  <a:lnTo>
                    <a:pt x="596836" y="179070"/>
                  </a:lnTo>
                  <a:lnTo>
                    <a:pt x="590397" y="186689"/>
                  </a:lnTo>
                  <a:lnTo>
                    <a:pt x="590537" y="186689"/>
                  </a:lnTo>
                  <a:lnTo>
                    <a:pt x="584403" y="193039"/>
                  </a:lnTo>
                  <a:lnTo>
                    <a:pt x="584530" y="193039"/>
                  </a:lnTo>
                  <a:lnTo>
                    <a:pt x="578713" y="199389"/>
                  </a:lnTo>
                  <a:lnTo>
                    <a:pt x="573341" y="207010"/>
                  </a:lnTo>
                  <a:lnTo>
                    <a:pt x="573481" y="207010"/>
                  </a:lnTo>
                  <a:lnTo>
                    <a:pt x="568286" y="213360"/>
                  </a:lnTo>
                  <a:lnTo>
                    <a:pt x="568426" y="213360"/>
                  </a:lnTo>
                  <a:lnTo>
                    <a:pt x="563562" y="220979"/>
                  </a:lnTo>
                  <a:lnTo>
                    <a:pt x="559168" y="227329"/>
                  </a:lnTo>
                  <a:lnTo>
                    <a:pt x="555104" y="234950"/>
                  </a:lnTo>
                  <a:lnTo>
                    <a:pt x="552011" y="241300"/>
                  </a:lnTo>
                  <a:lnTo>
                    <a:pt x="551484" y="241300"/>
                  </a:lnTo>
                  <a:lnTo>
                    <a:pt x="547979" y="248920"/>
                  </a:lnTo>
                  <a:lnTo>
                    <a:pt x="544931" y="256539"/>
                  </a:lnTo>
                  <a:lnTo>
                    <a:pt x="542226" y="264160"/>
                  </a:lnTo>
                  <a:lnTo>
                    <a:pt x="540283" y="270510"/>
                  </a:lnTo>
                  <a:lnTo>
                    <a:pt x="539953" y="270510"/>
                  </a:lnTo>
                  <a:lnTo>
                    <a:pt x="538167" y="278129"/>
                  </a:lnTo>
                  <a:lnTo>
                    <a:pt x="537933" y="278129"/>
                  </a:lnTo>
                  <a:lnTo>
                    <a:pt x="536464" y="285750"/>
                  </a:lnTo>
                  <a:lnTo>
                    <a:pt x="536282" y="285750"/>
                  </a:lnTo>
                  <a:lnTo>
                    <a:pt x="534936" y="293370"/>
                  </a:lnTo>
                  <a:lnTo>
                    <a:pt x="534022" y="300989"/>
                  </a:lnTo>
                  <a:lnTo>
                    <a:pt x="533557" y="308610"/>
                  </a:lnTo>
                  <a:lnTo>
                    <a:pt x="533314" y="316229"/>
                  </a:lnTo>
                  <a:lnTo>
                    <a:pt x="533387" y="322579"/>
                  </a:lnTo>
                  <a:lnTo>
                    <a:pt x="533717" y="328929"/>
                  </a:lnTo>
                  <a:lnTo>
                    <a:pt x="534250" y="334010"/>
                  </a:lnTo>
                  <a:lnTo>
                    <a:pt x="534987" y="340360"/>
                  </a:lnTo>
                  <a:lnTo>
                    <a:pt x="535927" y="345439"/>
                  </a:lnTo>
                  <a:lnTo>
                    <a:pt x="537070" y="351789"/>
                  </a:lnTo>
                  <a:lnTo>
                    <a:pt x="537298" y="351789"/>
                  </a:lnTo>
                  <a:lnTo>
                    <a:pt x="538416" y="356870"/>
                  </a:lnTo>
                  <a:lnTo>
                    <a:pt x="539953" y="363220"/>
                  </a:lnTo>
                  <a:lnTo>
                    <a:pt x="540252" y="363220"/>
                  </a:lnTo>
                  <a:lnTo>
                    <a:pt x="541705" y="368300"/>
                  </a:lnTo>
                  <a:lnTo>
                    <a:pt x="543636" y="373379"/>
                  </a:lnTo>
                  <a:lnTo>
                    <a:pt x="545782" y="379729"/>
                  </a:lnTo>
                  <a:lnTo>
                    <a:pt x="546186" y="379729"/>
                  </a:lnTo>
                  <a:lnTo>
                    <a:pt x="548106" y="384810"/>
                  </a:lnTo>
                  <a:lnTo>
                    <a:pt x="550633" y="389889"/>
                  </a:lnTo>
                  <a:lnTo>
                    <a:pt x="553351" y="394970"/>
                  </a:lnTo>
                  <a:lnTo>
                    <a:pt x="556260" y="401320"/>
                  </a:lnTo>
                  <a:lnTo>
                    <a:pt x="557673" y="403860"/>
                  </a:lnTo>
                  <a:lnTo>
                    <a:pt x="551421" y="403860"/>
                  </a:lnTo>
                  <a:lnTo>
                    <a:pt x="544637" y="406672"/>
                  </a:lnTo>
                  <a:close/>
                </a:path>
                <a:path w="1727200" h="635000">
                  <a:moveTo>
                    <a:pt x="1614982" y="148589"/>
                  </a:moveTo>
                  <a:lnTo>
                    <a:pt x="1606803" y="142239"/>
                  </a:lnTo>
                  <a:lnTo>
                    <a:pt x="1598460" y="135889"/>
                  </a:lnTo>
                  <a:lnTo>
                    <a:pt x="1589862" y="129539"/>
                  </a:lnTo>
                  <a:lnTo>
                    <a:pt x="1580984" y="124460"/>
                  </a:lnTo>
                  <a:lnTo>
                    <a:pt x="1571853" y="118110"/>
                  </a:lnTo>
                  <a:lnTo>
                    <a:pt x="1562455" y="113029"/>
                  </a:lnTo>
                  <a:lnTo>
                    <a:pt x="1552816" y="107950"/>
                  </a:lnTo>
                  <a:lnTo>
                    <a:pt x="1542923" y="102870"/>
                  </a:lnTo>
                  <a:lnTo>
                    <a:pt x="1532788" y="97789"/>
                  </a:lnTo>
                  <a:lnTo>
                    <a:pt x="1522412" y="92710"/>
                  </a:lnTo>
                  <a:lnTo>
                    <a:pt x="1511807" y="87629"/>
                  </a:lnTo>
                  <a:lnTo>
                    <a:pt x="1500962" y="82550"/>
                  </a:lnTo>
                  <a:lnTo>
                    <a:pt x="1489900" y="77470"/>
                  </a:lnTo>
                  <a:lnTo>
                    <a:pt x="1478622" y="73660"/>
                  </a:lnTo>
                  <a:lnTo>
                    <a:pt x="1467116" y="68579"/>
                  </a:lnTo>
                  <a:lnTo>
                    <a:pt x="1455420" y="64770"/>
                  </a:lnTo>
                  <a:lnTo>
                    <a:pt x="1443507" y="60960"/>
                  </a:lnTo>
                  <a:lnTo>
                    <a:pt x="1431391" y="57150"/>
                  </a:lnTo>
                  <a:lnTo>
                    <a:pt x="1419085" y="53339"/>
                  </a:lnTo>
                  <a:lnTo>
                    <a:pt x="1406588" y="49529"/>
                  </a:lnTo>
                  <a:lnTo>
                    <a:pt x="1393901" y="45720"/>
                  </a:lnTo>
                  <a:lnTo>
                    <a:pt x="1381036" y="43179"/>
                  </a:lnTo>
                  <a:lnTo>
                    <a:pt x="1367980" y="39370"/>
                  </a:lnTo>
                  <a:lnTo>
                    <a:pt x="1354772" y="36829"/>
                  </a:lnTo>
                  <a:lnTo>
                    <a:pt x="1341386" y="33020"/>
                  </a:lnTo>
                  <a:lnTo>
                    <a:pt x="1327835" y="30479"/>
                  </a:lnTo>
                  <a:lnTo>
                    <a:pt x="1314132" y="27939"/>
                  </a:lnTo>
                  <a:lnTo>
                    <a:pt x="1300276" y="25400"/>
                  </a:lnTo>
                  <a:lnTo>
                    <a:pt x="1286281" y="24129"/>
                  </a:lnTo>
                  <a:lnTo>
                    <a:pt x="1272133" y="21589"/>
                  </a:lnTo>
                  <a:lnTo>
                    <a:pt x="1257846" y="20320"/>
                  </a:lnTo>
                  <a:lnTo>
                    <a:pt x="1243418" y="17779"/>
                  </a:lnTo>
                  <a:lnTo>
                    <a:pt x="1228877" y="16510"/>
                  </a:lnTo>
                  <a:lnTo>
                    <a:pt x="1214196" y="15239"/>
                  </a:lnTo>
                  <a:lnTo>
                    <a:pt x="1199400" y="13970"/>
                  </a:lnTo>
                  <a:lnTo>
                    <a:pt x="1184579" y="13970"/>
                  </a:lnTo>
                  <a:lnTo>
                    <a:pt x="1169479" y="12700"/>
                  </a:lnTo>
                  <a:lnTo>
                    <a:pt x="1295273" y="12700"/>
                  </a:lnTo>
                  <a:lnTo>
                    <a:pt x="1302359" y="13970"/>
                  </a:lnTo>
                  <a:lnTo>
                    <a:pt x="1316393" y="15239"/>
                  </a:lnTo>
                  <a:lnTo>
                    <a:pt x="1330261" y="17779"/>
                  </a:lnTo>
                  <a:lnTo>
                    <a:pt x="1343990" y="21589"/>
                  </a:lnTo>
                  <a:lnTo>
                    <a:pt x="1370939" y="26670"/>
                  </a:lnTo>
                  <a:lnTo>
                    <a:pt x="1384173" y="30479"/>
                  </a:lnTo>
                  <a:lnTo>
                    <a:pt x="1397215" y="33020"/>
                  </a:lnTo>
                  <a:lnTo>
                    <a:pt x="1447571" y="48260"/>
                  </a:lnTo>
                  <a:lnTo>
                    <a:pt x="1459687" y="53339"/>
                  </a:lnTo>
                  <a:lnTo>
                    <a:pt x="1471587" y="57150"/>
                  </a:lnTo>
                  <a:lnTo>
                    <a:pt x="1483283" y="62229"/>
                  </a:lnTo>
                  <a:lnTo>
                    <a:pt x="1527898" y="81279"/>
                  </a:lnTo>
                  <a:lnTo>
                    <a:pt x="1568843" y="101600"/>
                  </a:lnTo>
                  <a:lnTo>
                    <a:pt x="1578457" y="107950"/>
                  </a:lnTo>
                  <a:lnTo>
                    <a:pt x="1587830" y="113029"/>
                  </a:lnTo>
                  <a:lnTo>
                    <a:pt x="1622678" y="138429"/>
                  </a:lnTo>
                  <a:lnTo>
                    <a:pt x="1633816" y="147320"/>
                  </a:lnTo>
                  <a:lnTo>
                    <a:pt x="1614855" y="147320"/>
                  </a:lnTo>
                  <a:lnTo>
                    <a:pt x="1614982" y="148589"/>
                  </a:lnTo>
                  <a:close/>
                </a:path>
                <a:path w="1727200" h="635000">
                  <a:moveTo>
                    <a:pt x="632701" y="148589"/>
                  </a:moveTo>
                  <a:lnTo>
                    <a:pt x="632828" y="147320"/>
                  </a:lnTo>
                  <a:lnTo>
                    <a:pt x="634337" y="147320"/>
                  </a:lnTo>
                  <a:lnTo>
                    <a:pt x="632701" y="148589"/>
                  </a:lnTo>
                  <a:close/>
                </a:path>
                <a:path w="1727200" h="635000">
                  <a:moveTo>
                    <a:pt x="1650974" y="180339"/>
                  </a:moveTo>
                  <a:lnTo>
                    <a:pt x="1644230" y="172720"/>
                  </a:lnTo>
                  <a:lnTo>
                    <a:pt x="1644370" y="172720"/>
                  </a:lnTo>
                  <a:lnTo>
                    <a:pt x="1637322" y="166370"/>
                  </a:lnTo>
                  <a:lnTo>
                    <a:pt x="1637461" y="166370"/>
                  </a:lnTo>
                  <a:lnTo>
                    <a:pt x="1630121" y="160020"/>
                  </a:lnTo>
                  <a:lnTo>
                    <a:pt x="1630260" y="160020"/>
                  </a:lnTo>
                  <a:lnTo>
                    <a:pt x="1622640" y="153670"/>
                  </a:lnTo>
                  <a:lnTo>
                    <a:pt x="1614855" y="147320"/>
                  </a:lnTo>
                  <a:lnTo>
                    <a:pt x="1633816" y="147320"/>
                  </a:lnTo>
                  <a:lnTo>
                    <a:pt x="1638465" y="151129"/>
                  </a:lnTo>
                  <a:lnTo>
                    <a:pt x="1645920" y="157479"/>
                  </a:lnTo>
                  <a:lnTo>
                    <a:pt x="1653095" y="163829"/>
                  </a:lnTo>
                  <a:lnTo>
                    <a:pt x="1659966" y="170179"/>
                  </a:lnTo>
                  <a:lnTo>
                    <a:pt x="1666544" y="177800"/>
                  </a:lnTo>
                  <a:lnTo>
                    <a:pt x="1667797" y="179070"/>
                  </a:lnTo>
                  <a:lnTo>
                    <a:pt x="1650847" y="179070"/>
                  </a:lnTo>
                  <a:lnTo>
                    <a:pt x="1650974" y="180339"/>
                  </a:lnTo>
                  <a:close/>
                </a:path>
                <a:path w="1727200" h="635000">
                  <a:moveTo>
                    <a:pt x="596709" y="180339"/>
                  </a:moveTo>
                  <a:lnTo>
                    <a:pt x="596836" y="179070"/>
                  </a:lnTo>
                  <a:lnTo>
                    <a:pt x="597833" y="179070"/>
                  </a:lnTo>
                  <a:lnTo>
                    <a:pt x="596709" y="180339"/>
                  </a:lnTo>
                  <a:close/>
                </a:path>
                <a:path w="1727200" h="635000">
                  <a:moveTo>
                    <a:pt x="1696313" y="242570"/>
                  </a:moveTo>
                  <a:lnTo>
                    <a:pt x="1692465" y="234950"/>
                  </a:lnTo>
                  <a:lnTo>
                    <a:pt x="1688388" y="227329"/>
                  </a:lnTo>
                  <a:lnTo>
                    <a:pt x="1688515" y="227329"/>
                  </a:lnTo>
                  <a:lnTo>
                    <a:pt x="1683994" y="220979"/>
                  </a:lnTo>
                  <a:lnTo>
                    <a:pt x="1679257" y="213360"/>
                  </a:lnTo>
                  <a:lnTo>
                    <a:pt x="1679397" y="213360"/>
                  </a:lnTo>
                  <a:lnTo>
                    <a:pt x="1674202" y="207010"/>
                  </a:lnTo>
                  <a:lnTo>
                    <a:pt x="1674342" y="207010"/>
                  </a:lnTo>
                  <a:lnTo>
                    <a:pt x="1668830" y="199389"/>
                  </a:lnTo>
                  <a:lnTo>
                    <a:pt x="1668970" y="199389"/>
                  </a:lnTo>
                  <a:lnTo>
                    <a:pt x="1663153" y="193039"/>
                  </a:lnTo>
                  <a:lnTo>
                    <a:pt x="1657146" y="186689"/>
                  </a:lnTo>
                  <a:lnTo>
                    <a:pt x="1657286" y="186689"/>
                  </a:lnTo>
                  <a:lnTo>
                    <a:pt x="1650847" y="179070"/>
                  </a:lnTo>
                  <a:lnTo>
                    <a:pt x="1667797" y="179070"/>
                  </a:lnTo>
                  <a:lnTo>
                    <a:pt x="1672805" y="184150"/>
                  </a:lnTo>
                  <a:lnTo>
                    <a:pt x="1678762" y="191770"/>
                  </a:lnTo>
                  <a:lnTo>
                    <a:pt x="1684401" y="199389"/>
                  </a:lnTo>
                  <a:lnTo>
                    <a:pt x="1689722" y="205739"/>
                  </a:lnTo>
                  <a:lnTo>
                    <a:pt x="1710054" y="241300"/>
                  </a:lnTo>
                  <a:lnTo>
                    <a:pt x="1696199" y="241300"/>
                  </a:lnTo>
                  <a:lnTo>
                    <a:pt x="1696313" y="242570"/>
                  </a:lnTo>
                  <a:close/>
                </a:path>
                <a:path w="1727200" h="635000">
                  <a:moveTo>
                    <a:pt x="551370" y="242570"/>
                  </a:moveTo>
                  <a:lnTo>
                    <a:pt x="551484" y="241300"/>
                  </a:lnTo>
                  <a:lnTo>
                    <a:pt x="552011" y="241300"/>
                  </a:lnTo>
                  <a:lnTo>
                    <a:pt x="551370" y="242570"/>
                  </a:lnTo>
                  <a:close/>
                </a:path>
                <a:path w="1727200" h="635000">
                  <a:moveTo>
                    <a:pt x="1707807" y="271779"/>
                  </a:moveTo>
                  <a:lnTo>
                    <a:pt x="1705368" y="264160"/>
                  </a:lnTo>
                  <a:lnTo>
                    <a:pt x="1702650" y="256539"/>
                  </a:lnTo>
                  <a:lnTo>
                    <a:pt x="1699602" y="248920"/>
                  </a:lnTo>
                  <a:lnTo>
                    <a:pt x="1696199" y="241300"/>
                  </a:lnTo>
                  <a:lnTo>
                    <a:pt x="1710054" y="241300"/>
                  </a:lnTo>
                  <a:lnTo>
                    <a:pt x="1711261" y="243839"/>
                  </a:lnTo>
                  <a:lnTo>
                    <a:pt x="1714525" y="251460"/>
                  </a:lnTo>
                  <a:lnTo>
                    <a:pt x="1717421" y="260350"/>
                  </a:lnTo>
                  <a:lnTo>
                    <a:pt x="1719961" y="267970"/>
                  </a:lnTo>
                  <a:lnTo>
                    <a:pt x="1720680" y="270510"/>
                  </a:lnTo>
                  <a:lnTo>
                    <a:pt x="1707730" y="270510"/>
                  </a:lnTo>
                  <a:lnTo>
                    <a:pt x="1707807" y="271779"/>
                  </a:lnTo>
                  <a:close/>
                </a:path>
                <a:path w="1727200" h="635000">
                  <a:moveTo>
                    <a:pt x="539876" y="271779"/>
                  </a:moveTo>
                  <a:lnTo>
                    <a:pt x="539953" y="270510"/>
                  </a:lnTo>
                  <a:lnTo>
                    <a:pt x="540283" y="270510"/>
                  </a:lnTo>
                  <a:lnTo>
                    <a:pt x="539876" y="271779"/>
                  </a:lnTo>
                  <a:close/>
                </a:path>
                <a:path w="1727200" h="635000">
                  <a:moveTo>
                    <a:pt x="1709813" y="279400"/>
                  </a:moveTo>
                  <a:lnTo>
                    <a:pt x="1707730" y="270510"/>
                  </a:lnTo>
                  <a:lnTo>
                    <a:pt x="1720680" y="270510"/>
                  </a:lnTo>
                  <a:lnTo>
                    <a:pt x="1722120" y="275589"/>
                  </a:lnTo>
                  <a:lnTo>
                    <a:pt x="1722712" y="278129"/>
                  </a:lnTo>
                  <a:lnTo>
                    <a:pt x="1709737" y="278129"/>
                  </a:lnTo>
                  <a:lnTo>
                    <a:pt x="1709813" y="279400"/>
                  </a:lnTo>
                  <a:close/>
                </a:path>
                <a:path w="1727200" h="635000">
                  <a:moveTo>
                    <a:pt x="537870" y="279400"/>
                  </a:moveTo>
                  <a:lnTo>
                    <a:pt x="537933" y="278129"/>
                  </a:lnTo>
                  <a:lnTo>
                    <a:pt x="538167" y="278129"/>
                  </a:lnTo>
                  <a:lnTo>
                    <a:pt x="537870" y="279400"/>
                  </a:lnTo>
                  <a:close/>
                </a:path>
                <a:path w="1727200" h="635000">
                  <a:moveTo>
                    <a:pt x="1711452" y="287020"/>
                  </a:moveTo>
                  <a:lnTo>
                    <a:pt x="1709737" y="278129"/>
                  </a:lnTo>
                  <a:lnTo>
                    <a:pt x="1722712" y="278129"/>
                  </a:lnTo>
                  <a:lnTo>
                    <a:pt x="1723898" y="283210"/>
                  </a:lnTo>
                  <a:lnTo>
                    <a:pt x="1724293" y="285750"/>
                  </a:lnTo>
                  <a:lnTo>
                    <a:pt x="1711401" y="285750"/>
                  </a:lnTo>
                  <a:lnTo>
                    <a:pt x="1711452" y="287020"/>
                  </a:lnTo>
                  <a:close/>
                </a:path>
                <a:path w="1727200" h="635000">
                  <a:moveTo>
                    <a:pt x="536219" y="287020"/>
                  </a:moveTo>
                  <a:lnTo>
                    <a:pt x="536282" y="285750"/>
                  </a:lnTo>
                  <a:lnTo>
                    <a:pt x="536464" y="285750"/>
                  </a:lnTo>
                  <a:lnTo>
                    <a:pt x="536219" y="287020"/>
                  </a:lnTo>
                  <a:close/>
                </a:path>
                <a:path w="1727200" h="635000">
                  <a:moveTo>
                    <a:pt x="1727098" y="317500"/>
                  </a:moveTo>
                  <a:lnTo>
                    <a:pt x="1714398" y="317500"/>
                  </a:lnTo>
                  <a:lnTo>
                    <a:pt x="1714398" y="316229"/>
                  </a:lnTo>
                  <a:lnTo>
                    <a:pt x="1714195" y="308610"/>
                  </a:lnTo>
                  <a:lnTo>
                    <a:pt x="1713636" y="300989"/>
                  </a:lnTo>
                  <a:lnTo>
                    <a:pt x="1712696" y="293370"/>
                  </a:lnTo>
                  <a:lnTo>
                    <a:pt x="1711401" y="285750"/>
                  </a:lnTo>
                  <a:lnTo>
                    <a:pt x="1724293" y="285750"/>
                  </a:lnTo>
                  <a:lnTo>
                    <a:pt x="1725282" y="292100"/>
                  </a:lnTo>
                  <a:lnTo>
                    <a:pt x="1726285" y="299720"/>
                  </a:lnTo>
                  <a:lnTo>
                    <a:pt x="1726895" y="308610"/>
                  </a:lnTo>
                  <a:lnTo>
                    <a:pt x="1727098" y="317500"/>
                  </a:lnTo>
                  <a:close/>
                </a:path>
                <a:path w="1727200" h="635000">
                  <a:moveTo>
                    <a:pt x="533476" y="309879"/>
                  </a:moveTo>
                  <a:lnTo>
                    <a:pt x="533488" y="308610"/>
                  </a:lnTo>
                  <a:lnTo>
                    <a:pt x="533476" y="309879"/>
                  </a:lnTo>
                  <a:close/>
                </a:path>
                <a:path w="1727200" h="635000">
                  <a:moveTo>
                    <a:pt x="1714207" y="309879"/>
                  </a:moveTo>
                  <a:lnTo>
                    <a:pt x="1714126" y="308610"/>
                  </a:lnTo>
                  <a:lnTo>
                    <a:pt x="1714207" y="309879"/>
                  </a:lnTo>
                  <a:close/>
                </a:path>
                <a:path w="1727200" h="635000">
                  <a:moveTo>
                    <a:pt x="533298" y="316940"/>
                  </a:moveTo>
                  <a:lnTo>
                    <a:pt x="533285" y="316229"/>
                  </a:lnTo>
                  <a:lnTo>
                    <a:pt x="533298" y="316940"/>
                  </a:lnTo>
                  <a:close/>
                </a:path>
                <a:path w="1727200" h="635000">
                  <a:moveTo>
                    <a:pt x="1714383" y="316864"/>
                  </a:moveTo>
                  <a:lnTo>
                    <a:pt x="1714369" y="316229"/>
                  </a:lnTo>
                  <a:lnTo>
                    <a:pt x="1714383" y="316864"/>
                  </a:lnTo>
                  <a:close/>
                </a:path>
                <a:path w="1727200" h="635000">
                  <a:moveTo>
                    <a:pt x="1726895" y="325120"/>
                  </a:moveTo>
                  <a:lnTo>
                    <a:pt x="1714195" y="325120"/>
                  </a:lnTo>
                  <a:lnTo>
                    <a:pt x="1714383" y="316864"/>
                  </a:lnTo>
                  <a:lnTo>
                    <a:pt x="1714398" y="317500"/>
                  </a:lnTo>
                  <a:lnTo>
                    <a:pt x="1727098" y="317500"/>
                  </a:lnTo>
                  <a:lnTo>
                    <a:pt x="1726895" y="325120"/>
                  </a:lnTo>
                  <a:close/>
                </a:path>
                <a:path w="1727200" h="635000">
                  <a:moveTo>
                    <a:pt x="533308" y="317500"/>
                  </a:moveTo>
                  <a:lnTo>
                    <a:pt x="533298" y="316940"/>
                  </a:lnTo>
                  <a:lnTo>
                    <a:pt x="533308" y="317500"/>
                  </a:lnTo>
                  <a:close/>
                </a:path>
                <a:path w="1727200" h="635000">
                  <a:moveTo>
                    <a:pt x="1724293" y="347979"/>
                  </a:moveTo>
                  <a:lnTo>
                    <a:pt x="1711401" y="347979"/>
                  </a:lnTo>
                  <a:lnTo>
                    <a:pt x="1712747" y="340360"/>
                  </a:lnTo>
                  <a:lnTo>
                    <a:pt x="1713661" y="332739"/>
                  </a:lnTo>
                  <a:lnTo>
                    <a:pt x="1714207" y="323850"/>
                  </a:lnTo>
                  <a:lnTo>
                    <a:pt x="1714195" y="325120"/>
                  </a:lnTo>
                  <a:lnTo>
                    <a:pt x="1726895" y="325120"/>
                  </a:lnTo>
                  <a:lnTo>
                    <a:pt x="1726285" y="334010"/>
                  </a:lnTo>
                  <a:lnTo>
                    <a:pt x="1725282" y="341629"/>
                  </a:lnTo>
                  <a:lnTo>
                    <a:pt x="1724293" y="347979"/>
                  </a:lnTo>
                  <a:close/>
                </a:path>
                <a:path w="1727200" h="635000">
                  <a:moveTo>
                    <a:pt x="1722712" y="355600"/>
                  </a:moveTo>
                  <a:lnTo>
                    <a:pt x="1709737" y="355600"/>
                  </a:lnTo>
                  <a:lnTo>
                    <a:pt x="1711452" y="346710"/>
                  </a:lnTo>
                  <a:lnTo>
                    <a:pt x="1711401" y="347979"/>
                  </a:lnTo>
                  <a:lnTo>
                    <a:pt x="1724293" y="347979"/>
                  </a:lnTo>
                  <a:lnTo>
                    <a:pt x="1723898" y="350520"/>
                  </a:lnTo>
                  <a:lnTo>
                    <a:pt x="1722712" y="355600"/>
                  </a:lnTo>
                  <a:close/>
                </a:path>
                <a:path w="1727200" h="635000">
                  <a:moveTo>
                    <a:pt x="537298" y="351789"/>
                  </a:moveTo>
                  <a:lnTo>
                    <a:pt x="537070" y="351789"/>
                  </a:lnTo>
                  <a:lnTo>
                    <a:pt x="537019" y="350520"/>
                  </a:lnTo>
                  <a:lnTo>
                    <a:pt x="537298" y="351789"/>
                  </a:lnTo>
                  <a:close/>
                </a:path>
                <a:path w="1727200" h="635000">
                  <a:moveTo>
                    <a:pt x="1720680" y="363220"/>
                  </a:moveTo>
                  <a:lnTo>
                    <a:pt x="1707730" y="363220"/>
                  </a:lnTo>
                  <a:lnTo>
                    <a:pt x="1709813" y="354329"/>
                  </a:lnTo>
                  <a:lnTo>
                    <a:pt x="1709737" y="355600"/>
                  </a:lnTo>
                  <a:lnTo>
                    <a:pt x="1722712" y="355600"/>
                  </a:lnTo>
                  <a:lnTo>
                    <a:pt x="1722120" y="358139"/>
                  </a:lnTo>
                  <a:lnTo>
                    <a:pt x="1720680" y="363220"/>
                  </a:lnTo>
                  <a:close/>
                </a:path>
                <a:path w="1727200" h="635000">
                  <a:moveTo>
                    <a:pt x="540252" y="363220"/>
                  </a:moveTo>
                  <a:lnTo>
                    <a:pt x="539953" y="363220"/>
                  </a:lnTo>
                  <a:lnTo>
                    <a:pt x="539889" y="361950"/>
                  </a:lnTo>
                  <a:lnTo>
                    <a:pt x="540252" y="363220"/>
                  </a:lnTo>
                  <a:close/>
                </a:path>
                <a:path w="1727200" h="635000">
                  <a:moveTo>
                    <a:pt x="1710054" y="392429"/>
                  </a:moveTo>
                  <a:lnTo>
                    <a:pt x="1696199" y="392429"/>
                  </a:lnTo>
                  <a:lnTo>
                    <a:pt x="1699704" y="384810"/>
                  </a:lnTo>
                  <a:lnTo>
                    <a:pt x="1702752" y="377189"/>
                  </a:lnTo>
                  <a:lnTo>
                    <a:pt x="1705457" y="369570"/>
                  </a:lnTo>
                  <a:lnTo>
                    <a:pt x="1707807" y="361950"/>
                  </a:lnTo>
                  <a:lnTo>
                    <a:pt x="1707730" y="363220"/>
                  </a:lnTo>
                  <a:lnTo>
                    <a:pt x="1720680" y="363220"/>
                  </a:lnTo>
                  <a:lnTo>
                    <a:pt x="1719961" y="365760"/>
                  </a:lnTo>
                  <a:lnTo>
                    <a:pt x="1717421" y="373379"/>
                  </a:lnTo>
                  <a:lnTo>
                    <a:pt x="1714525" y="382270"/>
                  </a:lnTo>
                  <a:lnTo>
                    <a:pt x="1711261" y="389889"/>
                  </a:lnTo>
                  <a:lnTo>
                    <a:pt x="1710054" y="392429"/>
                  </a:lnTo>
                  <a:close/>
                </a:path>
                <a:path w="1727200" h="635000">
                  <a:moveTo>
                    <a:pt x="546186" y="379729"/>
                  </a:moveTo>
                  <a:lnTo>
                    <a:pt x="545782" y="379729"/>
                  </a:lnTo>
                  <a:lnTo>
                    <a:pt x="545706" y="378460"/>
                  </a:lnTo>
                  <a:lnTo>
                    <a:pt x="546186" y="379729"/>
                  </a:lnTo>
                  <a:close/>
                </a:path>
                <a:path w="1727200" h="635000">
                  <a:moveTo>
                    <a:pt x="1667797" y="454660"/>
                  </a:moveTo>
                  <a:lnTo>
                    <a:pt x="1650847" y="454660"/>
                  </a:lnTo>
                  <a:lnTo>
                    <a:pt x="1657286" y="447039"/>
                  </a:lnTo>
                  <a:lnTo>
                    <a:pt x="1657146" y="447039"/>
                  </a:lnTo>
                  <a:lnTo>
                    <a:pt x="1663280" y="440689"/>
                  </a:lnTo>
                  <a:lnTo>
                    <a:pt x="1668970" y="434339"/>
                  </a:lnTo>
                  <a:lnTo>
                    <a:pt x="1668830" y="434339"/>
                  </a:lnTo>
                  <a:lnTo>
                    <a:pt x="1674342" y="426720"/>
                  </a:lnTo>
                  <a:lnTo>
                    <a:pt x="1674202" y="426720"/>
                  </a:lnTo>
                  <a:lnTo>
                    <a:pt x="1679397" y="420370"/>
                  </a:lnTo>
                  <a:lnTo>
                    <a:pt x="1679257" y="420370"/>
                  </a:lnTo>
                  <a:lnTo>
                    <a:pt x="1684121" y="412750"/>
                  </a:lnTo>
                  <a:lnTo>
                    <a:pt x="1688515" y="406400"/>
                  </a:lnTo>
                  <a:lnTo>
                    <a:pt x="1688388" y="406400"/>
                  </a:lnTo>
                  <a:lnTo>
                    <a:pt x="1692579" y="398779"/>
                  </a:lnTo>
                  <a:lnTo>
                    <a:pt x="1696313" y="391160"/>
                  </a:lnTo>
                  <a:lnTo>
                    <a:pt x="1696199" y="392429"/>
                  </a:lnTo>
                  <a:lnTo>
                    <a:pt x="1710054" y="392429"/>
                  </a:lnTo>
                  <a:lnTo>
                    <a:pt x="1707642" y="397510"/>
                  </a:lnTo>
                  <a:lnTo>
                    <a:pt x="1684401" y="434339"/>
                  </a:lnTo>
                  <a:lnTo>
                    <a:pt x="1678762" y="441960"/>
                  </a:lnTo>
                  <a:lnTo>
                    <a:pt x="1672805" y="449579"/>
                  </a:lnTo>
                  <a:lnTo>
                    <a:pt x="1667797" y="454660"/>
                  </a:lnTo>
                  <a:close/>
                </a:path>
                <a:path w="1727200" h="635000">
                  <a:moveTo>
                    <a:pt x="548347" y="412750"/>
                  </a:moveTo>
                  <a:lnTo>
                    <a:pt x="545122" y="407670"/>
                  </a:lnTo>
                  <a:lnTo>
                    <a:pt x="544637" y="406672"/>
                  </a:lnTo>
                  <a:lnTo>
                    <a:pt x="551421" y="403860"/>
                  </a:lnTo>
                  <a:lnTo>
                    <a:pt x="548347" y="412750"/>
                  </a:lnTo>
                  <a:close/>
                </a:path>
                <a:path w="1727200" h="635000">
                  <a:moveTo>
                    <a:pt x="562978" y="412750"/>
                  </a:moveTo>
                  <a:lnTo>
                    <a:pt x="548347" y="412750"/>
                  </a:lnTo>
                  <a:lnTo>
                    <a:pt x="551421" y="403860"/>
                  </a:lnTo>
                  <a:lnTo>
                    <a:pt x="557673" y="403860"/>
                  </a:lnTo>
                  <a:lnTo>
                    <a:pt x="562978" y="412750"/>
                  </a:lnTo>
                  <a:close/>
                </a:path>
                <a:path w="1727200" h="635000">
                  <a:moveTo>
                    <a:pt x="49779" y="611823"/>
                  </a:moveTo>
                  <a:lnTo>
                    <a:pt x="544637" y="406672"/>
                  </a:lnTo>
                  <a:lnTo>
                    <a:pt x="545122" y="407670"/>
                  </a:lnTo>
                  <a:lnTo>
                    <a:pt x="548347" y="412750"/>
                  </a:lnTo>
                  <a:lnTo>
                    <a:pt x="562978" y="412750"/>
                  </a:lnTo>
                  <a:lnTo>
                    <a:pt x="106105" y="602173"/>
                  </a:lnTo>
                  <a:lnTo>
                    <a:pt x="49779" y="611823"/>
                  </a:lnTo>
                  <a:close/>
                </a:path>
                <a:path w="1727200" h="635000">
                  <a:moveTo>
                    <a:pt x="1633816" y="486410"/>
                  </a:moveTo>
                  <a:lnTo>
                    <a:pt x="1614855" y="486410"/>
                  </a:lnTo>
                  <a:lnTo>
                    <a:pt x="1622767" y="480060"/>
                  </a:lnTo>
                  <a:lnTo>
                    <a:pt x="1630260" y="473710"/>
                  </a:lnTo>
                  <a:lnTo>
                    <a:pt x="1630121" y="473710"/>
                  </a:lnTo>
                  <a:lnTo>
                    <a:pt x="1637461" y="467360"/>
                  </a:lnTo>
                  <a:lnTo>
                    <a:pt x="1637322" y="467360"/>
                  </a:lnTo>
                  <a:lnTo>
                    <a:pt x="1644370" y="461010"/>
                  </a:lnTo>
                  <a:lnTo>
                    <a:pt x="1644230" y="461010"/>
                  </a:lnTo>
                  <a:lnTo>
                    <a:pt x="1650974" y="453389"/>
                  </a:lnTo>
                  <a:lnTo>
                    <a:pt x="1650847" y="454660"/>
                  </a:lnTo>
                  <a:lnTo>
                    <a:pt x="1667797" y="454660"/>
                  </a:lnTo>
                  <a:lnTo>
                    <a:pt x="1666544" y="455929"/>
                  </a:lnTo>
                  <a:lnTo>
                    <a:pt x="1659966" y="463550"/>
                  </a:lnTo>
                  <a:lnTo>
                    <a:pt x="1653095" y="469900"/>
                  </a:lnTo>
                  <a:lnTo>
                    <a:pt x="1645920" y="476250"/>
                  </a:lnTo>
                  <a:lnTo>
                    <a:pt x="1638465" y="482600"/>
                  </a:lnTo>
                  <a:lnTo>
                    <a:pt x="1633816" y="486410"/>
                  </a:lnTo>
                  <a:close/>
                </a:path>
                <a:path w="1727200" h="635000">
                  <a:moveTo>
                    <a:pt x="1426946" y="591820"/>
                  </a:moveTo>
                  <a:lnTo>
                    <a:pt x="1381036" y="591820"/>
                  </a:lnTo>
                  <a:lnTo>
                    <a:pt x="1393990" y="588010"/>
                  </a:lnTo>
                  <a:lnTo>
                    <a:pt x="1406677" y="584200"/>
                  </a:lnTo>
                  <a:lnTo>
                    <a:pt x="1419174" y="580389"/>
                  </a:lnTo>
                  <a:lnTo>
                    <a:pt x="1431480" y="576579"/>
                  </a:lnTo>
                  <a:lnTo>
                    <a:pt x="1443596" y="572770"/>
                  </a:lnTo>
                  <a:lnTo>
                    <a:pt x="1455508" y="568960"/>
                  </a:lnTo>
                  <a:lnTo>
                    <a:pt x="1467218" y="565150"/>
                  </a:lnTo>
                  <a:lnTo>
                    <a:pt x="1478724" y="560070"/>
                  </a:lnTo>
                  <a:lnTo>
                    <a:pt x="1490002" y="556260"/>
                  </a:lnTo>
                  <a:lnTo>
                    <a:pt x="1501063" y="551179"/>
                  </a:lnTo>
                  <a:lnTo>
                    <a:pt x="1511909" y="546100"/>
                  </a:lnTo>
                  <a:lnTo>
                    <a:pt x="1522514" y="541020"/>
                  </a:lnTo>
                  <a:lnTo>
                    <a:pt x="1532890" y="535939"/>
                  </a:lnTo>
                  <a:lnTo>
                    <a:pt x="1543037" y="530860"/>
                  </a:lnTo>
                  <a:lnTo>
                    <a:pt x="1552930" y="525779"/>
                  </a:lnTo>
                  <a:lnTo>
                    <a:pt x="1562569" y="520700"/>
                  </a:lnTo>
                  <a:lnTo>
                    <a:pt x="1571967" y="515620"/>
                  </a:lnTo>
                  <a:lnTo>
                    <a:pt x="1581111" y="509270"/>
                  </a:lnTo>
                  <a:lnTo>
                    <a:pt x="1589976" y="504189"/>
                  </a:lnTo>
                  <a:lnTo>
                    <a:pt x="1598587" y="497839"/>
                  </a:lnTo>
                  <a:lnTo>
                    <a:pt x="1606918" y="491489"/>
                  </a:lnTo>
                  <a:lnTo>
                    <a:pt x="1614982" y="485139"/>
                  </a:lnTo>
                  <a:lnTo>
                    <a:pt x="1614855" y="486410"/>
                  </a:lnTo>
                  <a:lnTo>
                    <a:pt x="1633816" y="486410"/>
                  </a:lnTo>
                  <a:lnTo>
                    <a:pt x="1596936" y="514350"/>
                  </a:lnTo>
                  <a:lnTo>
                    <a:pt x="1578457" y="525779"/>
                  </a:lnTo>
                  <a:lnTo>
                    <a:pt x="1568843" y="532129"/>
                  </a:lnTo>
                  <a:lnTo>
                    <a:pt x="1527898" y="552450"/>
                  </a:lnTo>
                  <a:lnTo>
                    <a:pt x="1483283" y="571500"/>
                  </a:lnTo>
                  <a:lnTo>
                    <a:pt x="1471587" y="576579"/>
                  </a:lnTo>
                  <a:lnTo>
                    <a:pt x="1459687" y="580389"/>
                  </a:lnTo>
                  <a:lnTo>
                    <a:pt x="1447571" y="585470"/>
                  </a:lnTo>
                  <a:lnTo>
                    <a:pt x="1426946" y="591820"/>
                  </a:lnTo>
                  <a:close/>
                </a:path>
                <a:path w="1727200" h="635000">
                  <a:moveTo>
                    <a:pt x="52507" y="624839"/>
                  </a:moveTo>
                  <a:lnTo>
                    <a:pt x="51435" y="624839"/>
                  </a:lnTo>
                  <a:lnTo>
                    <a:pt x="106105" y="602173"/>
                  </a:lnTo>
                  <a:lnTo>
                    <a:pt x="663206" y="506729"/>
                  </a:lnTo>
                  <a:lnTo>
                    <a:pt x="675678" y="515620"/>
                  </a:lnTo>
                  <a:lnTo>
                    <a:pt x="677689" y="515620"/>
                  </a:lnTo>
                  <a:lnTo>
                    <a:pt x="684143" y="519429"/>
                  </a:lnTo>
                  <a:lnTo>
                    <a:pt x="658558" y="519429"/>
                  </a:lnTo>
                  <a:lnTo>
                    <a:pt x="661166" y="521008"/>
                  </a:lnTo>
                  <a:lnTo>
                    <a:pt x="52507" y="624839"/>
                  </a:lnTo>
                  <a:close/>
                </a:path>
                <a:path w="1727200" h="635000">
                  <a:moveTo>
                    <a:pt x="677689" y="515620"/>
                  </a:moveTo>
                  <a:lnTo>
                    <a:pt x="675678" y="515620"/>
                  </a:lnTo>
                  <a:lnTo>
                    <a:pt x="675538" y="514350"/>
                  </a:lnTo>
                  <a:lnTo>
                    <a:pt x="677689" y="515620"/>
                  </a:lnTo>
                  <a:close/>
                </a:path>
                <a:path w="1727200" h="635000">
                  <a:moveTo>
                    <a:pt x="661166" y="521008"/>
                  </a:moveTo>
                  <a:lnTo>
                    <a:pt x="658558" y="519429"/>
                  </a:lnTo>
                  <a:lnTo>
                    <a:pt x="662978" y="520700"/>
                  </a:lnTo>
                  <a:lnTo>
                    <a:pt x="661166" y="521008"/>
                  </a:lnTo>
                  <a:close/>
                </a:path>
                <a:path w="1727200" h="635000">
                  <a:moveTo>
                    <a:pt x="1170012" y="633729"/>
                  </a:moveTo>
                  <a:lnTo>
                    <a:pt x="1071740" y="633729"/>
                  </a:lnTo>
                  <a:lnTo>
                    <a:pt x="1004227" y="628650"/>
                  </a:lnTo>
                  <a:lnTo>
                    <a:pt x="971423" y="623570"/>
                  </a:lnTo>
                  <a:lnTo>
                    <a:pt x="955272" y="622296"/>
                  </a:lnTo>
                  <a:lnTo>
                    <a:pt x="939330" y="619760"/>
                  </a:lnTo>
                  <a:lnTo>
                    <a:pt x="923569" y="615950"/>
                  </a:lnTo>
                  <a:lnTo>
                    <a:pt x="892632" y="610870"/>
                  </a:lnTo>
                  <a:lnTo>
                    <a:pt x="833348" y="595629"/>
                  </a:lnTo>
                  <a:lnTo>
                    <a:pt x="819099" y="590550"/>
                  </a:lnTo>
                  <a:lnTo>
                    <a:pt x="805103" y="586739"/>
                  </a:lnTo>
                  <a:lnTo>
                    <a:pt x="791349" y="581660"/>
                  </a:lnTo>
                  <a:lnTo>
                    <a:pt x="777849" y="577850"/>
                  </a:lnTo>
                  <a:lnTo>
                    <a:pt x="764616" y="572770"/>
                  </a:lnTo>
                  <a:lnTo>
                    <a:pt x="751662" y="566420"/>
                  </a:lnTo>
                  <a:lnTo>
                    <a:pt x="726567" y="556260"/>
                  </a:lnTo>
                  <a:lnTo>
                    <a:pt x="714463" y="549910"/>
                  </a:lnTo>
                  <a:lnTo>
                    <a:pt x="679932" y="532129"/>
                  </a:lnTo>
                  <a:lnTo>
                    <a:pt x="661166" y="521008"/>
                  </a:lnTo>
                  <a:lnTo>
                    <a:pt x="662978" y="520700"/>
                  </a:lnTo>
                  <a:lnTo>
                    <a:pt x="658558" y="519429"/>
                  </a:lnTo>
                  <a:lnTo>
                    <a:pt x="684143" y="519429"/>
                  </a:lnTo>
                  <a:lnTo>
                    <a:pt x="686295" y="520700"/>
                  </a:lnTo>
                  <a:lnTo>
                    <a:pt x="697242" y="527050"/>
                  </a:lnTo>
                  <a:lnTo>
                    <a:pt x="697115" y="527050"/>
                  </a:lnTo>
                  <a:lnTo>
                    <a:pt x="708494" y="533400"/>
                  </a:lnTo>
                  <a:lnTo>
                    <a:pt x="720064" y="538479"/>
                  </a:lnTo>
                  <a:lnTo>
                    <a:pt x="731939" y="544829"/>
                  </a:lnTo>
                  <a:lnTo>
                    <a:pt x="744105" y="549910"/>
                  </a:lnTo>
                  <a:lnTo>
                    <a:pt x="756551" y="554989"/>
                  </a:lnTo>
                  <a:lnTo>
                    <a:pt x="769289" y="560070"/>
                  </a:lnTo>
                  <a:lnTo>
                    <a:pt x="782294" y="565150"/>
                  </a:lnTo>
                  <a:lnTo>
                    <a:pt x="795566" y="570229"/>
                  </a:lnTo>
                  <a:lnTo>
                    <a:pt x="809104" y="574039"/>
                  </a:lnTo>
                  <a:lnTo>
                    <a:pt x="822883" y="579120"/>
                  </a:lnTo>
                  <a:lnTo>
                    <a:pt x="836917" y="582929"/>
                  </a:lnTo>
                  <a:lnTo>
                    <a:pt x="851192" y="586739"/>
                  </a:lnTo>
                  <a:lnTo>
                    <a:pt x="865708" y="590550"/>
                  </a:lnTo>
                  <a:lnTo>
                    <a:pt x="880440" y="594360"/>
                  </a:lnTo>
                  <a:lnTo>
                    <a:pt x="895388" y="598170"/>
                  </a:lnTo>
                  <a:lnTo>
                    <a:pt x="910551" y="600710"/>
                  </a:lnTo>
                  <a:lnTo>
                    <a:pt x="925918" y="604520"/>
                  </a:lnTo>
                  <a:lnTo>
                    <a:pt x="941489" y="607060"/>
                  </a:lnTo>
                  <a:lnTo>
                    <a:pt x="957249" y="609600"/>
                  </a:lnTo>
                  <a:lnTo>
                    <a:pt x="973188" y="612139"/>
                  </a:lnTo>
                  <a:lnTo>
                    <a:pt x="989317" y="613410"/>
                  </a:lnTo>
                  <a:lnTo>
                    <a:pt x="1005611" y="615950"/>
                  </a:lnTo>
                  <a:lnTo>
                    <a:pt x="1022070" y="617220"/>
                  </a:lnTo>
                  <a:lnTo>
                    <a:pt x="1038682" y="618489"/>
                  </a:lnTo>
                  <a:lnTo>
                    <a:pt x="1055446" y="619760"/>
                  </a:lnTo>
                  <a:lnTo>
                    <a:pt x="1072362" y="621029"/>
                  </a:lnTo>
                  <a:lnTo>
                    <a:pt x="1106487" y="621029"/>
                  </a:lnTo>
                  <a:lnTo>
                    <a:pt x="1123839" y="622296"/>
                  </a:lnTo>
                  <a:lnTo>
                    <a:pt x="1288186" y="622300"/>
                  </a:lnTo>
                  <a:lnTo>
                    <a:pt x="1273860" y="624839"/>
                  </a:lnTo>
                  <a:lnTo>
                    <a:pt x="1244815" y="627379"/>
                  </a:lnTo>
                  <a:lnTo>
                    <a:pt x="1230096" y="629920"/>
                  </a:lnTo>
                  <a:lnTo>
                    <a:pt x="1200289" y="632460"/>
                  </a:lnTo>
                  <a:lnTo>
                    <a:pt x="1185202" y="632460"/>
                  </a:lnTo>
                  <a:lnTo>
                    <a:pt x="1170012" y="633729"/>
                  </a:lnTo>
                  <a:close/>
                </a:path>
                <a:path w="1727200" h="635000">
                  <a:moveTo>
                    <a:pt x="1288186" y="622300"/>
                  </a:moveTo>
                  <a:lnTo>
                    <a:pt x="1123839" y="622296"/>
                  </a:lnTo>
                  <a:lnTo>
                    <a:pt x="1139202" y="621029"/>
                  </a:lnTo>
                  <a:lnTo>
                    <a:pt x="1169479" y="621029"/>
                  </a:lnTo>
                  <a:lnTo>
                    <a:pt x="1184579" y="619760"/>
                  </a:lnTo>
                  <a:lnTo>
                    <a:pt x="1199400" y="619760"/>
                  </a:lnTo>
                  <a:lnTo>
                    <a:pt x="1214285" y="618489"/>
                  </a:lnTo>
                  <a:lnTo>
                    <a:pt x="1228953" y="617220"/>
                  </a:lnTo>
                  <a:lnTo>
                    <a:pt x="1243507" y="615950"/>
                  </a:lnTo>
                  <a:lnTo>
                    <a:pt x="1257922" y="613410"/>
                  </a:lnTo>
                  <a:lnTo>
                    <a:pt x="1272209" y="612139"/>
                  </a:lnTo>
                  <a:lnTo>
                    <a:pt x="1286357" y="609600"/>
                  </a:lnTo>
                  <a:lnTo>
                    <a:pt x="1300365" y="608329"/>
                  </a:lnTo>
                  <a:lnTo>
                    <a:pt x="1314221" y="605789"/>
                  </a:lnTo>
                  <a:lnTo>
                    <a:pt x="1327924" y="603250"/>
                  </a:lnTo>
                  <a:lnTo>
                    <a:pt x="1341475" y="600710"/>
                  </a:lnTo>
                  <a:lnTo>
                    <a:pt x="1354861" y="596900"/>
                  </a:lnTo>
                  <a:lnTo>
                    <a:pt x="1368069" y="594360"/>
                  </a:lnTo>
                  <a:lnTo>
                    <a:pt x="1381125" y="590550"/>
                  </a:lnTo>
                  <a:lnTo>
                    <a:pt x="1381036" y="591820"/>
                  </a:lnTo>
                  <a:lnTo>
                    <a:pt x="1426946" y="591820"/>
                  </a:lnTo>
                  <a:lnTo>
                    <a:pt x="1397215" y="600710"/>
                  </a:lnTo>
                  <a:lnTo>
                    <a:pt x="1384173" y="603250"/>
                  </a:lnTo>
                  <a:lnTo>
                    <a:pt x="1370939" y="607060"/>
                  </a:lnTo>
                  <a:lnTo>
                    <a:pt x="1343990" y="612139"/>
                  </a:lnTo>
                  <a:lnTo>
                    <a:pt x="1330261" y="615950"/>
                  </a:lnTo>
                  <a:lnTo>
                    <a:pt x="1316393" y="618489"/>
                  </a:lnTo>
                  <a:lnTo>
                    <a:pt x="1302359" y="619760"/>
                  </a:lnTo>
                  <a:lnTo>
                    <a:pt x="1288186" y="622300"/>
                  </a:lnTo>
                  <a:close/>
                </a:path>
                <a:path w="1727200" h="635000">
                  <a:moveTo>
                    <a:pt x="51435" y="624839"/>
                  </a:moveTo>
                  <a:lnTo>
                    <a:pt x="48041" y="612543"/>
                  </a:lnTo>
                  <a:lnTo>
                    <a:pt x="49779" y="611823"/>
                  </a:lnTo>
                  <a:lnTo>
                    <a:pt x="106105" y="602173"/>
                  </a:lnTo>
                  <a:lnTo>
                    <a:pt x="51435" y="624839"/>
                  </a:lnTo>
                  <a:close/>
                </a:path>
                <a:path w="1727200" h="635000">
                  <a:moveTo>
                    <a:pt x="48041" y="612543"/>
                  </a:moveTo>
                  <a:lnTo>
                    <a:pt x="47929" y="612139"/>
                  </a:lnTo>
                  <a:lnTo>
                    <a:pt x="49779" y="611823"/>
                  </a:lnTo>
                  <a:lnTo>
                    <a:pt x="48041" y="612543"/>
                  </a:lnTo>
                  <a:close/>
                </a:path>
                <a:path w="1727200" h="635000">
                  <a:moveTo>
                    <a:pt x="393" y="633729"/>
                  </a:moveTo>
                  <a:lnTo>
                    <a:pt x="0" y="632460"/>
                  </a:lnTo>
                  <a:lnTo>
                    <a:pt x="48041" y="612543"/>
                  </a:lnTo>
                  <a:lnTo>
                    <a:pt x="51435" y="624839"/>
                  </a:lnTo>
                  <a:lnTo>
                    <a:pt x="52507" y="624839"/>
                  </a:lnTo>
                  <a:lnTo>
                    <a:pt x="393" y="633729"/>
                  </a:lnTo>
                  <a:close/>
                </a:path>
                <a:path w="1727200" h="635000">
                  <a:moveTo>
                    <a:pt x="1123835" y="635000"/>
                  </a:moveTo>
                  <a:lnTo>
                    <a:pt x="1106347" y="633729"/>
                  </a:lnTo>
                  <a:lnTo>
                    <a:pt x="1139329" y="633729"/>
                  </a:lnTo>
                  <a:lnTo>
                    <a:pt x="1123835" y="635000"/>
                  </a:lnTo>
                  <a:close/>
                </a:path>
              </a:pathLst>
            </a:custGeom>
            <a:solidFill>
              <a:srgbClr val="6699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298390" y="2603360"/>
            <a:ext cx="8427085" cy="680085"/>
            <a:chOff x="298390" y="2603360"/>
            <a:chExt cx="8427085" cy="680085"/>
          </a:xfrm>
        </p:grpSpPr>
        <p:sp>
          <p:nvSpPr>
            <p:cNvPr id="48" name="object 48"/>
            <p:cNvSpPr/>
            <p:nvPr/>
          </p:nvSpPr>
          <p:spPr>
            <a:xfrm>
              <a:off x="609600" y="3270249"/>
              <a:ext cx="5702300" cy="12700"/>
            </a:xfrm>
            <a:custGeom>
              <a:avLst/>
              <a:gdLst/>
              <a:ahLst/>
              <a:cxnLst/>
              <a:rect l="l" t="t" r="r" b="b"/>
              <a:pathLst>
                <a:path w="5702300" h="12700">
                  <a:moveTo>
                    <a:pt x="101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5702300" h="12700">
                  <a:moveTo>
                    <a:pt x="152400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152400" y="12700"/>
                  </a:lnTo>
                  <a:lnTo>
                    <a:pt x="152400" y="0"/>
                  </a:lnTo>
                  <a:close/>
                </a:path>
                <a:path w="5702300" h="12700">
                  <a:moveTo>
                    <a:pt x="203200" y="0"/>
                  </a:moveTo>
                  <a:lnTo>
                    <a:pt x="190500" y="0"/>
                  </a:lnTo>
                  <a:lnTo>
                    <a:pt x="1905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5702300" h="12700">
                  <a:moveTo>
                    <a:pt x="3429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342900" y="12700"/>
                  </a:lnTo>
                  <a:lnTo>
                    <a:pt x="342900" y="0"/>
                  </a:lnTo>
                  <a:close/>
                </a:path>
                <a:path w="5702300" h="12700">
                  <a:moveTo>
                    <a:pt x="393700" y="0"/>
                  </a:moveTo>
                  <a:lnTo>
                    <a:pt x="381000" y="0"/>
                  </a:lnTo>
                  <a:lnTo>
                    <a:pt x="381000" y="12700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5702300" h="12700">
                  <a:moveTo>
                    <a:pt x="444500" y="0"/>
                  </a:moveTo>
                  <a:lnTo>
                    <a:pt x="431800" y="0"/>
                  </a:lnTo>
                  <a:lnTo>
                    <a:pt x="4318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5702300" h="12700">
                  <a:moveTo>
                    <a:pt x="5842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5702300" h="12700">
                  <a:moveTo>
                    <a:pt x="635000" y="0"/>
                  </a:moveTo>
                  <a:lnTo>
                    <a:pt x="622300" y="0"/>
                  </a:lnTo>
                  <a:lnTo>
                    <a:pt x="6223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5702300" h="12700">
                  <a:moveTo>
                    <a:pt x="685800" y="0"/>
                  </a:moveTo>
                  <a:lnTo>
                    <a:pt x="673100" y="0"/>
                  </a:lnTo>
                  <a:lnTo>
                    <a:pt x="6731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5702300" h="12700">
                  <a:moveTo>
                    <a:pt x="8255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825500" y="12700"/>
                  </a:lnTo>
                  <a:lnTo>
                    <a:pt x="825500" y="0"/>
                  </a:lnTo>
                  <a:close/>
                </a:path>
                <a:path w="5702300" h="12700">
                  <a:moveTo>
                    <a:pt x="8763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76300" y="12700"/>
                  </a:lnTo>
                  <a:lnTo>
                    <a:pt x="876300" y="0"/>
                  </a:lnTo>
                  <a:close/>
                </a:path>
                <a:path w="5702300" h="12700">
                  <a:moveTo>
                    <a:pt x="9271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5702300" h="12700">
                  <a:moveTo>
                    <a:pt x="10668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1066800" y="12700"/>
                  </a:lnTo>
                  <a:lnTo>
                    <a:pt x="1066800" y="0"/>
                  </a:lnTo>
                  <a:close/>
                </a:path>
                <a:path w="5702300" h="12700">
                  <a:moveTo>
                    <a:pt x="1117600" y="0"/>
                  </a:moveTo>
                  <a:lnTo>
                    <a:pt x="1104900" y="0"/>
                  </a:lnTo>
                  <a:lnTo>
                    <a:pt x="1104900" y="12700"/>
                  </a:lnTo>
                  <a:lnTo>
                    <a:pt x="1117600" y="12700"/>
                  </a:lnTo>
                  <a:lnTo>
                    <a:pt x="1117600" y="0"/>
                  </a:lnTo>
                  <a:close/>
                </a:path>
                <a:path w="5702300" h="12700">
                  <a:moveTo>
                    <a:pt x="1168400" y="0"/>
                  </a:moveTo>
                  <a:lnTo>
                    <a:pt x="1155700" y="0"/>
                  </a:lnTo>
                  <a:lnTo>
                    <a:pt x="11557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5702300" h="12700">
                  <a:moveTo>
                    <a:pt x="13081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308100" y="12700"/>
                  </a:lnTo>
                  <a:lnTo>
                    <a:pt x="1308100" y="0"/>
                  </a:lnTo>
                  <a:close/>
                </a:path>
                <a:path w="5702300" h="12700">
                  <a:moveTo>
                    <a:pt x="1358900" y="0"/>
                  </a:moveTo>
                  <a:lnTo>
                    <a:pt x="1346200" y="0"/>
                  </a:lnTo>
                  <a:lnTo>
                    <a:pt x="1346200" y="12700"/>
                  </a:lnTo>
                  <a:lnTo>
                    <a:pt x="1358900" y="12700"/>
                  </a:lnTo>
                  <a:lnTo>
                    <a:pt x="1358900" y="0"/>
                  </a:lnTo>
                  <a:close/>
                </a:path>
                <a:path w="5702300" h="12700">
                  <a:moveTo>
                    <a:pt x="1409700" y="0"/>
                  </a:moveTo>
                  <a:lnTo>
                    <a:pt x="1397000" y="0"/>
                  </a:lnTo>
                  <a:lnTo>
                    <a:pt x="13970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5702300" h="12700">
                  <a:moveTo>
                    <a:pt x="15494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549400" y="12700"/>
                  </a:lnTo>
                  <a:lnTo>
                    <a:pt x="1549400" y="0"/>
                  </a:lnTo>
                  <a:close/>
                </a:path>
                <a:path w="5702300" h="12700">
                  <a:moveTo>
                    <a:pt x="1600200" y="0"/>
                  </a:moveTo>
                  <a:lnTo>
                    <a:pt x="1587500" y="0"/>
                  </a:lnTo>
                  <a:lnTo>
                    <a:pt x="1587500" y="12700"/>
                  </a:lnTo>
                  <a:lnTo>
                    <a:pt x="1600200" y="12700"/>
                  </a:lnTo>
                  <a:lnTo>
                    <a:pt x="1600200" y="0"/>
                  </a:lnTo>
                  <a:close/>
                </a:path>
                <a:path w="5702300" h="12700">
                  <a:moveTo>
                    <a:pt x="1651000" y="0"/>
                  </a:moveTo>
                  <a:lnTo>
                    <a:pt x="1638300" y="0"/>
                  </a:lnTo>
                  <a:lnTo>
                    <a:pt x="16383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5702300" h="12700">
                  <a:moveTo>
                    <a:pt x="17907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90700" y="12700"/>
                  </a:lnTo>
                  <a:lnTo>
                    <a:pt x="1790700" y="0"/>
                  </a:lnTo>
                  <a:close/>
                </a:path>
                <a:path w="5702300" h="12700">
                  <a:moveTo>
                    <a:pt x="1841500" y="0"/>
                  </a:moveTo>
                  <a:lnTo>
                    <a:pt x="1828800" y="0"/>
                  </a:lnTo>
                  <a:lnTo>
                    <a:pt x="1828800" y="12700"/>
                  </a:lnTo>
                  <a:lnTo>
                    <a:pt x="1841500" y="12700"/>
                  </a:lnTo>
                  <a:lnTo>
                    <a:pt x="1841500" y="0"/>
                  </a:lnTo>
                  <a:close/>
                </a:path>
                <a:path w="5702300" h="12700">
                  <a:moveTo>
                    <a:pt x="1892300" y="0"/>
                  </a:moveTo>
                  <a:lnTo>
                    <a:pt x="1879600" y="0"/>
                  </a:lnTo>
                  <a:lnTo>
                    <a:pt x="18796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5702300" h="12700">
                  <a:moveTo>
                    <a:pt x="20320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2032000" y="12700"/>
                  </a:lnTo>
                  <a:lnTo>
                    <a:pt x="2032000" y="0"/>
                  </a:lnTo>
                  <a:close/>
                </a:path>
                <a:path w="5702300" h="12700">
                  <a:moveTo>
                    <a:pt x="2082800" y="0"/>
                  </a:moveTo>
                  <a:lnTo>
                    <a:pt x="2070100" y="0"/>
                  </a:lnTo>
                  <a:lnTo>
                    <a:pt x="2070100" y="12700"/>
                  </a:lnTo>
                  <a:lnTo>
                    <a:pt x="2082800" y="12700"/>
                  </a:lnTo>
                  <a:lnTo>
                    <a:pt x="2082800" y="0"/>
                  </a:lnTo>
                  <a:close/>
                </a:path>
                <a:path w="5702300" h="12700">
                  <a:moveTo>
                    <a:pt x="2133600" y="0"/>
                  </a:moveTo>
                  <a:lnTo>
                    <a:pt x="2120900" y="0"/>
                  </a:lnTo>
                  <a:lnTo>
                    <a:pt x="21209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5702300" h="12700">
                  <a:moveTo>
                    <a:pt x="22733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273300" y="12700"/>
                  </a:lnTo>
                  <a:lnTo>
                    <a:pt x="2273300" y="0"/>
                  </a:lnTo>
                  <a:close/>
                </a:path>
                <a:path w="5702300" h="12700">
                  <a:moveTo>
                    <a:pt x="2324100" y="0"/>
                  </a:moveTo>
                  <a:lnTo>
                    <a:pt x="2311400" y="0"/>
                  </a:lnTo>
                  <a:lnTo>
                    <a:pt x="2311400" y="12700"/>
                  </a:lnTo>
                  <a:lnTo>
                    <a:pt x="2324100" y="12700"/>
                  </a:lnTo>
                  <a:lnTo>
                    <a:pt x="2324100" y="0"/>
                  </a:lnTo>
                  <a:close/>
                </a:path>
                <a:path w="5702300" h="12700">
                  <a:moveTo>
                    <a:pt x="2374900" y="0"/>
                  </a:moveTo>
                  <a:lnTo>
                    <a:pt x="2362200" y="0"/>
                  </a:lnTo>
                  <a:lnTo>
                    <a:pt x="23622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5702300" h="12700">
                  <a:moveTo>
                    <a:pt x="25146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514600" y="12700"/>
                  </a:lnTo>
                  <a:lnTo>
                    <a:pt x="2514600" y="0"/>
                  </a:lnTo>
                  <a:close/>
                </a:path>
                <a:path w="5702300" h="12700">
                  <a:moveTo>
                    <a:pt x="2565400" y="0"/>
                  </a:moveTo>
                  <a:lnTo>
                    <a:pt x="2552700" y="0"/>
                  </a:lnTo>
                  <a:lnTo>
                    <a:pt x="2552700" y="12700"/>
                  </a:lnTo>
                  <a:lnTo>
                    <a:pt x="2565400" y="12700"/>
                  </a:lnTo>
                  <a:lnTo>
                    <a:pt x="2565400" y="0"/>
                  </a:lnTo>
                  <a:close/>
                </a:path>
                <a:path w="5702300" h="12700">
                  <a:moveTo>
                    <a:pt x="2616200" y="0"/>
                  </a:moveTo>
                  <a:lnTo>
                    <a:pt x="2603500" y="0"/>
                  </a:lnTo>
                  <a:lnTo>
                    <a:pt x="2603500" y="12700"/>
                  </a:lnTo>
                  <a:lnTo>
                    <a:pt x="2616200" y="12700"/>
                  </a:lnTo>
                  <a:lnTo>
                    <a:pt x="2616200" y="0"/>
                  </a:lnTo>
                  <a:close/>
                </a:path>
                <a:path w="5702300" h="12700">
                  <a:moveTo>
                    <a:pt x="2755900" y="0"/>
                  </a:moveTo>
                  <a:lnTo>
                    <a:pt x="2654300" y="0"/>
                  </a:lnTo>
                  <a:lnTo>
                    <a:pt x="2654300" y="12700"/>
                  </a:lnTo>
                  <a:lnTo>
                    <a:pt x="2755900" y="12700"/>
                  </a:lnTo>
                  <a:lnTo>
                    <a:pt x="2755900" y="0"/>
                  </a:lnTo>
                  <a:close/>
                </a:path>
                <a:path w="5702300" h="12700">
                  <a:moveTo>
                    <a:pt x="2806700" y="0"/>
                  </a:moveTo>
                  <a:lnTo>
                    <a:pt x="2794000" y="0"/>
                  </a:lnTo>
                  <a:lnTo>
                    <a:pt x="2794000" y="12700"/>
                  </a:lnTo>
                  <a:lnTo>
                    <a:pt x="2806700" y="12700"/>
                  </a:lnTo>
                  <a:lnTo>
                    <a:pt x="2806700" y="0"/>
                  </a:lnTo>
                  <a:close/>
                </a:path>
                <a:path w="5702300" h="12700">
                  <a:moveTo>
                    <a:pt x="2857500" y="0"/>
                  </a:moveTo>
                  <a:lnTo>
                    <a:pt x="2844800" y="0"/>
                  </a:lnTo>
                  <a:lnTo>
                    <a:pt x="2844800" y="12700"/>
                  </a:lnTo>
                  <a:lnTo>
                    <a:pt x="2857500" y="12700"/>
                  </a:lnTo>
                  <a:lnTo>
                    <a:pt x="2857500" y="0"/>
                  </a:lnTo>
                  <a:close/>
                </a:path>
                <a:path w="5702300" h="12700">
                  <a:moveTo>
                    <a:pt x="2997200" y="0"/>
                  </a:moveTo>
                  <a:lnTo>
                    <a:pt x="2895600" y="0"/>
                  </a:lnTo>
                  <a:lnTo>
                    <a:pt x="2895600" y="12700"/>
                  </a:lnTo>
                  <a:lnTo>
                    <a:pt x="2997200" y="12700"/>
                  </a:lnTo>
                  <a:lnTo>
                    <a:pt x="2997200" y="0"/>
                  </a:lnTo>
                  <a:close/>
                </a:path>
                <a:path w="5702300" h="12700">
                  <a:moveTo>
                    <a:pt x="3048000" y="0"/>
                  </a:moveTo>
                  <a:lnTo>
                    <a:pt x="3035300" y="0"/>
                  </a:lnTo>
                  <a:lnTo>
                    <a:pt x="3035300" y="12700"/>
                  </a:lnTo>
                  <a:lnTo>
                    <a:pt x="3048000" y="12700"/>
                  </a:lnTo>
                  <a:lnTo>
                    <a:pt x="3048000" y="0"/>
                  </a:lnTo>
                  <a:close/>
                </a:path>
                <a:path w="5702300" h="12700">
                  <a:moveTo>
                    <a:pt x="3098800" y="0"/>
                  </a:moveTo>
                  <a:lnTo>
                    <a:pt x="3086100" y="0"/>
                  </a:lnTo>
                  <a:lnTo>
                    <a:pt x="3086100" y="12700"/>
                  </a:lnTo>
                  <a:lnTo>
                    <a:pt x="3098800" y="12700"/>
                  </a:lnTo>
                  <a:lnTo>
                    <a:pt x="3098800" y="0"/>
                  </a:lnTo>
                  <a:close/>
                </a:path>
                <a:path w="5702300" h="12700">
                  <a:moveTo>
                    <a:pt x="3238500" y="0"/>
                  </a:moveTo>
                  <a:lnTo>
                    <a:pt x="3136900" y="0"/>
                  </a:lnTo>
                  <a:lnTo>
                    <a:pt x="3136900" y="12700"/>
                  </a:lnTo>
                  <a:lnTo>
                    <a:pt x="3238500" y="12700"/>
                  </a:lnTo>
                  <a:lnTo>
                    <a:pt x="3238500" y="0"/>
                  </a:lnTo>
                  <a:close/>
                </a:path>
                <a:path w="5702300" h="12700">
                  <a:moveTo>
                    <a:pt x="3289300" y="0"/>
                  </a:moveTo>
                  <a:lnTo>
                    <a:pt x="3276600" y="0"/>
                  </a:lnTo>
                  <a:lnTo>
                    <a:pt x="3276600" y="12700"/>
                  </a:lnTo>
                  <a:lnTo>
                    <a:pt x="3289300" y="12700"/>
                  </a:lnTo>
                  <a:lnTo>
                    <a:pt x="3289300" y="0"/>
                  </a:lnTo>
                  <a:close/>
                </a:path>
                <a:path w="5702300" h="12700">
                  <a:moveTo>
                    <a:pt x="3340100" y="0"/>
                  </a:moveTo>
                  <a:lnTo>
                    <a:pt x="3327400" y="0"/>
                  </a:lnTo>
                  <a:lnTo>
                    <a:pt x="3327400" y="12700"/>
                  </a:lnTo>
                  <a:lnTo>
                    <a:pt x="3340100" y="12700"/>
                  </a:lnTo>
                  <a:lnTo>
                    <a:pt x="3340100" y="0"/>
                  </a:lnTo>
                  <a:close/>
                </a:path>
                <a:path w="5702300" h="12700">
                  <a:moveTo>
                    <a:pt x="3479800" y="0"/>
                  </a:moveTo>
                  <a:lnTo>
                    <a:pt x="3378200" y="0"/>
                  </a:lnTo>
                  <a:lnTo>
                    <a:pt x="3378200" y="12700"/>
                  </a:lnTo>
                  <a:lnTo>
                    <a:pt x="3479800" y="12700"/>
                  </a:lnTo>
                  <a:lnTo>
                    <a:pt x="3479800" y="0"/>
                  </a:lnTo>
                  <a:close/>
                </a:path>
                <a:path w="5702300" h="12700">
                  <a:moveTo>
                    <a:pt x="3530600" y="0"/>
                  </a:moveTo>
                  <a:lnTo>
                    <a:pt x="3517900" y="0"/>
                  </a:lnTo>
                  <a:lnTo>
                    <a:pt x="3517900" y="12700"/>
                  </a:lnTo>
                  <a:lnTo>
                    <a:pt x="3530600" y="12700"/>
                  </a:lnTo>
                  <a:lnTo>
                    <a:pt x="3530600" y="0"/>
                  </a:lnTo>
                  <a:close/>
                </a:path>
                <a:path w="5702300" h="12700">
                  <a:moveTo>
                    <a:pt x="3581400" y="0"/>
                  </a:moveTo>
                  <a:lnTo>
                    <a:pt x="3568700" y="0"/>
                  </a:lnTo>
                  <a:lnTo>
                    <a:pt x="3568700" y="12700"/>
                  </a:lnTo>
                  <a:lnTo>
                    <a:pt x="3581400" y="12700"/>
                  </a:lnTo>
                  <a:lnTo>
                    <a:pt x="3581400" y="0"/>
                  </a:lnTo>
                  <a:close/>
                </a:path>
                <a:path w="5702300" h="12700">
                  <a:moveTo>
                    <a:pt x="3721100" y="0"/>
                  </a:moveTo>
                  <a:lnTo>
                    <a:pt x="3619500" y="0"/>
                  </a:lnTo>
                  <a:lnTo>
                    <a:pt x="3619500" y="12700"/>
                  </a:lnTo>
                  <a:lnTo>
                    <a:pt x="3721100" y="12700"/>
                  </a:lnTo>
                  <a:lnTo>
                    <a:pt x="3721100" y="0"/>
                  </a:lnTo>
                  <a:close/>
                </a:path>
                <a:path w="5702300" h="12700">
                  <a:moveTo>
                    <a:pt x="3771900" y="0"/>
                  </a:moveTo>
                  <a:lnTo>
                    <a:pt x="3759200" y="0"/>
                  </a:lnTo>
                  <a:lnTo>
                    <a:pt x="3759200" y="12700"/>
                  </a:lnTo>
                  <a:lnTo>
                    <a:pt x="3771900" y="12700"/>
                  </a:lnTo>
                  <a:lnTo>
                    <a:pt x="3771900" y="0"/>
                  </a:lnTo>
                  <a:close/>
                </a:path>
                <a:path w="5702300" h="12700">
                  <a:moveTo>
                    <a:pt x="3822700" y="0"/>
                  </a:moveTo>
                  <a:lnTo>
                    <a:pt x="3810000" y="0"/>
                  </a:lnTo>
                  <a:lnTo>
                    <a:pt x="3810000" y="12700"/>
                  </a:lnTo>
                  <a:lnTo>
                    <a:pt x="3822700" y="12700"/>
                  </a:lnTo>
                  <a:lnTo>
                    <a:pt x="3822700" y="0"/>
                  </a:lnTo>
                  <a:close/>
                </a:path>
                <a:path w="5702300" h="12700">
                  <a:moveTo>
                    <a:pt x="3962400" y="0"/>
                  </a:moveTo>
                  <a:lnTo>
                    <a:pt x="3860800" y="0"/>
                  </a:lnTo>
                  <a:lnTo>
                    <a:pt x="3860800" y="12700"/>
                  </a:lnTo>
                  <a:lnTo>
                    <a:pt x="3962400" y="12700"/>
                  </a:lnTo>
                  <a:lnTo>
                    <a:pt x="3962400" y="0"/>
                  </a:lnTo>
                  <a:close/>
                </a:path>
                <a:path w="5702300" h="12700">
                  <a:moveTo>
                    <a:pt x="4013200" y="0"/>
                  </a:moveTo>
                  <a:lnTo>
                    <a:pt x="4000500" y="0"/>
                  </a:lnTo>
                  <a:lnTo>
                    <a:pt x="4000500" y="12700"/>
                  </a:lnTo>
                  <a:lnTo>
                    <a:pt x="4013200" y="12700"/>
                  </a:lnTo>
                  <a:lnTo>
                    <a:pt x="4013200" y="0"/>
                  </a:lnTo>
                  <a:close/>
                </a:path>
                <a:path w="5702300" h="12700">
                  <a:moveTo>
                    <a:pt x="4064000" y="0"/>
                  </a:moveTo>
                  <a:lnTo>
                    <a:pt x="4051300" y="0"/>
                  </a:lnTo>
                  <a:lnTo>
                    <a:pt x="4051300" y="12700"/>
                  </a:lnTo>
                  <a:lnTo>
                    <a:pt x="4064000" y="12700"/>
                  </a:lnTo>
                  <a:lnTo>
                    <a:pt x="4064000" y="0"/>
                  </a:lnTo>
                  <a:close/>
                </a:path>
                <a:path w="5702300" h="12700">
                  <a:moveTo>
                    <a:pt x="4203700" y="0"/>
                  </a:moveTo>
                  <a:lnTo>
                    <a:pt x="4102100" y="0"/>
                  </a:lnTo>
                  <a:lnTo>
                    <a:pt x="4102100" y="12700"/>
                  </a:lnTo>
                  <a:lnTo>
                    <a:pt x="4203700" y="12700"/>
                  </a:lnTo>
                  <a:lnTo>
                    <a:pt x="4203700" y="0"/>
                  </a:lnTo>
                  <a:close/>
                </a:path>
                <a:path w="5702300" h="12700">
                  <a:moveTo>
                    <a:pt x="4254500" y="0"/>
                  </a:moveTo>
                  <a:lnTo>
                    <a:pt x="4241800" y="0"/>
                  </a:lnTo>
                  <a:lnTo>
                    <a:pt x="4241800" y="12700"/>
                  </a:lnTo>
                  <a:lnTo>
                    <a:pt x="4254500" y="12700"/>
                  </a:lnTo>
                  <a:lnTo>
                    <a:pt x="4254500" y="0"/>
                  </a:lnTo>
                  <a:close/>
                </a:path>
                <a:path w="5702300" h="12700">
                  <a:moveTo>
                    <a:pt x="4305300" y="0"/>
                  </a:moveTo>
                  <a:lnTo>
                    <a:pt x="4292600" y="0"/>
                  </a:lnTo>
                  <a:lnTo>
                    <a:pt x="4292600" y="12700"/>
                  </a:lnTo>
                  <a:lnTo>
                    <a:pt x="4305300" y="12700"/>
                  </a:lnTo>
                  <a:lnTo>
                    <a:pt x="4305300" y="0"/>
                  </a:lnTo>
                  <a:close/>
                </a:path>
                <a:path w="5702300" h="12700">
                  <a:moveTo>
                    <a:pt x="4445000" y="0"/>
                  </a:moveTo>
                  <a:lnTo>
                    <a:pt x="4343400" y="0"/>
                  </a:lnTo>
                  <a:lnTo>
                    <a:pt x="4343400" y="12700"/>
                  </a:lnTo>
                  <a:lnTo>
                    <a:pt x="4445000" y="12700"/>
                  </a:lnTo>
                  <a:lnTo>
                    <a:pt x="4445000" y="0"/>
                  </a:lnTo>
                  <a:close/>
                </a:path>
                <a:path w="5702300" h="12700">
                  <a:moveTo>
                    <a:pt x="4495800" y="0"/>
                  </a:moveTo>
                  <a:lnTo>
                    <a:pt x="4483100" y="0"/>
                  </a:lnTo>
                  <a:lnTo>
                    <a:pt x="4483100" y="12700"/>
                  </a:lnTo>
                  <a:lnTo>
                    <a:pt x="4495800" y="12700"/>
                  </a:lnTo>
                  <a:lnTo>
                    <a:pt x="4495800" y="0"/>
                  </a:lnTo>
                  <a:close/>
                </a:path>
                <a:path w="5702300" h="12700">
                  <a:moveTo>
                    <a:pt x="4546600" y="0"/>
                  </a:moveTo>
                  <a:lnTo>
                    <a:pt x="4533900" y="0"/>
                  </a:lnTo>
                  <a:lnTo>
                    <a:pt x="4533900" y="12700"/>
                  </a:lnTo>
                  <a:lnTo>
                    <a:pt x="4546600" y="12700"/>
                  </a:lnTo>
                  <a:lnTo>
                    <a:pt x="4546600" y="0"/>
                  </a:lnTo>
                  <a:close/>
                </a:path>
                <a:path w="5702300" h="12700">
                  <a:moveTo>
                    <a:pt x="4686300" y="0"/>
                  </a:moveTo>
                  <a:lnTo>
                    <a:pt x="4584700" y="0"/>
                  </a:lnTo>
                  <a:lnTo>
                    <a:pt x="4584700" y="12700"/>
                  </a:lnTo>
                  <a:lnTo>
                    <a:pt x="4686300" y="12700"/>
                  </a:lnTo>
                  <a:lnTo>
                    <a:pt x="4686300" y="0"/>
                  </a:lnTo>
                  <a:close/>
                </a:path>
                <a:path w="5702300" h="12700">
                  <a:moveTo>
                    <a:pt x="4737100" y="0"/>
                  </a:moveTo>
                  <a:lnTo>
                    <a:pt x="4724400" y="0"/>
                  </a:lnTo>
                  <a:lnTo>
                    <a:pt x="4724400" y="12700"/>
                  </a:lnTo>
                  <a:lnTo>
                    <a:pt x="4737100" y="12700"/>
                  </a:lnTo>
                  <a:lnTo>
                    <a:pt x="4737100" y="0"/>
                  </a:lnTo>
                  <a:close/>
                </a:path>
                <a:path w="5702300" h="12700">
                  <a:moveTo>
                    <a:pt x="4787900" y="0"/>
                  </a:moveTo>
                  <a:lnTo>
                    <a:pt x="4775200" y="0"/>
                  </a:lnTo>
                  <a:lnTo>
                    <a:pt x="4775200" y="12700"/>
                  </a:lnTo>
                  <a:lnTo>
                    <a:pt x="4787900" y="12700"/>
                  </a:lnTo>
                  <a:lnTo>
                    <a:pt x="4787900" y="0"/>
                  </a:lnTo>
                  <a:close/>
                </a:path>
                <a:path w="5702300" h="12700">
                  <a:moveTo>
                    <a:pt x="4927600" y="0"/>
                  </a:moveTo>
                  <a:lnTo>
                    <a:pt x="4826000" y="0"/>
                  </a:lnTo>
                  <a:lnTo>
                    <a:pt x="4826000" y="12700"/>
                  </a:lnTo>
                  <a:lnTo>
                    <a:pt x="4927600" y="12700"/>
                  </a:lnTo>
                  <a:lnTo>
                    <a:pt x="4927600" y="0"/>
                  </a:lnTo>
                  <a:close/>
                </a:path>
                <a:path w="5702300" h="12700">
                  <a:moveTo>
                    <a:pt x="4978400" y="0"/>
                  </a:moveTo>
                  <a:lnTo>
                    <a:pt x="4965700" y="0"/>
                  </a:lnTo>
                  <a:lnTo>
                    <a:pt x="4965700" y="12700"/>
                  </a:lnTo>
                  <a:lnTo>
                    <a:pt x="4978400" y="12700"/>
                  </a:lnTo>
                  <a:lnTo>
                    <a:pt x="4978400" y="0"/>
                  </a:lnTo>
                  <a:close/>
                </a:path>
                <a:path w="5702300" h="12700">
                  <a:moveTo>
                    <a:pt x="5029200" y="0"/>
                  </a:moveTo>
                  <a:lnTo>
                    <a:pt x="5016500" y="0"/>
                  </a:lnTo>
                  <a:lnTo>
                    <a:pt x="5016500" y="12700"/>
                  </a:lnTo>
                  <a:lnTo>
                    <a:pt x="5029200" y="12700"/>
                  </a:lnTo>
                  <a:lnTo>
                    <a:pt x="5029200" y="0"/>
                  </a:lnTo>
                  <a:close/>
                </a:path>
                <a:path w="5702300" h="12700">
                  <a:moveTo>
                    <a:pt x="5168900" y="0"/>
                  </a:moveTo>
                  <a:lnTo>
                    <a:pt x="5067300" y="0"/>
                  </a:lnTo>
                  <a:lnTo>
                    <a:pt x="5067300" y="12700"/>
                  </a:lnTo>
                  <a:lnTo>
                    <a:pt x="5168900" y="12700"/>
                  </a:lnTo>
                  <a:lnTo>
                    <a:pt x="5168900" y="0"/>
                  </a:lnTo>
                  <a:close/>
                </a:path>
                <a:path w="5702300" h="12700">
                  <a:moveTo>
                    <a:pt x="5219700" y="0"/>
                  </a:moveTo>
                  <a:lnTo>
                    <a:pt x="5207000" y="0"/>
                  </a:lnTo>
                  <a:lnTo>
                    <a:pt x="5207000" y="12700"/>
                  </a:lnTo>
                  <a:lnTo>
                    <a:pt x="5219700" y="12700"/>
                  </a:lnTo>
                  <a:lnTo>
                    <a:pt x="5219700" y="0"/>
                  </a:lnTo>
                  <a:close/>
                </a:path>
                <a:path w="5702300" h="12700">
                  <a:moveTo>
                    <a:pt x="5270500" y="0"/>
                  </a:moveTo>
                  <a:lnTo>
                    <a:pt x="5257800" y="0"/>
                  </a:lnTo>
                  <a:lnTo>
                    <a:pt x="5257800" y="12700"/>
                  </a:lnTo>
                  <a:lnTo>
                    <a:pt x="5270500" y="12700"/>
                  </a:lnTo>
                  <a:lnTo>
                    <a:pt x="5270500" y="0"/>
                  </a:lnTo>
                  <a:close/>
                </a:path>
                <a:path w="5702300" h="12700">
                  <a:moveTo>
                    <a:pt x="5410200" y="0"/>
                  </a:moveTo>
                  <a:lnTo>
                    <a:pt x="5308600" y="0"/>
                  </a:lnTo>
                  <a:lnTo>
                    <a:pt x="5308600" y="12700"/>
                  </a:lnTo>
                  <a:lnTo>
                    <a:pt x="5410200" y="12700"/>
                  </a:lnTo>
                  <a:lnTo>
                    <a:pt x="5410200" y="0"/>
                  </a:lnTo>
                  <a:close/>
                </a:path>
                <a:path w="5702300" h="12700">
                  <a:moveTo>
                    <a:pt x="5461000" y="0"/>
                  </a:moveTo>
                  <a:lnTo>
                    <a:pt x="5448300" y="0"/>
                  </a:lnTo>
                  <a:lnTo>
                    <a:pt x="5448300" y="12700"/>
                  </a:lnTo>
                  <a:lnTo>
                    <a:pt x="5461000" y="12700"/>
                  </a:lnTo>
                  <a:lnTo>
                    <a:pt x="5461000" y="0"/>
                  </a:lnTo>
                  <a:close/>
                </a:path>
                <a:path w="5702300" h="12700">
                  <a:moveTo>
                    <a:pt x="5511800" y="0"/>
                  </a:moveTo>
                  <a:lnTo>
                    <a:pt x="5499100" y="0"/>
                  </a:lnTo>
                  <a:lnTo>
                    <a:pt x="5499100" y="12700"/>
                  </a:lnTo>
                  <a:lnTo>
                    <a:pt x="5511800" y="12700"/>
                  </a:lnTo>
                  <a:lnTo>
                    <a:pt x="5511800" y="0"/>
                  </a:lnTo>
                  <a:close/>
                </a:path>
                <a:path w="5702300" h="12700">
                  <a:moveTo>
                    <a:pt x="5651500" y="0"/>
                  </a:moveTo>
                  <a:lnTo>
                    <a:pt x="5549900" y="0"/>
                  </a:lnTo>
                  <a:lnTo>
                    <a:pt x="5549900" y="12700"/>
                  </a:lnTo>
                  <a:lnTo>
                    <a:pt x="5651500" y="12700"/>
                  </a:lnTo>
                  <a:lnTo>
                    <a:pt x="5651500" y="0"/>
                  </a:lnTo>
                  <a:close/>
                </a:path>
                <a:path w="5702300" h="12700">
                  <a:moveTo>
                    <a:pt x="5702300" y="0"/>
                  </a:moveTo>
                  <a:lnTo>
                    <a:pt x="5689600" y="0"/>
                  </a:lnTo>
                  <a:lnTo>
                    <a:pt x="5689600" y="12700"/>
                  </a:lnTo>
                  <a:lnTo>
                    <a:pt x="5702300" y="12700"/>
                  </a:lnTo>
                  <a:lnTo>
                    <a:pt x="57023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299200" y="3270249"/>
              <a:ext cx="2425700" cy="12700"/>
            </a:xfrm>
            <a:custGeom>
              <a:avLst/>
              <a:gdLst/>
              <a:ahLst/>
              <a:cxnLst/>
              <a:rect l="l" t="t" r="r" b="b"/>
              <a:pathLst>
                <a:path w="2425700" h="12700">
                  <a:moveTo>
                    <a:pt x="127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2700" y="12700"/>
                  </a:lnTo>
                  <a:lnTo>
                    <a:pt x="12700" y="0"/>
                  </a:lnTo>
                  <a:close/>
                </a:path>
                <a:path w="2425700" h="12700">
                  <a:moveTo>
                    <a:pt x="63500" y="0"/>
                  </a:moveTo>
                  <a:lnTo>
                    <a:pt x="50800" y="0"/>
                  </a:lnTo>
                  <a:lnTo>
                    <a:pt x="50800" y="12700"/>
                  </a:lnTo>
                  <a:lnTo>
                    <a:pt x="63500" y="12700"/>
                  </a:lnTo>
                  <a:lnTo>
                    <a:pt x="63500" y="0"/>
                  </a:lnTo>
                  <a:close/>
                </a:path>
                <a:path w="2425700" h="12700">
                  <a:moveTo>
                    <a:pt x="203200" y="0"/>
                  </a:moveTo>
                  <a:lnTo>
                    <a:pt x="101600" y="0"/>
                  </a:lnTo>
                  <a:lnTo>
                    <a:pt x="1016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2425700" h="12700">
                  <a:moveTo>
                    <a:pt x="2540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254000" y="12700"/>
                  </a:lnTo>
                  <a:lnTo>
                    <a:pt x="254000" y="0"/>
                  </a:lnTo>
                  <a:close/>
                </a:path>
                <a:path w="2425700" h="12700">
                  <a:moveTo>
                    <a:pt x="304800" y="0"/>
                  </a:moveTo>
                  <a:lnTo>
                    <a:pt x="292100" y="0"/>
                  </a:lnTo>
                  <a:lnTo>
                    <a:pt x="292100" y="12700"/>
                  </a:lnTo>
                  <a:lnTo>
                    <a:pt x="304800" y="12700"/>
                  </a:lnTo>
                  <a:lnTo>
                    <a:pt x="304800" y="0"/>
                  </a:lnTo>
                  <a:close/>
                </a:path>
                <a:path w="2425700" h="12700">
                  <a:moveTo>
                    <a:pt x="444500" y="0"/>
                  </a:moveTo>
                  <a:lnTo>
                    <a:pt x="342900" y="0"/>
                  </a:lnTo>
                  <a:lnTo>
                    <a:pt x="3429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2425700" h="12700">
                  <a:moveTo>
                    <a:pt x="4953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495300" y="12700"/>
                  </a:lnTo>
                  <a:lnTo>
                    <a:pt x="495300" y="0"/>
                  </a:lnTo>
                  <a:close/>
                </a:path>
                <a:path w="2425700" h="12700">
                  <a:moveTo>
                    <a:pt x="546100" y="0"/>
                  </a:moveTo>
                  <a:lnTo>
                    <a:pt x="533400" y="0"/>
                  </a:lnTo>
                  <a:lnTo>
                    <a:pt x="533400" y="12700"/>
                  </a:lnTo>
                  <a:lnTo>
                    <a:pt x="546100" y="12700"/>
                  </a:lnTo>
                  <a:lnTo>
                    <a:pt x="546100" y="0"/>
                  </a:lnTo>
                  <a:close/>
                </a:path>
                <a:path w="2425700" h="12700">
                  <a:moveTo>
                    <a:pt x="685800" y="0"/>
                  </a:moveTo>
                  <a:lnTo>
                    <a:pt x="584200" y="0"/>
                  </a:lnTo>
                  <a:lnTo>
                    <a:pt x="5842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2425700" h="12700">
                  <a:moveTo>
                    <a:pt x="7366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736600" y="12700"/>
                  </a:lnTo>
                  <a:lnTo>
                    <a:pt x="736600" y="0"/>
                  </a:lnTo>
                  <a:close/>
                </a:path>
                <a:path w="2425700" h="12700">
                  <a:moveTo>
                    <a:pt x="787400" y="0"/>
                  </a:moveTo>
                  <a:lnTo>
                    <a:pt x="774700" y="0"/>
                  </a:lnTo>
                  <a:lnTo>
                    <a:pt x="774700" y="12700"/>
                  </a:lnTo>
                  <a:lnTo>
                    <a:pt x="787400" y="12700"/>
                  </a:lnTo>
                  <a:lnTo>
                    <a:pt x="787400" y="0"/>
                  </a:lnTo>
                  <a:close/>
                </a:path>
                <a:path w="2425700" h="12700">
                  <a:moveTo>
                    <a:pt x="927100" y="0"/>
                  </a:moveTo>
                  <a:lnTo>
                    <a:pt x="825500" y="0"/>
                  </a:lnTo>
                  <a:lnTo>
                    <a:pt x="8255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2425700" h="12700">
                  <a:moveTo>
                    <a:pt x="977900" y="0"/>
                  </a:moveTo>
                  <a:lnTo>
                    <a:pt x="965200" y="0"/>
                  </a:lnTo>
                  <a:lnTo>
                    <a:pt x="965200" y="12700"/>
                  </a:lnTo>
                  <a:lnTo>
                    <a:pt x="977900" y="12700"/>
                  </a:lnTo>
                  <a:lnTo>
                    <a:pt x="977900" y="0"/>
                  </a:lnTo>
                  <a:close/>
                </a:path>
                <a:path w="2425700" h="12700">
                  <a:moveTo>
                    <a:pt x="1028700" y="0"/>
                  </a:moveTo>
                  <a:lnTo>
                    <a:pt x="1016000" y="0"/>
                  </a:lnTo>
                  <a:lnTo>
                    <a:pt x="1016000" y="12700"/>
                  </a:lnTo>
                  <a:lnTo>
                    <a:pt x="1028700" y="12700"/>
                  </a:lnTo>
                  <a:lnTo>
                    <a:pt x="1028700" y="0"/>
                  </a:lnTo>
                  <a:close/>
                </a:path>
                <a:path w="2425700" h="12700">
                  <a:moveTo>
                    <a:pt x="1168400" y="0"/>
                  </a:moveTo>
                  <a:lnTo>
                    <a:pt x="1066800" y="0"/>
                  </a:lnTo>
                  <a:lnTo>
                    <a:pt x="1066800" y="12700"/>
                  </a:lnTo>
                  <a:lnTo>
                    <a:pt x="1168400" y="12700"/>
                  </a:lnTo>
                  <a:lnTo>
                    <a:pt x="1168400" y="0"/>
                  </a:lnTo>
                  <a:close/>
                </a:path>
                <a:path w="2425700" h="12700">
                  <a:moveTo>
                    <a:pt x="1219200" y="0"/>
                  </a:moveTo>
                  <a:lnTo>
                    <a:pt x="1206500" y="0"/>
                  </a:lnTo>
                  <a:lnTo>
                    <a:pt x="1206500" y="12700"/>
                  </a:lnTo>
                  <a:lnTo>
                    <a:pt x="1219200" y="12700"/>
                  </a:lnTo>
                  <a:lnTo>
                    <a:pt x="1219200" y="0"/>
                  </a:lnTo>
                  <a:close/>
                </a:path>
                <a:path w="2425700" h="12700">
                  <a:moveTo>
                    <a:pt x="1270000" y="0"/>
                  </a:moveTo>
                  <a:lnTo>
                    <a:pt x="1257300" y="0"/>
                  </a:lnTo>
                  <a:lnTo>
                    <a:pt x="1257300" y="12700"/>
                  </a:lnTo>
                  <a:lnTo>
                    <a:pt x="1270000" y="12700"/>
                  </a:lnTo>
                  <a:lnTo>
                    <a:pt x="1270000" y="0"/>
                  </a:lnTo>
                  <a:close/>
                </a:path>
                <a:path w="2425700" h="12700">
                  <a:moveTo>
                    <a:pt x="1409700" y="0"/>
                  </a:moveTo>
                  <a:lnTo>
                    <a:pt x="1308100" y="0"/>
                  </a:lnTo>
                  <a:lnTo>
                    <a:pt x="1308100" y="12700"/>
                  </a:lnTo>
                  <a:lnTo>
                    <a:pt x="1409700" y="12700"/>
                  </a:lnTo>
                  <a:lnTo>
                    <a:pt x="1409700" y="0"/>
                  </a:lnTo>
                  <a:close/>
                </a:path>
                <a:path w="2425700" h="12700">
                  <a:moveTo>
                    <a:pt x="1460500" y="0"/>
                  </a:moveTo>
                  <a:lnTo>
                    <a:pt x="1447800" y="0"/>
                  </a:lnTo>
                  <a:lnTo>
                    <a:pt x="1447800" y="12700"/>
                  </a:lnTo>
                  <a:lnTo>
                    <a:pt x="1460500" y="12700"/>
                  </a:lnTo>
                  <a:lnTo>
                    <a:pt x="1460500" y="0"/>
                  </a:lnTo>
                  <a:close/>
                </a:path>
                <a:path w="2425700" h="12700">
                  <a:moveTo>
                    <a:pt x="1511300" y="0"/>
                  </a:moveTo>
                  <a:lnTo>
                    <a:pt x="1498600" y="0"/>
                  </a:lnTo>
                  <a:lnTo>
                    <a:pt x="1498600" y="12700"/>
                  </a:lnTo>
                  <a:lnTo>
                    <a:pt x="1511300" y="12700"/>
                  </a:lnTo>
                  <a:lnTo>
                    <a:pt x="1511300" y="0"/>
                  </a:lnTo>
                  <a:close/>
                </a:path>
                <a:path w="2425700" h="12700">
                  <a:moveTo>
                    <a:pt x="1651000" y="0"/>
                  </a:moveTo>
                  <a:lnTo>
                    <a:pt x="1549400" y="0"/>
                  </a:lnTo>
                  <a:lnTo>
                    <a:pt x="1549400" y="12700"/>
                  </a:lnTo>
                  <a:lnTo>
                    <a:pt x="1651000" y="12700"/>
                  </a:lnTo>
                  <a:lnTo>
                    <a:pt x="1651000" y="0"/>
                  </a:lnTo>
                  <a:close/>
                </a:path>
                <a:path w="2425700" h="12700">
                  <a:moveTo>
                    <a:pt x="1701800" y="0"/>
                  </a:moveTo>
                  <a:lnTo>
                    <a:pt x="1689100" y="0"/>
                  </a:lnTo>
                  <a:lnTo>
                    <a:pt x="1689100" y="12700"/>
                  </a:lnTo>
                  <a:lnTo>
                    <a:pt x="1701800" y="12700"/>
                  </a:lnTo>
                  <a:lnTo>
                    <a:pt x="1701800" y="0"/>
                  </a:lnTo>
                  <a:close/>
                </a:path>
                <a:path w="2425700" h="12700">
                  <a:moveTo>
                    <a:pt x="1752600" y="0"/>
                  </a:moveTo>
                  <a:lnTo>
                    <a:pt x="1739900" y="0"/>
                  </a:lnTo>
                  <a:lnTo>
                    <a:pt x="1739900" y="12700"/>
                  </a:lnTo>
                  <a:lnTo>
                    <a:pt x="1752600" y="12700"/>
                  </a:lnTo>
                  <a:lnTo>
                    <a:pt x="1752600" y="0"/>
                  </a:lnTo>
                  <a:close/>
                </a:path>
                <a:path w="2425700" h="12700">
                  <a:moveTo>
                    <a:pt x="1892300" y="0"/>
                  </a:moveTo>
                  <a:lnTo>
                    <a:pt x="1790700" y="0"/>
                  </a:lnTo>
                  <a:lnTo>
                    <a:pt x="1790700" y="12700"/>
                  </a:lnTo>
                  <a:lnTo>
                    <a:pt x="1892300" y="12700"/>
                  </a:lnTo>
                  <a:lnTo>
                    <a:pt x="1892300" y="0"/>
                  </a:lnTo>
                  <a:close/>
                </a:path>
                <a:path w="2425700" h="12700">
                  <a:moveTo>
                    <a:pt x="1943100" y="0"/>
                  </a:moveTo>
                  <a:lnTo>
                    <a:pt x="1930400" y="0"/>
                  </a:lnTo>
                  <a:lnTo>
                    <a:pt x="1930400" y="12700"/>
                  </a:lnTo>
                  <a:lnTo>
                    <a:pt x="1943100" y="12700"/>
                  </a:lnTo>
                  <a:lnTo>
                    <a:pt x="1943100" y="0"/>
                  </a:lnTo>
                  <a:close/>
                </a:path>
                <a:path w="2425700" h="12700">
                  <a:moveTo>
                    <a:pt x="1993900" y="0"/>
                  </a:moveTo>
                  <a:lnTo>
                    <a:pt x="1981200" y="0"/>
                  </a:lnTo>
                  <a:lnTo>
                    <a:pt x="1981200" y="12700"/>
                  </a:lnTo>
                  <a:lnTo>
                    <a:pt x="1993900" y="12700"/>
                  </a:lnTo>
                  <a:lnTo>
                    <a:pt x="1993900" y="0"/>
                  </a:lnTo>
                  <a:close/>
                </a:path>
                <a:path w="2425700" h="12700">
                  <a:moveTo>
                    <a:pt x="2133600" y="0"/>
                  </a:moveTo>
                  <a:lnTo>
                    <a:pt x="2032000" y="0"/>
                  </a:lnTo>
                  <a:lnTo>
                    <a:pt x="2032000" y="12700"/>
                  </a:lnTo>
                  <a:lnTo>
                    <a:pt x="2133600" y="12700"/>
                  </a:lnTo>
                  <a:lnTo>
                    <a:pt x="2133600" y="0"/>
                  </a:lnTo>
                  <a:close/>
                </a:path>
                <a:path w="2425700" h="12700">
                  <a:moveTo>
                    <a:pt x="2184400" y="0"/>
                  </a:moveTo>
                  <a:lnTo>
                    <a:pt x="2171700" y="0"/>
                  </a:lnTo>
                  <a:lnTo>
                    <a:pt x="2171700" y="12700"/>
                  </a:lnTo>
                  <a:lnTo>
                    <a:pt x="2184400" y="12700"/>
                  </a:lnTo>
                  <a:lnTo>
                    <a:pt x="2184400" y="0"/>
                  </a:lnTo>
                  <a:close/>
                </a:path>
                <a:path w="2425700" h="12700">
                  <a:moveTo>
                    <a:pt x="2235200" y="0"/>
                  </a:moveTo>
                  <a:lnTo>
                    <a:pt x="2222500" y="0"/>
                  </a:lnTo>
                  <a:lnTo>
                    <a:pt x="2222500" y="12700"/>
                  </a:lnTo>
                  <a:lnTo>
                    <a:pt x="2235200" y="12700"/>
                  </a:lnTo>
                  <a:lnTo>
                    <a:pt x="2235200" y="0"/>
                  </a:lnTo>
                  <a:close/>
                </a:path>
                <a:path w="2425700" h="12700">
                  <a:moveTo>
                    <a:pt x="2374900" y="0"/>
                  </a:moveTo>
                  <a:lnTo>
                    <a:pt x="2273300" y="0"/>
                  </a:lnTo>
                  <a:lnTo>
                    <a:pt x="2273300" y="12700"/>
                  </a:lnTo>
                  <a:lnTo>
                    <a:pt x="2374900" y="12700"/>
                  </a:lnTo>
                  <a:lnTo>
                    <a:pt x="2374900" y="0"/>
                  </a:lnTo>
                  <a:close/>
                </a:path>
                <a:path w="2425700" h="12700">
                  <a:moveTo>
                    <a:pt x="2425700" y="0"/>
                  </a:moveTo>
                  <a:lnTo>
                    <a:pt x="2413000" y="0"/>
                  </a:lnTo>
                  <a:lnTo>
                    <a:pt x="2413000" y="12700"/>
                  </a:lnTo>
                  <a:lnTo>
                    <a:pt x="2425700" y="12700"/>
                  </a:lnTo>
                  <a:lnTo>
                    <a:pt x="24257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390" y="2603360"/>
              <a:ext cx="1727069" cy="635000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98390" y="5141912"/>
            <a:ext cx="1746885" cy="687705"/>
            <a:chOff x="298390" y="5141912"/>
            <a:chExt cx="1746885" cy="687705"/>
          </a:xfrm>
        </p:grpSpPr>
        <p:sp>
          <p:nvSpPr>
            <p:cNvPr id="52" name="object 52"/>
            <p:cNvSpPr/>
            <p:nvPr/>
          </p:nvSpPr>
          <p:spPr>
            <a:xfrm>
              <a:off x="685800" y="5141912"/>
              <a:ext cx="1358900" cy="12700"/>
            </a:xfrm>
            <a:custGeom>
              <a:avLst/>
              <a:gdLst/>
              <a:ahLst/>
              <a:cxnLst/>
              <a:rect l="l" t="t" r="r" b="b"/>
              <a:pathLst>
                <a:path w="1358900" h="12700">
                  <a:moveTo>
                    <a:pt x="101600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00" y="12700"/>
                  </a:lnTo>
                  <a:lnTo>
                    <a:pt x="101600" y="0"/>
                  </a:lnTo>
                  <a:close/>
                </a:path>
                <a:path w="1358900" h="12700">
                  <a:moveTo>
                    <a:pt x="152400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152400" y="12700"/>
                  </a:lnTo>
                  <a:lnTo>
                    <a:pt x="152400" y="0"/>
                  </a:lnTo>
                  <a:close/>
                </a:path>
                <a:path w="1358900" h="12700">
                  <a:moveTo>
                    <a:pt x="203200" y="0"/>
                  </a:moveTo>
                  <a:lnTo>
                    <a:pt x="190500" y="0"/>
                  </a:lnTo>
                  <a:lnTo>
                    <a:pt x="190500" y="12700"/>
                  </a:lnTo>
                  <a:lnTo>
                    <a:pt x="203200" y="12700"/>
                  </a:lnTo>
                  <a:lnTo>
                    <a:pt x="203200" y="0"/>
                  </a:lnTo>
                  <a:close/>
                </a:path>
                <a:path w="1358900" h="12700">
                  <a:moveTo>
                    <a:pt x="342900" y="0"/>
                  </a:moveTo>
                  <a:lnTo>
                    <a:pt x="241300" y="0"/>
                  </a:lnTo>
                  <a:lnTo>
                    <a:pt x="241300" y="12700"/>
                  </a:lnTo>
                  <a:lnTo>
                    <a:pt x="342900" y="12700"/>
                  </a:lnTo>
                  <a:lnTo>
                    <a:pt x="342900" y="0"/>
                  </a:lnTo>
                  <a:close/>
                </a:path>
                <a:path w="1358900" h="12700">
                  <a:moveTo>
                    <a:pt x="393700" y="0"/>
                  </a:moveTo>
                  <a:lnTo>
                    <a:pt x="381000" y="0"/>
                  </a:lnTo>
                  <a:lnTo>
                    <a:pt x="381000" y="12700"/>
                  </a:lnTo>
                  <a:lnTo>
                    <a:pt x="393700" y="12700"/>
                  </a:lnTo>
                  <a:lnTo>
                    <a:pt x="393700" y="0"/>
                  </a:lnTo>
                  <a:close/>
                </a:path>
                <a:path w="1358900" h="12700">
                  <a:moveTo>
                    <a:pt x="444500" y="0"/>
                  </a:moveTo>
                  <a:lnTo>
                    <a:pt x="431800" y="0"/>
                  </a:lnTo>
                  <a:lnTo>
                    <a:pt x="431800" y="12700"/>
                  </a:lnTo>
                  <a:lnTo>
                    <a:pt x="444500" y="12700"/>
                  </a:lnTo>
                  <a:lnTo>
                    <a:pt x="444500" y="0"/>
                  </a:lnTo>
                  <a:close/>
                </a:path>
                <a:path w="1358900" h="12700">
                  <a:moveTo>
                    <a:pt x="584200" y="0"/>
                  </a:moveTo>
                  <a:lnTo>
                    <a:pt x="482600" y="0"/>
                  </a:lnTo>
                  <a:lnTo>
                    <a:pt x="482600" y="12700"/>
                  </a:lnTo>
                  <a:lnTo>
                    <a:pt x="584200" y="12700"/>
                  </a:lnTo>
                  <a:lnTo>
                    <a:pt x="584200" y="0"/>
                  </a:lnTo>
                  <a:close/>
                </a:path>
                <a:path w="1358900" h="12700">
                  <a:moveTo>
                    <a:pt x="635000" y="0"/>
                  </a:moveTo>
                  <a:lnTo>
                    <a:pt x="622300" y="0"/>
                  </a:lnTo>
                  <a:lnTo>
                    <a:pt x="622300" y="12700"/>
                  </a:lnTo>
                  <a:lnTo>
                    <a:pt x="635000" y="12700"/>
                  </a:lnTo>
                  <a:lnTo>
                    <a:pt x="635000" y="0"/>
                  </a:lnTo>
                  <a:close/>
                </a:path>
                <a:path w="1358900" h="12700">
                  <a:moveTo>
                    <a:pt x="685800" y="0"/>
                  </a:moveTo>
                  <a:lnTo>
                    <a:pt x="673100" y="0"/>
                  </a:lnTo>
                  <a:lnTo>
                    <a:pt x="673100" y="12700"/>
                  </a:lnTo>
                  <a:lnTo>
                    <a:pt x="685800" y="12700"/>
                  </a:lnTo>
                  <a:lnTo>
                    <a:pt x="685800" y="0"/>
                  </a:lnTo>
                  <a:close/>
                </a:path>
                <a:path w="1358900" h="12700">
                  <a:moveTo>
                    <a:pt x="825500" y="0"/>
                  </a:moveTo>
                  <a:lnTo>
                    <a:pt x="723900" y="0"/>
                  </a:lnTo>
                  <a:lnTo>
                    <a:pt x="723900" y="12700"/>
                  </a:lnTo>
                  <a:lnTo>
                    <a:pt x="825500" y="12700"/>
                  </a:lnTo>
                  <a:lnTo>
                    <a:pt x="825500" y="0"/>
                  </a:lnTo>
                  <a:close/>
                </a:path>
                <a:path w="1358900" h="12700">
                  <a:moveTo>
                    <a:pt x="876300" y="0"/>
                  </a:moveTo>
                  <a:lnTo>
                    <a:pt x="863600" y="0"/>
                  </a:lnTo>
                  <a:lnTo>
                    <a:pt x="863600" y="12700"/>
                  </a:lnTo>
                  <a:lnTo>
                    <a:pt x="876300" y="12700"/>
                  </a:lnTo>
                  <a:lnTo>
                    <a:pt x="876300" y="0"/>
                  </a:lnTo>
                  <a:close/>
                </a:path>
                <a:path w="1358900" h="12700">
                  <a:moveTo>
                    <a:pt x="927100" y="0"/>
                  </a:moveTo>
                  <a:lnTo>
                    <a:pt x="914400" y="0"/>
                  </a:lnTo>
                  <a:lnTo>
                    <a:pt x="914400" y="12700"/>
                  </a:lnTo>
                  <a:lnTo>
                    <a:pt x="927100" y="12700"/>
                  </a:lnTo>
                  <a:lnTo>
                    <a:pt x="927100" y="0"/>
                  </a:lnTo>
                  <a:close/>
                </a:path>
                <a:path w="1358900" h="12700">
                  <a:moveTo>
                    <a:pt x="1117600" y="0"/>
                  </a:moveTo>
                  <a:lnTo>
                    <a:pt x="1104900" y="0"/>
                  </a:lnTo>
                  <a:lnTo>
                    <a:pt x="1104900" y="12700"/>
                  </a:lnTo>
                  <a:lnTo>
                    <a:pt x="1117600" y="12700"/>
                  </a:lnTo>
                  <a:lnTo>
                    <a:pt x="1117600" y="0"/>
                  </a:lnTo>
                  <a:close/>
                </a:path>
                <a:path w="1358900" h="12700">
                  <a:moveTo>
                    <a:pt x="1358900" y="0"/>
                  </a:moveTo>
                  <a:lnTo>
                    <a:pt x="1346200" y="0"/>
                  </a:lnTo>
                  <a:lnTo>
                    <a:pt x="1346200" y="12700"/>
                  </a:lnTo>
                  <a:lnTo>
                    <a:pt x="1358900" y="12700"/>
                  </a:lnTo>
                  <a:lnTo>
                    <a:pt x="1358900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390" y="5194160"/>
              <a:ext cx="1727069" cy="635000"/>
            </a:xfrm>
            <a:prstGeom prst="rect">
              <a:avLst/>
            </a:prstGeom>
          </p:spPr>
        </p:pic>
      </p:grpSp>
      <p:sp>
        <p:nvSpPr>
          <p:cNvPr id="54" name="object 54"/>
          <p:cNvSpPr txBox="1"/>
          <p:nvPr/>
        </p:nvSpPr>
        <p:spPr>
          <a:xfrm>
            <a:off x="7674812" y="2584780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1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55" name="object 5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40740" y="3422510"/>
            <a:ext cx="1727098" cy="635000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7674812" y="3499180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2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7674812" y="4337380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3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674812" y="5199392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4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37413" y="2680030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 panose="020B0604020202020204"/>
                <a:cs typeface="Arial" panose="020B0604020202020204"/>
              </a:rPr>
              <a:t>ICW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129868" y="2847669"/>
            <a:ext cx="13589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0" dirty="0">
                <a:latin typeface="Arial" panose="020B0604020202020204"/>
                <a:cs typeface="Arial" panose="020B0604020202020204"/>
              </a:rPr>
              <a:t>1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1" name="object 6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390" y="3517760"/>
            <a:ext cx="1727069" cy="635000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537413" y="3594430"/>
            <a:ext cx="618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" panose="020B0604020202020204"/>
                <a:cs typeface="Arial" panose="020B0604020202020204"/>
              </a:rPr>
              <a:t>ICW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29868" y="3762070"/>
            <a:ext cx="13589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-50" dirty="0">
                <a:latin typeface="Arial" panose="020B0604020202020204"/>
                <a:cs typeface="Arial" panose="020B0604020202020204"/>
              </a:rPr>
              <a:t>2</a:t>
            </a:r>
            <a:endParaRPr sz="155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4" name="object 6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390" y="4355960"/>
            <a:ext cx="1727069" cy="635000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512013" y="4432630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3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12013" y="5270830"/>
            <a:ext cx="779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Arial" panose="020B0604020202020204"/>
                <a:cs typeface="Arial" panose="020B0604020202020204"/>
              </a:rPr>
              <a:t>ICW</a:t>
            </a:r>
            <a:r>
              <a:rPr sz="2325" spc="-30" baseline="-18000" dirty="0">
                <a:latin typeface="Arial" panose="020B0604020202020204"/>
                <a:cs typeface="Arial" panose="020B0604020202020204"/>
              </a:rPr>
              <a:t>4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9615" y="1128712"/>
            <a:ext cx="244475" cy="244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729615" y="3149282"/>
            <a:ext cx="244475" cy="244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4141" y="132397"/>
            <a:ext cx="8088630" cy="4710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上述初始化程序设置的结果为：</a:t>
            </a:r>
            <a:endParaRPr sz="2800">
              <a:latin typeface="Noto Sans Mono CJK HK"/>
              <a:cs typeface="Noto Sans Mono CJK HK"/>
            </a:endParaRPr>
          </a:p>
          <a:p>
            <a:pPr marL="648335">
              <a:lnSpc>
                <a:spcPct val="100000"/>
              </a:lnSpc>
              <a:spcBef>
                <a:spcPts val="3515"/>
              </a:spcBef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主片定义为：</a:t>
            </a:r>
            <a:endParaRPr sz="2800">
              <a:latin typeface="Noto Sans Mono CJK HK"/>
              <a:cs typeface="Noto Sans Mono CJK HK"/>
            </a:endParaRPr>
          </a:p>
          <a:p>
            <a:pPr marL="648335" marR="43180" indent="-45720" algn="just">
              <a:lnSpc>
                <a:spcPct val="100000"/>
              </a:lnSpc>
              <a:spcBef>
                <a:spcPts val="690"/>
              </a:spcBef>
            </a:pPr>
            <a:r>
              <a:rPr sz="2800" spc="27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上升沿触发、在</a:t>
            </a:r>
            <a:r>
              <a:rPr sz="2800" spc="13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800" spc="-48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spc="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700" spc="-3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275" dirty="0">
                <a:solidFill>
                  <a:srgbClr val="333399"/>
                </a:solidFill>
                <a:latin typeface="Noto Sans Mono CJK HK"/>
                <a:cs typeface="Noto Sans Mono CJK HK"/>
              </a:rPr>
              <a:t>级联从片、有</a:t>
            </a:r>
            <a:r>
              <a:rPr sz="2800" spc="19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800" spc="-47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700" spc="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700" spc="-3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12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、非</a:t>
            </a:r>
            <a:r>
              <a:rPr sz="28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8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方式、中断类型码为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08H~0FH</a:t>
            </a:r>
            <a:r>
              <a:rPr sz="28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、一般的中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断嵌套方式</a:t>
            </a:r>
            <a:endParaRPr sz="2800">
              <a:latin typeface="Noto Sans Mono CJK HK"/>
              <a:cs typeface="Noto Sans Mono CJK HK"/>
            </a:endParaRPr>
          </a:p>
          <a:p>
            <a:pPr marL="648335">
              <a:lnSpc>
                <a:spcPct val="100000"/>
              </a:lnSpc>
              <a:spcBef>
                <a:spcPts val="1800"/>
              </a:spcBef>
            </a:pP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从片定义为：</a:t>
            </a:r>
            <a:endParaRPr sz="2800">
              <a:latin typeface="Noto Sans Mono CJK HK"/>
              <a:cs typeface="Noto Sans Mono CJK HK"/>
            </a:endParaRPr>
          </a:p>
          <a:p>
            <a:pPr marL="648335" marR="43180" indent="-45720" algn="just">
              <a:lnSpc>
                <a:spcPct val="100000"/>
              </a:lnSpc>
              <a:spcBef>
                <a:spcPts val="690"/>
              </a:spcBef>
            </a:pPr>
            <a:r>
              <a:rPr sz="2800" spc="13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上升沿触发、级联到主片的</a:t>
            </a:r>
            <a:r>
              <a:rPr sz="2800" spc="1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700" spc="22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800" spc="135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、有</a:t>
            </a:r>
            <a:r>
              <a:rPr sz="2800" spc="1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</a:t>
            </a:r>
            <a:r>
              <a:rPr sz="2700" spc="232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800" spc="4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、非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AEOI</a:t>
            </a:r>
            <a:r>
              <a:rPr sz="28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方式、中断类型码为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70H~77H</a:t>
            </a:r>
            <a:r>
              <a:rPr sz="2800" spc="-20" dirty="0">
                <a:solidFill>
                  <a:srgbClr val="333399"/>
                </a:solidFill>
                <a:latin typeface="Noto Sans Mono CJK HK"/>
                <a:cs typeface="Noto Sans Mono CJK HK"/>
              </a:rPr>
              <a:t>、一般的中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断嵌套方式</a:t>
            </a:r>
            <a:endParaRPr sz="28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534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95"/>
              </a:spcBef>
            </a:pPr>
            <a:r>
              <a:rPr spc="-25" dirty="0">
                <a:latin typeface="Arial" panose="020B0604020202020204"/>
                <a:cs typeface="Arial" panose="020B0604020202020204"/>
              </a:rPr>
              <a:t>8259</a:t>
            </a:r>
            <a:r>
              <a:rPr spc="-30" dirty="0"/>
              <a:t>的操作命令字</a:t>
            </a:r>
            <a:r>
              <a:rPr dirty="0">
                <a:latin typeface="Arial" panose="020B0604020202020204"/>
                <a:cs typeface="Arial" panose="020B0604020202020204"/>
              </a:rPr>
              <a:t>OCW(</a:t>
            </a:r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dirty="0">
                <a:latin typeface="Arial" panose="020B0604020202020204"/>
                <a:cs typeface="Arial" panose="020B0604020202020204"/>
              </a:rPr>
              <a:t>peration</a:t>
            </a:r>
            <a:r>
              <a:rPr spc="-110" dirty="0">
                <a:latin typeface="Arial" panose="020B0604020202020204"/>
                <a:cs typeface="Arial" panose="020B0604020202020204"/>
              </a:rPr>
              <a:t> </a:t>
            </a:r>
            <a:r>
              <a:rPr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dirty="0">
                <a:latin typeface="Arial" panose="020B0604020202020204"/>
                <a:cs typeface="Arial" panose="020B0604020202020204"/>
              </a:rPr>
              <a:t>ommand</a:t>
            </a:r>
            <a:r>
              <a:rPr spc="-110" dirty="0">
                <a:latin typeface="Arial" panose="020B0604020202020204"/>
                <a:cs typeface="Arial" panose="020B0604020202020204"/>
              </a:rPr>
              <a:t> </a:t>
            </a:r>
            <a:r>
              <a:rPr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pc="-10" dirty="0">
                <a:latin typeface="Arial" panose="020B0604020202020204"/>
                <a:cs typeface="Arial" panose="020B0604020202020204"/>
              </a:rPr>
              <a:t>ord)</a:t>
            </a:r>
            <a:endParaRPr spc="-1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3075" y="1135062"/>
            <a:ext cx="244475" cy="2444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77875" y="1011872"/>
            <a:ext cx="8082915" cy="139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系统初始化完成以后，可以在应用程序中进行操作</a:t>
            </a:r>
            <a:r>
              <a:rPr sz="2800" spc="-40" dirty="0">
                <a:solidFill>
                  <a:srgbClr val="333399"/>
                </a:solidFill>
                <a:latin typeface="Noto Sans Mono CJK HK"/>
                <a:cs typeface="Noto Sans Mono CJK HK"/>
              </a:rPr>
              <a:t>编程。</a:t>
            </a:r>
            <a:endParaRPr sz="2800">
              <a:latin typeface="Noto Sans Mono CJK HK"/>
              <a:cs typeface="Noto Sans Mono CJK HK"/>
            </a:endParaRPr>
          </a:p>
          <a:p>
            <a:pPr marL="38100">
              <a:lnSpc>
                <a:spcPct val="100000"/>
              </a:lnSpc>
              <a:spcBef>
                <a:spcPts val="685"/>
              </a:spcBef>
            </a:pPr>
            <a:r>
              <a:rPr sz="28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OCW</a:t>
            </a:r>
            <a:r>
              <a:rPr sz="2700" baseline="-1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700" spc="487" baseline="-1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设置和清除中断屏蔽寄存器</a:t>
            </a:r>
            <a:endParaRPr sz="2800">
              <a:latin typeface="Noto Sans Mono CJK HK"/>
              <a:cs typeface="Noto Sans Mono CJK HK"/>
            </a:endParaRPr>
          </a:p>
        </p:txBody>
      </p:sp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3075" y="2073592"/>
            <a:ext cx="244475" cy="244475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506537" y="3151187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79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86560" y="2512694"/>
            <a:ext cx="7008495" cy="103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06680" indent="111125">
              <a:lnSpc>
                <a:spcPct val="138000"/>
              </a:lnSpc>
              <a:spcBef>
                <a:spcPts val="100"/>
              </a:spcBef>
              <a:tabLst>
                <a:tab pos="1038860" algn="l"/>
                <a:tab pos="1076325" algn="l"/>
                <a:tab pos="1953895" algn="l"/>
                <a:tab pos="1990725" algn="l"/>
                <a:tab pos="2852420" algn="l"/>
                <a:tab pos="2905125" algn="l"/>
                <a:tab pos="3741420" algn="l"/>
                <a:tab pos="3819525" algn="l"/>
                <a:tab pos="4697095" algn="l"/>
                <a:tab pos="4733925" algn="l"/>
                <a:tab pos="5612765" algn="l"/>
                <a:tab pos="5648325" algn="l"/>
                <a:tab pos="6504940" algn="l"/>
                <a:tab pos="656272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325" spc="-37" baseline="-1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5937" y="3151187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79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79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79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79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79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79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6434" y="2482849"/>
            <a:ext cx="38989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6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0" name="object 10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23875" y="4034790"/>
            <a:ext cx="244475" cy="24447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803275" y="3769868"/>
            <a:ext cx="5838190" cy="20167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225"/>
              </a:spcBef>
            </a:pP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700" spc="-30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=1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表示屏蔽中断源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</a:t>
            </a:r>
            <a:r>
              <a:rPr sz="2700" spc="-37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endParaRPr sz="2700" baseline="-17000">
              <a:latin typeface="Arial" panose="020B0604020202020204"/>
              <a:cs typeface="Arial" panose="020B0604020202020204"/>
            </a:endParaRPr>
          </a:p>
          <a:p>
            <a:pPr marL="1549400">
              <a:lnSpc>
                <a:spcPts val="3360"/>
              </a:lnSpc>
              <a:spcBef>
                <a:spcPts val="1125"/>
              </a:spcBef>
              <a:tabLst>
                <a:tab pos="2479040" algn="l"/>
              </a:tabLst>
            </a:pP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IN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AL,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21H</a:t>
            </a:r>
            <a:endParaRPr sz="2800">
              <a:latin typeface="Arial" panose="020B0604020202020204"/>
              <a:cs typeface="Arial" panose="020B0604020202020204"/>
            </a:endParaRPr>
          </a:p>
          <a:p>
            <a:pPr marL="1549400" marR="30480">
              <a:lnSpc>
                <a:spcPts val="3360"/>
              </a:lnSpc>
              <a:spcBef>
                <a:spcPts val="90"/>
              </a:spcBef>
              <a:tabLst>
                <a:tab pos="2458720" algn="l"/>
                <a:tab pos="2490470" algn="l"/>
                <a:tab pos="3585845" algn="l"/>
              </a:tabLst>
            </a:pP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OR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AL,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或</a:t>
            </a:r>
            <a:r>
              <a:rPr sz="2800" spc="-615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AND</a:t>
            </a:r>
            <a:r>
              <a:rPr sz="2800" spc="-18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21H,</a:t>
            </a:r>
            <a:r>
              <a:rPr sz="2800" spc="-1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2876" y="6393179"/>
            <a:ext cx="409955" cy="409956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3075" y="2784475"/>
            <a:ext cx="244475" cy="244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3075" y="3253104"/>
            <a:ext cx="244475" cy="2444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73075" y="3721734"/>
            <a:ext cx="244475" cy="244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4975" y="2151888"/>
            <a:ext cx="7484745" cy="3506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0"/>
              </a:spcBef>
            </a:pP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对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700" spc="-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=0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端口写入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700" spc="-30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700" spc="-30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=00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的数据，表示是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OCW</a:t>
            </a:r>
            <a:r>
              <a:rPr sz="2700" spc="-30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700" baseline="-17000">
              <a:latin typeface="Arial" panose="020B0604020202020204"/>
              <a:cs typeface="Arial" panose="020B0604020202020204"/>
            </a:endParaRPr>
          </a:p>
          <a:p>
            <a:pPr marL="381000" marR="2929255" algn="just">
              <a:lnSpc>
                <a:spcPct val="110000"/>
              </a:lnSpc>
            </a:pPr>
            <a:r>
              <a:rPr sz="28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：表示优先级是否循环；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SL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：表示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700" spc="-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~L</a:t>
            </a:r>
            <a:r>
              <a:rPr sz="2700" spc="-15" baseline="-17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是否有效；</a:t>
            </a:r>
            <a:r>
              <a:rPr sz="2800" spc="-50" dirty="0">
                <a:solidFill>
                  <a:srgbClr val="333399"/>
                </a:solidFill>
                <a:latin typeface="Noto Sans Mono CJK HK"/>
                <a:cs typeface="Noto Sans Mono CJK HK"/>
              </a:rPr>
              <a:t> 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EOI</a:t>
            </a:r>
            <a:r>
              <a:rPr sz="2800" spc="-3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：中断结束命令位。</a:t>
            </a:r>
            <a:endParaRPr sz="2800">
              <a:latin typeface="Noto Sans Mono CJK HK"/>
              <a:cs typeface="Noto Sans Mono CJK HK"/>
            </a:endParaRPr>
          </a:p>
          <a:p>
            <a:pPr marL="38100">
              <a:lnSpc>
                <a:spcPct val="100000"/>
              </a:lnSpc>
              <a:spcBef>
                <a:spcPts val="1910"/>
              </a:spcBef>
            </a:pP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800" spc="-3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机中常用的是</a:t>
            </a:r>
            <a:r>
              <a:rPr sz="28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EOI</a:t>
            </a:r>
            <a:r>
              <a:rPr sz="2800" spc="-40" dirty="0">
                <a:solidFill>
                  <a:srgbClr val="333399"/>
                </a:solidFill>
                <a:latin typeface="Noto Sans Mono CJK HK"/>
                <a:cs typeface="Noto Sans Mono CJK HK"/>
              </a:rPr>
              <a:t>命令：</a:t>
            </a:r>
            <a:endParaRPr sz="2800">
              <a:latin typeface="Noto Sans Mono CJK HK"/>
              <a:cs typeface="Noto Sans Mono CJK HK"/>
            </a:endParaRPr>
          </a:p>
          <a:p>
            <a:pPr marL="1866900" marR="1045845">
              <a:lnSpc>
                <a:spcPct val="110000"/>
              </a:lnSpc>
            </a:pP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800" spc="-4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800" spc="-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20H</a:t>
            </a:r>
            <a:r>
              <a:rPr sz="28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80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0010</a:t>
            </a:r>
            <a:r>
              <a:rPr sz="2800" spc="-45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0000B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800" spc="-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20H,</a:t>
            </a:r>
            <a:r>
              <a:rPr sz="2800" spc="-5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8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65250" y="1554162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617662" y="920432"/>
            <a:ext cx="6948805" cy="1025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19380" indent="38735">
              <a:lnSpc>
                <a:spcPct val="137000"/>
              </a:lnSpc>
              <a:spcBef>
                <a:spcPts val="100"/>
              </a:spcBef>
              <a:tabLst>
                <a:tab pos="962660" algn="l"/>
                <a:tab pos="1003935" algn="l"/>
                <a:tab pos="1802130" algn="l"/>
                <a:tab pos="1918335" algn="l"/>
                <a:tab pos="2832735" algn="l"/>
                <a:tab pos="2877820" algn="l"/>
                <a:tab pos="3747135" algn="l"/>
                <a:tab pos="3766820" algn="l"/>
                <a:tab pos="4661535" algn="l"/>
                <a:tab pos="5575935" algn="l"/>
                <a:tab pos="6474460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325" spc="-45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3600" spc="-75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3600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SL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EOI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6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325" spc="-58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4650" y="1554162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80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45147" y="890587"/>
            <a:ext cx="389890" cy="1085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5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1027" y="206057"/>
            <a:ext cx="68802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OCW2</a:t>
            </a:r>
            <a:r>
              <a:rPr spc="55" dirty="0">
                <a:latin typeface="Arial" panose="020B0604020202020204"/>
                <a:cs typeface="Arial" panose="020B0604020202020204"/>
              </a:rPr>
              <a:t> </a:t>
            </a:r>
            <a:r>
              <a:rPr spc="-35" dirty="0"/>
              <a:t>设置优先级循环方式和中断结束方式</a:t>
            </a:r>
            <a:endParaRPr spc="-35" dirty="0"/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2876" y="6393179"/>
            <a:ext cx="409955" cy="409956"/>
          </a:xfrm>
          <a:prstGeom prst="rect">
            <a:avLst/>
          </a:prstGeom>
        </p:spPr>
      </p:pic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45173" y="993495"/>
          <a:ext cx="8729980" cy="4511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495"/>
                <a:gridCol w="446405"/>
                <a:gridCol w="608330"/>
                <a:gridCol w="354964"/>
                <a:gridCol w="351789"/>
                <a:gridCol w="492125"/>
                <a:gridCol w="493394"/>
                <a:gridCol w="536575"/>
                <a:gridCol w="4950460"/>
              </a:tblGrid>
              <a:tr h="539750">
                <a:tc>
                  <a:txBody>
                    <a:bodyPr/>
                    <a:lstStyle/>
                    <a:p>
                      <a:pPr marL="150495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SL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50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L2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R="142240" algn="r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2000" spc="-25" dirty="0">
                          <a:solidFill>
                            <a:srgbClr val="FF0000"/>
                          </a:solidFill>
                          <a:latin typeface="Arial" panose="020B0604020202020204"/>
                          <a:cs typeface="Arial" panose="020B0604020202020204"/>
                        </a:rPr>
                        <a:t>L0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775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838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25" dirty="0">
                          <a:solidFill>
                            <a:srgbClr val="FF0000"/>
                          </a:solidFill>
                          <a:latin typeface="Noto Sans Mono CJK HK"/>
                          <a:cs typeface="Noto Sans Mono CJK HK"/>
                        </a:rPr>
                        <a:t>功能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FFFC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77165">
                        <a:lnSpc>
                          <a:spcPct val="100000"/>
                        </a:lnSpc>
                        <a:spcBef>
                          <a:spcPts val="79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0965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2200" spc="-25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普通</a:t>
                      </a:r>
                      <a:r>
                        <a:rPr sz="22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200" spc="-3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命令，全嵌套方式</a:t>
                      </a:r>
                      <a:endParaRPr sz="22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8509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</a:tr>
              <a:tr h="52514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25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L2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25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L1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25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L0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特殊</a:t>
                      </a:r>
                      <a:r>
                        <a:rPr sz="24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400" spc="-5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命令，</a:t>
                      </a:r>
                      <a:r>
                        <a:rPr sz="24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L2~L0</a:t>
                      </a:r>
                      <a:r>
                        <a:rPr sz="2400" spc="-1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指定清零的位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7155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普通</a:t>
                      </a:r>
                      <a:r>
                        <a:rPr sz="2400" spc="-1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400" spc="-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命令，优先权自动循环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54038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L2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820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4139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特殊</a:t>
                      </a:r>
                      <a:r>
                        <a:rPr sz="2400" spc="-1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400" spc="-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命令，优先权特殊循环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  <a:tr h="528955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9060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240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自动</a:t>
                      </a:r>
                      <a:r>
                        <a:rPr sz="24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400" spc="-5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时，优先权自动循环命令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66675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marL="16192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R="28575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2000" spc="-5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82550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自动</a:t>
                      </a:r>
                      <a:r>
                        <a:rPr sz="2400" spc="-10" dirty="0">
                          <a:solidFill>
                            <a:srgbClr val="0000FF"/>
                          </a:solidFill>
                          <a:latin typeface="Arial" panose="020B0604020202020204"/>
                          <a:cs typeface="Arial" panose="020B0604020202020204"/>
                        </a:rPr>
                        <a:t>EOI</a:t>
                      </a:r>
                      <a:r>
                        <a:rPr sz="2400" spc="-5" dirty="0">
                          <a:solidFill>
                            <a:srgbClr val="0000FF"/>
                          </a:solidFill>
                          <a:latin typeface="Noto Sans Mono CJK HK"/>
                          <a:cs typeface="Noto Sans Mono CJK HK"/>
                        </a:rPr>
                        <a:t>时，取消优先权自动循环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DAECEE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L w="12700">
                      <a:solidFill>
                        <a:srgbClr val="BADFE2"/>
                      </a:solidFill>
                      <a:prstDash val="solid"/>
                    </a:lnL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07315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L2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96520" algn="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L1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R="138430" algn="r">
                        <a:lnSpc>
                          <a:spcPct val="100000"/>
                        </a:lnSpc>
                        <a:spcBef>
                          <a:spcPts val="1935"/>
                        </a:spcBef>
                      </a:pPr>
                      <a:r>
                        <a:rPr sz="20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L0</a:t>
                      </a:r>
                      <a:endParaRPr sz="20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45745" marB="0"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120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优先权特殊循环，</a:t>
                      </a:r>
                      <a:r>
                        <a:rPr sz="2400" spc="114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L2~L0</a:t>
                      </a:r>
                      <a:r>
                        <a:rPr sz="2400" spc="80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指定优先</a:t>
                      </a:r>
                      <a:r>
                        <a:rPr sz="2400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权最低的中断请求输入</a:t>
                      </a:r>
                      <a:r>
                        <a:rPr sz="24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IRi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BADFE2"/>
                      </a:solidFill>
                      <a:prstDash val="solid"/>
                    </a:lnL>
                    <a:lnR w="12700">
                      <a:solidFill>
                        <a:srgbClr val="BADFE2"/>
                      </a:solidFill>
                      <a:prstDash val="solid"/>
                    </a:lnR>
                    <a:lnT w="12700">
                      <a:solidFill>
                        <a:srgbClr val="BADFE2"/>
                      </a:solidFill>
                      <a:prstDash val="solid"/>
                    </a:lnT>
                    <a:lnB w="12700">
                      <a:solidFill>
                        <a:srgbClr val="BADFE2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245173" y="5589790"/>
            <a:ext cx="8647430" cy="545465"/>
            <a:chOff x="245173" y="5589790"/>
            <a:chExt cx="8647430" cy="545465"/>
          </a:xfrm>
        </p:grpSpPr>
        <p:sp>
          <p:nvSpPr>
            <p:cNvPr id="4" name="object 4"/>
            <p:cNvSpPr/>
            <p:nvPr/>
          </p:nvSpPr>
          <p:spPr>
            <a:xfrm>
              <a:off x="251460" y="5596127"/>
              <a:ext cx="3691254" cy="533400"/>
            </a:xfrm>
            <a:custGeom>
              <a:avLst/>
              <a:gdLst/>
              <a:ahLst/>
              <a:cxnLst/>
              <a:rect l="l" t="t" r="r" b="b"/>
              <a:pathLst>
                <a:path w="3691254" h="533400">
                  <a:moveTo>
                    <a:pt x="3691128" y="533400"/>
                  </a:moveTo>
                  <a:lnTo>
                    <a:pt x="0" y="533400"/>
                  </a:lnTo>
                  <a:lnTo>
                    <a:pt x="0" y="0"/>
                  </a:lnTo>
                  <a:lnTo>
                    <a:pt x="3691128" y="0"/>
                  </a:lnTo>
                  <a:lnTo>
                    <a:pt x="3691128" y="533400"/>
                  </a:lnTo>
                  <a:close/>
                </a:path>
              </a:pathLst>
            </a:custGeom>
            <a:solidFill>
              <a:srgbClr val="F3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45173" y="5589790"/>
              <a:ext cx="8647430" cy="545465"/>
            </a:xfrm>
            <a:custGeom>
              <a:avLst/>
              <a:gdLst/>
              <a:ahLst/>
              <a:cxnLst/>
              <a:rect l="l" t="t" r="r" b="b"/>
              <a:pathLst>
                <a:path w="8647430" h="545464">
                  <a:moveTo>
                    <a:pt x="8647417" y="0"/>
                  </a:moveTo>
                  <a:lnTo>
                    <a:pt x="6350" y="0"/>
                  </a:lnTo>
                  <a:lnTo>
                    <a:pt x="6350" y="6350"/>
                  </a:lnTo>
                  <a:lnTo>
                    <a:pt x="0" y="6350"/>
                  </a:lnTo>
                  <a:lnTo>
                    <a:pt x="0" y="539115"/>
                  </a:lnTo>
                  <a:lnTo>
                    <a:pt x="6350" y="539115"/>
                  </a:lnTo>
                  <a:lnTo>
                    <a:pt x="6350" y="545465"/>
                  </a:lnTo>
                  <a:lnTo>
                    <a:pt x="8647417" y="545465"/>
                  </a:lnTo>
                  <a:lnTo>
                    <a:pt x="8647417" y="532765"/>
                  </a:lnTo>
                  <a:lnTo>
                    <a:pt x="12700" y="532765"/>
                  </a:lnTo>
                  <a:lnTo>
                    <a:pt x="12700" y="12700"/>
                  </a:lnTo>
                  <a:lnTo>
                    <a:pt x="8647417" y="12700"/>
                  </a:lnTo>
                  <a:lnTo>
                    <a:pt x="8647417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413448" y="5683770"/>
            <a:ext cx="33267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351790" algn="l"/>
                <a:tab pos="915035" algn="l"/>
                <a:tab pos="1409065" algn="l"/>
                <a:tab pos="1760855" algn="l"/>
                <a:tab pos="2184400" algn="l"/>
                <a:tab pos="2677795" algn="l"/>
                <a:tab pos="3171190" algn="l"/>
              </a:tabLst>
            </a:pP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0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2143" y="5596140"/>
            <a:ext cx="4950460" cy="532765"/>
          </a:xfrm>
          <a:prstGeom prst="rect">
            <a:avLst/>
          </a:prstGeom>
          <a:solidFill>
            <a:srgbClr val="F3F8F9"/>
          </a:solidFill>
          <a:ln w="12700">
            <a:solidFill>
              <a:srgbClr val="BADFE2"/>
            </a:solidFill>
          </a:ln>
        </p:spPr>
        <p:txBody>
          <a:bodyPr vert="horz" wrap="square" lIns="0" tIns="285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25"/>
              </a:spcBef>
            </a:pP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无操作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41144" y="6372097"/>
            <a:ext cx="3644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85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617" y="2517711"/>
            <a:ext cx="208914" cy="2095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617" y="3627056"/>
            <a:ext cx="208914" cy="2095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617" y="4065841"/>
            <a:ext cx="208914" cy="2095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68617" y="4504626"/>
            <a:ext cx="208914" cy="2095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30517" y="2411666"/>
            <a:ext cx="6889750" cy="237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对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1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=0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端口写入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D4D3=01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的数据，表示是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OCW</a:t>
            </a:r>
            <a:r>
              <a:rPr sz="2325" spc="-3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380365" marR="3147695" indent="-342900">
              <a:lnSpc>
                <a:spcPct val="140000"/>
              </a:lnSpc>
              <a:spcBef>
                <a:spcPts val="640"/>
              </a:spcBef>
            </a:pP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OCW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spc="300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的功能有三个方面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 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设置和撤销特殊屏蔽方式</a:t>
            </a:r>
            <a:endParaRPr sz="2400">
              <a:latin typeface="Noto Sans Mono CJK HK"/>
              <a:cs typeface="Noto Sans Mono CJK HK"/>
            </a:endParaRPr>
          </a:p>
          <a:p>
            <a:pPr marL="380365" marR="2266315">
              <a:lnSpc>
                <a:spcPct val="119000"/>
              </a:lnSpc>
              <a:spcBef>
                <a:spcPts val="30"/>
              </a:spcBef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设置对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8259A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内部寄存器的读出设置中断查询方式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06537" y="1621103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784350" y="982611"/>
            <a:ext cx="2427605" cy="103505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195"/>
              </a:spcBef>
              <a:tabLst>
                <a:tab pos="978535" algn="l"/>
                <a:tab pos="189293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50800">
              <a:lnSpc>
                <a:spcPct val="100000"/>
              </a:lnSpc>
              <a:spcBef>
                <a:spcPts val="1095"/>
              </a:spcBef>
              <a:tabLst>
                <a:tab pos="647065" algn="l"/>
              </a:tabLst>
            </a:pPr>
            <a:r>
              <a:rPr sz="3600" spc="-75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600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ESMM</a:t>
            </a:r>
            <a:r>
              <a:rPr sz="2400" spc="9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SMM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541202" y="982611"/>
            <a:ext cx="4163695" cy="103505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95"/>
              </a:spcBef>
              <a:tabLst>
                <a:tab pos="964565" algn="l"/>
                <a:tab pos="1878330" algn="l"/>
                <a:tab pos="2793365" algn="l"/>
                <a:tab pos="370776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95885">
              <a:lnSpc>
                <a:spcPct val="100000"/>
              </a:lnSpc>
              <a:spcBef>
                <a:spcPts val="1095"/>
              </a:spcBef>
              <a:tabLst>
                <a:tab pos="984250" algn="l"/>
                <a:tab pos="1922780" algn="l"/>
                <a:tab pos="2719705" algn="l"/>
                <a:tab pos="3578225" algn="l"/>
              </a:tabLst>
            </a:pP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75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3600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RR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RIS</a:t>
            </a:r>
            <a:endParaRPr sz="3600" baseline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15937" y="1621104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49"/>
                </a:lnTo>
                <a:lnTo>
                  <a:pt x="12700" y="6349"/>
                </a:lnTo>
                <a:lnTo>
                  <a:pt x="6350" y="12699"/>
                </a:lnTo>
                <a:lnTo>
                  <a:pt x="12700" y="12699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699"/>
                </a:moveTo>
                <a:lnTo>
                  <a:pt x="6350" y="12699"/>
                </a:lnTo>
                <a:lnTo>
                  <a:pt x="12700" y="6349"/>
                </a:lnTo>
                <a:lnTo>
                  <a:pt x="12700" y="12699"/>
                </a:lnTo>
                <a:close/>
              </a:path>
              <a:path w="698500" h="474980">
                <a:moveTo>
                  <a:pt x="685800" y="12699"/>
                </a:moveTo>
                <a:lnTo>
                  <a:pt x="12700" y="12699"/>
                </a:lnTo>
                <a:lnTo>
                  <a:pt x="12700" y="6349"/>
                </a:lnTo>
                <a:lnTo>
                  <a:pt x="685800" y="6349"/>
                </a:lnTo>
                <a:lnTo>
                  <a:pt x="685800" y="12699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49"/>
                </a:lnTo>
                <a:lnTo>
                  <a:pt x="692150" y="12699"/>
                </a:lnTo>
                <a:lnTo>
                  <a:pt x="698500" y="12699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699"/>
                </a:moveTo>
                <a:lnTo>
                  <a:pt x="692150" y="12699"/>
                </a:lnTo>
                <a:lnTo>
                  <a:pt x="685800" y="6349"/>
                </a:lnTo>
                <a:lnTo>
                  <a:pt x="698500" y="6349"/>
                </a:lnTo>
                <a:lnTo>
                  <a:pt x="698500" y="12699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6434" y="952767"/>
            <a:ext cx="38989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6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8549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OCW3</a:t>
            </a:r>
            <a:endParaRPr spc="-20" dirty="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4652" y="5724144"/>
            <a:ext cx="409955" cy="40995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7052" y="138430"/>
            <a:ext cx="52012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698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OCW3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设置和撤销特殊屏蔽方式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1390904" y="1512887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643316" y="874394"/>
            <a:ext cx="2459355" cy="103505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89535">
              <a:lnSpc>
                <a:spcPct val="100000"/>
              </a:lnSpc>
              <a:spcBef>
                <a:spcPts val="1195"/>
              </a:spcBef>
              <a:tabLst>
                <a:tab pos="1003935" algn="l"/>
                <a:tab pos="191833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76200">
              <a:lnSpc>
                <a:spcPct val="100000"/>
              </a:lnSpc>
              <a:spcBef>
                <a:spcPts val="1095"/>
              </a:spcBef>
              <a:tabLst>
                <a:tab pos="672465" algn="l"/>
              </a:tabLst>
            </a:pPr>
            <a:r>
              <a:rPr sz="3600" spc="-75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3600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ESMM</a:t>
            </a:r>
            <a:r>
              <a:rPr sz="2400" spc="24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SMM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25569" y="874394"/>
            <a:ext cx="4163695" cy="1035050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95"/>
              </a:spcBef>
              <a:tabLst>
                <a:tab pos="964565" algn="l"/>
                <a:tab pos="1878330" algn="l"/>
                <a:tab pos="2793365" algn="l"/>
                <a:tab pos="370776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325" baseline="-18000">
              <a:latin typeface="Arial" panose="020B0604020202020204"/>
              <a:cs typeface="Arial" panose="020B0604020202020204"/>
            </a:endParaRPr>
          </a:p>
          <a:p>
            <a:pPr marL="95250">
              <a:lnSpc>
                <a:spcPct val="100000"/>
              </a:lnSpc>
              <a:spcBef>
                <a:spcPts val="1095"/>
              </a:spcBef>
              <a:tabLst>
                <a:tab pos="984250" algn="l"/>
                <a:tab pos="1922780" algn="l"/>
                <a:tab pos="2719705" algn="l"/>
                <a:tab pos="3578225" algn="l"/>
              </a:tabLst>
            </a:pP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75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3600" baseline="-6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RR</a:t>
            </a:r>
            <a:r>
              <a:rPr sz="24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3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RIS</a:t>
            </a:r>
            <a:endParaRPr sz="3600" baseline="3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0304" y="1512887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80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0801" y="844549"/>
            <a:ext cx="38989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6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97268" y="2379598"/>
          <a:ext cx="8126095" cy="3583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0"/>
                <a:gridCol w="1477645"/>
                <a:gridCol w="5038725"/>
              </a:tblGrid>
              <a:tr h="89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800" spc="-2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ESMM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9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8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SMM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800" spc="-4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功能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13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2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X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spc="-4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无效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13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66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9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2800" spc="-3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取消特殊屏蔽方式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13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953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2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28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8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215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spc="-3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设置特殊屏蔽方式</a:t>
                      </a:r>
                      <a:endParaRPr sz="28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133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68566" y="960208"/>
          <a:ext cx="8334375" cy="5154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140"/>
                <a:gridCol w="1305560"/>
                <a:gridCol w="3309620"/>
                <a:gridCol w="3129279"/>
              </a:tblGrid>
              <a:tr h="584835">
                <a:tc>
                  <a:txBody>
                    <a:bodyPr/>
                    <a:lstStyle/>
                    <a:p>
                      <a:pPr marL="1752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5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666115" algn="l"/>
                        </a:tabLst>
                      </a:pPr>
                      <a:r>
                        <a:rPr sz="24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RR</a:t>
                      </a:r>
                      <a:r>
                        <a:rPr sz="2400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25" dirty="0">
                          <a:solidFill>
                            <a:srgbClr val="000099"/>
                          </a:solidFill>
                          <a:latin typeface="Arial" panose="020B0604020202020204"/>
                          <a:cs typeface="Arial" panose="020B0604020202020204"/>
                        </a:rPr>
                        <a:t>RIS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400" spc="-2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功能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2400" spc="-25" dirty="0">
                          <a:solidFill>
                            <a:srgbClr val="000099"/>
                          </a:solidFill>
                          <a:latin typeface="Noto Sans Mono CJK HK"/>
                          <a:cs typeface="Noto Sans Mono CJK HK"/>
                        </a:rPr>
                        <a:t>应用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05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9530" algn="r">
                        <a:lnSpc>
                          <a:spcPct val="100000"/>
                        </a:lnSpc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350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tabLst>
                          <a:tab pos="871855" algn="l"/>
                        </a:tabLst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350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1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读取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IRR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内容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988695" algn="just">
                        <a:lnSpc>
                          <a:spcPts val="2730"/>
                        </a:lnSpc>
                        <a:spcBef>
                          <a:spcPts val="815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r>
                        <a:rPr sz="2400" spc="49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0AH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OUT</a:t>
                      </a:r>
                      <a:r>
                        <a:rPr sz="2400" spc="58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2400" spc="28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035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3950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9530" algn="r">
                        <a:lnSpc>
                          <a:spcPct val="100000"/>
                        </a:lnSpc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47955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tabLst>
                          <a:tab pos="871855" algn="l"/>
                        </a:tabLst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47955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8900">
                        <a:lnSpc>
                          <a:spcPct val="100000"/>
                        </a:lnSpc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读取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ISR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内容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967105" algn="just">
                        <a:lnSpc>
                          <a:spcPts val="2730"/>
                        </a:lnSpc>
                        <a:spcBef>
                          <a:spcPts val="1165"/>
                        </a:spcBef>
                      </a:pP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r>
                        <a:rPr sz="2400" spc="49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spc="-2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0BH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OUT</a:t>
                      </a:r>
                      <a:r>
                        <a:rPr sz="2400" spc="58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2400" spc="28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，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77850">
                <a:tc>
                  <a:txBody>
                    <a:bodyPr/>
                    <a:lstStyle/>
                    <a:p>
                      <a:pPr marR="49530" algn="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0670">
                        <a:lnSpc>
                          <a:spcPct val="100000"/>
                        </a:lnSpc>
                        <a:spcBef>
                          <a:spcPts val="710"/>
                        </a:spcBef>
                        <a:tabLst>
                          <a:tab pos="871855" algn="l"/>
                        </a:tabLst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017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2400" spc="-5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不读取任何寄存器内容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290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R="49530" algn="r">
                        <a:lnSpc>
                          <a:spcPct val="100000"/>
                        </a:lnSpc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652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endParaRPr sz="240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80670">
                        <a:lnSpc>
                          <a:spcPct val="100000"/>
                        </a:lnSpc>
                        <a:tabLst>
                          <a:tab pos="821055" algn="l"/>
                        </a:tabLst>
                      </a:pP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5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*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652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0" marR="774700">
                        <a:lnSpc>
                          <a:spcPct val="120000"/>
                        </a:lnSpc>
                        <a:spcBef>
                          <a:spcPts val="1195"/>
                        </a:spcBef>
                      </a:pP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读取查询字信息</a:t>
                      </a:r>
                      <a:r>
                        <a:rPr sz="2400" spc="-5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Noto Sans Mono CJK HK"/>
                          <a:cs typeface="Noto Sans Mono CJK HK"/>
                        </a:rPr>
                        <a:t>状态字格式见下页</a:t>
                      </a:r>
                      <a:endParaRPr sz="2400">
                        <a:latin typeface="Noto Sans Mono CJK HK"/>
                        <a:cs typeface="Noto Sans Mono CJK HK"/>
                      </a:endParaRPr>
                    </a:p>
                  </a:txBody>
                  <a:tcPr marL="0" marR="0" marT="151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35" marR="949960">
                        <a:lnSpc>
                          <a:spcPts val="2730"/>
                        </a:lnSpc>
                        <a:spcBef>
                          <a:spcPts val="760"/>
                        </a:spcBef>
                        <a:tabLst>
                          <a:tab pos="883285" algn="l"/>
                          <a:tab pos="934085" algn="l"/>
                          <a:tab pos="1509395" algn="l"/>
                          <a:tab pos="1560830" algn="l"/>
                        </a:tabLst>
                      </a:pP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MOV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	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	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0CH OUT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57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spc="-1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20H,</a:t>
                      </a:r>
                      <a:r>
                        <a:rPr sz="2400" spc="-14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 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IN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AL,</a:t>
                      </a:r>
                      <a:r>
                        <a:rPr sz="2400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2400" spc="-25" dirty="0">
                          <a:solidFill>
                            <a:srgbClr val="333399"/>
                          </a:solidFill>
                          <a:latin typeface="Arial" panose="020B0604020202020204"/>
                          <a:cs typeface="Arial" panose="020B0604020202020204"/>
                        </a:rPr>
                        <a:t>20H</a:t>
                      </a:r>
                      <a:endParaRPr sz="24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965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601027" y="151764"/>
            <a:ext cx="10922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OCW3</a:t>
            </a:r>
            <a:endParaRPr sz="28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064067" y="151764"/>
            <a:ext cx="42525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对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内部寄存器的读出</a:t>
            </a:r>
            <a:endParaRPr spc="-35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282" y="165493"/>
            <a:ext cx="28111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76045" algn="l"/>
              </a:tabLst>
            </a:pPr>
            <a:r>
              <a:rPr spc="-20" dirty="0">
                <a:latin typeface="Arial" panose="020B0604020202020204"/>
                <a:cs typeface="Arial" panose="020B0604020202020204"/>
              </a:rPr>
              <a:t>OCW3</a:t>
            </a:r>
            <a:r>
              <a:rPr dirty="0">
                <a:latin typeface="Arial" panose="020B0604020202020204"/>
                <a:cs typeface="Arial" panose="020B0604020202020204"/>
              </a:rPr>
              <a:t>	</a:t>
            </a:r>
            <a:r>
              <a:rPr spc="-35" dirty="0"/>
              <a:t>中断查询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1346200" y="2181224"/>
            <a:ext cx="7327900" cy="474980"/>
          </a:xfrm>
          <a:custGeom>
            <a:avLst/>
            <a:gdLst/>
            <a:ahLst/>
            <a:cxnLst/>
            <a:rect l="l" t="t" r="r" b="b"/>
            <a:pathLst>
              <a:path w="7327900" h="474980">
                <a:moveTo>
                  <a:pt x="7327900" y="0"/>
                </a:moveTo>
                <a:lnTo>
                  <a:pt x="7315200" y="0"/>
                </a:lnTo>
                <a:lnTo>
                  <a:pt x="7315200" y="12700"/>
                </a:lnTo>
                <a:lnTo>
                  <a:pt x="7315200" y="461962"/>
                </a:lnTo>
                <a:lnTo>
                  <a:pt x="6413500" y="461962"/>
                </a:lnTo>
                <a:lnTo>
                  <a:pt x="6413500" y="12700"/>
                </a:lnTo>
                <a:lnTo>
                  <a:pt x="7315200" y="12700"/>
                </a:lnTo>
                <a:lnTo>
                  <a:pt x="7315200" y="0"/>
                </a:lnTo>
                <a:lnTo>
                  <a:pt x="6413500" y="0"/>
                </a:lnTo>
                <a:lnTo>
                  <a:pt x="6400800" y="0"/>
                </a:lnTo>
                <a:lnTo>
                  <a:pt x="6400800" y="12700"/>
                </a:lnTo>
                <a:lnTo>
                  <a:pt x="6400800" y="461962"/>
                </a:lnTo>
                <a:lnTo>
                  <a:pt x="5499100" y="461962"/>
                </a:lnTo>
                <a:lnTo>
                  <a:pt x="5499100" y="12700"/>
                </a:lnTo>
                <a:lnTo>
                  <a:pt x="6400800" y="12700"/>
                </a:lnTo>
                <a:lnTo>
                  <a:pt x="6400800" y="0"/>
                </a:lnTo>
                <a:lnTo>
                  <a:pt x="5499100" y="0"/>
                </a:lnTo>
                <a:lnTo>
                  <a:pt x="5486400" y="0"/>
                </a:lnTo>
                <a:lnTo>
                  <a:pt x="5486400" y="12700"/>
                </a:lnTo>
                <a:lnTo>
                  <a:pt x="5486400" y="461962"/>
                </a:lnTo>
                <a:lnTo>
                  <a:pt x="4584700" y="461962"/>
                </a:lnTo>
                <a:lnTo>
                  <a:pt x="4584700" y="12700"/>
                </a:lnTo>
                <a:lnTo>
                  <a:pt x="5486400" y="12700"/>
                </a:lnTo>
                <a:lnTo>
                  <a:pt x="5486400" y="0"/>
                </a:lnTo>
                <a:lnTo>
                  <a:pt x="4584700" y="0"/>
                </a:lnTo>
                <a:lnTo>
                  <a:pt x="4572000" y="0"/>
                </a:lnTo>
                <a:lnTo>
                  <a:pt x="4572000" y="12700"/>
                </a:lnTo>
                <a:lnTo>
                  <a:pt x="4572000" y="461962"/>
                </a:lnTo>
                <a:lnTo>
                  <a:pt x="3670300" y="461962"/>
                </a:lnTo>
                <a:lnTo>
                  <a:pt x="3670300" y="12700"/>
                </a:lnTo>
                <a:lnTo>
                  <a:pt x="4572000" y="12700"/>
                </a:lnTo>
                <a:lnTo>
                  <a:pt x="4572000" y="0"/>
                </a:lnTo>
                <a:lnTo>
                  <a:pt x="3670300" y="0"/>
                </a:lnTo>
                <a:lnTo>
                  <a:pt x="3657600" y="0"/>
                </a:lnTo>
                <a:lnTo>
                  <a:pt x="3657600" y="12700"/>
                </a:lnTo>
                <a:lnTo>
                  <a:pt x="3657600" y="461962"/>
                </a:lnTo>
                <a:lnTo>
                  <a:pt x="2755900" y="461962"/>
                </a:lnTo>
                <a:lnTo>
                  <a:pt x="2755900" y="12700"/>
                </a:lnTo>
                <a:lnTo>
                  <a:pt x="3657600" y="12700"/>
                </a:lnTo>
                <a:lnTo>
                  <a:pt x="3657600" y="0"/>
                </a:lnTo>
                <a:lnTo>
                  <a:pt x="2755900" y="0"/>
                </a:lnTo>
                <a:lnTo>
                  <a:pt x="2743200" y="0"/>
                </a:lnTo>
                <a:lnTo>
                  <a:pt x="2743200" y="12700"/>
                </a:lnTo>
                <a:lnTo>
                  <a:pt x="2743200" y="461962"/>
                </a:lnTo>
                <a:lnTo>
                  <a:pt x="1841500" y="461962"/>
                </a:lnTo>
                <a:lnTo>
                  <a:pt x="1841500" y="12700"/>
                </a:lnTo>
                <a:lnTo>
                  <a:pt x="2743200" y="12700"/>
                </a:lnTo>
                <a:lnTo>
                  <a:pt x="2743200" y="0"/>
                </a:lnTo>
                <a:lnTo>
                  <a:pt x="1841500" y="0"/>
                </a:lnTo>
                <a:lnTo>
                  <a:pt x="1828800" y="0"/>
                </a:lnTo>
                <a:lnTo>
                  <a:pt x="1828800" y="12700"/>
                </a:lnTo>
                <a:lnTo>
                  <a:pt x="1828800" y="461962"/>
                </a:lnTo>
                <a:lnTo>
                  <a:pt x="927100" y="461962"/>
                </a:lnTo>
                <a:lnTo>
                  <a:pt x="927100" y="12700"/>
                </a:lnTo>
                <a:lnTo>
                  <a:pt x="1828800" y="12700"/>
                </a:lnTo>
                <a:lnTo>
                  <a:pt x="1828800" y="0"/>
                </a:lnTo>
                <a:lnTo>
                  <a:pt x="927100" y="0"/>
                </a:lnTo>
                <a:lnTo>
                  <a:pt x="914400" y="0"/>
                </a:lnTo>
                <a:lnTo>
                  <a:pt x="914400" y="12700"/>
                </a:lnTo>
                <a:lnTo>
                  <a:pt x="914400" y="461962"/>
                </a:lnTo>
                <a:lnTo>
                  <a:pt x="12700" y="461962"/>
                </a:lnTo>
                <a:lnTo>
                  <a:pt x="12700" y="12700"/>
                </a:lnTo>
                <a:lnTo>
                  <a:pt x="914400" y="12700"/>
                </a:lnTo>
                <a:lnTo>
                  <a:pt x="914400" y="0"/>
                </a:lnTo>
                <a:lnTo>
                  <a:pt x="0" y="0"/>
                </a:lnTo>
                <a:lnTo>
                  <a:pt x="0" y="474662"/>
                </a:lnTo>
                <a:lnTo>
                  <a:pt x="914400" y="474662"/>
                </a:lnTo>
                <a:lnTo>
                  <a:pt x="927100" y="474662"/>
                </a:lnTo>
                <a:lnTo>
                  <a:pt x="7327900" y="474662"/>
                </a:lnTo>
                <a:lnTo>
                  <a:pt x="7327900" y="468312"/>
                </a:lnTo>
                <a:lnTo>
                  <a:pt x="7327900" y="461962"/>
                </a:lnTo>
                <a:lnTo>
                  <a:pt x="7327900" y="12700"/>
                </a:lnTo>
                <a:lnTo>
                  <a:pt x="7327900" y="6350"/>
                </a:lnTo>
                <a:lnTo>
                  <a:pt x="7327900" y="0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5600" y="2181225"/>
            <a:ext cx="698500" cy="474980"/>
          </a:xfrm>
          <a:custGeom>
            <a:avLst/>
            <a:gdLst/>
            <a:ahLst/>
            <a:cxnLst/>
            <a:rect l="l" t="t" r="r" b="b"/>
            <a:pathLst>
              <a:path w="698500" h="474980">
                <a:moveTo>
                  <a:pt x="698500" y="474662"/>
                </a:moveTo>
                <a:lnTo>
                  <a:pt x="0" y="474662"/>
                </a:lnTo>
                <a:lnTo>
                  <a:pt x="0" y="0"/>
                </a:lnTo>
                <a:lnTo>
                  <a:pt x="698500" y="0"/>
                </a:lnTo>
                <a:lnTo>
                  <a:pt x="698500" y="6350"/>
                </a:lnTo>
                <a:lnTo>
                  <a:pt x="12700" y="6350"/>
                </a:lnTo>
                <a:lnTo>
                  <a:pt x="6350" y="12700"/>
                </a:lnTo>
                <a:lnTo>
                  <a:pt x="12700" y="12700"/>
                </a:lnTo>
                <a:lnTo>
                  <a:pt x="12700" y="461962"/>
                </a:lnTo>
                <a:lnTo>
                  <a:pt x="6350" y="461962"/>
                </a:lnTo>
                <a:lnTo>
                  <a:pt x="12700" y="468312"/>
                </a:lnTo>
                <a:lnTo>
                  <a:pt x="698500" y="468312"/>
                </a:lnTo>
                <a:lnTo>
                  <a:pt x="698500" y="474662"/>
                </a:lnTo>
                <a:close/>
              </a:path>
              <a:path w="698500" h="474980">
                <a:moveTo>
                  <a:pt x="12700" y="12700"/>
                </a:moveTo>
                <a:lnTo>
                  <a:pt x="6350" y="12700"/>
                </a:lnTo>
                <a:lnTo>
                  <a:pt x="12700" y="6350"/>
                </a:lnTo>
                <a:lnTo>
                  <a:pt x="12700" y="12700"/>
                </a:lnTo>
                <a:close/>
              </a:path>
              <a:path w="698500" h="474980">
                <a:moveTo>
                  <a:pt x="685800" y="12700"/>
                </a:moveTo>
                <a:lnTo>
                  <a:pt x="12700" y="12700"/>
                </a:lnTo>
                <a:lnTo>
                  <a:pt x="12700" y="6350"/>
                </a:lnTo>
                <a:lnTo>
                  <a:pt x="685800" y="6350"/>
                </a:lnTo>
                <a:lnTo>
                  <a:pt x="685800" y="12700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685800" y="6350"/>
                </a:lnTo>
                <a:lnTo>
                  <a:pt x="692150" y="12700"/>
                </a:lnTo>
                <a:lnTo>
                  <a:pt x="698500" y="12700"/>
                </a:lnTo>
                <a:lnTo>
                  <a:pt x="698500" y="461962"/>
                </a:lnTo>
                <a:lnTo>
                  <a:pt x="69215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12700"/>
                </a:moveTo>
                <a:lnTo>
                  <a:pt x="692150" y="12700"/>
                </a:lnTo>
                <a:lnTo>
                  <a:pt x="685800" y="6350"/>
                </a:lnTo>
                <a:lnTo>
                  <a:pt x="698500" y="6350"/>
                </a:lnTo>
                <a:lnTo>
                  <a:pt x="698500" y="12700"/>
                </a:lnTo>
                <a:close/>
              </a:path>
              <a:path w="698500" h="474980">
                <a:moveTo>
                  <a:pt x="12700" y="468312"/>
                </a:moveTo>
                <a:lnTo>
                  <a:pt x="6350" y="461962"/>
                </a:lnTo>
                <a:lnTo>
                  <a:pt x="12700" y="461962"/>
                </a:lnTo>
                <a:lnTo>
                  <a:pt x="12700" y="468312"/>
                </a:lnTo>
                <a:close/>
              </a:path>
              <a:path w="698500" h="474980">
                <a:moveTo>
                  <a:pt x="685800" y="468312"/>
                </a:moveTo>
                <a:lnTo>
                  <a:pt x="12700" y="468312"/>
                </a:lnTo>
                <a:lnTo>
                  <a:pt x="12700" y="461962"/>
                </a:lnTo>
                <a:lnTo>
                  <a:pt x="685800" y="461962"/>
                </a:lnTo>
                <a:lnTo>
                  <a:pt x="685800" y="468312"/>
                </a:lnTo>
                <a:close/>
              </a:path>
              <a:path w="698500" h="474980">
                <a:moveTo>
                  <a:pt x="698500" y="468312"/>
                </a:moveTo>
                <a:lnTo>
                  <a:pt x="685800" y="468312"/>
                </a:lnTo>
                <a:lnTo>
                  <a:pt x="692150" y="461962"/>
                </a:lnTo>
                <a:lnTo>
                  <a:pt x="698500" y="461962"/>
                </a:lnTo>
                <a:lnTo>
                  <a:pt x="698500" y="468312"/>
                </a:lnTo>
                <a:close/>
              </a:path>
            </a:pathLst>
          </a:custGeom>
          <a:solidFill>
            <a:srgbClr val="FF99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26097" y="1512887"/>
            <a:ext cx="389890" cy="1094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5" marR="30480" indent="-69215">
              <a:lnSpc>
                <a:spcPct val="146000"/>
              </a:lnSpc>
              <a:spcBef>
                <a:spcPts val="100"/>
              </a:spcBef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6457492" y="2772905"/>
            <a:ext cx="1831301" cy="1146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477418" y="2985135"/>
            <a:ext cx="1802764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99"/>
                </a:solidFill>
                <a:latin typeface="Noto Serif CJK JP"/>
                <a:cs typeface="Noto Serif CJK JP"/>
              </a:rPr>
              <a:t>中断源编码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5282" y="1090612"/>
            <a:ext cx="2513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中断状态字格式</a:t>
            </a:r>
            <a:endParaRPr sz="2800">
              <a:latin typeface="Noto Sans Mono CJK HK"/>
              <a:cs typeface="Noto Sans Mono CJK H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37664" y="1504949"/>
            <a:ext cx="6868159" cy="11106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4145" marR="55880" indent="-93980">
              <a:lnSpc>
                <a:spcPct val="148000"/>
              </a:lnSpc>
              <a:spcBef>
                <a:spcPts val="95"/>
              </a:spcBef>
              <a:tabLst>
                <a:tab pos="964565" algn="l"/>
                <a:tab pos="1008380" algn="l"/>
                <a:tab pos="1878330" algn="l"/>
                <a:tab pos="1924050" algn="l"/>
                <a:tab pos="2793365" algn="l"/>
                <a:tab pos="2822575" algn="l"/>
                <a:tab pos="3707765" algn="l"/>
                <a:tab pos="4540250" algn="l"/>
                <a:tab pos="4622165" algn="l"/>
                <a:tab pos="5454650" algn="l"/>
                <a:tab pos="5536565" algn="l"/>
                <a:tab pos="6346825" algn="l"/>
                <a:tab pos="6450965" algn="l"/>
              </a:tabLst>
            </a:pP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6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325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24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325" spc="-37" baseline="-18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 </a:t>
            </a:r>
            <a:r>
              <a:rPr sz="2400" spc="-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3600" spc="-75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3600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3600" spc="-75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3600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	</a:t>
            </a:r>
            <a:r>
              <a:rPr sz="3600" spc="-75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3600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960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600" spc="-52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X</a:t>
            </a:r>
            <a:r>
              <a:rPr sz="3600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W2</a:t>
            </a:r>
            <a:r>
              <a:rPr sz="3600" baseline="1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W1</a:t>
            </a:r>
            <a:r>
              <a:rPr sz="3600" baseline="7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600" spc="-37" baseline="1000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W0</a:t>
            </a:r>
            <a:endParaRPr sz="3600" baseline="1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74013" y="3237699"/>
            <a:ext cx="3712210" cy="1397000"/>
          </a:xfrm>
          <a:custGeom>
            <a:avLst/>
            <a:gdLst/>
            <a:ahLst/>
            <a:cxnLst/>
            <a:rect l="l" t="t" r="r" b="b"/>
            <a:pathLst>
              <a:path w="3712210" h="1397000">
                <a:moveTo>
                  <a:pt x="3551783" y="12700"/>
                </a:moveTo>
                <a:lnTo>
                  <a:pt x="159829" y="12700"/>
                </a:lnTo>
                <a:lnTo>
                  <a:pt x="170535" y="0"/>
                </a:lnTo>
                <a:lnTo>
                  <a:pt x="3541077" y="0"/>
                </a:lnTo>
                <a:lnTo>
                  <a:pt x="3551783" y="12700"/>
                </a:lnTo>
                <a:close/>
              </a:path>
              <a:path w="3712210" h="1397000">
                <a:moveTo>
                  <a:pt x="3584130" y="25400"/>
                </a:moveTo>
                <a:lnTo>
                  <a:pt x="127482" y="25400"/>
                </a:lnTo>
                <a:lnTo>
                  <a:pt x="137985" y="12700"/>
                </a:lnTo>
                <a:lnTo>
                  <a:pt x="3573627" y="12700"/>
                </a:lnTo>
                <a:lnTo>
                  <a:pt x="3584130" y="25400"/>
                </a:lnTo>
                <a:close/>
              </a:path>
              <a:path w="3712210" h="1397000">
                <a:moveTo>
                  <a:pt x="167970" y="38100"/>
                </a:moveTo>
                <a:lnTo>
                  <a:pt x="107416" y="38100"/>
                </a:lnTo>
                <a:lnTo>
                  <a:pt x="116763" y="25400"/>
                </a:lnTo>
                <a:lnTo>
                  <a:pt x="178676" y="25400"/>
                </a:lnTo>
                <a:lnTo>
                  <a:pt x="167970" y="38100"/>
                </a:lnTo>
                <a:close/>
              </a:path>
              <a:path w="3712210" h="1397000">
                <a:moveTo>
                  <a:pt x="3604196" y="38100"/>
                </a:moveTo>
                <a:lnTo>
                  <a:pt x="3543642" y="38100"/>
                </a:lnTo>
                <a:lnTo>
                  <a:pt x="3532936" y="25400"/>
                </a:lnTo>
                <a:lnTo>
                  <a:pt x="3594849" y="25400"/>
                </a:lnTo>
                <a:lnTo>
                  <a:pt x="3604196" y="38100"/>
                </a:lnTo>
                <a:close/>
              </a:path>
              <a:path w="3712210" h="1397000">
                <a:moveTo>
                  <a:pt x="139065" y="50800"/>
                </a:moveTo>
                <a:lnTo>
                  <a:pt x="88201" y="50800"/>
                </a:lnTo>
                <a:lnTo>
                  <a:pt x="97866" y="38100"/>
                </a:lnTo>
                <a:lnTo>
                  <a:pt x="149009" y="38100"/>
                </a:lnTo>
                <a:lnTo>
                  <a:pt x="139065" y="50800"/>
                </a:lnTo>
                <a:close/>
              </a:path>
              <a:path w="3712210" h="1397000">
                <a:moveTo>
                  <a:pt x="3623411" y="50800"/>
                </a:moveTo>
                <a:lnTo>
                  <a:pt x="3572548" y="50800"/>
                </a:lnTo>
                <a:lnTo>
                  <a:pt x="3562604" y="38100"/>
                </a:lnTo>
                <a:lnTo>
                  <a:pt x="3613746" y="38100"/>
                </a:lnTo>
                <a:lnTo>
                  <a:pt x="3623411" y="50800"/>
                </a:lnTo>
                <a:close/>
              </a:path>
              <a:path w="3712210" h="1397000">
                <a:moveTo>
                  <a:pt x="96469" y="76200"/>
                </a:moveTo>
                <a:lnTo>
                  <a:pt x="62915" y="76200"/>
                </a:lnTo>
                <a:lnTo>
                  <a:pt x="70954" y="63500"/>
                </a:lnTo>
                <a:lnTo>
                  <a:pt x="79387" y="50800"/>
                </a:lnTo>
                <a:lnTo>
                  <a:pt x="121627" y="50800"/>
                </a:lnTo>
                <a:lnTo>
                  <a:pt x="112585" y="63500"/>
                </a:lnTo>
                <a:lnTo>
                  <a:pt x="104838" y="63500"/>
                </a:lnTo>
                <a:lnTo>
                  <a:pt x="96469" y="76200"/>
                </a:lnTo>
                <a:close/>
              </a:path>
              <a:path w="3712210" h="1397000">
                <a:moveTo>
                  <a:pt x="3648697" y="76200"/>
                </a:moveTo>
                <a:lnTo>
                  <a:pt x="3615143" y="76200"/>
                </a:lnTo>
                <a:lnTo>
                  <a:pt x="3606774" y="63500"/>
                </a:lnTo>
                <a:lnTo>
                  <a:pt x="3599027" y="63500"/>
                </a:lnTo>
                <a:lnTo>
                  <a:pt x="3589985" y="50800"/>
                </a:lnTo>
                <a:lnTo>
                  <a:pt x="3631780" y="50800"/>
                </a:lnTo>
                <a:lnTo>
                  <a:pt x="3640658" y="63500"/>
                </a:lnTo>
                <a:lnTo>
                  <a:pt x="3648697" y="76200"/>
                </a:lnTo>
                <a:close/>
              </a:path>
              <a:path w="3712210" h="1397000">
                <a:moveTo>
                  <a:pt x="88912" y="88900"/>
                </a:moveTo>
                <a:lnTo>
                  <a:pt x="48437" y="88900"/>
                </a:lnTo>
                <a:lnTo>
                  <a:pt x="55664" y="76200"/>
                </a:lnTo>
                <a:lnTo>
                  <a:pt x="96913" y="76200"/>
                </a:lnTo>
                <a:lnTo>
                  <a:pt x="88912" y="88900"/>
                </a:lnTo>
                <a:close/>
              </a:path>
              <a:path w="3712210" h="1397000">
                <a:moveTo>
                  <a:pt x="3676307" y="114300"/>
                </a:moveTo>
                <a:lnTo>
                  <a:pt x="3649268" y="114300"/>
                </a:lnTo>
                <a:lnTo>
                  <a:pt x="3642842" y="101600"/>
                </a:lnTo>
                <a:lnTo>
                  <a:pt x="3636746" y="101600"/>
                </a:lnTo>
                <a:lnTo>
                  <a:pt x="3629494" y="88900"/>
                </a:lnTo>
                <a:lnTo>
                  <a:pt x="3622700" y="88900"/>
                </a:lnTo>
                <a:lnTo>
                  <a:pt x="3614699" y="76200"/>
                </a:lnTo>
                <a:lnTo>
                  <a:pt x="3655949" y="76200"/>
                </a:lnTo>
                <a:lnTo>
                  <a:pt x="3663175" y="88900"/>
                </a:lnTo>
                <a:lnTo>
                  <a:pt x="3670312" y="101600"/>
                </a:lnTo>
                <a:lnTo>
                  <a:pt x="3676307" y="114300"/>
                </a:lnTo>
                <a:close/>
              </a:path>
              <a:path w="3712210" h="1397000">
                <a:moveTo>
                  <a:pt x="62344" y="114300"/>
                </a:moveTo>
                <a:lnTo>
                  <a:pt x="35306" y="114300"/>
                </a:lnTo>
                <a:lnTo>
                  <a:pt x="41300" y="101600"/>
                </a:lnTo>
                <a:lnTo>
                  <a:pt x="48069" y="88900"/>
                </a:lnTo>
                <a:lnTo>
                  <a:pt x="82118" y="88900"/>
                </a:lnTo>
                <a:lnTo>
                  <a:pt x="74866" y="101600"/>
                </a:lnTo>
                <a:lnTo>
                  <a:pt x="68770" y="101600"/>
                </a:lnTo>
                <a:lnTo>
                  <a:pt x="62344" y="114300"/>
                </a:lnTo>
                <a:close/>
              </a:path>
              <a:path w="3712210" h="1397000">
                <a:moveTo>
                  <a:pt x="56692" y="127000"/>
                </a:moveTo>
                <a:lnTo>
                  <a:pt x="29438" y="127000"/>
                </a:lnTo>
                <a:lnTo>
                  <a:pt x="34988" y="114300"/>
                </a:lnTo>
                <a:lnTo>
                  <a:pt x="62687" y="114300"/>
                </a:lnTo>
                <a:lnTo>
                  <a:pt x="56692" y="127000"/>
                </a:lnTo>
                <a:close/>
              </a:path>
              <a:path w="3712210" h="1397000">
                <a:moveTo>
                  <a:pt x="3682174" y="127000"/>
                </a:moveTo>
                <a:lnTo>
                  <a:pt x="3654920" y="127000"/>
                </a:lnTo>
                <a:lnTo>
                  <a:pt x="3648925" y="114300"/>
                </a:lnTo>
                <a:lnTo>
                  <a:pt x="3676624" y="114300"/>
                </a:lnTo>
                <a:lnTo>
                  <a:pt x="3682174" y="127000"/>
                </a:lnTo>
                <a:close/>
              </a:path>
              <a:path w="3712210" h="1397000">
                <a:moveTo>
                  <a:pt x="46659" y="139700"/>
                </a:moveTo>
                <a:lnTo>
                  <a:pt x="19164" y="139700"/>
                </a:lnTo>
                <a:lnTo>
                  <a:pt x="24053" y="127000"/>
                </a:lnTo>
                <a:lnTo>
                  <a:pt x="51752" y="127000"/>
                </a:lnTo>
                <a:lnTo>
                  <a:pt x="46659" y="139700"/>
                </a:lnTo>
                <a:close/>
              </a:path>
              <a:path w="3712210" h="1397000">
                <a:moveTo>
                  <a:pt x="3692448" y="139700"/>
                </a:moveTo>
                <a:lnTo>
                  <a:pt x="3664953" y="139700"/>
                </a:lnTo>
                <a:lnTo>
                  <a:pt x="3659860" y="127000"/>
                </a:lnTo>
                <a:lnTo>
                  <a:pt x="3687559" y="127000"/>
                </a:lnTo>
                <a:lnTo>
                  <a:pt x="3692448" y="139700"/>
                </a:lnTo>
                <a:close/>
              </a:path>
              <a:path w="3712210" h="1397000">
                <a:moveTo>
                  <a:pt x="42316" y="152400"/>
                </a:moveTo>
                <a:lnTo>
                  <a:pt x="14795" y="152400"/>
                </a:lnTo>
                <a:lnTo>
                  <a:pt x="18922" y="139700"/>
                </a:lnTo>
                <a:lnTo>
                  <a:pt x="46926" y="139700"/>
                </a:lnTo>
                <a:lnTo>
                  <a:pt x="42316" y="152400"/>
                </a:lnTo>
                <a:close/>
              </a:path>
              <a:path w="3712210" h="1397000">
                <a:moveTo>
                  <a:pt x="3703954" y="177800"/>
                </a:moveTo>
                <a:lnTo>
                  <a:pt x="3676599" y="177800"/>
                </a:lnTo>
                <a:lnTo>
                  <a:pt x="3672967" y="165100"/>
                </a:lnTo>
                <a:lnTo>
                  <a:pt x="3673182" y="165100"/>
                </a:lnTo>
                <a:lnTo>
                  <a:pt x="3669055" y="152400"/>
                </a:lnTo>
                <a:lnTo>
                  <a:pt x="3669296" y="152400"/>
                </a:lnTo>
                <a:lnTo>
                  <a:pt x="3664686" y="139700"/>
                </a:lnTo>
                <a:lnTo>
                  <a:pt x="3692690" y="139700"/>
                </a:lnTo>
                <a:lnTo>
                  <a:pt x="3696817" y="152400"/>
                </a:lnTo>
                <a:lnTo>
                  <a:pt x="3700843" y="165100"/>
                </a:lnTo>
                <a:lnTo>
                  <a:pt x="3703954" y="177800"/>
                </a:lnTo>
                <a:close/>
              </a:path>
              <a:path w="3712210" h="1397000">
                <a:moveTo>
                  <a:pt x="35013" y="177800"/>
                </a:moveTo>
                <a:lnTo>
                  <a:pt x="7658" y="177800"/>
                </a:lnTo>
                <a:lnTo>
                  <a:pt x="10769" y="165100"/>
                </a:lnTo>
                <a:lnTo>
                  <a:pt x="14579" y="152400"/>
                </a:lnTo>
                <a:lnTo>
                  <a:pt x="42557" y="152400"/>
                </a:lnTo>
                <a:lnTo>
                  <a:pt x="38430" y="165100"/>
                </a:lnTo>
                <a:lnTo>
                  <a:pt x="38646" y="165100"/>
                </a:lnTo>
                <a:lnTo>
                  <a:pt x="35013" y="177800"/>
                </a:lnTo>
                <a:close/>
              </a:path>
              <a:path w="3712210" h="1397000">
                <a:moveTo>
                  <a:pt x="30860" y="190500"/>
                </a:moveTo>
                <a:lnTo>
                  <a:pt x="4902" y="190500"/>
                </a:lnTo>
                <a:lnTo>
                  <a:pt x="6184" y="177800"/>
                </a:lnTo>
                <a:lnTo>
                  <a:pt x="32219" y="177800"/>
                </a:lnTo>
                <a:lnTo>
                  <a:pt x="30860" y="190500"/>
                </a:lnTo>
                <a:close/>
              </a:path>
              <a:path w="3712210" h="1397000">
                <a:moveTo>
                  <a:pt x="3706787" y="190500"/>
                </a:moveTo>
                <a:lnTo>
                  <a:pt x="3680752" y="190500"/>
                </a:lnTo>
                <a:lnTo>
                  <a:pt x="3679393" y="177800"/>
                </a:lnTo>
                <a:lnTo>
                  <a:pt x="3705491" y="177800"/>
                </a:lnTo>
                <a:lnTo>
                  <a:pt x="3706787" y="190500"/>
                </a:lnTo>
                <a:close/>
              </a:path>
              <a:path w="3712210" h="1397000">
                <a:moveTo>
                  <a:pt x="28701" y="203200"/>
                </a:moveTo>
                <a:lnTo>
                  <a:pt x="2743" y="203200"/>
                </a:lnTo>
                <a:lnTo>
                  <a:pt x="3746" y="190500"/>
                </a:lnTo>
                <a:lnTo>
                  <a:pt x="29781" y="190500"/>
                </a:lnTo>
                <a:lnTo>
                  <a:pt x="28701" y="203200"/>
                </a:lnTo>
                <a:close/>
              </a:path>
              <a:path w="3712210" h="1397000">
                <a:moveTo>
                  <a:pt x="3708869" y="203200"/>
                </a:moveTo>
                <a:lnTo>
                  <a:pt x="3682923" y="203200"/>
                </a:lnTo>
                <a:lnTo>
                  <a:pt x="3681831" y="190500"/>
                </a:lnTo>
                <a:lnTo>
                  <a:pt x="3707917" y="190500"/>
                </a:lnTo>
                <a:lnTo>
                  <a:pt x="3708869" y="203200"/>
                </a:lnTo>
                <a:close/>
              </a:path>
              <a:path w="3712210" h="1397000">
                <a:moveTo>
                  <a:pt x="26428" y="215900"/>
                </a:moveTo>
                <a:lnTo>
                  <a:pt x="1193" y="215900"/>
                </a:lnTo>
                <a:lnTo>
                  <a:pt x="1892" y="203200"/>
                </a:lnTo>
                <a:lnTo>
                  <a:pt x="27089" y="203200"/>
                </a:lnTo>
                <a:lnTo>
                  <a:pt x="26428" y="215900"/>
                </a:lnTo>
                <a:close/>
              </a:path>
              <a:path w="3712210" h="1397000">
                <a:moveTo>
                  <a:pt x="3710457" y="215900"/>
                </a:moveTo>
                <a:lnTo>
                  <a:pt x="3685184" y="215900"/>
                </a:lnTo>
                <a:lnTo>
                  <a:pt x="3684524" y="203200"/>
                </a:lnTo>
                <a:lnTo>
                  <a:pt x="3709758" y="203200"/>
                </a:lnTo>
                <a:lnTo>
                  <a:pt x="3710457" y="215900"/>
                </a:lnTo>
                <a:close/>
              </a:path>
              <a:path w="3712210" h="1397000">
                <a:moveTo>
                  <a:pt x="25590" y="228600"/>
                </a:moveTo>
                <a:lnTo>
                  <a:pt x="241" y="228600"/>
                </a:lnTo>
                <a:lnTo>
                  <a:pt x="647" y="215900"/>
                </a:lnTo>
                <a:lnTo>
                  <a:pt x="25971" y="215900"/>
                </a:lnTo>
                <a:lnTo>
                  <a:pt x="25590" y="228600"/>
                </a:lnTo>
                <a:close/>
              </a:path>
              <a:path w="3712210" h="1397000">
                <a:moveTo>
                  <a:pt x="3711384" y="228600"/>
                </a:moveTo>
                <a:lnTo>
                  <a:pt x="3686022" y="228600"/>
                </a:lnTo>
                <a:lnTo>
                  <a:pt x="3685641" y="215900"/>
                </a:lnTo>
                <a:lnTo>
                  <a:pt x="3710990" y="215900"/>
                </a:lnTo>
                <a:lnTo>
                  <a:pt x="3711384" y="228600"/>
                </a:lnTo>
                <a:close/>
              </a:path>
              <a:path w="3712210" h="1397000">
                <a:moveTo>
                  <a:pt x="25400" y="1168400"/>
                </a:moveTo>
                <a:lnTo>
                  <a:pt x="0" y="1168400"/>
                </a:lnTo>
                <a:lnTo>
                  <a:pt x="0" y="228600"/>
                </a:lnTo>
                <a:lnTo>
                  <a:pt x="25400" y="228600"/>
                </a:lnTo>
                <a:lnTo>
                  <a:pt x="25400" y="1168400"/>
                </a:lnTo>
                <a:close/>
              </a:path>
              <a:path w="3712210" h="1397000">
                <a:moveTo>
                  <a:pt x="3711613" y="1168400"/>
                </a:moveTo>
                <a:lnTo>
                  <a:pt x="3686213" y="1168400"/>
                </a:lnTo>
                <a:lnTo>
                  <a:pt x="3686213" y="228600"/>
                </a:lnTo>
                <a:lnTo>
                  <a:pt x="3711613" y="228600"/>
                </a:lnTo>
                <a:lnTo>
                  <a:pt x="3711613" y="1168400"/>
                </a:lnTo>
                <a:close/>
              </a:path>
              <a:path w="3712210" h="1397000">
                <a:moveTo>
                  <a:pt x="25971" y="1181100"/>
                </a:moveTo>
                <a:lnTo>
                  <a:pt x="622" y="1181100"/>
                </a:lnTo>
                <a:lnTo>
                  <a:pt x="228" y="1168400"/>
                </a:lnTo>
                <a:lnTo>
                  <a:pt x="25590" y="1168400"/>
                </a:lnTo>
                <a:lnTo>
                  <a:pt x="25971" y="1181100"/>
                </a:lnTo>
                <a:close/>
              </a:path>
              <a:path w="3712210" h="1397000">
                <a:moveTo>
                  <a:pt x="3710965" y="1181100"/>
                </a:moveTo>
                <a:lnTo>
                  <a:pt x="3685641" y="1181100"/>
                </a:lnTo>
                <a:lnTo>
                  <a:pt x="3686022" y="1168400"/>
                </a:lnTo>
                <a:lnTo>
                  <a:pt x="3711371" y="1168400"/>
                </a:lnTo>
                <a:lnTo>
                  <a:pt x="3710965" y="1181100"/>
                </a:lnTo>
                <a:close/>
              </a:path>
              <a:path w="3712210" h="1397000">
                <a:moveTo>
                  <a:pt x="27851" y="1193800"/>
                </a:moveTo>
                <a:lnTo>
                  <a:pt x="1854" y="1193800"/>
                </a:lnTo>
                <a:lnTo>
                  <a:pt x="1155" y="1181100"/>
                </a:lnTo>
                <a:lnTo>
                  <a:pt x="27050" y="1181100"/>
                </a:lnTo>
                <a:lnTo>
                  <a:pt x="27851" y="1193800"/>
                </a:lnTo>
                <a:close/>
              </a:path>
              <a:path w="3712210" h="1397000">
                <a:moveTo>
                  <a:pt x="3709720" y="1193800"/>
                </a:moveTo>
                <a:lnTo>
                  <a:pt x="3683761" y="1193800"/>
                </a:lnTo>
                <a:lnTo>
                  <a:pt x="3684562" y="1181100"/>
                </a:lnTo>
                <a:lnTo>
                  <a:pt x="3710419" y="1181100"/>
                </a:lnTo>
                <a:lnTo>
                  <a:pt x="3709720" y="1193800"/>
                </a:lnTo>
                <a:close/>
              </a:path>
              <a:path w="3712210" h="1397000">
                <a:moveTo>
                  <a:pt x="29781" y="1206500"/>
                </a:moveTo>
                <a:lnTo>
                  <a:pt x="3695" y="1206500"/>
                </a:lnTo>
                <a:lnTo>
                  <a:pt x="2743" y="1193800"/>
                </a:lnTo>
                <a:lnTo>
                  <a:pt x="28701" y="1193800"/>
                </a:lnTo>
                <a:lnTo>
                  <a:pt x="29781" y="1206500"/>
                </a:lnTo>
                <a:close/>
              </a:path>
              <a:path w="3712210" h="1397000">
                <a:moveTo>
                  <a:pt x="3707866" y="1206500"/>
                </a:moveTo>
                <a:lnTo>
                  <a:pt x="3681831" y="1206500"/>
                </a:lnTo>
                <a:lnTo>
                  <a:pt x="3682923" y="1193800"/>
                </a:lnTo>
                <a:lnTo>
                  <a:pt x="3708869" y="1193800"/>
                </a:lnTo>
                <a:lnTo>
                  <a:pt x="3707866" y="1206500"/>
                </a:lnTo>
                <a:close/>
              </a:path>
              <a:path w="3712210" h="1397000">
                <a:moveTo>
                  <a:pt x="32219" y="1219200"/>
                </a:moveTo>
                <a:lnTo>
                  <a:pt x="6184" y="1219200"/>
                </a:lnTo>
                <a:lnTo>
                  <a:pt x="4838" y="1206500"/>
                </a:lnTo>
                <a:lnTo>
                  <a:pt x="30860" y="1206500"/>
                </a:lnTo>
                <a:lnTo>
                  <a:pt x="32219" y="1219200"/>
                </a:lnTo>
                <a:close/>
              </a:path>
              <a:path w="3712210" h="1397000">
                <a:moveTo>
                  <a:pt x="3705428" y="1219200"/>
                </a:moveTo>
                <a:lnTo>
                  <a:pt x="3679393" y="1219200"/>
                </a:lnTo>
                <a:lnTo>
                  <a:pt x="3680752" y="1206500"/>
                </a:lnTo>
                <a:lnTo>
                  <a:pt x="3706723" y="1206500"/>
                </a:lnTo>
                <a:lnTo>
                  <a:pt x="3705428" y="1219200"/>
                </a:lnTo>
                <a:close/>
              </a:path>
              <a:path w="3712210" h="1397000">
                <a:moveTo>
                  <a:pt x="38646" y="1231900"/>
                </a:moveTo>
                <a:lnTo>
                  <a:pt x="10769" y="1231900"/>
                </a:lnTo>
                <a:lnTo>
                  <a:pt x="7658" y="1219200"/>
                </a:lnTo>
                <a:lnTo>
                  <a:pt x="35013" y="1219200"/>
                </a:lnTo>
                <a:lnTo>
                  <a:pt x="38646" y="1231900"/>
                </a:lnTo>
                <a:close/>
              </a:path>
              <a:path w="3712210" h="1397000">
                <a:moveTo>
                  <a:pt x="3700843" y="1231900"/>
                </a:moveTo>
                <a:lnTo>
                  <a:pt x="3672967" y="1231900"/>
                </a:lnTo>
                <a:lnTo>
                  <a:pt x="3676599" y="1219200"/>
                </a:lnTo>
                <a:lnTo>
                  <a:pt x="3703954" y="1219200"/>
                </a:lnTo>
                <a:lnTo>
                  <a:pt x="3700843" y="1231900"/>
                </a:lnTo>
                <a:close/>
              </a:path>
              <a:path w="3712210" h="1397000">
                <a:moveTo>
                  <a:pt x="46926" y="1257300"/>
                </a:moveTo>
                <a:lnTo>
                  <a:pt x="18922" y="1257300"/>
                </a:lnTo>
                <a:lnTo>
                  <a:pt x="14579" y="1244600"/>
                </a:lnTo>
                <a:lnTo>
                  <a:pt x="10960" y="1231900"/>
                </a:lnTo>
                <a:lnTo>
                  <a:pt x="38430" y="1231900"/>
                </a:lnTo>
                <a:lnTo>
                  <a:pt x="42557" y="1244600"/>
                </a:lnTo>
                <a:lnTo>
                  <a:pt x="42316" y="1244600"/>
                </a:lnTo>
                <a:lnTo>
                  <a:pt x="46926" y="1257300"/>
                </a:lnTo>
                <a:close/>
              </a:path>
              <a:path w="3712210" h="1397000">
                <a:moveTo>
                  <a:pt x="3692690" y="1257300"/>
                </a:moveTo>
                <a:lnTo>
                  <a:pt x="3664686" y="1257300"/>
                </a:lnTo>
                <a:lnTo>
                  <a:pt x="3669296" y="1244600"/>
                </a:lnTo>
                <a:lnTo>
                  <a:pt x="3669055" y="1244600"/>
                </a:lnTo>
                <a:lnTo>
                  <a:pt x="3673182" y="1231900"/>
                </a:lnTo>
                <a:lnTo>
                  <a:pt x="3700653" y="1231900"/>
                </a:lnTo>
                <a:lnTo>
                  <a:pt x="3697033" y="1244600"/>
                </a:lnTo>
                <a:lnTo>
                  <a:pt x="3692690" y="1257300"/>
                </a:lnTo>
                <a:close/>
              </a:path>
              <a:path w="3712210" h="1397000">
                <a:moveTo>
                  <a:pt x="57010" y="1270000"/>
                </a:moveTo>
                <a:lnTo>
                  <a:pt x="24053" y="1270000"/>
                </a:lnTo>
                <a:lnTo>
                  <a:pt x="19164" y="1257300"/>
                </a:lnTo>
                <a:lnTo>
                  <a:pt x="51460" y="1257300"/>
                </a:lnTo>
                <a:lnTo>
                  <a:pt x="57010" y="1270000"/>
                </a:lnTo>
                <a:close/>
              </a:path>
              <a:path w="3712210" h="1397000">
                <a:moveTo>
                  <a:pt x="3687559" y="1270000"/>
                </a:moveTo>
                <a:lnTo>
                  <a:pt x="3654602" y="1270000"/>
                </a:lnTo>
                <a:lnTo>
                  <a:pt x="3660152" y="1257300"/>
                </a:lnTo>
                <a:lnTo>
                  <a:pt x="3692448" y="1257300"/>
                </a:lnTo>
                <a:lnTo>
                  <a:pt x="3687559" y="1270000"/>
                </a:lnTo>
                <a:close/>
              </a:path>
              <a:path w="3712210" h="1397000">
                <a:moveTo>
                  <a:pt x="68770" y="1295400"/>
                </a:moveTo>
                <a:lnTo>
                  <a:pt x="41300" y="1295400"/>
                </a:lnTo>
                <a:lnTo>
                  <a:pt x="35306" y="1282700"/>
                </a:lnTo>
                <a:lnTo>
                  <a:pt x="29146" y="1270000"/>
                </a:lnTo>
                <a:lnTo>
                  <a:pt x="56692" y="1270000"/>
                </a:lnTo>
                <a:lnTo>
                  <a:pt x="62687" y="1282700"/>
                </a:lnTo>
                <a:lnTo>
                  <a:pt x="62344" y="1282700"/>
                </a:lnTo>
                <a:lnTo>
                  <a:pt x="68770" y="1295400"/>
                </a:lnTo>
                <a:close/>
              </a:path>
              <a:path w="3712210" h="1397000">
                <a:moveTo>
                  <a:pt x="3670312" y="1295400"/>
                </a:moveTo>
                <a:lnTo>
                  <a:pt x="3642842" y="1295400"/>
                </a:lnTo>
                <a:lnTo>
                  <a:pt x="3649268" y="1282700"/>
                </a:lnTo>
                <a:lnTo>
                  <a:pt x="3648925" y="1282700"/>
                </a:lnTo>
                <a:lnTo>
                  <a:pt x="3654920" y="1270000"/>
                </a:lnTo>
                <a:lnTo>
                  <a:pt x="3682466" y="1270000"/>
                </a:lnTo>
                <a:lnTo>
                  <a:pt x="3676307" y="1282700"/>
                </a:lnTo>
                <a:lnTo>
                  <a:pt x="3670312" y="1295400"/>
                </a:lnTo>
                <a:close/>
              </a:path>
              <a:path w="3712210" h="1397000">
                <a:moveTo>
                  <a:pt x="82118" y="1308100"/>
                </a:moveTo>
                <a:lnTo>
                  <a:pt x="48069" y="1308100"/>
                </a:lnTo>
                <a:lnTo>
                  <a:pt x="41643" y="1295400"/>
                </a:lnTo>
                <a:lnTo>
                  <a:pt x="74866" y="1295400"/>
                </a:lnTo>
                <a:lnTo>
                  <a:pt x="82118" y="1308100"/>
                </a:lnTo>
                <a:close/>
              </a:path>
              <a:path w="3712210" h="1397000">
                <a:moveTo>
                  <a:pt x="3663543" y="1308100"/>
                </a:moveTo>
                <a:lnTo>
                  <a:pt x="3629494" y="1308100"/>
                </a:lnTo>
                <a:lnTo>
                  <a:pt x="3636746" y="1295400"/>
                </a:lnTo>
                <a:lnTo>
                  <a:pt x="3669969" y="1295400"/>
                </a:lnTo>
                <a:lnTo>
                  <a:pt x="3663543" y="1308100"/>
                </a:lnTo>
                <a:close/>
              </a:path>
              <a:path w="3712210" h="1397000">
                <a:moveTo>
                  <a:pt x="104838" y="1333500"/>
                </a:moveTo>
                <a:lnTo>
                  <a:pt x="70954" y="1333500"/>
                </a:lnTo>
                <a:lnTo>
                  <a:pt x="62915" y="1320800"/>
                </a:lnTo>
                <a:lnTo>
                  <a:pt x="55664" y="1308100"/>
                </a:lnTo>
                <a:lnTo>
                  <a:pt x="88912" y="1308100"/>
                </a:lnTo>
                <a:lnTo>
                  <a:pt x="96913" y="1320800"/>
                </a:lnTo>
                <a:lnTo>
                  <a:pt x="96469" y="1320800"/>
                </a:lnTo>
                <a:lnTo>
                  <a:pt x="104838" y="1333500"/>
                </a:lnTo>
                <a:close/>
              </a:path>
              <a:path w="3712210" h="1397000">
                <a:moveTo>
                  <a:pt x="3640658" y="1333500"/>
                </a:moveTo>
                <a:lnTo>
                  <a:pt x="3606774" y="1333500"/>
                </a:lnTo>
                <a:lnTo>
                  <a:pt x="3615143" y="1320800"/>
                </a:lnTo>
                <a:lnTo>
                  <a:pt x="3614699" y="1320800"/>
                </a:lnTo>
                <a:lnTo>
                  <a:pt x="3622700" y="1308100"/>
                </a:lnTo>
                <a:lnTo>
                  <a:pt x="3655949" y="1308100"/>
                </a:lnTo>
                <a:lnTo>
                  <a:pt x="3648697" y="1320800"/>
                </a:lnTo>
                <a:lnTo>
                  <a:pt x="3640658" y="1333500"/>
                </a:lnTo>
                <a:close/>
              </a:path>
              <a:path w="3712210" h="1397000">
                <a:moveTo>
                  <a:pt x="113080" y="1333500"/>
                </a:moveTo>
                <a:lnTo>
                  <a:pt x="104838" y="1333500"/>
                </a:lnTo>
                <a:lnTo>
                  <a:pt x="104368" y="1320800"/>
                </a:lnTo>
                <a:lnTo>
                  <a:pt x="113080" y="1333500"/>
                </a:lnTo>
                <a:close/>
              </a:path>
              <a:path w="3712210" h="1397000">
                <a:moveTo>
                  <a:pt x="3606774" y="1333500"/>
                </a:moveTo>
                <a:lnTo>
                  <a:pt x="3598532" y="1333500"/>
                </a:lnTo>
                <a:lnTo>
                  <a:pt x="3607244" y="1320800"/>
                </a:lnTo>
                <a:lnTo>
                  <a:pt x="3606774" y="1333500"/>
                </a:lnTo>
                <a:close/>
              </a:path>
              <a:path w="3712210" h="1397000">
                <a:moveTo>
                  <a:pt x="149009" y="1358900"/>
                </a:moveTo>
                <a:lnTo>
                  <a:pt x="97866" y="1358900"/>
                </a:lnTo>
                <a:lnTo>
                  <a:pt x="88201" y="1346200"/>
                </a:lnTo>
                <a:lnTo>
                  <a:pt x="79387" y="1333500"/>
                </a:lnTo>
                <a:lnTo>
                  <a:pt x="112585" y="1333500"/>
                </a:lnTo>
                <a:lnTo>
                  <a:pt x="121627" y="1346200"/>
                </a:lnTo>
                <a:lnTo>
                  <a:pt x="139065" y="1346200"/>
                </a:lnTo>
                <a:lnTo>
                  <a:pt x="149009" y="1358900"/>
                </a:lnTo>
                <a:close/>
              </a:path>
              <a:path w="3712210" h="1397000">
                <a:moveTo>
                  <a:pt x="130479" y="1346200"/>
                </a:moveTo>
                <a:lnTo>
                  <a:pt x="121627" y="1346200"/>
                </a:lnTo>
                <a:lnTo>
                  <a:pt x="121119" y="1333500"/>
                </a:lnTo>
                <a:lnTo>
                  <a:pt x="130479" y="1346200"/>
                </a:lnTo>
                <a:close/>
              </a:path>
              <a:path w="3712210" h="1397000">
                <a:moveTo>
                  <a:pt x="3589985" y="1346200"/>
                </a:moveTo>
                <a:lnTo>
                  <a:pt x="3581133" y="1346200"/>
                </a:lnTo>
                <a:lnTo>
                  <a:pt x="3590493" y="1333500"/>
                </a:lnTo>
                <a:lnTo>
                  <a:pt x="3589985" y="1346200"/>
                </a:lnTo>
                <a:close/>
              </a:path>
              <a:path w="3712210" h="1397000">
                <a:moveTo>
                  <a:pt x="3613746" y="1358900"/>
                </a:moveTo>
                <a:lnTo>
                  <a:pt x="3562604" y="1358900"/>
                </a:lnTo>
                <a:lnTo>
                  <a:pt x="3572548" y="1346200"/>
                </a:lnTo>
                <a:lnTo>
                  <a:pt x="3589985" y="1346200"/>
                </a:lnTo>
                <a:lnTo>
                  <a:pt x="3599027" y="1333500"/>
                </a:lnTo>
                <a:lnTo>
                  <a:pt x="3631780" y="1333500"/>
                </a:lnTo>
                <a:lnTo>
                  <a:pt x="3623411" y="1346200"/>
                </a:lnTo>
                <a:lnTo>
                  <a:pt x="3613746" y="1358900"/>
                </a:lnTo>
                <a:close/>
              </a:path>
              <a:path w="3712210" h="1397000">
                <a:moveTo>
                  <a:pt x="178676" y="1371600"/>
                </a:moveTo>
                <a:lnTo>
                  <a:pt x="116763" y="1371600"/>
                </a:lnTo>
                <a:lnTo>
                  <a:pt x="107416" y="1358900"/>
                </a:lnTo>
                <a:lnTo>
                  <a:pt x="167970" y="1358900"/>
                </a:lnTo>
                <a:lnTo>
                  <a:pt x="178676" y="1371600"/>
                </a:lnTo>
                <a:close/>
              </a:path>
              <a:path w="3712210" h="1397000">
                <a:moveTo>
                  <a:pt x="3594849" y="1371600"/>
                </a:moveTo>
                <a:lnTo>
                  <a:pt x="3532936" y="1371600"/>
                </a:lnTo>
                <a:lnTo>
                  <a:pt x="3543642" y="1358900"/>
                </a:lnTo>
                <a:lnTo>
                  <a:pt x="3604196" y="1358900"/>
                </a:lnTo>
                <a:lnTo>
                  <a:pt x="3594849" y="1371600"/>
                </a:lnTo>
                <a:close/>
              </a:path>
              <a:path w="3712210" h="1397000">
                <a:moveTo>
                  <a:pt x="3574186" y="1384300"/>
                </a:moveTo>
                <a:lnTo>
                  <a:pt x="137426" y="1384300"/>
                </a:lnTo>
                <a:lnTo>
                  <a:pt x="127482" y="1371600"/>
                </a:lnTo>
                <a:lnTo>
                  <a:pt x="3584130" y="1371600"/>
                </a:lnTo>
                <a:lnTo>
                  <a:pt x="3574186" y="1384300"/>
                </a:lnTo>
                <a:close/>
              </a:path>
              <a:path w="3712210" h="1397000">
                <a:moveTo>
                  <a:pt x="3541077" y="1397000"/>
                </a:moveTo>
                <a:lnTo>
                  <a:pt x="170535" y="1397000"/>
                </a:lnTo>
                <a:lnTo>
                  <a:pt x="159829" y="1384300"/>
                </a:lnTo>
                <a:lnTo>
                  <a:pt x="3551783" y="1384300"/>
                </a:lnTo>
                <a:lnTo>
                  <a:pt x="3541077" y="1397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432902" y="3251758"/>
            <a:ext cx="2790825" cy="118364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0:</a:t>
            </a:r>
            <a:r>
              <a:rPr sz="2800" spc="-35" dirty="0">
                <a:solidFill>
                  <a:srgbClr val="000099"/>
                </a:solidFill>
                <a:latin typeface="Noto Serif CJK JP"/>
                <a:cs typeface="Noto Serif CJK JP"/>
              </a:rPr>
              <a:t>表示无中断请求</a:t>
            </a:r>
            <a:endParaRPr sz="2800">
              <a:latin typeface="Noto Serif CJK JP"/>
              <a:cs typeface="Noto Serif CJK JP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1:</a:t>
            </a:r>
            <a:r>
              <a:rPr sz="2800" spc="-35" dirty="0">
                <a:solidFill>
                  <a:srgbClr val="000099"/>
                </a:solidFill>
                <a:latin typeface="Noto Serif CJK JP"/>
                <a:cs typeface="Noto Serif CJK JP"/>
              </a:rPr>
              <a:t>表示有中断请求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739176" y="2684462"/>
            <a:ext cx="128905" cy="474980"/>
          </a:xfrm>
          <a:custGeom>
            <a:avLst/>
            <a:gdLst/>
            <a:ahLst/>
            <a:cxnLst/>
            <a:rect l="l" t="t" r="r" b="b"/>
            <a:pathLst>
              <a:path w="128905" h="474980">
                <a:moveTo>
                  <a:pt x="64223" y="417790"/>
                </a:moveTo>
                <a:lnTo>
                  <a:pt x="49936" y="393301"/>
                </a:lnTo>
                <a:lnTo>
                  <a:pt x="49936" y="0"/>
                </a:lnTo>
                <a:lnTo>
                  <a:pt x="78511" y="0"/>
                </a:lnTo>
                <a:lnTo>
                  <a:pt x="78511" y="393301"/>
                </a:lnTo>
                <a:lnTo>
                  <a:pt x="64223" y="417790"/>
                </a:lnTo>
                <a:close/>
              </a:path>
              <a:path w="128905" h="474980">
                <a:moveTo>
                  <a:pt x="64223" y="474510"/>
                </a:moveTo>
                <a:lnTo>
                  <a:pt x="1879" y="367626"/>
                </a:lnTo>
                <a:lnTo>
                  <a:pt x="647" y="364896"/>
                </a:lnTo>
                <a:lnTo>
                  <a:pt x="12" y="361988"/>
                </a:lnTo>
                <a:lnTo>
                  <a:pt x="0" y="358990"/>
                </a:lnTo>
                <a:lnTo>
                  <a:pt x="609" y="356069"/>
                </a:lnTo>
                <a:lnTo>
                  <a:pt x="14147" y="346138"/>
                </a:lnTo>
                <a:lnTo>
                  <a:pt x="17119" y="346443"/>
                </a:lnTo>
                <a:lnTo>
                  <a:pt x="49936" y="393301"/>
                </a:lnTo>
                <a:lnTo>
                  <a:pt x="49936" y="446150"/>
                </a:lnTo>
                <a:lnTo>
                  <a:pt x="80765" y="446150"/>
                </a:lnTo>
                <a:lnTo>
                  <a:pt x="64223" y="474510"/>
                </a:lnTo>
                <a:close/>
              </a:path>
              <a:path w="128905" h="474980">
                <a:moveTo>
                  <a:pt x="80765" y="446150"/>
                </a:moveTo>
                <a:lnTo>
                  <a:pt x="78511" y="446150"/>
                </a:lnTo>
                <a:lnTo>
                  <a:pt x="78511" y="393301"/>
                </a:lnTo>
                <a:lnTo>
                  <a:pt x="101892" y="353225"/>
                </a:lnTo>
                <a:lnTo>
                  <a:pt x="114300" y="346138"/>
                </a:lnTo>
                <a:lnTo>
                  <a:pt x="117259" y="346468"/>
                </a:lnTo>
                <a:lnTo>
                  <a:pt x="128447" y="358990"/>
                </a:lnTo>
                <a:lnTo>
                  <a:pt x="128435" y="361988"/>
                </a:lnTo>
                <a:lnTo>
                  <a:pt x="127800" y="364896"/>
                </a:lnTo>
                <a:lnTo>
                  <a:pt x="126568" y="367626"/>
                </a:lnTo>
                <a:lnTo>
                  <a:pt x="80765" y="446150"/>
                </a:lnTo>
                <a:close/>
              </a:path>
              <a:path w="128905" h="474980">
                <a:moveTo>
                  <a:pt x="78511" y="446150"/>
                </a:moveTo>
                <a:lnTo>
                  <a:pt x="49936" y="446150"/>
                </a:lnTo>
                <a:lnTo>
                  <a:pt x="49936" y="393301"/>
                </a:lnTo>
                <a:lnTo>
                  <a:pt x="64223" y="417790"/>
                </a:lnTo>
                <a:lnTo>
                  <a:pt x="51879" y="438950"/>
                </a:lnTo>
                <a:lnTo>
                  <a:pt x="78511" y="438950"/>
                </a:lnTo>
                <a:lnTo>
                  <a:pt x="78511" y="446150"/>
                </a:lnTo>
                <a:close/>
              </a:path>
              <a:path w="128905" h="474980">
                <a:moveTo>
                  <a:pt x="78511" y="438950"/>
                </a:moveTo>
                <a:lnTo>
                  <a:pt x="76568" y="438950"/>
                </a:lnTo>
                <a:lnTo>
                  <a:pt x="64223" y="417790"/>
                </a:lnTo>
                <a:lnTo>
                  <a:pt x="78511" y="393301"/>
                </a:lnTo>
                <a:lnTo>
                  <a:pt x="78511" y="438950"/>
                </a:lnTo>
                <a:close/>
              </a:path>
              <a:path w="128905" h="474980">
                <a:moveTo>
                  <a:pt x="76568" y="438950"/>
                </a:moveTo>
                <a:lnTo>
                  <a:pt x="51879" y="438950"/>
                </a:lnTo>
                <a:lnTo>
                  <a:pt x="64223" y="417790"/>
                </a:lnTo>
                <a:lnTo>
                  <a:pt x="76568" y="438950"/>
                </a:lnTo>
                <a:close/>
              </a:path>
            </a:pathLst>
          </a:custGeom>
          <a:solidFill>
            <a:srgbClr val="00009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3043" y="5590032"/>
            <a:ext cx="409955" cy="409956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8246" y="166408"/>
            <a:ext cx="24745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35" dirty="0"/>
              <a:t>应用举例</a:t>
            </a:r>
            <a:endParaRPr spc="-35" dirty="0"/>
          </a:p>
        </p:txBody>
      </p:sp>
      <p:sp>
        <p:nvSpPr>
          <p:cNvPr id="3" name="object 3"/>
          <p:cNvSpPr/>
          <p:nvPr/>
        </p:nvSpPr>
        <p:spPr>
          <a:xfrm>
            <a:off x="4098925" y="4464964"/>
            <a:ext cx="779145" cy="312420"/>
          </a:xfrm>
          <a:custGeom>
            <a:avLst/>
            <a:gdLst/>
            <a:ahLst/>
            <a:cxnLst/>
            <a:rect l="l" t="t" r="r" b="b"/>
            <a:pathLst>
              <a:path w="779145" h="312420">
                <a:moveTo>
                  <a:pt x="0" y="5473"/>
                </a:moveTo>
                <a:lnTo>
                  <a:pt x="287527" y="5473"/>
                </a:lnTo>
              </a:path>
              <a:path w="779145" h="312420">
                <a:moveTo>
                  <a:pt x="421716" y="5473"/>
                </a:moveTo>
                <a:lnTo>
                  <a:pt x="779081" y="5473"/>
                </a:lnTo>
              </a:path>
              <a:path w="779145" h="312420">
                <a:moveTo>
                  <a:pt x="395693" y="0"/>
                </a:moveTo>
                <a:lnTo>
                  <a:pt x="295059" y="311937"/>
                </a:lnTo>
              </a:path>
            </a:pathLst>
          </a:custGeom>
          <a:ln w="1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29819" y="4464964"/>
            <a:ext cx="779145" cy="312420"/>
          </a:xfrm>
          <a:custGeom>
            <a:avLst/>
            <a:gdLst/>
            <a:ahLst/>
            <a:cxnLst/>
            <a:rect l="l" t="t" r="r" b="b"/>
            <a:pathLst>
              <a:path w="779145" h="312420">
                <a:moveTo>
                  <a:pt x="0" y="5473"/>
                </a:moveTo>
                <a:lnTo>
                  <a:pt x="287540" y="5473"/>
                </a:lnTo>
              </a:path>
              <a:path w="779145" h="312420">
                <a:moveTo>
                  <a:pt x="421728" y="5473"/>
                </a:moveTo>
                <a:lnTo>
                  <a:pt x="779094" y="5473"/>
                </a:lnTo>
              </a:path>
              <a:path w="779145" h="312420">
                <a:moveTo>
                  <a:pt x="395706" y="0"/>
                </a:moveTo>
                <a:lnTo>
                  <a:pt x="295071" y="311937"/>
                </a:lnTo>
              </a:path>
            </a:pathLst>
          </a:custGeom>
          <a:ln w="1094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16890" y="1020571"/>
            <a:ext cx="8058150" cy="432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PC/AT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中，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的使用情况为：</a:t>
            </a:r>
            <a:endParaRPr sz="2400">
              <a:latin typeface="Noto Sans Mono CJK HK"/>
              <a:cs typeface="Noto Sans Mono CJK HK"/>
            </a:endParaRPr>
          </a:p>
          <a:p>
            <a:pPr marL="508000" marR="378460" indent="-457200">
              <a:lnSpc>
                <a:spcPct val="100000"/>
              </a:lnSpc>
              <a:spcBef>
                <a:spcPts val="1800"/>
              </a:spcBef>
              <a:buAutoNum type="arabicPeriod"/>
              <a:tabLst>
                <a:tab pos="508000" algn="l"/>
              </a:tabLst>
            </a:pP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片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级联，提供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15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级向量中断。从片的</a:t>
            </a:r>
            <a:r>
              <a:rPr sz="2400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spc="-20" dirty="0">
                <a:solidFill>
                  <a:srgbClr val="000099"/>
                </a:solidFill>
                <a:latin typeface="Noto Sans Mono CJK HK"/>
                <a:cs typeface="Noto Sans Mono CJK HK"/>
              </a:rPr>
              <a:t>接主片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IR2(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图</a:t>
            </a:r>
            <a:r>
              <a:rPr sz="2400" u="none" spc="-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507365" indent="-456565">
              <a:lnSpc>
                <a:spcPct val="100000"/>
              </a:lnSpc>
              <a:spcBef>
                <a:spcPts val="1800"/>
              </a:spcBef>
              <a:buFont typeface="Arial" panose="020B0604020202020204"/>
              <a:buAutoNum type="arabicPeriod"/>
              <a:tabLst>
                <a:tab pos="507365" algn="l"/>
              </a:tabLst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端口地址：主片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20H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、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21H</a:t>
            </a:r>
            <a:r>
              <a:rPr sz="2400" u="none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，从片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A0H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Noto Sans Mono CJK HK"/>
                <a:cs typeface="Noto Sans Mono CJK HK"/>
              </a:rPr>
              <a:t>、</a:t>
            </a:r>
            <a:r>
              <a:rPr sz="24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</a:rPr>
              <a:t>A1H</a:t>
            </a:r>
            <a:r>
              <a:rPr sz="2400" u="none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507365" indent="-456565">
              <a:lnSpc>
                <a:spcPct val="100000"/>
              </a:lnSpc>
              <a:spcBef>
                <a:spcPts val="1785"/>
              </a:spcBef>
              <a:buFont typeface="Arial" panose="020B0604020202020204"/>
              <a:buAutoNum type="arabicPeriod"/>
              <a:tabLst>
                <a:tab pos="50736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主片和从片均采用边沿触发。</a:t>
            </a:r>
            <a:endParaRPr sz="2400">
              <a:latin typeface="Noto Sans Mono CJK HK"/>
              <a:cs typeface="Noto Sans Mono CJK HK"/>
            </a:endParaRPr>
          </a:p>
          <a:p>
            <a:pPr marL="507365" indent="-456565">
              <a:lnSpc>
                <a:spcPct val="100000"/>
              </a:lnSpc>
              <a:spcBef>
                <a:spcPts val="1800"/>
              </a:spcBef>
              <a:buFont typeface="Arial" panose="020B0604020202020204"/>
              <a:buAutoNum type="arabicPeriod"/>
              <a:tabLst>
                <a:tab pos="50736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采用全嵌套优先级排列方式</a:t>
            </a:r>
            <a:endParaRPr sz="2400">
              <a:latin typeface="Noto Sans Mono CJK HK"/>
              <a:cs typeface="Noto Sans Mono CJK HK"/>
            </a:endParaRPr>
          </a:p>
          <a:p>
            <a:pPr marL="507365" indent="-456565">
              <a:lnSpc>
                <a:spcPct val="100000"/>
              </a:lnSpc>
              <a:spcBef>
                <a:spcPts val="1815"/>
              </a:spcBef>
              <a:buFont typeface="Arial" panose="020B0604020202020204"/>
              <a:buAutoNum type="arabicPeriod"/>
              <a:tabLst>
                <a:tab pos="507365" algn="l"/>
                <a:tab pos="4007485" algn="l"/>
                <a:tab pos="6438265" algn="l"/>
              </a:tabLst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采用非缓冲方式，主</a:t>
            </a:r>
            <a:r>
              <a:rPr sz="2400" spc="204" dirty="0">
                <a:solidFill>
                  <a:srgbClr val="000099"/>
                </a:solidFill>
                <a:latin typeface="Noto Sans Mono CJK HK"/>
                <a:cs typeface="Noto Sans Mono CJK HK"/>
              </a:rPr>
              <a:t>片</a:t>
            </a:r>
            <a:r>
              <a:rPr sz="3075" i="1" spc="-37" baseline="-8000" dirty="0">
                <a:latin typeface="Times New Roman" panose="02020603050405020304"/>
                <a:cs typeface="Times New Roman" panose="02020603050405020304"/>
              </a:rPr>
              <a:t>SP</a:t>
            </a:r>
            <a:r>
              <a:rPr sz="3075" i="1" baseline="-8000" dirty="0">
                <a:latin typeface="Times New Roman" panose="02020603050405020304"/>
                <a:cs typeface="Times New Roman" panose="02020603050405020304"/>
              </a:rPr>
              <a:t>	EN</a:t>
            </a:r>
            <a:r>
              <a:rPr sz="3075" i="1" spc="-89" baseline="-8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接</a:t>
            </a:r>
            <a:r>
              <a:rPr sz="2400" spc="-7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+5V,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从片</a:t>
            </a:r>
            <a:r>
              <a:rPr sz="2400" spc="-445" dirty="0">
                <a:solidFill>
                  <a:srgbClr val="000099"/>
                </a:solidFill>
                <a:latin typeface="Noto Sans Mono CJK HK"/>
                <a:cs typeface="Noto Sans Mono CJK HK"/>
              </a:rPr>
              <a:t> </a:t>
            </a:r>
            <a:r>
              <a:rPr sz="3075" i="1" spc="-37" baseline="-8000" dirty="0">
                <a:latin typeface="Times New Roman" panose="02020603050405020304"/>
                <a:cs typeface="Times New Roman" panose="02020603050405020304"/>
              </a:rPr>
              <a:t>SP</a:t>
            </a:r>
            <a:r>
              <a:rPr sz="3075" i="1" baseline="-8000" dirty="0">
                <a:latin typeface="Times New Roman" panose="02020603050405020304"/>
                <a:cs typeface="Times New Roman" panose="02020603050405020304"/>
              </a:rPr>
              <a:t>	EN</a:t>
            </a:r>
            <a:r>
              <a:rPr sz="3075" i="1" spc="150" baseline="-80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接地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  <a:p>
            <a:pPr marL="507365" indent="-456565">
              <a:lnSpc>
                <a:spcPct val="100000"/>
              </a:lnSpc>
              <a:spcBef>
                <a:spcPts val="1800"/>
              </a:spcBef>
              <a:buFont typeface="Arial" panose="020B0604020202020204"/>
              <a:buAutoNum type="arabicPeriod"/>
              <a:tabLst>
                <a:tab pos="507365" algn="l"/>
              </a:tabLst>
            </a:pPr>
            <a:r>
              <a:rPr sz="2400" dirty="0">
                <a:solidFill>
                  <a:srgbClr val="000099"/>
                </a:solidFill>
                <a:latin typeface="Noto Sans Mono CJK HK"/>
                <a:cs typeface="Noto Sans Mono CJK HK"/>
              </a:rPr>
              <a:t>主片的类型码为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08H~0FH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，从片的类型码为</a:t>
            </a:r>
            <a:r>
              <a:rPr sz="2400" spc="-2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70H~77H</a:t>
            </a:r>
            <a:r>
              <a:rPr sz="2400" spc="-50" dirty="0">
                <a:solidFill>
                  <a:srgbClr val="000099"/>
                </a:solidFill>
                <a:latin typeface="Noto Sans Mono CJK HK"/>
                <a:cs typeface="Noto Sans Mono CJK HK"/>
              </a:rPr>
              <a:t>。</a:t>
            </a:r>
            <a:endParaRPr sz="24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4972" y="865822"/>
            <a:ext cx="8656320" cy="5937885"/>
            <a:chOff x="414972" y="865822"/>
            <a:chExt cx="8656320" cy="593788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66343" y="911352"/>
              <a:ext cx="7970960" cy="527608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4972" y="865822"/>
              <a:ext cx="8221980" cy="53771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22791" y="6393180"/>
              <a:ext cx="409955" cy="40995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04748" y="154939"/>
            <a:ext cx="349567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5" dirty="0">
                <a:latin typeface="Arial" panose="020B0604020202020204"/>
                <a:cs typeface="Arial" panose="020B0604020202020204"/>
              </a:rPr>
              <a:t>PC/AT</a:t>
            </a:r>
            <a:r>
              <a:rPr spc="-30" dirty="0"/>
              <a:t>中</a:t>
            </a:r>
            <a:r>
              <a:rPr spc="-20" dirty="0">
                <a:latin typeface="Arial" panose="020B0604020202020204"/>
                <a:cs typeface="Arial" panose="020B0604020202020204"/>
              </a:rPr>
              <a:t>8259A</a:t>
            </a:r>
            <a:r>
              <a:rPr spc="-40" dirty="0"/>
              <a:t>连线图</a:t>
            </a:r>
            <a:endParaRPr spc="-4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5299" y="1055802"/>
            <a:ext cx="3721735" cy="1731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296035" algn="l"/>
                <a:tab pos="2204085" algn="l"/>
              </a:tabLst>
            </a:pP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ICW1A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EQU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20H </a:t>
            </a: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ICW2A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EQU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ICW1A+1 ICW3A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EQU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ICW2A ICW4A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25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EQU</a:t>
            </a:r>
            <a:r>
              <a:rPr sz="280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	</a:t>
            </a:r>
            <a:r>
              <a:rPr sz="2800" spc="-10" dirty="0">
                <a:solidFill>
                  <a:srgbClr val="000099"/>
                </a:solidFill>
                <a:latin typeface="Times New Roman" panose="02020603050405020304"/>
                <a:cs typeface="Times New Roman" panose="02020603050405020304"/>
              </a:rPr>
              <a:t>ICW2A</a:t>
            </a:r>
            <a:endParaRPr sz="28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71859" y="1055802"/>
            <a:ext cx="2513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99"/>
                </a:solidFill>
                <a:latin typeface="Noto Serif CJK JP"/>
                <a:cs typeface="Noto Serif CJK JP"/>
              </a:rPr>
              <a:t>；主片端口地址</a:t>
            </a:r>
            <a:endParaRPr sz="2800">
              <a:latin typeface="Noto Serif CJK JP"/>
              <a:cs typeface="Noto Serif CJK JP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26249" y="3240752"/>
          <a:ext cx="3817620" cy="1671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6820"/>
                <a:gridCol w="908050"/>
                <a:gridCol w="1605280"/>
              </a:tblGrid>
              <a:tr h="409575">
                <a:tc>
                  <a:txBody>
                    <a:bodyPr/>
                    <a:lstStyle/>
                    <a:p>
                      <a:pPr marR="49530" algn="ctr">
                        <a:lnSpc>
                          <a:spcPts val="3050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ICW1B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050"/>
                        </a:lnSpc>
                      </a:pPr>
                      <a:r>
                        <a:rPr sz="2800" spc="-25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EQU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050"/>
                        </a:lnSpc>
                      </a:pPr>
                      <a:r>
                        <a:rPr sz="2800" spc="-2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0A0H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426084">
                <a:tc>
                  <a:txBody>
                    <a:bodyPr/>
                    <a:lstStyle/>
                    <a:p>
                      <a:pPr marR="49530" algn="ctr">
                        <a:lnSpc>
                          <a:spcPts val="3185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ICW2B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85"/>
                        </a:lnSpc>
                      </a:pPr>
                      <a:r>
                        <a:rPr sz="2800" spc="-25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EQU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185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ICW1B+1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426084">
                <a:tc>
                  <a:txBody>
                    <a:bodyPr/>
                    <a:lstStyle/>
                    <a:p>
                      <a:pPr marR="49530" algn="ctr">
                        <a:lnSpc>
                          <a:spcPts val="3185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ICW3B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85"/>
                        </a:lnSpc>
                      </a:pPr>
                      <a:r>
                        <a:rPr sz="2800" spc="-25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EQU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185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ICW2B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  <a:tr h="409575">
                <a:tc>
                  <a:txBody>
                    <a:bodyPr/>
                    <a:lstStyle/>
                    <a:p>
                      <a:pPr marR="49530" algn="ctr">
                        <a:lnSpc>
                          <a:spcPts val="3130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ICW4B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130"/>
                        </a:lnSpc>
                      </a:pPr>
                      <a:r>
                        <a:rPr sz="2800" spc="-25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EQU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0">
                        <a:lnSpc>
                          <a:spcPts val="3130"/>
                        </a:lnSpc>
                      </a:pPr>
                      <a:r>
                        <a:rPr sz="2800" spc="-10" dirty="0">
                          <a:solidFill>
                            <a:srgbClr val="000099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ICW2B</a:t>
                      </a:r>
                      <a:endParaRPr sz="280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951234" y="3189402"/>
            <a:ext cx="25139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5" dirty="0">
                <a:solidFill>
                  <a:srgbClr val="000099"/>
                </a:solidFill>
                <a:latin typeface="Noto Serif CJK JP"/>
                <a:cs typeface="Noto Serif CJK JP"/>
              </a:rPr>
              <a:t>；从片端口地址</a:t>
            </a:r>
            <a:endParaRPr sz="2800">
              <a:latin typeface="Noto Serif CJK JP"/>
              <a:cs typeface="Noto Serif CJK JP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4802" y="119697"/>
            <a:ext cx="53917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PC/AT</a:t>
            </a:r>
            <a:r>
              <a:rPr sz="2800" spc="-30" dirty="0">
                <a:solidFill>
                  <a:srgbClr val="000099"/>
                </a:solidFill>
                <a:latin typeface="Noto Sans Mono CJK HK"/>
                <a:cs typeface="Noto Sans Mono CJK HK"/>
              </a:rPr>
              <a:t>机主、从</a:t>
            </a:r>
            <a:r>
              <a:rPr sz="2800" spc="-25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的初始化程序</a:t>
            </a:r>
            <a:endParaRPr sz="2800">
              <a:latin typeface="Noto Sans Mono CJK HK"/>
              <a:cs typeface="Noto Sans Mono CJK HK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3402" y="1148079"/>
            <a:ext cx="225996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11H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ICW1A,</a:t>
            </a:r>
            <a:r>
              <a:rPr sz="2400" spc="-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 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AL,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 08H </a:t>
            </a:r>
            <a:r>
              <a:rPr sz="2400" dirty="0">
                <a:latin typeface="Arial" panose="020B0604020202020204"/>
                <a:cs typeface="Arial" panose="020B0604020202020204"/>
              </a:rPr>
              <a:t>OUT</a:t>
            </a:r>
            <a:r>
              <a:rPr sz="2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ICW2A,</a:t>
            </a:r>
            <a:r>
              <a:rPr sz="2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AL 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04H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ICW3A,</a:t>
            </a:r>
            <a:r>
              <a:rPr sz="2400" spc="-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 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AL,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 01H </a:t>
            </a:r>
            <a:r>
              <a:rPr sz="2400" dirty="0">
                <a:latin typeface="Arial" panose="020B0604020202020204"/>
                <a:cs typeface="Arial" panose="020B0604020202020204"/>
              </a:rPr>
              <a:t>OUT</a:t>
            </a:r>
            <a:r>
              <a:rPr sz="2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latin typeface="Arial" panose="020B0604020202020204"/>
                <a:cs typeface="Arial" panose="020B0604020202020204"/>
              </a:rPr>
              <a:t>ICW4A,</a:t>
            </a:r>
            <a:r>
              <a:rPr sz="2400" spc="-4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AL NOP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296602" y="1148079"/>
            <a:ext cx="490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1" action="ppaction://hlinksldjump"/>
              </a:rPr>
              <a:t>ICW1</a:t>
            </a:r>
            <a:r>
              <a:rPr sz="2400" u="none" spc="-5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，边沿触发，多片，需</a:t>
            </a:r>
            <a:r>
              <a:rPr sz="2400" u="none" spc="-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ICW4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6602" y="1879600"/>
            <a:ext cx="2921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I/O</a:t>
            </a:r>
            <a:r>
              <a:rPr sz="2400" spc="-15" dirty="0">
                <a:solidFill>
                  <a:srgbClr val="006600"/>
                </a:solidFill>
                <a:latin typeface="Noto Sans Mono CJK HK"/>
                <a:cs typeface="Noto Sans Mono CJK HK"/>
              </a:rPr>
              <a:t>端口延时</a:t>
            </a:r>
            <a:endParaRPr sz="2400">
              <a:latin typeface="Noto Sans Mono CJK HK"/>
              <a:cs typeface="Noto Sans Mono CJK HK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2" action="ppaction://hlinksldjump"/>
              </a:rPr>
              <a:t>ICW2</a:t>
            </a:r>
            <a:r>
              <a:rPr sz="2400" u="none" spc="-15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，中断类型码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96602" y="3342640"/>
            <a:ext cx="278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3" action="ppaction://hlinksldjump"/>
              </a:rPr>
              <a:t>ICW3</a:t>
            </a:r>
            <a:r>
              <a:rPr sz="2400" u="none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</a:t>
            </a:r>
            <a:r>
              <a:rPr sz="2400" u="none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IR2</a:t>
            </a:r>
            <a:r>
              <a:rPr sz="2400" u="none" spc="-20" dirty="0">
                <a:solidFill>
                  <a:srgbClr val="006600"/>
                </a:solidFill>
                <a:latin typeface="Noto Sans Mono CJK HK"/>
                <a:cs typeface="Noto Sans Mono CJK HK"/>
              </a:rPr>
              <a:t>接从片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6602" y="4439920"/>
            <a:ext cx="49517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4" action="ppaction://hlinksldjump"/>
              </a:rPr>
              <a:t>ICW4</a:t>
            </a:r>
            <a:r>
              <a:rPr sz="2400" u="none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u="none" dirty="0">
                <a:solidFill>
                  <a:srgbClr val="006600"/>
                </a:solidFill>
                <a:latin typeface="Noto Sans Mono CJK HK"/>
                <a:cs typeface="Noto Sans Mono CJK HK"/>
              </a:rPr>
              <a:t>非缓冲</a:t>
            </a:r>
            <a:r>
              <a:rPr sz="2400" u="none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u="none" dirty="0">
                <a:solidFill>
                  <a:srgbClr val="006600"/>
                </a:solidFill>
                <a:latin typeface="Noto Sans Mono CJK HK"/>
                <a:cs typeface="Noto Sans Mono CJK HK"/>
              </a:rPr>
              <a:t>全嵌套</a:t>
            </a:r>
            <a:r>
              <a:rPr sz="2400" u="none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, </a:t>
            </a:r>
            <a:r>
              <a:rPr sz="2400" u="none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非自动结束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256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；</a:t>
            </a:r>
            <a:r>
              <a:rPr spc="-15" dirty="0">
                <a:latin typeface="Arial" panose="020B0604020202020204"/>
                <a:cs typeface="Arial" panose="020B0604020202020204"/>
              </a:rPr>
              <a:t>----------- </a:t>
            </a:r>
            <a:r>
              <a:rPr spc="-30" dirty="0"/>
              <a:t>主片</a:t>
            </a:r>
            <a:r>
              <a:rPr spc="-10" dirty="0">
                <a:latin typeface="Arial" panose="020B0604020202020204"/>
                <a:cs typeface="Arial" panose="020B0604020202020204"/>
              </a:rPr>
              <a:t>8259A</a:t>
            </a:r>
            <a:r>
              <a:rPr spc="-40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Initialization</a:t>
            </a:r>
            <a:r>
              <a:rPr spc="-25" dirty="0">
                <a:latin typeface="Arial" panose="020B0604020202020204"/>
                <a:cs typeface="Arial" panose="020B0604020202020204"/>
              </a:rPr>
              <a:t>------------</a:t>
            </a:r>
            <a:endParaRPr spc="-2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1027" y="959167"/>
            <a:ext cx="239585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11H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ICW1B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 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AL</a:t>
            </a:r>
            <a:r>
              <a:rPr sz="2400" spc="-10" dirty="0">
                <a:latin typeface="Noto Sans Mono CJK HK"/>
                <a:cs typeface="Noto Sans Mono CJK HK"/>
              </a:rPr>
              <a:t>，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70H </a:t>
            </a:r>
            <a:r>
              <a:rPr sz="2400" dirty="0"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ICW2B</a:t>
            </a:r>
            <a:r>
              <a:rPr sz="2400" spc="-10" dirty="0">
                <a:latin typeface="Noto Sans Mono CJK HK"/>
                <a:cs typeface="Noto Sans Mono CJK HK"/>
              </a:rPr>
              <a:t>，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AL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02H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ICW3B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 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NOP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AL</a:t>
            </a:r>
            <a:r>
              <a:rPr sz="2400" spc="-10" dirty="0">
                <a:latin typeface="Noto Sans Mono CJK HK"/>
                <a:cs typeface="Noto Sans Mono CJK HK"/>
              </a:rPr>
              <a:t>，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01H </a:t>
            </a:r>
            <a:r>
              <a:rPr sz="2400" dirty="0">
                <a:latin typeface="Arial" panose="020B0604020202020204"/>
                <a:cs typeface="Arial" panose="020B0604020202020204"/>
              </a:rPr>
              <a:t>OUT</a:t>
            </a:r>
            <a:r>
              <a:rPr sz="2400" spc="-30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ICW4B</a:t>
            </a:r>
            <a:r>
              <a:rPr sz="2400" spc="-10" dirty="0">
                <a:latin typeface="Noto Sans Mono CJK HK"/>
                <a:cs typeface="Noto Sans Mono CJK HK"/>
              </a:rPr>
              <a:t>，</a:t>
            </a:r>
            <a:r>
              <a:rPr sz="2400" spc="-10" dirty="0">
                <a:latin typeface="Arial" panose="020B0604020202020204"/>
                <a:cs typeface="Arial" panose="020B0604020202020204"/>
              </a:rPr>
              <a:t>AL </a:t>
            </a:r>
            <a:r>
              <a:rPr sz="2400" spc="-25" dirty="0">
                <a:latin typeface="Arial" panose="020B0604020202020204"/>
                <a:cs typeface="Arial" panose="020B0604020202020204"/>
              </a:rPr>
              <a:t>NOP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755"/>
              </a:lnSpc>
            </a:pPr>
            <a:fld id="{81D60167-4931-47E6-BA6A-407CBD079E47}" type="slidenum">
              <a:rPr spc="-25" dirty="0"/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3038792" y="959167"/>
            <a:ext cx="4902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ICW1</a:t>
            </a:r>
            <a:r>
              <a:rPr sz="2400" spc="-5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，边沿触发，多片，需</a:t>
            </a:r>
            <a:r>
              <a:rPr sz="2400" spc="-2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ICW4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3247" y="2056447"/>
            <a:ext cx="2921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ICW2</a:t>
            </a:r>
            <a:r>
              <a:rPr sz="2400" spc="-15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，中断类型码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3247" y="3153727"/>
            <a:ext cx="3581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1" action="ppaction://hlinksldjump"/>
              </a:rPr>
              <a:t>ICW3</a:t>
            </a:r>
            <a:r>
              <a:rPr sz="2400" u="none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</a:t>
            </a:r>
            <a:r>
              <a:rPr sz="2400" u="none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u="none" dirty="0">
                <a:solidFill>
                  <a:srgbClr val="006600"/>
                </a:solidFill>
                <a:latin typeface="Noto Sans Mono CJK HK"/>
                <a:cs typeface="Noto Sans Mono CJK HK"/>
              </a:rPr>
              <a:t>接主片的</a:t>
            </a:r>
            <a:r>
              <a:rPr sz="2400" u="none" spc="-25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IR2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8792" y="4251007"/>
            <a:ext cx="5359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；</a:t>
            </a:r>
            <a:r>
              <a:rPr sz="2400" spc="-10" dirty="0">
                <a:solidFill>
                  <a:srgbClr val="006600"/>
                </a:solidFill>
                <a:latin typeface="Arial" panose="020B0604020202020204"/>
                <a:cs typeface="Arial" panose="020B0604020202020204"/>
              </a:rPr>
              <a:t>ICW4</a:t>
            </a:r>
            <a:r>
              <a:rPr sz="2400" spc="-10" dirty="0">
                <a:solidFill>
                  <a:srgbClr val="006600"/>
                </a:solidFill>
                <a:latin typeface="Noto Sans Mono CJK HK"/>
                <a:cs typeface="Noto Sans Mono CJK HK"/>
              </a:rPr>
              <a:t>，非缓冲，全嵌套，非自动结束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2831" rIns="0" bIns="0" rtlCol="0">
            <a:spAutoFit/>
          </a:bodyPr>
          <a:lstStyle/>
          <a:p>
            <a:pPr marL="28892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；</a:t>
            </a:r>
            <a:r>
              <a:rPr spc="-15" dirty="0">
                <a:latin typeface="Arial" panose="020B0604020202020204"/>
                <a:cs typeface="Arial" panose="020B0604020202020204"/>
              </a:rPr>
              <a:t>----------- </a:t>
            </a:r>
            <a:r>
              <a:rPr spc="-30" dirty="0"/>
              <a:t>从片</a:t>
            </a:r>
            <a:r>
              <a:rPr spc="-10" dirty="0">
                <a:latin typeface="Arial" panose="020B0604020202020204"/>
                <a:cs typeface="Arial" panose="020B0604020202020204"/>
              </a:rPr>
              <a:t>8259A</a:t>
            </a:r>
            <a:r>
              <a:rPr spc="-45" dirty="0">
                <a:latin typeface="Arial" panose="020B0604020202020204"/>
                <a:cs typeface="Arial" panose="020B0604020202020204"/>
              </a:rPr>
              <a:t> </a:t>
            </a:r>
            <a:r>
              <a:rPr spc="-20" dirty="0">
                <a:latin typeface="Arial" panose="020B0604020202020204"/>
                <a:cs typeface="Arial" panose="020B0604020202020204"/>
              </a:rPr>
              <a:t>Initialization</a:t>
            </a:r>
            <a:r>
              <a:rPr spc="-25" dirty="0">
                <a:latin typeface="Arial" panose="020B0604020202020204"/>
                <a:cs typeface="Arial" panose="020B0604020202020204"/>
              </a:rPr>
              <a:t>----------</a:t>
            </a:r>
            <a:endParaRPr spc="-25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9155" y="716434"/>
            <a:ext cx="8179434" cy="5169535"/>
          </a:xfrm>
          <a:prstGeom prst="rect">
            <a:avLst/>
          </a:prstGeom>
        </p:spPr>
        <p:txBody>
          <a:bodyPr vert="horz" wrap="square" lIns="0" tIns="262255" rIns="0" bIns="0" rtlCol="0">
            <a:spAutoFit/>
          </a:bodyPr>
          <a:lstStyle/>
          <a:p>
            <a:pPr marL="367665" indent="-355600">
              <a:lnSpc>
                <a:spcPct val="100000"/>
              </a:lnSpc>
              <a:spcBef>
                <a:spcPts val="2065"/>
              </a:spcBef>
              <a:buSzPct val="96000"/>
              <a:buAutoNum type="arabicPeriod"/>
              <a:tabLst>
                <a:tab pos="367665" algn="l"/>
              </a:tabLst>
            </a:pPr>
            <a:r>
              <a:rPr sz="2800" spc="-3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中断服务程序的编程原则</a:t>
            </a:r>
            <a:endParaRPr sz="2800">
              <a:latin typeface="Noto Sans Mono CJK HK"/>
              <a:cs typeface="Noto Sans Mono CJK HK"/>
            </a:endParaRPr>
          </a:p>
          <a:p>
            <a:pPr marL="1101090" marR="5080" lvl="1" indent="-714375">
              <a:lnSpc>
                <a:spcPct val="125000"/>
              </a:lnSpc>
              <a:spcBef>
                <a:spcPts val="975"/>
              </a:spcBef>
              <a:buSzPct val="96000"/>
              <a:buAutoNum type="arabicPlain"/>
              <a:tabLst>
                <a:tab pos="1101090" algn="l"/>
                <a:tab pos="114871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中断是异步发生的，进入响应时并不考虑当前运行状态。因此中断服务程序必须保护现场。</a:t>
            </a:r>
            <a:endParaRPr sz="2400">
              <a:latin typeface="Noto Sans Mono CJK HK"/>
              <a:cs typeface="Noto Sans Mono CJK HK"/>
            </a:endParaRPr>
          </a:p>
          <a:p>
            <a:pPr marL="1101090" marR="5080" lvl="1" indent="-714375" algn="just">
              <a:lnSpc>
                <a:spcPct val="125000"/>
              </a:lnSpc>
              <a:spcBef>
                <a:spcPts val="600"/>
              </a:spcBef>
              <a:buSzPct val="96000"/>
              <a:buAutoNum type="arabicPlain"/>
              <a:tabLst>
                <a:tab pos="1101090" algn="l"/>
                <a:tab pos="114871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在进入具体中断处理之前要先初始化中断向量，使其指向相应的中断服务程序，但在此之前要先关中断，以防接管中断过程中发生中断。</a:t>
            </a:r>
            <a:endParaRPr sz="2400">
              <a:latin typeface="Noto Sans Mono CJK HK"/>
              <a:cs typeface="Noto Sans Mono CJK HK"/>
            </a:endParaRPr>
          </a:p>
          <a:p>
            <a:pPr marL="1101090" marR="12065" lvl="1" indent="-714375">
              <a:lnSpc>
                <a:spcPct val="125000"/>
              </a:lnSpc>
              <a:spcBef>
                <a:spcPts val="600"/>
              </a:spcBef>
              <a:buSzPct val="96000"/>
              <a:buAutoNum type="arabicPlain"/>
              <a:tabLst>
                <a:tab pos="1101090" algn="l"/>
                <a:tab pos="114871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在中断服务程序入口处要立即开中断，以允许较高优</a:t>
            </a:r>
            <a:r>
              <a:rPr sz="2400" spc="-10" dirty="0">
                <a:solidFill>
                  <a:srgbClr val="000099"/>
                </a:solidFill>
                <a:latin typeface="Noto Sans Mono CJK HK"/>
                <a:cs typeface="Noto Sans Mono CJK HK"/>
              </a:rPr>
              <a:t>先级的中断产生。</a:t>
            </a:r>
            <a:endParaRPr sz="2400">
              <a:latin typeface="Noto Sans Mono CJK HK"/>
              <a:cs typeface="Noto Sans Mono CJK HK"/>
            </a:endParaRPr>
          </a:p>
          <a:p>
            <a:pPr marL="1101090" marR="12065" lvl="1" indent="-714375">
              <a:lnSpc>
                <a:spcPct val="125000"/>
              </a:lnSpc>
              <a:spcBef>
                <a:spcPts val="600"/>
              </a:spcBef>
              <a:buSzPct val="96000"/>
              <a:buAutoNum type="arabicPlain"/>
              <a:tabLst>
                <a:tab pos="1101090" algn="l"/>
                <a:tab pos="1148715" algn="l"/>
              </a:tabLst>
            </a:pP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	</a:t>
            </a:r>
            <a:r>
              <a:rPr sz="2400" spc="-5" dirty="0">
                <a:solidFill>
                  <a:srgbClr val="000099"/>
                </a:solidFill>
                <a:latin typeface="Noto Sans Mono CJK HK"/>
                <a:cs typeface="Noto Sans Mono CJK HK"/>
              </a:rPr>
              <a:t>中断服务程序的服务时间要尽量压缩，以免干扰同级或低级中断设备的工作。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6102" y="133985"/>
            <a:ext cx="44900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👉</a:t>
            </a:r>
            <a:r>
              <a:rPr spc="-25" dirty="0"/>
              <a:t>三节 中断服务程序的编程</a:t>
            </a:r>
            <a:endParaRPr spc="-2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82" y="956259"/>
            <a:ext cx="8150225" cy="3833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5655" marR="101600" indent="-782955" algn="just">
              <a:lnSpc>
                <a:spcPct val="125000"/>
              </a:lnSpc>
              <a:spcBef>
                <a:spcPts val="100"/>
              </a:spcBef>
              <a:buSzPct val="96000"/>
              <a:buAutoNum type="arabicPlain" startAt="5"/>
              <a:tabLst>
                <a:tab pos="822325" algn="l"/>
              </a:tabLst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由于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PC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机中的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采用普通中断结束方式工作，因此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在中断服务程序中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IRET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指令之前应向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8259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发结束中断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命令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EOI</a:t>
            </a:r>
            <a:r>
              <a:rPr sz="2400" spc="-15" dirty="0">
                <a:solidFill>
                  <a:srgbClr val="333399"/>
                </a:solidFill>
                <a:latin typeface="Noto Sans Mono CJK HK"/>
                <a:cs typeface="Noto Sans Mono CJK HK"/>
              </a:rPr>
              <a:t>，具体代码如下。</a:t>
            </a:r>
            <a:endParaRPr sz="2400">
              <a:latin typeface="Noto Sans Mono CJK HK"/>
              <a:cs typeface="Noto Sans Mono CJK HK"/>
            </a:endParaRPr>
          </a:p>
          <a:p>
            <a:pPr marL="1338580" marR="4924425" algn="just">
              <a:lnSpc>
                <a:spcPct val="125000"/>
              </a:lnSpc>
            </a:pP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MOV</a:t>
            </a:r>
            <a:r>
              <a:rPr sz="2400" spc="-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AL,</a:t>
            </a:r>
            <a:r>
              <a:rPr sz="2400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cs typeface="Arial" panose="020B0604020202020204"/>
                <a:hlinkClick r:id="rId1" action="ppaction://hlinksldjump"/>
              </a:rPr>
              <a:t>20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H </a:t>
            </a:r>
            <a:r>
              <a:rPr sz="2400" u="none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OUT</a:t>
            </a:r>
            <a:r>
              <a:rPr sz="2400" u="none" spc="-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20H,</a:t>
            </a:r>
            <a:r>
              <a:rPr sz="2400" u="none" spc="-15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u="none" spc="-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AL </a:t>
            </a:r>
            <a:r>
              <a:rPr sz="2400" u="none" spc="-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IRET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819785" marR="5080" indent="-807085">
              <a:lnSpc>
                <a:spcPct val="125000"/>
              </a:lnSpc>
              <a:spcBef>
                <a:spcPts val="1215"/>
              </a:spcBef>
              <a:buSzPct val="96000"/>
              <a:buAutoNum type="arabicPlain" startAt="6"/>
              <a:tabLst>
                <a:tab pos="822325" algn="l"/>
              </a:tabLst>
            </a:pPr>
            <a:r>
              <a:rPr sz="2400" spc="65" dirty="0">
                <a:solidFill>
                  <a:srgbClr val="333399"/>
                </a:solidFill>
                <a:latin typeface="Noto Sans Mono CJK HK"/>
                <a:cs typeface="Noto Sans Mono CJK HK"/>
              </a:rPr>
              <a:t>当需覆盖系统原有的中断向量时，应保存好原中断向</a:t>
            </a:r>
            <a:r>
              <a:rPr sz="2400" spc="65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量的内容，并在应用程序终止前恢复原有的中断向量。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802" y="129857"/>
            <a:ext cx="4331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2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中断服务程序的编程原则</a:t>
            </a:r>
            <a:endParaRPr spc="-3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5282" y="956259"/>
            <a:ext cx="7941945" cy="429069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876300" indent="-863600">
              <a:lnSpc>
                <a:spcPct val="100000"/>
              </a:lnSpc>
              <a:spcBef>
                <a:spcPts val="820"/>
              </a:spcBef>
              <a:buAutoNum type="arabicPlain" startAt="7"/>
              <a:tabLst>
                <a:tab pos="876300" algn="l"/>
              </a:tabLst>
            </a:pPr>
            <a:r>
              <a:rPr sz="2400" spc="225" dirty="0">
                <a:solidFill>
                  <a:srgbClr val="333399"/>
                </a:solidFill>
                <a:latin typeface="Noto Sans Mono CJK HK"/>
                <a:cs typeface="Noto Sans Mono CJK HK"/>
              </a:rPr>
              <a:t>中断服务程序应尽量避免使用</a:t>
            </a:r>
            <a:r>
              <a:rPr sz="2400" spc="2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DOS</a:t>
            </a:r>
            <a:r>
              <a:rPr sz="2400" spc="175" dirty="0">
                <a:solidFill>
                  <a:srgbClr val="333399"/>
                </a:solidFill>
                <a:latin typeface="Noto Sans Mono CJK HK"/>
                <a:cs typeface="Noto Sans Mono CJK HK"/>
              </a:rPr>
              <a:t>系统功能调用</a:t>
            </a:r>
            <a:endParaRPr sz="2400">
              <a:latin typeface="Noto Sans Mono CJK HK"/>
              <a:cs typeface="Noto Sans Mono CJK HK"/>
            </a:endParaRPr>
          </a:p>
          <a:p>
            <a:pPr marL="822325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（</a:t>
            </a:r>
            <a:r>
              <a:rPr sz="24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INT</a:t>
            </a:r>
            <a:r>
              <a:rPr sz="2400" spc="-6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21H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），</a:t>
            </a:r>
            <a:r>
              <a:rPr sz="2400" dirty="0">
                <a:solidFill>
                  <a:srgbClr val="333399"/>
                </a:solidFill>
                <a:latin typeface="Noto Sans Mono CJK HK"/>
                <a:cs typeface="Noto Sans Mono CJK HK"/>
              </a:rPr>
              <a:t>因为</a:t>
            </a:r>
            <a:r>
              <a:rPr sz="2400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DOS</a:t>
            </a:r>
            <a:r>
              <a:rPr sz="2400" spc="-10" dirty="0">
                <a:solidFill>
                  <a:srgbClr val="333399"/>
                </a:solidFill>
                <a:latin typeface="Noto Sans Mono CJK HK"/>
                <a:cs typeface="Noto Sans Mono CJK HK"/>
              </a:rPr>
              <a:t>不允许重入。</a:t>
            </a:r>
            <a:endParaRPr sz="2400">
              <a:latin typeface="Noto Sans Mono CJK HK"/>
              <a:cs typeface="Noto Sans Mono CJK HK"/>
            </a:endParaRPr>
          </a:p>
          <a:p>
            <a:pPr marL="806450" marR="5080" indent="-793750" algn="just">
              <a:lnSpc>
                <a:spcPct val="125000"/>
              </a:lnSpc>
              <a:spcBef>
                <a:spcPts val="605"/>
              </a:spcBef>
              <a:buAutoNum type="arabicPlain" startAt="8"/>
              <a:tabLst>
                <a:tab pos="822325" algn="l"/>
              </a:tabLst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若中断服务程序只为某个应用程序服务，则中断服务	程序可以和主程序组装成一个程序一起装入内存，随	主程序结束而一起退出内存。</a:t>
            </a:r>
            <a:endParaRPr sz="2400">
              <a:latin typeface="Noto Sans Mono CJK HK"/>
              <a:cs typeface="Noto Sans Mono CJK HK"/>
            </a:endParaRPr>
          </a:p>
          <a:p>
            <a:pPr marL="806450" marR="5080" indent="-793750" algn="just">
              <a:lnSpc>
                <a:spcPct val="125000"/>
              </a:lnSpc>
              <a:spcBef>
                <a:spcPts val="625"/>
              </a:spcBef>
              <a:buAutoNum type="arabicPlain" startAt="8"/>
              <a:tabLst>
                <a:tab pos="822325" algn="l"/>
              </a:tabLst>
            </a:pP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若中断服务程序为多个应用程序服务，则中断服务程	序可以与一个初始化程序组装成一个程序一起装入内	存，通过初始化程序的执行而将中断服务程序驻留内</a:t>
            </a:r>
            <a:r>
              <a:rPr sz="2400" spc="-5" dirty="0">
                <a:solidFill>
                  <a:srgbClr val="333399"/>
                </a:solidFill>
                <a:latin typeface="Noto Sans Mono CJK HK"/>
                <a:cs typeface="Noto Sans Mono CJK HK"/>
              </a:rPr>
              <a:t>	</a:t>
            </a:r>
            <a:r>
              <a:rPr sz="2400" spc="-25" dirty="0">
                <a:solidFill>
                  <a:srgbClr val="333399"/>
                </a:solidFill>
                <a:latin typeface="Noto Sans Mono CJK HK"/>
                <a:cs typeface="Noto Sans Mono CJK HK"/>
              </a:rPr>
              <a:t>存。</a:t>
            </a:r>
            <a:endParaRPr sz="2400">
              <a:latin typeface="Noto Sans Mono CJK HK"/>
              <a:cs typeface="Noto Sans Mono CJK HK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24802" y="129857"/>
            <a:ext cx="433197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Arial" panose="020B0604020202020204"/>
                <a:cs typeface="Arial" panose="020B0604020202020204"/>
              </a:rPr>
              <a:t>1</a:t>
            </a:r>
            <a:r>
              <a:rPr spc="25" dirty="0">
                <a:latin typeface="Arial" panose="020B0604020202020204"/>
                <a:cs typeface="Arial" panose="020B0604020202020204"/>
              </a:rPr>
              <a:t>. </a:t>
            </a:r>
            <a:r>
              <a:rPr spc="-35" dirty="0"/>
              <a:t>中断服务程序的编程原则</a:t>
            </a:r>
            <a:endParaRPr spc="-3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645816" y="2030861"/>
            <a:ext cx="3637428" cy="79257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3968" y="3352357"/>
            <a:ext cx="5167337" cy="10102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11280</Words>
  <Application>WPS Presentation</Application>
  <PresentationFormat>On-screen Show (4:3)</PresentationFormat>
  <Paragraphs>1401</Paragraphs>
  <Slides>90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109" baseType="lpstr">
      <vt:lpstr>Arial</vt:lpstr>
      <vt:lpstr>宋体</vt:lpstr>
      <vt:lpstr>Wingdings</vt:lpstr>
      <vt:lpstr>Noto Sans Mono CJK HK</vt:lpstr>
      <vt:lpstr>Segoe Print</vt:lpstr>
      <vt:lpstr>Arial</vt:lpstr>
      <vt:lpstr>Droid Sans Fallback</vt:lpstr>
      <vt:lpstr>Times New Roman</vt:lpstr>
      <vt:lpstr>Noto Serif CJK JP</vt:lpstr>
      <vt:lpstr>Calibri</vt:lpstr>
      <vt:lpstr>微软雅黑</vt:lpstr>
      <vt:lpstr>Arial Unicode MS</vt:lpstr>
      <vt:lpstr>Wingdings</vt:lpstr>
      <vt:lpstr>Noto Sans CJK HK</vt:lpstr>
      <vt:lpstr>IBM 3270</vt:lpstr>
      <vt:lpstr>Symbol</vt:lpstr>
      <vt:lpstr>UKIJ Tughra</vt:lpstr>
      <vt:lpstr>黑体</vt:lpstr>
      <vt:lpstr>Office Theme</vt:lpstr>
      <vt:lpstr>第7章	中断控制接口</vt:lpstr>
      <vt:lpstr>第7章 中断控制接口</vt:lpstr>
      <vt:lpstr>PowerPoint 演示文稿</vt:lpstr>
      <vt:lpstr>7.1.1 8088的中断类型</vt:lpstr>
      <vt:lpstr>7.1.1 8088的中断类型</vt:lpstr>
      <vt:lpstr>1. 内部中断</vt:lpstr>
      <vt:lpstr>(1) 除法错中断</vt:lpstr>
      <vt:lpstr>(2) 单步中断</vt:lpstr>
      <vt:lpstr>(3) 指令中断</vt:lpstr>
      <vt:lpstr>(4)溢出中断</vt:lpstr>
      <vt:lpstr>2. 外部中断</vt:lpstr>
      <vt:lpstr>⑴ 非屏蔽中断</vt:lpstr>
      <vt:lpstr>⑵ 可屏蔽中断</vt:lpstr>
      <vt:lpstr>中断允许标志IF的状态</vt:lpstr>
      <vt:lpstr>3. 8088中断的优先级</vt:lpstr>
      <vt:lpstr>7.1.2 8088的中断向量表</vt:lpstr>
      <vt:lpstr>8088的中断向量表</vt:lpstr>
      <vt:lpstr>7.1.3 8088的中断响应过程</vt:lpstr>
      <vt:lpstr>7.2 中断服务程序</vt:lpstr>
      <vt:lpstr>7.3 8259A中断控制器</vt:lpstr>
      <vt:lpstr>7.3.1 8259A的内部结构和引脚</vt:lpstr>
      <vt:lpstr>7.3.1 8259A的内部结构和引脚</vt:lpstr>
      <vt:lpstr>7.3.1 8259A的内部结构和引脚</vt:lpstr>
      <vt:lpstr>8.3.1 8259A的内部结构和引脚</vt:lpstr>
      <vt:lpstr>8.3.1 8259A的内部结构和引脚</vt:lpstr>
      <vt:lpstr>1. 中断控制相关寄存器及引脚</vt:lpstr>
      <vt:lpstr>2. 8259A与处理器的接口</vt:lpstr>
      <vt:lpstr>3. 中断级连</vt:lpstr>
      <vt:lpstr>IBM PC/AT主机板的I/O译码电路</vt:lpstr>
      <vt:lpstr>7.3.2 8259A的中断过程</vt:lpstr>
      <vt:lpstr>7.3.3 8259A的工作方式</vt:lpstr>
      <vt:lpstr>二. 8259A的工作方式</vt:lpstr>
      <vt:lpstr>PowerPoint 演示文稿</vt:lpstr>
      <vt:lpstr>1. 中断请求方式</vt:lpstr>
      <vt:lpstr>1. 中断请求方式</vt:lpstr>
      <vt:lpstr>1. 中断请求方式</vt:lpstr>
      <vt:lpstr>1. 中断请求方式</vt:lpstr>
      <vt:lpstr>OCW3 中断查询</vt:lpstr>
      <vt:lpstr>1. 中断请求方式</vt:lpstr>
      <vt:lpstr>2. 屏蔽中断源的方式</vt:lpstr>
      <vt:lpstr>（1）普通屏蔽方式</vt:lpstr>
      <vt:lpstr>（2）特殊屏蔽方式</vt:lpstr>
      <vt:lpstr>（2）特殊屏蔽方式（续）</vt:lpstr>
      <vt:lpstr>3. 8259A的中断优先权管理方式</vt:lpstr>
      <vt:lpstr>（1）普通全嵌套方式</vt:lpstr>
      <vt:lpstr>（2）特殊全嵌套方式</vt:lpstr>
      <vt:lpstr>（3）优先权自动循环方式</vt:lpstr>
      <vt:lpstr>（3）优先权自动循环方式（续）</vt:lpstr>
      <vt:lpstr>（4）优先权特殊循环方式</vt:lpstr>
      <vt:lpstr>4.中断结束处理方式</vt:lpstr>
      <vt:lpstr>4. 结束中断处理方式</vt:lpstr>
      <vt:lpstr>（1）自动中断结束方式</vt:lpstr>
      <vt:lpstr>（2）普通中断结束方式</vt:lpstr>
      <vt:lpstr>（3）特殊中断结束方式</vt:lpstr>
      <vt:lpstr>5. 数据线连接方式</vt:lpstr>
      <vt:lpstr>8259A的级联缓冲方式</vt:lpstr>
      <vt:lpstr>5. 数据线连接方式</vt:lpstr>
      <vt:lpstr>7.3.4	8259A的编程</vt:lpstr>
      <vt:lpstr>8259A的编程结构</vt:lpstr>
      <vt:lpstr>8259的初始化命令字</vt:lpstr>
      <vt:lpstr>ICW1</vt:lpstr>
      <vt:lpstr>ICW1</vt:lpstr>
      <vt:lpstr>ICW1</vt:lpstr>
      <vt:lpstr>ICW1</vt:lpstr>
      <vt:lpstr>ICW1</vt:lpstr>
      <vt:lpstr>ICW2	设置中断类型码</vt:lpstr>
      <vt:lpstr>ICW3	设置级联</vt:lpstr>
      <vt:lpstr>ICW4	模式设置</vt:lpstr>
      <vt:lpstr>ICW4	模式设置</vt:lpstr>
      <vt:lpstr>8259A芯片的初始化流程</vt:lpstr>
      <vt:lpstr>4. 接口电路中多个端口寄存器的区分方法</vt:lpstr>
      <vt:lpstr>8259A初始化实例</vt:lpstr>
      <vt:lpstr>例2：PC/AT机中8259A主片的端口地址是20H、21H，</vt:lpstr>
      <vt:lpstr>PowerPoint 演示文稿</vt:lpstr>
      <vt:lpstr>8259的操作命令字OCW(Operation Command Word)</vt:lpstr>
      <vt:lpstr>OCW2 设置优先级循环方式和中断结束方式</vt:lpstr>
      <vt:lpstr>PowerPoint 演示文稿</vt:lpstr>
      <vt:lpstr>OCW3</vt:lpstr>
      <vt:lpstr>OCW3	设置和撤销特殊屏蔽方式</vt:lpstr>
      <vt:lpstr>对8259A内部寄存器的读出</vt:lpstr>
      <vt:lpstr>OCW3	中断查询</vt:lpstr>
      <vt:lpstr>8259A应用举例</vt:lpstr>
      <vt:lpstr>PC/AT中8259A连线图</vt:lpstr>
      <vt:lpstr>PowerPoint 演示文稿</vt:lpstr>
      <vt:lpstr>；----------- 主片8259A Initialization------------</vt:lpstr>
      <vt:lpstr>；----------- 从片8259A Initialization----------</vt:lpstr>
      <vt:lpstr>👉三节 中断服务程序的编程</vt:lpstr>
      <vt:lpstr>1. 中断服务程序的编程原则</vt:lpstr>
      <vt:lpstr>1. 中断服务程序的编程原则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	中断和DMA技术</dc:title>
  <dc:creator/>
  <cp:lastModifiedBy>chenyu</cp:lastModifiedBy>
  <cp:revision>6</cp:revision>
  <dcterms:created xsi:type="dcterms:W3CDTF">2024-12-18T10:15:49Z</dcterms:created>
  <dcterms:modified xsi:type="dcterms:W3CDTF">2024-12-19T09:41:02Z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2023-03-23T08:00:00Z</vt:filetime>
  </property>
  <property fmtid="{D5CDD505-2E9C-101B-9397-08002B2CF9AE}" pid="3" name="Creator">
    <vt:lpwstr>WPS 演示</vt:lpwstr>
  </property>
  <property fmtid="{D5CDD505-2E9C-101B-9397-08002B2CF9AE}" pid="4" name="LastSaved">
    <vt:filetime>2024-12-18T08:00:00Z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SourceModified">
    <vt:lpwstr>D:20230323084323+00'43'</vt:lpwstr>
  </property>
  <property fmtid="{D5CDD505-2E9C-101B-9397-08002B2CF9AE}" pid="7" name="ICV">
    <vt:lpwstr>E75E279696EE4172A314B0F70E844C0A_12</vt:lpwstr>
  </property>
  <property fmtid="{D5CDD505-2E9C-101B-9397-08002B2CF9AE}" pid="8" name="KSOProductBuildVer">
    <vt:lpwstr>1033-12.2.0.19307</vt:lpwstr>
  </property>
</Properties>
</file>