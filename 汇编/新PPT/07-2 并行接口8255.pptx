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6" r:id="rId39"/>
    <p:sldId id="297" r:id="rId40"/>
    <p:sldId id="298" r:id="rId41"/>
    <p:sldId id="301" r:id="rId42"/>
    <p:sldId id="302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6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696C064A-D61B-4B21-B757-51A9B82445B8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52950" y="642938"/>
            <a:ext cx="3086100" cy="1735931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2475309"/>
            <a:ext cx="9753600" cy="202525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979" y="4885432"/>
            <a:ext cx="5283200" cy="25806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8739" y="176123"/>
            <a:ext cx="3660140" cy="4514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3366"/>
                </a:solidFill>
                <a:latin typeface="Noto Serif CJK JP"/>
                <a:cs typeface="Noto Serif CJK J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Noto Serif CJK JP"/>
                <a:cs typeface="Noto Serif CJK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3366"/>
                </a:solidFill>
                <a:latin typeface="Noto Serif CJK JP"/>
                <a:cs typeface="Noto Serif CJK J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FF0000"/>
                </a:solidFill>
                <a:latin typeface="Noto Serif CJK JP"/>
                <a:cs typeface="Noto Serif CJK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3366"/>
                </a:solidFill>
                <a:latin typeface="Noto Serif CJK JP"/>
                <a:cs typeface="Noto Serif CJK J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3366"/>
                </a:solidFill>
                <a:latin typeface="Noto Serif CJK JP"/>
                <a:cs typeface="Noto Serif CJK J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152" y="729995"/>
            <a:ext cx="6731508" cy="1783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39339" y="6199632"/>
            <a:ext cx="6731508" cy="1859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254" y="97713"/>
            <a:ext cx="6781800" cy="652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3366"/>
                </a:solidFill>
                <a:latin typeface="Noto Serif CJK JP"/>
                <a:cs typeface="Noto Serif CJK JP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9252" y="1074420"/>
            <a:ext cx="8272145" cy="40605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FF0000"/>
                </a:solidFill>
                <a:latin typeface="Noto Serif CJK JP"/>
                <a:cs typeface="Noto Serif CJK JP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32368" y="6397503"/>
            <a:ext cx="427990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00CC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2247900"/>
            <a:ext cx="6731508" cy="1783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3723132"/>
            <a:ext cx="6731508" cy="1859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16212" y="2688590"/>
            <a:ext cx="353060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78865" algn="l"/>
              </a:tabLst>
            </a:pPr>
            <a:r>
              <a:rPr sz="4800" spc="-2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z="480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4800" spc="-15" dirty="0">
                <a:solidFill>
                  <a:srgbClr val="0000FF"/>
                </a:solidFill>
                <a:latin typeface="Droid Sans Fallback"/>
                <a:cs typeface="Droid Sans Fallback"/>
              </a:rPr>
              <a:t>并行接口</a:t>
            </a:r>
            <a:endParaRPr sz="4800">
              <a:latin typeface="Droid Sans Fallback"/>
              <a:cs typeface="Droid Sans Fallb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77" y="187325"/>
            <a:ext cx="5826760" cy="2806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003399"/>
                </a:solidFill>
                <a:latin typeface="Noto Serif CJK JP"/>
                <a:cs typeface="Noto Serif CJK JP"/>
              </a:rPr>
              <a:t>主要学习内容</a:t>
            </a:r>
            <a:endParaRPr sz="2800">
              <a:latin typeface="Noto Serif CJK JP"/>
              <a:cs typeface="Noto Serif CJK JP"/>
            </a:endParaRPr>
          </a:p>
          <a:p>
            <a:pPr marL="873125" lvl="1" indent="-788670">
              <a:lnSpc>
                <a:spcPct val="100000"/>
              </a:lnSpc>
              <a:spcBef>
                <a:spcPts val="4275"/>
              </a:spcBef>
              <a:buFont typeface="Arial" panose="020B0604020202020204"/>
              <a:buAutoNum type="arabicPeriod"/>
              <a:tabLst>
                <a:tab pos="873125" algn="l"/>
              </a:tabLst>
            </a:pP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并行接口概述</a:t>
            </a:r>
            <a:endParaRPr sz="2800">
              <a:latin typeface="Noto Serif CJK JP"/>
              <a:cs typeface="Noto Serif CJK JP"/>
            </a:endParaRPr>
          </a:p>
          <a:p>
            <a:pPr marL="873125" lvl="1" indent="-788670">
              <a:lnSpc>
                <a:spcPct val="100000"/>
              </a:lnSpc>
              <a:spcBef>
                <a:spcPts val="2040"/>
              </a:spcBef>
              <a:buFont typeface="Arial" panose="020B0604020202020204"/>
              <a:buAutoNum type="arabicPeriod"/>
              <a:tabLst>
                <a:tab pos="873125" algn="l"/>
              </a:tabLst>
            </a:pPr>
            <a:r>
              <a:rPr sz="2800" spc="-30" dirty="0">
                <a:solidFill>
                  <a:srgbClr val="0000CC"/>
                </a:solidFill>
                <a:latin typeface="Noto Serif CJK JP"/>
                <a:cs typeface="Noto Serif CJK JP"/>
              </a:rPr>
              <a:t>可编程并行通信接口芯片</a:t>
            </a:r>
            <a:r>
              <a:rPr sz="28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873125" lvl="1" indent="-788670">
              <a:lnSpc>
                <a:spcPct val="100000"/>
              </a:lnSpc>
              <a:spcBef>
                <a:spcPts val="2040"/>
              </a:spcBef>
              <a:buFont typeface="Arial" panose="020B0604020202020204"/>
              <a:buAutoNum type="arabicPeriod"/>
              <a:tabLst>
                <a:tab pos="873125" algn="l"/>
              </a:tabLst>
            </a:pPr>
            <a:r>
              <a:rPr sz="2800" spc="-35" dirty="0">
                <a:solidFill>
                  <a:srgbClr val="0000CC"/>
                </a:solidFill>
                <a:latin typeface="Noto Serif CJK JP"/>
                <a:cs typeface="Noto Serif CJK JP"/>
              </a:rPr>
              <a:t>数码管驱动接口</a:t>
            </a:r>
            <a:endParaRPr sz="2800"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53085"/>
            <a:ext cx="294894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7.1</a:t>
            </a:r>
            <a:r>
              <a:rPr spc="-15" dirty="0">
                <a:latin typeface="Arial" panose="020B0604020202020204"/>
                <a:cs typeface="Arial" panose="020B0604020202020204"/>
              </a:rPr>
              <a:t> </a:t>
            </a:r>
            <a:r>
              <a:rPr spc="-35" dirty="0"/>
              <a:t>并行接口概述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74129" y="5020309"/>
            <a:ext cx="2019300" cy="876300"/>
            <a:chOff x="6374129" y="5020309"/>
            <a:chExt cx="2019300" cy="8763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31279" y="5077967"/>
              <a:ext cx="1905000" cy="762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74130" y="5020309"/>
              <a:ext cx="2019300" cy="876300"/>
            </a:xfrm>
            <a:custGeom>
              <a:avLst/>
              <a:gdLst/>
              <a:ahLst/>
              <a:cxnLst/>
              <a:rect l="l" t="t" r="r" b="b"/>
              <a:pathLst>
                <a:path w="2019300" h="876300">
                  <a:moveTo>
                    <a:pt x="1996440" y="22860"/>
                  </a:moveTo>
                  <a:lnTo>
                    <a:pt x="22860" y="22860"/>
                  </a:lnTo>
                  <a:lnTo>
                    <a:pt x="22860" y="57150"/>
                  </a:lnTo>
                  <a:lnTo>
                    <a:pt x="22860" y="819150"/>
                  </a:lnTo>
                  <a:lnTo>
                    <a:pt x="22860" y="853440"/>
                  </a:lnTo>
                  <a:lnTo>
                    <a:pt x="1996440" y="853440"/>
                  </a:lnTo>
                  <a:lnTo>
                    <a:pt x="1996440" y="819658"/>
                  </a:lnTo>
                  <a:lnTo>
                    <a:pt x="1996440" y="819150"/>
                  </a:lnTo>
                  <a:lnTo>
                    <a:pt x="1996440" y="57658"/>
                  </a:lnTo>
                  <a:lnTo>
                    <a:pt x="1962150" y="57658"/>
                  </a:lnTo>
                  <a:lnTo>
                    <a:pt x="1962150" y="819150"/>
                  </a:lnTo>
                  <a:lnTo>
                    <a:pt x="57150" y="819150"/>
                  </a:lnTo>
                  <a:lnTo>
                    <a:pt x="57150" y="57150"/>
                  </a:lnTo>
                  <a:lnTo>
                    <a:pt x="1996440" y="57150"/>
                  </a:lnTo>
                  <a:lnTo>
                    <a:pt x="1996440" y="22860"/>
                  </a:lnTo>
                  <a:close/>
                </a:path>
                <a:path w="2019300" h="876300">
                  <a:moveTo>
                    <a:pt x="2019300" y="0"/>
                  </a:moveTo>
                  <a:lnTo>
                    <a:pt x="0" y="0"/>
                  </a:lnTo>
                  <a:lnTo>
                    <a:pt x="0" y="11442"/>
                  </a:lnTo>
                  <a:lnTo>
                    <a:pt x="0" y="864882"/>
                  </a:lnTo>
                  <a:lnTo>
                    <a:pt x="0" y="876300"/>
                  </a:lnTo>
                  <a:lnTo>
                    <a:pt x="2019300" y="876300"/>
                  </a:lnTo>
                  <a:lnTo>
                    <a:pt x="2019300" y="865378"/>
                  </a:lnTo>
                  <a:lnTo>
                    <a:pt x="2019300" y="864882"/>
                  </a:lnTo>
                  <a:lnTo>
                    <a:pt x="2019300" y="11938"/>
                  </a:lnTo>
                  <a:lnTo>
                    <a:pt x="2007870" y="11938"/>
                  </a:lnTo>
                  <a:lnTo>
                    <a:pt x="2007870" y="864882"/>
                  </a:lnTo>
                  <a:lnTo>
                    <a:pt x="11430" y="864882"/>
                  </a:lnTo>
                  <a:lnTo>
                    <a:pt x="11430" y="11442"/>
                  </a:lnTo>
                  <a:lnTo>
                    <a:pt x="2019300" y="11442"/>
                  </a:lnTo>
                  <a:lnTo>
                    <a:pt x="201930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7369" y="979805"/>
            <a:ext cx="8050530" cy="4805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25000"/>
              </a:lnSpc>
              <a:spcBef>
                <a:spcPts val="100"/>
              </a:spcBef>
              <a:buFont typeface="Wingdings" panose="05000000000000000000"/>
              <a:buChar char=""/>
              <a:tabLst>
                <a:tab pos="354965" algn="l"/>
                <a:tab pos="828040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	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并行接口是实现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erif CJK JP"/>
                <a:cs typeface="Noto Serif CJK JP"/>
              </a:rPr>
              <a:t>并行通信</a:t>
            </a:r>
            <a:r>
              <a:rPr sz="2400" u="none" dirty="0">
                <a:solidFill>
                  <a:srgbClr val="000099"/>
                </a:solidFill>
                <a:latin typeface="Noto Serif CJK JP"/>
                <a:cs typeface="Noto Serif CJK JP"/>
              </a:rPr>
              <a:t>的接口。并行接口支持在多</a:t>
            </a:r>
            <a:r>
              <a:rPr sz="2400" u="none" spc="-1390" dirty="0">
                <a:solidFill>
                  <a:srgbClr val="000099"/>
                </a:solidFill>
                <a:latin typeface="Noto Serif CJK JP"/>
                <a:cs typeface="Noto Serif CJK JP"/>
              </a:rPr>
              <a:t>根</a:t>
            </a:r>
            <a:r>
              <a:rPr sz="2400" u="none" dirty="0">
                <a:solidFill>
                  <a:srgbClr val="000099"/>
                </a:solidFill>
                <a:latin typeface="Noto Serif CJK JP"/>
                <a:cs typeface="Noto Serif CJK JP"/>
              </a:rPr>
              <a:t>数据线上，以字节</a:t>
            </a:r>
            <a:r>
              <a:rPr sz="2400" u="none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400" u="none" spc="-5" dirty="0">
                <a:solidFill>
                  <a:srgbClr val="000099"/>
                </a:solidFill>
                <a:latin typeface="Noto Serif CJK JP"/>
                <a:cs typeface="Noto Serif CJK JP"/>
              </a:rPr>
              <a:t>字为单位进行数据传输。</a:t>
            </a:r>
            <a:endParaRPr sz="2400">
              <a:latin typeface="Noto Serif CJK JP"/>
              <a:cs typeface="Noto Serif CJK JP"/>
            </a:endParaRPr>
          </a:p>
          <a:p>
            <a:pPr marL="354965" marR="5080" indent="-342900">
              <a:lnSpc>
                <a:spcPct val="125000"/>
              </a:lnSpc>
              <a:spcBef>
                <a:spcPts val="1185"/>
              </a:spcBef>
              <a:buFont typeface="Wingdings" panose="05000000000000000000"/>
              <a:buChar char=""/>
              <a:tabLst>
                <a:tab pos="354965" algn="l"/>
                <a:tab pos="828040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	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一个并行接口可以只用来作为输入接口或输出接口，</a:t>
            </a:r>
            <a:r>
              <a:rPr sz="2400" spc="-1390" dirty="0">
                <a:solidFill>
                  <a:srgbClr val="000099"/>
                </a:solidFill>
                <a:latin typeface="Noto Serif CJK JP"/>
                <a:cs typeface="Noto Serif CJK JP"/>
              </a:rPr>
              <a:t>也</a:t>
            </a:r>
            <a:r>
              <a:rPr sz="2400" spc="-5" dirty="0">
                <a:solidFill>
                  <a:srgbClr val="000099"/>
                </a:solidFill>
                <a:latin typeface="Noto Serif CJK JP"/>
                <a:cs typeface="Noto Serif CJK JP"/>
              </a:rPr>
              <a:t>可以把它设计成能够支持双向数据传输的并行接口。</a:t>
            </a:r>
            <a:endParaRPr sz="2400">
              <a:latin typeface="Noto Serif CJK JP"/>
              <a:cs typeface="Noto Serif CJK JP"/>
            </a:endParaRPr>
          </a:p>
          <a:p>
            <a:pPr marL="354965" marR="67310" indent="-342900">
              <a:lnSpc>
                <a:spcPct val="125000"/>
              </a:lnSpc>
              <a:spcBef>
                <a:spcPts val="1190"/>
              </a:spcBef>
              <a:buFont typeface="Wingdings" panose="05000000000000000000"/>
              <a:buChar char=""/>
              <a:tabLst>
                <a:tab pos="354965" algn="l"/>
                <a:tab pos="828040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	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并行接口的种类有数十种，包括简单的并行数据寄存</a:t>
            </a:r>
            <a:r>
              <a:rPr sz="2400" spc="-1415" dirty="0">
                <a:solidFill>
                  <a:srgbClr val="000099"/>
                </a:solidFill>
                <a:latin typeface="Noto Serif CJK JP"/>
                <a:cs typeface="Noto Serif CJK JP"/>
              </a:rPr>
              <a:t>器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 、应用灵活的可编程并行接口（如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8255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、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6820</a:t>
            </a:r>
            <a:r>
              <a:rPr sz="2400" spc="-20" dirty="0">
                <a:solidFill>
                  <a:srgbClr val="000099"/>
                </a:solidFill>
                <a:latin typeface="Noto Serif CJK JP"/>
                <a:cs typeface="Noto Serif CJK JP"/>
              </a:rPr>
              <a:t>）以及较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为复杂的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SCSI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或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IDE</a:t>
            </a:r>
            <a:r>
              <a:rPr sz="2400" spc="-10" dirty="0">
                <a:solidFill>
                  <a:srgbClr val="000099"/>
                </a:solidFill>
                <a:latin typeface="Noto Serif CJK JP"/>
                <a:cs typeface="Noto Serif CJK JP"/>
              </a:rPr>
              <a:t>并行接口。</a:t>
            </a:r>
            <a:endParaRPr sz="2400">
              <a:latin typeface="Noto Serif CJK JP"/>
              <a:cs typeface="Noto Serif CJK JP"/>
            </a:endParaRPr>
          </a:p>
          <a:p>
            <a:pPr marL="372110" marR="2794635">
              <a:lnSpc>
                <a:spcPct val="100000"/>
              </a:lnSpc>
              <a:spcBef>
                <a:spcPts val="4245"/>
              </a:spcBef>
            </a:pPr>
            <a:r>
              <a:rPr sz="24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SCSI:</a:t>
            </a:r>
            <a:r>
              <a:rPr sz="2400" i="1" spc="-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Small</a:t>
            </a:r>
            <a:r>
              <a:rPr sz="2400" i="1" spc="-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2400" i="1" spc="-3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2400" i="1" spc="-3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Interface </a:t>
            </a:r>
            <a:r>
              <a:rPr sz="24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IDE:Integrated</a:t>
            </a:r>
            <a:r>
              <a:rPr sz="2400" i="1" spc="-6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Drive</a:t>
            </a:r>
            <a:r>
              <a:rPr sz="2400" i="1" spc="-6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i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Electronics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123" y="1700783"/>
            <a:ext cx="8113776" cy="30967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052" y="153085"/>
            <a:ext cx="294894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7.1</a:t>
            </a:r>
            <a:r>
              <a:rPr spc="-15" dirty="0">
                <a:latin typeface="Arial" panose="020B0604020202020204"/>
                <a:cs typeface="Arial" panose="020B0604020202020204"/>
              </a:rPr>
              <a:t> </a:t>
            </a:r>
            <a:r>
              <a:rPr spc="-35" dirty="0"/>
              <a:t>并行接口概述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71688" y="5289803"/>
            <a:ext cx="728472" cy="7284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54" y="97713"/>
            <a:ext cx="678180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7.2</a:t>
            </a:r>
            <a:r>
              <a:rPr spc="30" dirty="0">
                <a:latin typeface="Arial" panose="020B0604020202020204"/>
                <a:cs typeface="Arial" panose="020B0604020202020204"/>
              </a:rPr>
              <a:t> </a:t>
            </a:r>
            <a:r>
              <a:rPr spc="-30" dirty="0"/>
              <a:t>可编程并行通信接口芯片</a:t>
            </a:r>
            <a:r>
              <a:rPr spc="-10" dirty="0">
                <a:latin typeface="Arial" panose="020B0604020202020204"/>
                <a:cs typeface="Arial" panose="020B0604020202020204"/>
              </a:rPr>
              <a:t>8255A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369" y="985519"/>
            <a:ext cx="7988300" cy="2614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25000"/>
              </a:lnSpc>
              <a:spcBef>
                <a:spcPts val="100"/>
              </a:spcBef>
              <a:buFont typeface="Wingdings" panose="05000000000000000000"/>
              <a:buChar char=""/>
              <a:tabLst>
                <a:tab pos="354965" algn="l"/>
                <a:tab pos="828040" algn="l"/>
              </a:tabLst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55" dirty="0">
                <a:solidFill>
                  <a:srgbClr val="0000CC"/>
                </a:solidFill>
                <a:latin typeface="Noto Serif CJK JP"/>
                <a:cs typeface="Noto Serif CJK JP"/>
              </a:rPr>
              <a:t>通常用于实现微机系统与外部设备之间的并行数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据传输，其工作方式可通过软件进行设置，应用方便灵活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 dirty="0">
              <a:latin typeface="Noto Serif CJK JP"/>
              <a:cs typeface="Noto Serif CJK JP"/>
            </a:endParaRPr>
          </a:p>
          <a:p>
            <a:pPr marL="828675" indent="-815975">
              <a:lnSpc>
                <a:spcPct val="100000"/>
              </a:lnSpc>
              <a:spcBef>
                <a:spcPts val="1935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IBM</a:t>
            </a:r>
            <a:r>
              <a:rPr sz="2400" spc="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采用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与键盘、扬声器等外设进行接口。</a:t>
            </a:r>
            <a:endParaRPr sz="2400" dirty="0">
              <a:latin typeface="Noto Serif CJK JP"/>
              <a:cs typeface="Noto Serif CJK JP"/>
            </a:endParaRPr>
          </a:p>
          <a:p>
            <a:pPr marL="354965" marR="5080" indent="-342900">
              <a:lnSpc>
                <a:spcPct val="125000"/>
              </a:lnSpc>
              <a:spcBef>
                <a:spcPts val="1170"/>
              </a:spcBef>
              <a:buFont typeface="Wingdings" panose="05000000000000000000"/>
              <a:buChar char=""/>
              <a:tabLst>
                <a:tab pos="354965" algn="l"/>
                <a:tab pos="828040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	在目前的微机系统中，其功能已被集成在芯片组中，</a:t>
            </a:r>
            <a:r>
              <a:rPr sz="2400" spc="-1415" dirty="0">
                <a:solidFill>
                  <a:srgbClr val="0000CC"/>
                </a:solidFill>
                <a:latin typeface="Noto Serif CJK JP"/>
                <a:cs typeface="Noto Serif CJK JP"/>
              </a:rPr>
              <a:t>但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 使用和编程与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完全一致。</a:t>
            </a:r>
            <a:endParaRPr sz="2400" dirty="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0888" y="4509515"/>
            <a:ext cx="2877312" cy="101955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90">
              <a:lnSpc>
                <a:spcPts val="275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55558" y="6410203"/>
            <a:ext cx="169545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spc="-14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spc="-6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8739" y="97713"/>
            <a:ext cx="39173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7.2.1</a:t>
            </a:r>
            <a:r>
              <a:rPr spc="5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的内部结构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685800" y="990600"/>
            <a:ext cx="7517765" cy="5159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402" y="147319"/>
            <a:ext cx="360108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7.2.2</a:t>
            </a:r>
            <a:r>
              <a:rPr spc="-25" dirty="0">
                <a:latin typeface="Arial" panose="020B0604020202020204"/>
                <a:cs typeface="Arial" panose="020B0604020202020204"/>
              </a:rPr>
              <a:t> </a:t>
            </a:r>
            <a:r>
              <a:rPr spc="-35" dirty="0"/>
              <a:t>端口编址及配置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7369" y="1074420"/>
            <a:ext cx="80454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7687" y="3485514"/>
            <a:ext cx="8035925" cy="262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1210" marR="5080" indent="-778510">
              <a:lnSpc>
                <a:spcPct val="125000"/>
              </a:lnSpc>
              <a:spcBef>
                <a:spcPts val="100"/>
              </a:spcBef>
              <a:buSzPct val="96000"/>
              <a:buAutoNum type="arabicPlain" startAt="2"/>
              <a:tabLst>
                <a:tab pos="79311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端口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185" dirty="0">
                <a:solidFill>
                  <a:srgbClr val="0000CC"/>
                </a:solidFill>
                <a:latin typeface="Noto Serif CJK JP"/>
                <a:cs typeface="Noto Serif CJK JP"/>
              </a:rPr>
              <a:t>又可以分成“上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530" dirty="0">
                <a:solidFill>
                  <a:srgbClr val="0000CC"/>
                </a:solidFill>
                <a:latin typeface="Noto Serif CJK JP"/>
                <a:cs typeface="Noto Serif CJK JP"/>
              </a:rPr>
              <a:t>口”和“下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330" dirty="0">
                <a:solidFill>
                  <a:srgbClr val="0000CC"/>
                </a:solidFill>
                <a:latin typeface="Noto Serif CJK JP"/>
                <a:cs typeface="Noto Serif CJK JP"/>
              </a:rPr>
              <a:t>口”</a:t>
            </a:r>
            <a:r>
              <a:rPr sz="2400" spc="66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个部分，用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作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口和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口的控制信号线，所以把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上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口称为</a:t>
            </a:r>
            <a:r>
              <a:rPr sz="2400" spc="-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组，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下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口称为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组。</a:t>
            </a:r>
            <a:endParaRPr sz="2400" dirty="0">
              <a:latin typeface="Noto Serif CJK JP"/>
              <a:cs typeface="Noto Serif CJK JP"/>
            </a:endParaRPr>
          </a:p>
          <a:p>
            <a:pPr marL="791210" indent="-778510">
              <a:lnSpc>
                <a:spcPct val="100000"/>
              </a:lnSpc>
              <a:spcBef>
                <a:spcPts val="1920"/>
              </a:spcBef>
              <a:buSzPct val="96000"/>
              <a:buFont typeface="Noto Serif CJK JP"/>
              <a:buAutoNum type="arabicPlain" startAt="2"/>
              <a:tabLst>
                <a:tab pos="791210" algn="l"/>
              </a:tabLst>
            </a:pPr>
            <a:r>
              <a:rPr sz="2400" spc="-9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PA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口：输入有锁存器，输出有锁存器和缓冲器；</a:t>
            </a:r>
            <a:endParaRPr sz="2400" dirty="0">
              <a:latin typeface="Noto Serif CJK JP"/>
              <a:cs typeface="Noto Serif CJK JP"/>
            </a:endParaRPr>
          </a:p>
          <a:p>
            <a:pPr marL="772795">
              <a:lnSpc>
                <a:spcPct val="100000"/>
              </a:lnSpc>
              <a:spcBef>
                <a:spcPts val="1920"/>
              </a:spcBef>
            </a:pP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PB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和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口：输入有缓冲器，输出有锁存器和缓冲器。</a:t>
            </a:r>
            <a:endParaRPr sz="2400" dirty="0">
              <a:latin typeface="Noto Serif CJK JP"/>
              <a:cs typeface="Noto Serif CJK JP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41144" y="1119505"/>
          <a:ext cx="6398258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98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A1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端口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spc="-2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口线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端口</a:t>
                      </a: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PA</a:t>
                      </a:r>
                      <a:r>
                        <a:rPr sz="2325" spc="-15" baseline="-18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7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~PA</a:t>
                      </a:r>
                      <a:r>
                        <a:rPr sz="2325" spc="-15" baseline="-18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25" baseline="-18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端口</a:t>
                      </a: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B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PB</a:t>
                      </a:r>
                      <a:r>
                        <a:rPr sz="2325" spc="-15" baseline="-18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7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~PB</a:t>
                      </a:r>
                      <a:r>
                        <a:rPr sz="2325" spc="-15" baseline="-18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25" baseline="-18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端口</a:t>
                      </a: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PC</a:t>
                      </a:r>
                      <a:r>
                        <a:rPr sz="2325" spc="-15" baseline="-18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7</a:t>
                      </a:r>
                      <a:r>
                        <a:rPr sz="2400" spc="-1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~PC</a:t>
                      </a:r>
                      <a:r>
                        <a:rPr sz="2325" spc="-15" baseline="-1800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325" baseline="-180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24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spc="-15" dirty="0">
                          <a:solidFill>
                            <a:srgbClr val="0000CC"/>
                          </a:solidFill>
                          <a:latin typeface="Droid Sans Fallback"/>
                          <a:cs typeface="Droid Sans Fallback"/>
                        </a:rPr>
                        <a:t>控制端口</a:t>
                      </a:r>
                      <a:endParaRPr sz="2400">
                        <a:latin typeface="Droid Sans Fallback"/>
                        <a:cs typeface="Droid Sans Fallback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5300" y="935736"/>
            <a:ext cx="8575675" cy="5450205"/>
            <a:chOff x="495300" y="935736"/>
            <a:chExt cx="8575675" cy="5450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300" y="940308"/>
              <a:ext cx="3156204" cy="52760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4300" y="935736"/>
              <a:ext cx="2896357" cy="2743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83808" y="3429000"/>
              <a:ext cx="2953512" cy="27432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6402" y="147319"/>
            <a:ext cx="32061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7.2.3</a:t>
            </a:r>
            <a:r>
              <a:rPr spc="-10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40" dirty="0"/>
              <a:t>的封装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77" y="189230"/>
            <a:ext cx="39173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7.2.4</a:t>
            </a:r>
            <a:r>
              <a:rPr spc="5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的基本操作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990600"/>
            <a:ext cx="6972300" cy="511873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402" y="147319"/>
            <a:ext cx="39173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7.2.5</a:t>
            </a:r>
            <a:r>
              <a:rPr spc="5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的工作方式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8286" y="1150035"/>
            <a:ext cx="4078604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Font typeface="Arial" panose="020B0604020202020204"/>
              <a:buAutoNum type="arabicPeriod"/>
              <a:tabLst>
                <a:tab pos="373380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方式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基本的输入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4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输出方式</a:t>
            </a:r>
            <a:endParaRPr sz="2400" dirty="0">
              <a:latin typeface="Noto Serif CJK JP"/>
              <a:cs typeface="Noto Serif CJK JP"/>
            </a:endParaRPr>
          </a:p>
          <a:p>
            <a:pPr marL="349885" indent="-337185">
              <a:lnSpc>
                <a:spcPct val="100000"/>
              </a:lnSpc>
              <a:spcBef>
                <a:spcPts val="1920"/>
              </a:spcBef>
              <a:buFont typeface="Arial" panose="020B0604020202020204"/>
              <a:buAutoNum type="arabicPeriod"/>
              <a:tabLst>
                <a:tab pos="34988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方式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应答式输入输出方式</a:t>
            </a:r>
            <a:endParaRPr sz="2400" dirty="0">
              <a:latin typeface="Noto Serif CJK JP"/>
              <a:cs typeface="Noto Serif CJK JP"/>
            </a:endParaRPr>
          </a:p>
          <a:p>
            <a:pPr marL="349885" indent="-337185">
              <a:lnSpc>
                <a:spcPct val="100000"/>
              </a:lnSpc>
              <a:spcBef>
                <a:spcPts val="1920"/>
              </a:spcBef>
              <a:buFont typeface="Arial" panose="020B0604020202020204"/>
              <a:buAutoNum type="arabicPeriod"/>
              <a:tabLst>
                <a:tab pos="34988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方式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双向选通传送方式</a:t>
            </a:r>
            <a:endParaRPr sz="2400" dirty="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77" y="147319"/>
            <a:ext cx="39173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7.2.5</a:t>
            </a:r>
            <a:r>
              <a:rPr spc="5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的工作方式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505" y="868095"/>
            <a:ext cx="7651115" cy="2797175"/>
          </a:xfrm>
          <a:prstGeom prst="rect">
            <a:avLst/>
          </a:prstGeom>
        </p:spPr>
        <p:txBody>
          <a:bodyPr vert="horz" wrap="square" lIns="0" tIns="219075" rIns="0" bIns="0" rtlCol="0">
            <a:spAutoFit/>
          </a:bodyPr>
          <a:lstStyle/>
          <a:p>
            <a:pPr marL="380365" indent="-337185">
              <a:lnSpc>
                <a:spcPct val="100000"/>
              </a:lnSpc>
              <a:spcBef>
                <a:spcPts val="1725"/>
              </a:spcBef>
              <a:buFont typeface="Arial" panose="020B0604020202020204"/>
              <a:buAutoNum type="arabicPeriod"/>
              <a:tabLst>
                <a:tab pos="38036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工作方式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基本的输入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4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输出方式</a:t>
            </a:r>
            <a:endParaRPr sz="2400" dirty="0">
              <a:latin typeface="Noto Serif CJK JP"/>
              <a:cs typeface="Noto Serif CJK JP"/>
            </a:endParaRPr>
          </a:p>
          <a:p>
            <a:pPr marL="354965" marR="5080" lvl="1" indent="-342900">
              <a:lnSpc>
                <a:spcPts val="2870"/>
              </a:lnSpc>
              <a:spcBef>
                <a:spcPts val="1730"/>
              </a:spcBef>
              <a:buFont typeface="Wingdings" panose="05000000000000000000"/>
              <a:buChar char=""/>
              <a:tabLst>
                <a:tab pos="354965" algn="l"/>
                <a:tab pos="828040" algn="l"/>
              </a:tabLst>
            </a:pPr>
            <a:r>
              <a:rPr lang="en-US" altLang=""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     </a:t>
            </a:r>
            <a:r>
              <a:rPr sz="2400" dirty="0" err="1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 err="1">
                <a:solidFill>
                  <a:srgbClr val="0000CC"/>
                </a:solidFill>
                <a:latin typeface="Noto Serif CJK JP"/>
                <a:cs typeface="Noto Serif CJK JP"/>
              </a:rPr>
              <a:t>口、</a:t>
            </a:r>
            <a:r>
              <a:rPr sz="2400" dirty="0" err="1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 err="1">
                <a:solidFill>
                  <a:srgbClr val="0000CC"/>
                </a:solidFill>
                <a:latin typeface="Noto Serif CJK JP"/>
                <a:cs typeface="Noto Serif CJK JP"/>
              </a:rPr>
              <a:t>口、上</a:t>
            </a:r>
            <a:r>
              <a:rPr sz="2400" spc="-10" dirty="0" err="1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 err="1">
                <a:solidFill>
                  <a:srgbClr val="0000CC"/>
                </a:solidFill>
                <a:latin typeface="Noto Serif CJK JP"/>
                <a:cs typeface="Noto Serif CJK JP"/>
              </a:rPr>
              <a:t>口、下</a:t>
            </a:r>
            <a:r>
              <a:rPr sz="2400" spc="-10" dirty="0" err="1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 err="1">
                <a:solidFill>
                  <a:srgbClr val="0000CC"/>
                </a:solidFill>
                <a:latin typeface="Noto Serif CJK JP"/>
                <a:cs typeface="Noto Serif CJK JP"/>
              </a:rPr>
              <a:t>口都可以独立设置作为输</a:t>
            </a:r>
            <a:r>
              <a:rPr lang="en-US" sz="2400" dirty="0">
                <a:solidFill>
                  <a:srgbClr val="0000CC"/>
                </a:solidFill>
                <a:latin typeface="Noto Serif CJK JP"/>
                <a:cs typeface="Noto Serif CJK JP"/>
              </a:rPr>
              <a:t>               </a:t>
            </a:r>
            <a:r>
              <a:rPr sz="2400" spc="-1385" dirty="0">
                <a:solidFill>
                  <a:srgbClr val="0000CC"/>
                </a:solidFill>
                <a:latin typeface="Noto Serif CJK JP"/>
                <a:cs typeface="Noto Serif CJK JP"/>
              </a:rPr>
              <a:t>入</a:t>
            </a:r>
            <a:r>
              <a:rPr lang="en-US" sz="2400" spc="-1385" dirty="0">
                <a:solidFill>
                  <a:srgbClr val="0000CC"/>
                </a:solidFill>
                <a:latin typeface="Noto Serif CJK JP"/>
                <a:cs typeface="Noto Serif CJK JP"/>
              </a:rPr>
              <a:t>      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或</a:t>
            </a:r>
            <a:r>
              <a:rPr lang="en-US"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spc="-10" dirty="0" err="1">
                <a:solidFill>
                  <a:srgbClr val="0000CC"/>
                </a:solidFill>
                <a:latin typeface="Noto Serif CJK JP"/>
                <a:cs typeface="Noto Serif CJK JP"/>
              </a:rPr>
              <a:t>输出使用</a:t>
            </a:r>
            <a:r>
              <a:rPr lang="en-US"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    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 dirty="0">
              <a:latin typeface="Noto Serif CJK JP"/>
              <a:cs typeface="Noto Serif CJK JP"/>
            </a:endParaRPr>
          </a:p>
          <a:p>
            <a:pPr marL="828675" lvl="1" indent="-815975">
              <a:lnSpc>
                <a:spcPct val="100000"/>
              </a:lnSpc>
              <a:spcBef>
                <a:spcPts val="500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适合用于无条件传送。</a:t>
            </a:r>
            <a:endParaRPr sz="2400" dirty="0">
              <a:latin typeface="Noto Serif CJK JP"/>
              <a:cs typeface="Noto Serif CJK JP"/>
            </a:endParaRPr>
          </a:p>
          <a:p>
            <a:pPr marL="354965" marR="5080" lvl="1" indent="-342900">
              <a:lnSpc>
                <a:spcPct val="100000"/>
              </a:lnSpc>
              <a:spcBef>
                <a:spcPts val="615"/>
              </a:spcBef>
              <a:buFont typeface="Wingdings" panose="05000000000000000000"/>
              <a:buChar char=""/>
              <a:tabLst>
                <a:tab pos="354965" algn="l"/>
                <a:tab pos="828040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	也可以通过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口口线提供联络信号，实现查询方式</a:t>
            </a:r>
            <a:r>
              <a:rPr sz="2400" spc="-1390" dirty="0">
                <a:solidFill>
                  <a:srgbClr val="0000CC"/>
                </a:solidFill>
                <a:latin typeface="Noto Serif CJK JP"/>
                <a:cs typeface="Noto Serif CJK JP"/>
              </a:rPr>
              <a:t>的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输入输出。</a:t>
            </a:r>
            <a:endParaRPr sz="2400" dirty="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7891" y="3518915"/>
            <a:ext cx="4343400" cy="25816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6277" y="165531"/>
            <a:ext cx="25330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(1</a:t>
            </a:r>
            <a:r>
              <a:rPr spc="-5" dirty="0">
                <a:latin typeface="Arial" panose="020B0604020202020204"/>
                <a:cs typeface="Arial" panose="020B0604020202020204"/>
              </a:rPr>
              <a:t>) </a:t>
            </a:r>
            <a:r>
              <a:rPr spc="-30" dirty="0"/>
              <a:t>方式</a:t>
            </a:r>
            <a:r>
              <a:rPr spc="-25" dirty="0">
                <a:latin typeface="Arial" panose="020B0604020202020204"/>
                <a:cs typeface="Arial" panose="020B0604020202020204"/>
              </a:rPr>
              <a:t>0</a:t>
            </a:r>
            <a:r>
              <a:rPr spc="-40" dirty="0"/>
              <a:t>的应用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467" y="908303"/>
            <a:ext cx="6507212" cy="460629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174748" y="5971032"/>
            <a:ext cx="5684520" cy="753110"/>
          </a:xfrm>
          <a:custGeom>
            <a:avLst/>
            <a:gdLst/>
            <a:ahLst/>
            <a:cxnLst/>
            <a:rect l="l" t="t" r="r" b="b"/>
            <a:pathLst>
              <a:path w="5684520" h="753109">
                <a:moveTo>
                  <a:pt x="5684507" y="0"/>
                </a:moveTo>
                <a:lnTo>
                  <a:pt x="5684507" y="0"/>
                </a:lnTo>
                <a:lnTo>
                  <a:pt x="0" y="0"/>
                </a:lnTo>
                <a:lnTo>
                  <a:pt x="0" y="371856"/>
                </a:lnTo>
                <a:lnTo>
                  <a:pt x="0" y="752856"/>
                </a:lnTo>
                <a:lnTo>
                  <a:pt x="710184" y="752856"/>
                </a:lnTo>
                <a:lnTo>
                  <a:pt x="5684507" y="752856"/>
                </a:lnTo>
                <a:lnTo>
                  <a:pt x="5684507" y="371868"/>
                </a:lnTo>
                <a:lnTo>
                  <a:pt x="56845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01800" y="5659145"/>
            <a:ext cx="234315" cy="11430"/>
          </a:xfrm>
          <a:custGeom>
            <a:avLst/>
            <a:gdLst/>
            <a:ahLst/>
            <a:cxnLst/>
            <a:rect l="l" t="t" r="r" b="b"/>
            <a:pathLst>
              <a:path w="234314" h="11429">
                <a:moveTo>
                  <a:pt x="234302" y="11430"/>
                </a:moveTo>
                <a:lnTo>
                  <a:pt x="98336" y="11430"/>
                </a:lnTo>
                <a:lnTo>
                  <a:pt x="0" y="11430"/>
                </a:lnTo>
                <a:lnTo>
                  <a:pt x="0" y="0"/>
                </a:lnTo>
                <a:lnTo>
                  <a:pt x="234302" y="0"/>
                </a:lnTo>
                <a:lnTo>
                  <a:pt x="234302" y="114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98625" y="5937275"/>
            <a:ext cx="240665" cy="11430"/>
          </a:xfrm>
          <a:custGeom>
            <a:avLst/>
            <a:gdLst/>
            <a:ahLst/>
            <a:cxnLst/>
            <a:rect l="l" t="t" r="r" b="b"/>
            <a:pathLst>
              <a:path w="240664" h="11429">
                <a:moveTo>
                  <a:pt x="240652" y="11429"/>
                </a:moveTo>
                <a:lnTo>
                  <a:pt x="98336" y="11429"/>
                </a:lnTo>
                <a:lnTo>
                  <a:pt x="0" y="11429"/>
                </a:lnTo>
                <a:lnTo>
                  <a:pt x="0" y="0"/>
                </a:lnTo>
                <a:lnTo>
                  <a:pt x="240652" y="0"/>
                </a:lnTo>
                <a:lnTo>
                  <a:pt x="240652" y="11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457325" y="5582920"/>
          <a:ext cx="6395079" cy="1133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0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05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1000">
                <a:tc rowSpan="2">
                  <a:txBody>
                    <a:bodyPr/>
                    <a:lstStyle/>
                    <a:p>
                      <a:pPr marL="234950" marR="227330" indent="3175">
                        <a:lnSpc>
                          <a:spcPct val="102000"/>
                        </a:lnSpc>
                        <a:spcBef>
                          <a:spcPts val="120"/>
                        </a:spcBef>
                      </a:pPr>
                      <a:r>
                        <a:rPr sz="1800" spc="-25" dirty="0">
                          <a:latin typeface="Georgia" panose="02040502050405020303"/>
                          <a:cs typeface="Georgia" panose="02040502050405020303"/>
                        </a:rPr>
                        <a:t>Y</a:t>
                      </a:r>
                      <a:r>
                        <a:rPr sz="1950" spc="-37" baseline="-15000" dirty="0">
                          <a:latin typeface="Georgia" panose="02040502050405020303"/>
                          <a:cs typeface="Georgia" panose="02040502050405020303"/>
                        </a:rPr>
                        <a:t>4 </a:t>
                      </a:r>
                      <a:r>
                        <a:rPr sz="1800" spc="-160" dirty="0">
                          <a:latin typeface="Georgia" panose="02040502050405020303"/>
                          <a:cs typeface="Georgia" panose="02040502050405020303"/>
                        </a:rPr>
                        <a:t>CS</a:t>
                      </a:r>
                      <a:endParaRPr sz="1800">
                        <a:latin typeface="Georgia" panose="02040502050405020303"/>
                        <a:cs typeface="Georgia" panose="02040502050405020303"/>
                      </a:endParaRPr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15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20" dirty="0">
                          <a:latin typeface="Times New Roman" panose="02020603050405020304"/>
                          <a:cs typeface="Times New Roman" panose="02020603050405020304"/>
                        </a:rPr>
                        <a:t>A</a:t>
                      </a:r>
                      <a:r>
                        <a:rPr sz="1800" spc="-50" dirty="0">
                          <a:latin typeface="Droid Sans Fallback"/>
                          <a:cs typeface="Droid Sans Fallback"/>
                        </a:rPr>
                        <a:t>口</a:t>
                      </a:r>
                      <a:endParaRPr sz="1800">
                        <a:latin typeface="Droid Sans Fallback"/>
                        <a:cs typeface="Droid Sans Fallback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FF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CC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1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3353434" y="228600"/>
            <a:ext cx="3277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例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方式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无条件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IO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77" y="165531"/>
            <a:ext cx="25330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(1</a:t>
            </a:r>
            <a:r>
              <a:rPr sz="2800" spc="-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) </a:t>
            </a:r>
            <a:r>
              <a:rPr sz="2800" spc="-30" dirty="0">
                <a:solidFill>
                  <a:srgbClr val="003366"/>
                </a:solidFill>
                <a:latin typeface="Noto Serif CJK JP"/>
                <a:cs typeface="Noto Serif CJK JP"/>
              </a:rPr>
              <a:t>方式</a:t>
            </a:r>
            <a:r>
              <a:rPr sz="2800" spc="-2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spc="-40" dirty="0">
                <a:solidFill>
                  <a:srgbClr val="003366"/>
                </a:solidFill>
                <a:latin typeface="Noto Serif CJK JP"/>
                <a:cs typeface="Noto Serif CJK JP"/>
              </a:rPr>
              <a:t>的应用</a:t>
            </a:r>
            <a:endParaRPr sz="2800"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490" y="1065529"/>
            <a:ext cx="7814945" cy="9029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例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作为打印机接口，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口输出数据，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口提供联络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 信号，两个端口均工作于方式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，实现查询方式数据传送。</a:t>
            </a:r>
            <a:endParaRPr sz="2400" dirty="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7376" y="2420111"/>
            <a:ext cx="3785449" cy="25842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522" y="133781"/>
            <a:ext cx="278955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(2)</a:t>
            </a:r>
            <a:r>
              <a:rPr spc="-30" dirty="0"/>
              <a:t>方式</a:t>
            </a:r>
            <a:r>
              <a:rPr spc="-25" dirty="0">
                <a:latin typeface="Arial" panose="020B0604020202020204"/>
                <a:cs typeface="Arial" panose="020B0604020202020204"/>
              </a:rPr>
              <a:t>0</a:t>
            </a:r>
            <a:r>
              <a:rPr spc="-35" dirty="0"/>
              <a:t>输入时序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1563" y="1557527"/>
            <a:ext cx="8724900" cy="4267835"/>
            <a:chOff x="321563" y="1557527"/>
            <a:chExt cx="8724900" cy="4267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563" y="1557527"/>
              <a:ext cx="6915911" cy="426757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5952" y="2060447"/>
              <a:ext cx="1810511" cy="36896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953255" y="3645407"/>
              <a:ext cx="576580" cy="170815"/>
            </a:xfrm>
            <a:custGeom>
              <a:avLst/>
              <a:gdLst/>
              <a:ahLst/>
              <a:cxnLst/>
              <a:rect l="l" t="t" r="r" b="b"/>
              <a:pathLst>
                <a:path w="576579" h="170814">
                  <a:moveTo>
                    <a:pt x="547116" y="170687"/>
                  </a:moveTo>
                  <a:lnTo>
                    <a:pt x="27432" y="170687"/>
                  </a:lnTo>
                  <a:lnTo>
                    <a:pt x="16552" y="168752"/>
                  </a:lnTo>
                  <a:lnTo>
                    <a:pt x="7667" y="162848"/>
                  </a:lnTo>
                  <a:lnTo>
                    <a:pt x="1807" y="154007"/>
                  </a:lnTo>
                  <a:lnTo>
                    <a:pt x="0" y="143255"/>
                  </a:lnTo>
                  <a:lnTo>
                    <a:pt x="0" y="28955"/>
                  </a:lnTo>
                  <a:lnTo>
                    <a:pt x="1807" y="17402"/>
                  </a:lnTo>
                  <a:lnTo>
                    <a:pt x="7667" y="8134"/>
                  </a:lnTo>
                  <a:lnTo>
                    <a:pt x="16552" y="2038"/>
                  </a:lnTo>
                  <a:lnTo>
                    <a:pt x="27432" y="0"/>
                  </a:lnTo>
                  <a:lnTo>
                    <a:pt x="547116" y="0"/>
                  </a:lnTo>
                  <a:lnTo>
                    <a:pt x="558026" y="2038"/>
                  </a:lnTo>
                  <a:lnTo>
                    <a:pt x="567080" y="8134"/>
                  </a:lnTo>
                  <a:lnTo>
                    <a:pt x="573390" y="17402"/>
                  </a:lnTo>
                  <a:lnTo>
                    <a:pt x="576072" y="28955"/>
                  </a:lnTo>
                  <a:lnTo>
                    <a:pt x="576072" y="143255"/>
                  </a:lnTo>
                  <a:lnTo>
                    <a:pt x="573390" y="154007"/>
                  </a:lnTo>
                  <a:lnTo>
                    <a:pt x="567080" y="162848"/>
                  </a:lnTo>
                  <a:lnTo>
                    <a:pt x="558026" y="168752"/>
                  </a:lnTo>
                  <a:lnTo>
                    <a:pt x="547116" y="170687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46258" y="3638676"/>
              <a:ext cx="588645" cy="184150"/>
            </a:xfrm>
            <a:custGeom>
              <a:avLst/>
              <a:gdLst/>
              <a:ahLst/>
              <a:cxnLst/>
              <a:rect l="l" t="t" r="r" b="b"/>
              <a:pathLst>
                <a:path w="588645" h="184150">
                  <a:moveTo>
                    <a:pt x="563791" y="1270"/>
                  </a:moveTo>
                  <a:lnTo>
                    <a:pt x="24764" y="1270"/>
                  </a:lnTo>
                  <a:lnTo>
                    <a:pt x="27495" y="0"/>
                  </a:lnTo>
                  <a:lnTo>
                    <a:pt x="561047" y="0"/>
                  </a:lnTo>
                  <a:lnTo>
                    <a:pt x="563791" y="1270"/>
                  </a:lnTo>
                  <a:close/>
                </a:path>
                <a:path w="588645" h="184150">
                  <a:moveTo>
                    <a:pt x="567016" y="2539"/>
                  </a:moveTo>
                  <a:lnTo>
                    <a:pt x="21526" y="2539"/>
                  </a:lnTo>
                  <a:lnTo>
                    <a:pt x="24155" y="1270"/>
                  </a:lnTo>
                  <a:lnTo>
                    <a:pt x="564400" y="1270"/>
                  </a:lnTo>
                  <a:lnTo>
                    <a:pt x="567016" y="2539"/>
                  </a:lnTo>
                  <a:close/>
                </a:path>
                <a:path w="588645" h="184150">
                  <a:moveTo>
                    <a:pt x="570090" y="3810"/>
                  </a:moveTo>
                  <a:lnTo>
                    <a:pt x="18453" y="3810"/>
                  </a:lnTo>
                  <a:lnTo>
                    <a:pt x="20955" y="2539"/>
                  </a:lnTo>
                  <a:lnTo>
                    <a:pt x="567601" y="2539"/>
                  </a:lnTo>
                  <a:lnTo>
                    <a:pt x="570090" y="3810"/>
                  </a:lnTo>
                  <a:close/>
                </a:path>
                <a:path w="588645" h="184150">
                  <a:moveTo>
                    <a:pt x="572998" y="5079"/>
                  </a:moveTo>
                  <a:lnTo>
                    <a:pt x="15557" y="5079"/>
                  </a:lnTo>
                  <a:lnTo>
                    <a:pt x="17919" y="3810"/>
                  </a:lnTo>
                  <a:lnTo>
                    <a:pt x="570636" y="3810"/>
                  </a:lnTo>
                  <a:lnTo>
                    <a:pt x="572998" y="5079"/>
                  </a:lnTo>
                  <a:close/>
                </a:path>
                <a:path w="588645" h="184150">
                  <a:moveTo>
                    <a:pt x="575703" y="7620"/>
                  </a:moveTo>
                  <a:lnTo>
                    <a:pt x="12852" y="7620"/>
                  </a:lnTo>
                  <a:lnTo>
                    <a:pt x="15049" y="5079"/>
                  </a:lnTo>
                  <a:lnTo>
                    <a:pt x="573506" y="5079"/>
                  </a:lnTo>
                  <a:lnTo>
                    <a:pt x="575703" y="7620"/>
                  </a:lnTo>
                  <a:close/>
                </a:path>
                <a:path w="588645" h="184150">
                  <a:moveTo>
                    <a:pt x="18897" y="19050"/>
                  </a:moveTo>
                  <a:lnTo>
                    <a:pt x="19316" y="17779"/>
                  </a:lnTo>
                  <a:lnTo>
                    <a:pt x="4267" y="17779"/>
                  </a:lnTo>
                  <a:lnTo>
                    <a:pt x="5702" y="15239"/>
                  </a:lnTo>
                  <a:lnTo>
                    <a:pt x="6045" y="13970"/>
                  </a:lnTo>
                  <a:lnTo>
                    <a:pt x="7696" y="12700"/>
                  </a:lnTo>
                  <a:lnTo>
                    <a:pt x="8077" y="11429"/>
                  </a:lnTo>
                  <a:lnTo>
                    <a:pt x="9918" y="10160"/>
                  </a:lnTo>
                  <a:lnTo>
                    <a:pt x="10350" y="8889"/>
                  </a:lnTo>
                  <a:lnTo>
                    <a:pt x="12382" y="7620"/>
                  </a:lnTo>
                  <a:lnTo>
                    <a:pt x="576173" y="7620"/>
                  </a:lnTo>
                  <a:lnTo>
                    <a:pt x="578205" y="8889"/>
                  </a:lnTo>
                  <a:lnTo>
                    <a:pt x="578624" y="10160"/>
                  </a:lnTo>
                  <a:lnTo>
                    <a:pt x="580478" y="11429"/>
                  </a:lnTo>
                  <a:lnTo>
                    <a:pt x="35166" y="11429"/>
                  </a:lnTo>
                  <a:lnTo>
                    <a:pt x="32245" y="12700"/>
                  </a:lnTo>
                  <a:lnTo>
                    <a:pt x="28524" y="12700"/>
                  </a:lnTo>
                  <a:lnTo>
                    <a:pt x="25895" y="13970"/>
                  </a:lnTo>
                  <a:lnTo>
                    <a:pt x="24511" y="13970"/>
                  </a:lnTo>
                  <a:lnTo>
                    <a:pt x="23329" y="15239"/>
                  </a:lnTo>
                  <a:lnTo>
                    <a:pt x="22656" y="15239"/>
                  </a:lnTo>
                  <a:lnTo>
                    <a:pt x="21558" y="16510"/>
                  </a:lnTo>
                  <a:lnTo>
                    <a:pt x="20929" y="16510"/>
                  </a:lnTo>
                  <a:lnTo>
                    <a:pt x="18897" y="19050"/>
                  </a:lnTo>
                  <a:close/>
                </a:path>
                <a:path w="588645" h="184150">
                  <a:moveTo>
                    <a:pt x="553707" y="12700"/>
                  </a:moveTo>
                  <a:lnTo>
                    <a:pt x="34848" y="12700"/>
                  </a:lnTo>
                  <a:lnTo>
                    <a:pt x="35166" y="11429"/>
                  </a:lnTo>
                  <a:lnTo>
                    <a:pt x="553389" y="11429"/>
                  </a:lnTo>
                  <a:lnTo>
                    <a:pt x="553707" y="12700"/>
                  </a:lnTo>
                  <a:close/>
                </a:path>
                <a:path w="588645" h="184150">
                  <a:moveTo>
                    <a:pt x="566407" y="16510"/>
                  </a:moveTo>
                  <a:lnTo>
                    <a:pt x="564045" y="13970"/>
                  </a:lnTo>
                  <a:lnTo>
                    <a:pt x="562660" y="13970"/>
                  </a:lnTo>
                  <a:lnTo>
                    <a:pt x="560031" y="12700"/>
                  </a:lnTo>
                  <a:lnTo>
                    <a:pt x="556310" y="12700"/>
                  </a:lnTo>
                  <a:lnTo>
                    <a:pt x="553389" y="11429"/>
                  </a:lnTo>
                  <a:lnTo>
                    <a:pt x="580478" y="11429"/>
                  </a:lnTo>
                  <a:lnTo>
                    <a:pt x="580859" y="12700"/>
                  </a:lnTo>
                  <a:lnTo>
                    <a:pt x="582510" y="13970"/>
                  </a:lnTo>
                  <a:lnTo>
                    <a:pt x="582853" y="15239"/>
                  </a:lnTo>
                  <a:lnTo>
                    <a:pt x="565899" y="15239"/>
                  </a:lnTo>
                  <a:lnTo>
                    <a:pt x="566407" y="16510"/>
                  </a:lnTo>
                  <a:close/>
                </a:path>
                <a:path w="588645" h="184150">
                  <a:moveTo>
                    <a:pt x="23964" y="15239"/>
                  </a:moveTo>
                  <a:lnTo>
                    <a:pt x="24511" y="13970"/>
                  </a:lnTo>
                  <a:lnTo>
                    <a:pt x="26466" y="13970"/>
                  </a:lnTo>
                  <a:lnTo>
                    <a:pt x="23964" y="15239"/>
                  </a:lnTo>
                  <a:close/>
                </a:path>
                <a:path w="588645" h="184150">
                  <a:moveTo>
                    <a:pt x="564591" y="15239"/>
                  </a:moveTo>
                  <a:lnTo>
                    <a:pt x="562089" y="13970"/>
                  </a:lnTo>
                  <a:lnTo>
                    <a:pt x="564045" y="13970"/>
                  </a:lnTo>
                  <a:lnTo>
                    <a:pt x="564591" y="15239"/>
                  </a:lnTo>
                  <a:close/>
                </a:path>
                <a:path w="588645" h="184150">
                  <a:moveTo>
                    <a:pt x="22148" y="16510"/>
                  </a:moveTo>
                  <a:lnTo>
                    <a:pt x="22656" y="15239"/>
                  </a:lnTo>
                  <a:lnTo>
                    <a:pt x="23329" y="15239"/>
                  </a:lnTo>
                  <a:lnTo>
                    <a:pt x="22148" y="16510"/>
                  </a:lnTo>
                  <a:close/>
                </a:path>
                <a:path w="588645" h="184150">
                  <a:moveTo>
                    <a:pt x="568096" y="17779"/>
                  </a:moveTo>
                  <a:lnTo>
                    <a:pt x="565899" y="15239"/>
                  </a:lnTo>
                  <a:lnTo>
                    <a:pt x="582853" y="15239"/>
                  </a:lnTo>
                  <a:lnTo>
                    <a:pt x="583571" y="16510"/>
                  </a:lnTo>
                  <a:lnTo>
                    <a:pt x="567626" y="16510"/>
                  </a:lnTo>
                  <a:lnTo>
                    <a:pt x="568096" y="17779"/>
                  </a:lnTo>
                  <a:close/>
                </a:path>
                <a:path w="588645" h="184150">
                  <a:moveTo>
                    <a:pt x="20459" y="17779"/>
                  </a:moveTo>
                  <a:lnTo>
                    <a:pt x="20929" y="16510"/>
                  </a:lnTo>
                  <a:lnTo>
                    <a:pt x="21558" y="16510"/>
                  </a:lnTo>
                  <a:lnTo>
                    <a:pt x="20459" y="17779"/>
                  </a:lnTo>
                  <a:close/>
                </a:path>
                <a:path w="588645" h="184150">
                  <a:moveTo>
                    <a:pt x="569658" y="19050"/>
                  </a:moveTo>
                  <a:lnTo>
                    <a:pt x="567626" y="16510"/>
                  </a:lnTo>
                  <a:lnTo>
                    <a:pt x="583571" y="16510"/>
                  </a:lnTo>
                  <a:lnTo>
                    <a:pt x="584288" y="17779"/>
                  </a:lnTo>
                  <a:lnTo>
                    <a:pt x="569226" y="17779"/>
                  </a:lnTo>
                  <a:lnTo>
                    <a:pt x="569658" y="19050"/>
                  </a:lnTo>
                  <a:close/>
                </a:path>
                <a:path w="588645" h="184150">
                  <a:moveTo>
                    <a:pt x="17856" y="162560"/>
                  </a:moveTo>
                  <a:lnTo>
                    <a:pt x="2527" y="162560"/>
                  </a:lnTo>
                  <a:lnTo>
                    <a:pt x="1562" y="160020"/>
                  </a:lnTo>
                  <a:lnTo>
                    <a:pt x="1384" y="158750"/>
                  </a:lnTo>
                  <a:lnTo>
                    <a:pt x="673" y="156210"/>
                  </a:lnTo>
                  <a:lnTo>
                    <a:pt x="546" y="154939"/>
                  </a:lnTo>
                  <a:lnTo>
                    <a:pt x="114" y="152400"/>
                  </a:lnTo>
                  <a:lnTo>
                    <a:pt x="0" y="31750"/>
                  </a:lnTo>
                  <a:lnTo>
                    <a:pt x="50" y="30479"/>
                  </a:lnTo>
                  <a:lnTo>
                    <a:pt x="546" y="27939"/>
                  </a:lnTo>
                  <a:lnTo>
                    <a:pt x="673" y="26670"/>
                  </a:lnTo>
                  <a:lnTo>
                    <a:pt x="1384" y="24129"/>
                  </a:lnTo>
                  <a:lnTo>
                    <a:pt x="1562" y="24129"/>
                  </a:lnTo>
                  <a:lnTo>
                    <a:pt x="2527" y="21589"/>
                  </a:lnTo>
                  <a:lnTo>
                    <a:pt x="2768" y="20320"/>
                  </a:lnTo>
                  <a:lnTo>
                    <a:pt x="3975" y="17779"/>
                  </a:lnTo>
                  <a:lnTo>
                    <a:pt x="19316" y="17779"/>
                  </a:lnTo>
                  <a:lnTo>
                    <a:pt x="17475" y="20320"/>
                  </a:lnTo>
                  <a:lnTo>
                    <a:pt x="17856" y="20320"/>
                  </a:lnTo>
                  <a:lnTo>
                    <a:pt x="16217" y="21589"/>
                  </a:lnTo>
                  <a:lnTo>
                    <a:pt x="16560" y="21589"/>
                  </a:lnTo>
                  <a:lnTo>
                    <a:pt x="15843" y="22860"/>
                  </a:lnTo>
                  <a:lnTo>
                    <a:pt x="15417" y="22860"/>
                  </a:lnTo>
                  <a:lnTo>
                    <a:pt x="14211" y="25400"/>
                  </a:lnTo>
                  <a:lnTo>
                    <a:pt x="14452" y="25400"/>
                  </a:lnTo>
                  <a:lnTo>
                    <a:pt x="13487" y="27939"/>
                  </a:lnTo>
                  <a:lnTo>
                    <a:pt x="13677" y="27939"/>
                  </a:lnTo>
                  <a:lnTo>
                    <a:pt x="13328" y="29210"/>
                  </a:lnTo>
                  <a:lnTo>
                    <a:pt x="13106" y="29210"/>
                  </a:lnTo>
                  <a:lnTo>
                    <a:pt x="12674" y="31750"/>
                  </a:lnTo>
                  <a:lnTo>
                    <a:pt x="12585" y="34289"/>
                  </a:lnTo>
                  <a:lnTo>
                    <a:pt x="12585" y="148589"/>
                  </a:lnTo>
                  <a:lnTo>
                    <a:pt x="12674" y="151129"/>
                  </a:lnTo>
                  <a:lnTo>
                    <a:pt x="13106" y="153670"/>
                  </a:lnTo>
                  <a:lnTo>
                    <a:pt x="13677" y="156210"/>
                  </a:lnTo>
                  <a:lnTo>
                    <a:pt x="13970" y="156210"/>
                  </a:lnTo>
                  <a:lnTo>
                    <a:pt x="14452" y="157479"/>
                  </a:lnTo>
                  <a:lnTo>
                    <a:pt x="14211" y="157479"/>
                  </a:lnTo>
                  <a:lnTo>
                    <a:pt x="15417" y="160020"/>
                  </a:lnTo>
                  <a:lnTo>
                    <a:pt x="15843" y="160020"/>
                  </a:lnTo>
                  <a:lnTo>
                    <a:pt x="16560" y="161289"/>
                  </a:lnTo>
                  <a:lnTo>
                    <a:pt x="16217" y="161289"/>
                  </a:lnTo>
                  <a:lnTo>
                    <a:pt x="17856" y="162560"/>
                  </a:lnTo>
                  <a:close/>
                </a:path>
                <a:path w="588645" h="184150">
                  <a:moveTo>
                    <a:pt x="573430" y="24129"/>
                  </a:moveTo>
                  <a:lnTo>
                    <a:pt x="571995" y="21589"/>
                  </a:lnTo>
                  <a:lnTo>
                    <a:pt x="572338" y="21589"/>
                  </a:lnTo>
                  <a:lnTo>
                    <a:pt x="570687" y="20320"/>
                  </a:lnTo>
                  <a:lnTo>
                    <a:pt x="571080" y="20320"/>
                  </a:lnTo>
                  <a:lnTo>
                    <a:pt x="569226" y="17779"/>
                  </a:lnTo>
                  <a:lnTo>
                    <a:pt x="584581" y="17779"/>
                  </a:lnTo>
                  <a:lnTo>
                    <a:pt x="585787" y="20320"/>
                  </a:lnTo>
                  <a:lnTo>
                    <a:pt x="586028" y="21589"/>
                  </a:lnTo>
                  <a:lnTo>
                    <a:pt x="586505" y="22860"/>
                  </a:lnTo>
                  <a:lnTo>
                    <a:pt x="573138" y="22860"/>
                  </a:lnTo>
                  <a:lnTo>
                    <a:pt x="573430" y="24129"/>
                  </a:lnTo>
                  <a:close/>
                </a:path>
                <a:path w="588645" h="184150">
                  <a:moveTo>
                    <a:pt x="15125" y="24129"/>
                  </a:moveTo>
                  <a:lnTo>
                    <a:pt x="15417" y="22860"/>
                  </a:lnTo>
                  <a:lnTo>
                    <a:pt x="15843" y="22860"/>
                  </a:lnTo>
                  <a:lnTo>
                    <a:pt x="15125" y="24129"/>
                  </a:lnTo>
                  <a:close/>
                </a:path>
                <a:path w="588645" h="184150">
                  <a:moveTo>
                    <a:pt x="575576" y="30479"/>
                  </a:moveTo>
                  <a:lnTo>
                    <a:pt x="574878" y="27939"/>
                  </a:lnTo>
                  <a:lnTo>
                    <a:pt x="575056" y="27939"/>
                  </a:lnTo>
                  <a:lnTo>
                    <a:pt x="574103" y="25400"/>
                  </a:lnTo>
                  <a:lnTo>
                    <a:pt x="574344" y="25400"/>
                  </a:lnTo>
                  <a:lnTo>
                    <a:pt x="573138" y="22860"/>
                  </a:lnTo>
                  <a:lnTo>
                    <a:pt x="586505" y="22860"/>
                  </a:lnTo>
                  <a:lnTo>
                    <a:pt x="586981" y="24129"/>
                  </a:lnTo>
                  <a:lnTo>
                    <a:pt x="587171" y="24129"/>
                  </a:lnTo>
                  <a:lnTo>
                    <a:pt x="587883" y="26670"/>
                  </a:lnTo>
                  <a:lnTo>
                    <a:pt x="588010" y="27939"/>
                  </a:lnTo>
                  <a:lnTo>
                    <a:pt x="588225" y="29210"/>
                  </a:lnTo>
                  <a:lnTo>
                    <a:pt x="575449" y="29210"/>
                  </a:lnTo>
                  <a:lnTo>
                    <a:pt x="575576" y="30479"/>
                  </a:lnTo>
                  <a:close/>
                </a:path>
                <a:path w="588645" h="184150">
                  <a:moveTo>
                    <a:pt x="12979" y="30479"/>
                  </a:moveTo>
                  <a:lnTo>
                    <a:pt x="13106" y="29210"/>
                  </a:lnTo>
                  <a:lnTo>
                    <a:pt x="13328" y="29210"/>
                  </a:lnTo>
                  <a:lnTo>
                    <a:pt x="12979" y="30479"/>
                  </a:lnTo>
                  <a:close/>
                </a:path>
                <a:path w="588645" h="184150">
                  <a:moveTo>
                    <a:pt x="588225" y="153670"/>
                  </a:moveTo>
                  <a:lnTo>
                    <a:pt x="575449" y="153670"/>
                  </a:lnTo>
                  <a:lnTo>
                    <a:pt x="575881" y="151129"/>
                  </a:lnTo>
                  <a:lnTo>
                    <a:pt x="575970" y="148589"/>
                  </a:lnTo>
                  <a:lnTo>
                    <a:pt x="575957" y="34289"/>
                  </a:lnTo>
                  <a:lnTo>
                    <a:pt x="575818" y="31750"/>
                  </a:lnTo>
                  <a:lnTo>
                    <a:pt x="575449" y="29210"/>
                  </a:lnTo>
                  <a:lnTo>
                    <a:pt x="588225" y="29210"/>
                  </a:lnTo>
                  <a:lnTo>
                    <a:pt x="588441" y="30479"/>
                  </a:lnTo>
                  <a:lnTo>
                    <a:pt x="588556" y="31750"/>
                  </a:lnTo>
                  <a:lnTo>
                    <a:pt x="588441" y="152400"/>
                  </a:lnTo>
                  <a:lnTo>
                    <a:pt x="588225" y="153670"/>
                  </a:lnTo>
                  <a:close/>
                </a:path>
                <a:path w="588645" h="184150">
                  <a:moveTo>
                    <a:pt x="13212" y="153670"/>
                  </a:moveTo>
                  <a:lnTo>
                    <a:pt x="12979" y="152400"/>
                  </a:lnTo>
                  <a:lnTo>
                    <a:pt x="13212" y="153670"/>
                  </a:lnTo>
                  <a:close/>
                </a:path>
                <a:path w="588645" h="184150">
                  <a:moveTo>
                    <a:pt x="587883" y="156210"/>
                  </a:moveTo>
                  <a:lnTo>
                    <a:pt x="574878" y="156210"/>
                  </a:lnTo>
                  <a:lnTo>
                    <a:pt x="575576" y="152400"/>
                  </a:lnTo>
                  <a:lnTo>
                    <a:pt x="575449" y="153670"/>
                  </a:lnTo>
                  <a:lnTo>
                    <a:pt x="588225" y="153670"/>
                  </a:lnTo>
                  <a:lnTo>
                    <a:pt x="588010" y="154939"/>
                  </a:lnTo>
                  <a:lnTo>
                    <a:pt x="587883" y="156210"/>
                  </a:lnTo>
                  <a:close/>
                </a:path>
                <a:path w="588645" h="184150">
                  <a:moveTo>
                    <a:pt x="13970" y="156210"/>
                  </a:moveTo>
                  <a:lnTo>
                    <a:pt x="13677" y="156210"/>
                  </a:lnTo>
                  <a:lnTo>
                    <a:pt x="13487" y="154939"/>
                  </a:lnTo>
                  <a:lnTo>
                    <a:pt x="13970" y="156210"/>
                  </a:lnTo>
                  <a:close/>
                </a:path>
                <a:path w="588645" h="184150">
                  <a:moveTo>
                    <a:pt x="586981" y="160020"/>
                  </a:moveTo>
                  <a:lnTo>
                    <a:pt x="573138" y="160020"/>
                  </a:lnTo>
                  <a:lnTo>
                    <a:pt x="574344" y="157479"/>
                  </a:lnTo>
                  <a:lnTo>
                    <a:pt x="574103" y="157479"/>
                  </a:lnTo>
                  <a:lnTo>
                    <a:pt x="575056" y="154939"/>
                  </a:lnTo>
                  <a:lnTo>
                    <a:pt x="574878" y="156210"/>
                  </a:lnTo>
                  <a:lnTo>
                    <a:pt x="587883" y="156210"/>
                  </a:lnTo>
                  <a:lnTo>
                    <a:pt x="587171" y="158750"/>
                  </a:lnTo>
                  <a:lnTo>
                    <a:pt x="586981" y="160020"/>
                  </a:lnTo>
                  <a:close/>
                </a:path>
                <a:path w="588645" h="184150">
                  <a:moveTo>
                    <a:pt x="15843" y="160020"/>
                  </a:moveTo>
                  <a:lnTo>
                    <a:pt x="15417" y="160020"/>
                  </a:lnTo>
                  <a:lnTo>
                    <a:pt x="15125" y="158750"/>
                  </a:lnTo>
                  <a:lnTo>
                    <a:pt x="15843" y="160020"/>
                  </a:lnTo>
                  <a:close/>
                </a:path>
                <a:path w="588645" h="184150">
                  <a:moveTo>
                    <a:pt x="586028" y="162560"/>
                  </a:moveTo>
                  <a:lnTo>
                    <a:pt x="570687" y="162560"/>
                  </a:lnTo>
                  <a:lnTo>
                    <a:pt x="572338" y="161289"/>
                  </a:lnTo>
                  <a:lnTo>
                    <a:pt x="571995" y="161289"/>
                  </a:lnTo>
                  <a:lnTo>
                    <a:pt x="573430" y="158750"/>
                  </a:lnTo>
                  <a:lnTo>
                    <a:pt x="573138" y="160020"/>
                  </a:lnTo>
                  <a:lnTo>
                    <a:pt x="586981" y="160020"/>
                  </a:lnTo>
                  <a:lnTo>
                    <a:pt x="586028" y="162560"/>
                  </a:lnTo>
                  <a:close/>
                </a:path>
                <a:path w="588645" h="184150">
                  <a:moveTo>
                    <a:pt x="19316" y="165100"/>
                  </a:moveTo>
                  <a:lnTo>
                    <a:pt x="3975" y="165100"/>
                  </a:lnTo>
                  <a:lnTo>
                    <a:pt x="2768" y="162560"/>
                  </a:lnTo>
                  <a:lnTo>
                    <a:pt x="17475" y="162560"/>
                  </a:lnTo>
                  <a:lnTo>
                    <a:pt x="19316" y="165100"/>
                  </a:lnTo>
                  <a:close/>
                </a:path>
                <a:path w="588645" h="184150">
                  <a:moveTo>
                    <a:pt x="584581" y="165100"/>
                  </a:moveTo>
                  <a:lnTo>
                    <a:pt x="569226" y="165100"/>
                  </a:lnTo>
                  <a:lnTo>
                    <a:pt x="571080" y="162560"/>
                  </a:lnTo>
                  <a:lnTo>
                    <a:pt x="585787" y="162560"/>
                  </a:lnTo>
                  <a:lnTo>
                    <a:pt x="584581" y="165100"/>
                  </a:lnTo>
                  <a:close/>
                </a:path>
                <a:path w="588645" h="184150">
                  <a:moveTo>
                    <a:pt x="576173" y="175260"/>
                  </a:moveTo>
                  <a:lnTo>
                    <a:pt x="12382" y="175260"/>
                  </a:lnTo>
                  <a:lnTo>
                    <a:pt x="10350" y="173989"/>
                  </a:lnTo>
                  <a:lnTo>
                    <a:pt x="9918" y="172720"/>
                  </a:lnTo>
                  <a:lnTo>
                    <a:pt x="8077" y="171450"/>
                  </a:lnTo>
                  <a:lnTo>
                    <a:pt x="7696" y="170179"/>
                  </a:lnTo>
                  <a:lnTo>
                    <a:pt x="6045" y="168910"/>
                  </a:lnTo>
                  <a:lnTo>
                    <a:pt x="5702" y="167639"/>
                  </a:lnTo>
                  <a:lnTo>
                    <a:pt x="4267" y="165100"/>
                  </a:lnTo>
                  <a:lnTo>
                    <a:pt x="19316" y="165100"/>
                  </a:lnTo>
                  <a:lnTo>
                    <a:pt x="18897" y="163829"/>
                  </a:lnTo>
                  <a:lnTo>
                    <a:pt x="20929" y="166370"/>
                  </a:lnTo>
                  <a:lnTo>
                    <a:pt x="21558" y="166370"/>
                  </a:lnTo>
                  <a:lnTo>
                    <a:pt x="22656" y="167639"/>
                  </a:lnTo>
                  <a:lnTo>
                    <a:pt x="23329" y="167639"/>
                  </a:lnTo>
                  <a:lnTo>
                    <a:pt x="24511" y="168910"/>
                  </a:lnTo>
                  <a:lnTo>
                    <a:pt x="25895" y="168910"/>
                  </a:lnTo>
                  <a:lnTo>
                    <a:pt x="28524" y="170179"/>
                  </a:lnTo>
                  <a:lnTo>
                    <a:pt x="30035" y="170179"/>
                  </a:lnTo>
                  <a:lnTo>
                    <a:pt x="32880" y="171450"/>
                  </a:lnTo>
                  <a:lnTo>
                    <a:pt x="580478" y="171450"/>
                  </a:lnTo>
                  <a:lnTo>
                    <a:pt x="578624" y="172720"/>
                  </a:lnTo>
                  <a:lnTo>
                    <a:pt x="578205" y="173989"/>
                  </a:lnTo>
                  <a:lnTo>
                    <a:pt x="576173" y="175260"/>
                  </a:lnTo>
                  <a:close/>
                </a:path>
                <a:path w="588645" h="184150">
                  <a:moveTo>
                    <a:pt x="583571" y="166370"/>
                  </a:moveTo>
                  <a:lnTo>
                    <a:pt x="567626" y="166370"/>
                  </a:lnTo>
                  <a:lnTo>
                    <a:pt x="569658" y="163829"/>
                  </a:lnTo>
                  <a:lnTo>
                    <a:pt x="569226" y="165100"/>
                  </a:lnTo>
                  <a:lnTo>
                    <a:pt x="584288" y="165100"/>
                  </a:lnTo>
                  <a:lnTo>
                    <a:pt x="583571" y="166370"/>
                  </a:lnTo>
                  <a:close/>
                </a:path>
                <a:path w="588645" h="184150">
                  <a:moveTo>
                    <a:pt x="21558" y="166370"/>
                  </a:moveTo>
                  <a:lnTo>
                    <a:pt x="20929" y="166370"/>
                  </a:lnTo>
                  <a:lnTo>
                    <a:pt x="20459" y="165100"/>
                  </a:lnTo>
                  <a:lnTo>
                    <a:pt x="21558" y="166370"/>
                  </a:lnTo>
                  <a:close/>
                </a:path>
                <a:path w="588645" h="184150">
                  <a:moveTo>
                    <a:pt x="582853" y="167639"/>
                  </a:moveTo>
                  <a:lnTo>
                    <a:pt x="565899" y="167639"/>
                  </a:lnTo>
                  <a:lnTo>
                    <a:pt x="568096" y="165100"/>
                  </a:lnTo>
                  <a:lnTo>
                    <a:pt x="567626" y="166370"/>
                  </a:lnTo>
                  <a:lnTo>
                    <a:pt x="583571" y="166370"/>
                  </a:lnTo>
                  <a:lnTo>
                    <a:pt x="582853" y="167639"/>
                  </a:lnTo>
                  <a:close/>
                </a:path>
                <a:path w="588645" h="184150">
                  <a:moveTo>
                    <a:pt x="23329" y="167639"/>
                  </a:moveTo>
                  <a:lnTo>
                    <a:pt x="22656" y="167639"/>
                  </a:lnTo>
                  <a:lnTo>
                    <a:pt x="22148" y="166370"/>
                  </a:lnTo>
                  <a:lnTo>
                    <a:pt x="23329" y="167639"/>
                  </a:lnTo>
                  <a:close/>
                </a:path>
                <a:path w="588645" h="184150">
                  <a:moveTo>
                    <a:pt x="580478" y="171450"/>
                  </a:moveTo>
                  <a:lnTo>
                    <a:pt x="555675" y="171450"/>
                  </a:lnTo>
                  <a:lnTo>
                    <a:pt x="558507" y="170179"/>
                  </a:lnTo>
                  <a:lnTo>
                    <a:pt x="560031" y="170179"/>
                  </a:lnTo>
                  <a:lnTo>
                    <a:pt x="562660" y="168910"/>
                  </a:lnTo>
                  <a:lnTo>
                    <a:pt x="564045" y="168910"/>
                  </a:lnTo>
                  <a:lnTo>
                    <a:pt x="566407" y="166370"/>
                  </a:lnTo>
                  <a:lnTo>
                    <a:pt x="565899" y="167639"/>
                  </a:lnTo>
                  <a:lnTo>
                    <a:pt x="582853" y="167639"/>
                  </a:lnTo>
                  <a:lnTo>
                    <a:pt x="582510" y="168910"/>
                  </a:lnTo>
                  <a:lnTo>
                    <a:pt x="580859" y="170179"/>
                  </a:lnTo>
                  <a:lnTo>
                    <a:pt x="580478" y="171450"/>
                  </a:lnTo>
                  <a:close/>
                </a:path>
                <a:path w="588645" h="184150">
                  <a:moveTo>
                    <a:pt x="26466" y="168910"/>
                  </a:moveTo>
                  <a:lnTo>
                    <a:pt x="24511" y="168910"/>
                  </a:lnTo>
                  <a:lnTo>
                    <a:pt x="23964" y="167639"/>
                  </a:lnTo>
                  <a:lnTo>
                    <a:pt x="26466" y="168910"/>
                  </a:lnTo>
                  <a:close/>
                </a:path>
                <a:path w="588645" h="184150">
                  <a:moveTo>
                    <a:pt x="564045" y="168910"/>
                  </a:moveTo>
                  <a:lnTo>
                    <a:pt x="562089" y="168910"/>
                  </a:lnTo>
                  <a:lnTo>
                    <a:pt x="564591" y="167639"/>
                  </a:lnTo>
                  <a:lnTo>
                    <a:pt x="564045" y="168910"/>
                  </a:lnTo>
                  <a:close/>
                </a:path>
                <a:path w="588645" h="184150">
                  <a:moveTo>
                    <a:pt x="573506" y="177800"/>
                  </a:moveTo>
                  <a:lnTo>
                    <a:pt x="15049" y="177800"/>
                  </a:lnTo>
                  <a:lnTo>
                    <a:pt x="12852" y="175260"/>
                  </a:lnTo>
                  <a:lnTo>
                    <a:pt x="575703" y="175260"/>
                  </a:lnTo>
                  <a:lnTo>
                    <a:pt x="573506" y="177800"/>
                  </a:lnTo>
                  <a:close/>
                </a:path>
                <a:path w="588645" h="184150">
                  <a:moveTo>
                    <a:pt x="570636" y="179070"/>
                  </a:moveTo>
                  <a:lnTo>
                    <a:pt x="17919" y="179070"/>
                  </a:lnTo>
                  <a:lnTo>
                    <a:pt x="15557" y="177800"/>
                  </a:lnTo>
                  <a:lnTo>
                    <a:pt x="572998" y="177800"/>
                  </a:lnTo>
                  <a:lnTo>
                    <a:pt x="570636" y="179070"/>
                  </a:lnTo>
                  <a:close/>
                </a:path>
                <a:path w="588645" h="184150">
                  <a:moveTo>
                    <a:pt x="567016" y="181610"/>
                  </a:moveTo>
                  <a:lnTo>
                    <a:pt x="21526" y="181610"/>
                  </a:lnTo>
                  <a:lnTo>
                    <a:pt x="20955" y="180339"/>
                  </a:lnTo>
                  <a:lnTo>
                    <a:pt x="18453" y="179070"/>
                  </a:lnTo>
                  <a:lnTo>
                    <a:pt x="570090" y="179070"/>
                  </a:lnTo>
                  <a:lnTo>
                    <a:pt x="567601" y="180339"/>
                  </a:lnTo>
                  <a:lnTo>
                    <a:pt x="567016" y="181610"/>
                  </a:lnTo>
                  <a:close/>
                </a:path>
                <a:path w="588645" h="184150">
                  <a:moveTo>
                    <a:pt x="561047" y="182879"/>
                  </a:moveTo>
                  <a:lnTo>
                    <a:pt x="27495" y="182879"/>
                  </a:lnTo>
                  <a:lnTo>
                    <a:pt x="24764" y="181610"/>
                  </a:lnTo>
                  <a:lnTo>
                    <a:pt x="563791" y="181610"/>
                  </a:lnTo>
                  <a:lnTo>
                    <a:pt x="561047" y="182879"/>
                  </a:lnTo>
                  <a:close/>
                </a:path>
                <a:path w="588645" h="184150">
                  <a:moveTo>
                    <a:pt x="554024" y="184150"/>
                  </a:moveTo>
                  <a:lnTo>
                    <a:pt x="34518" y="184150"/>
                  </a:lnTo>
                  <a:lnTo>
                    <a:pt x="31597" y="182879"/>
                  </a:lnTo>
                  <a:lnTo>
                    <a:pt x="556958" y="182879"/>
                  </a:lnTo>
                  <a:lnTo>
                    <a:pt x="554024" y="1841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2968" y="1080858"/>
            <a:ext cx="4334510" cy="2760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8159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"/>
              <a:tabLst>
                <a:tab pos="828675" algn="l"/>
                <a:tab pos="997585" algn="l"/>
              </a:tabLst>
            </a:pPr>
            <a:r>
              <a:rPr sz="2400" spc="-1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AL,PORT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>
              <a:lnSpc>
                <a:spcPct val="100000"/>
              </a:lnSpc>
              <a:spcBef>
                <a:spcPts val="255"/>
              </a:spcBef>
            </a:pPr>
            <a:endParaRPr sz="2400">
              <a:latin typeface="Arial" panose="020B0604020202020204"/>
              <a:cs typeface="Arial" panose="020B0604020202020204"/>
            </a:endParaRPr>
          </a:p>
          <a:p>
            <a:pPr marL="733425" algn="ctr">
              <a:lnSpc>
                <a:spcPct val="100000"/>
              </a:lnSpc>
              <a:spcBef>
                <a:spcPts val="5"/>
              </a:spcBef>
            </a:pPr>
            <a:r>
              <a:rPr sz="2400" b="1" spc="-50" dirty="0">
                <a:solidFill>
                  <a:srgbClr val="008000"/>
                </a:solidFill>
                <a:latin typeface="Noto Sans Mono CJK HK"/>
                <a:cs typeface="Noto Sans Mono CJK HK"/>
              </a:rPr>
              <a:t>③</a:t>
            </a:r>
            <a:endParaRPr sz="2400">
              <a:latin typeface="Noto Sans Mono CJK HK"/>
              <a:cs typeface="Noto Sans Mono CJK HK"/>
            </a:endParaRPr>
          </a:p>
          <a:p>
            <a:pPr marL="730885" algn="ctr">
              <a:lnSpc>
                <a:spcPct val="100000"/>
              </a:lnSpc>
              <a:spcBef>
                <a:spcPts val="1375"/>
              </a:spcBef>
            </a:pPr>
            <a:r>
              <a:rPr sz="2400" b="1" spc="-50" dirty="0">
                <a:solidFill>
                  <a:srgbClr val="008000"/>
                </a:solidFill>
                <a:latin typeface="Noto Sans Mono CJK HK"/>
                <a:cs typeface="Noto Sans Mono CJK HK"/>
              </a:rPr>
              <a:t>①</a:t>
            </a:r>
            <a:endParaRPr sz="2400">
              <a:latin typeface="Noto Sans Mono CJK HK"/>
              <a:cs typeface="Noto Sans Mono CJK HK"/>
            </a:endParaRPr>
          </a:p>
          <a:p>
            <a:pPr marL="732155"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solidFill>
                  <a:srgbClr val="008000"/>
                </a:solidFill>
                <a:latin typeface="Noto Sans Mono CJK HK"/>
                <a:cs typeface="Noto Sans Mono CJK HK"/>
              </a:rPr>
              <a:t>②</a:t>
            </a:r>
            <a:endParaRPr sz="2400">
              <a:latin typeface="Noto Sans Mono CJK HK"/>
              <a:cs typeface="Noto Sans Mono CJK HK"/>
            </a:endParaRPr>
          </a:p>
          <a:p>
            <a:pPr marL="4003675" algn="ctr">
              <a:lnSpc>
                <a:spcPct val="100000"/>
              </a:lnSpc>
              <a:spcBef>
                <a:spcPts val="1305"/>
              </a:spcBef>
            </a:pPr>
            <a:r>
              <a:rPr sz="2400" b="1" spc="-50" dirty="0">
                <a:solidFill>
                  <a:srgbClr val="008000"/>
                </a:solidFill>
                <a:latin typeface="Noto Sans Mono CJK HK"/>
                <a:cs typeface="Noto Sans Mono CJK HK"/>
              </a:rPr>
              <a:t>④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0466" y="125094"/>
            <a:ext cx="39173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7.2.5</a:t>
            </a:r>
            <a:r>
              <a:rPr spc="5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的工作方式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6100" y="1074420"/>
            <a:ext cx="7979409" cy="3743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885" indent="-337185">
              <a:lnSpc>
                <a:spcPct val="100000"/>
              </a:lnSpc>
              <a:spcBef>
                <a:spcPts val="100"/>
              </a:spcBef>
              <a:buFont typeface="Arial" panose="020B0604020202020204"/>
              <a:buAutoNum type="arabicPeriod" startAt="2"/>
              <a:tabLst>
                <a:tab pos="34988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工作方式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应答式（选通型）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输入输出方式</a:t>
            </a:r>
            <a:endParaRPr sz="2400" dirty="0">
              <a:latin typeface="Noto Serif CJK JP"/>
              <a:cs typeface="Noto Serif CJK JP"/>
            </a:endParaRPr>
          </a:p>
          <a:p>
            <a:pPr marL="368300" marR="5080" lvl="1" indent="-355600">
              <a:lnSpc>
                <a:spcPct val="125000"/>
              </a:lnSpc>
              <a:spcBef>
                <a:spcPts val="1215"/>
              </a:spcBef>
              <a:buFont typeface="Wingdings" panose="05000000000000000000"/>
              <a:buChar char=""/>
              <a:tabLst>
                <a:tab pos="368300" algn="l"/>
                <a:tab pos="841375" algn="l"/>
              </a:tabLst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口和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口可工作于方式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，作为数据输入端口或数据</a:t>
            </a:r>
            <a:r>
              <a:rPr sz="2400" spc="-1405" dirty="0">
                <a:solidFill>
                  <a:srgbClr val="0000CC"/>
                </a:solidFill>
                <a:latin typeface="Noto Serif CJK JP"/>
                <a:cs typeface="Noto Serif CJK JP"/>
              </a:rPr>
              <a:t>输</a:t>
            </a:r>
            <a:r>
              <a:rPr sz="24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出端口。</a:t>
            </a:r>
            <a:endParaRPr sz="2400" dirty="0">
              <a:latin typeface="Noto Serif CJK JP"/>
              <a:cs typeface="Noto Serif CJK JP"/>
            </a:endParaRPr>
          </a:p>
          <a:p>
            <a:pPr marL="368300" marR="5080" lvl="1" indent="-355600">
              <a:lnSpc>
                <a:spcPct val="125000"/>
              </a:lnSpc>
              <a:spcBef>
                <a:spcPts val="1215"/>
              </a:spcBef>
              <a:buFont typeface="Wingdings" panose="05000000000000000000"/>
              <a:buChar char=""/>
              <a:tabLst>
                <a:tab pos="368300" algn="l"/>
                <a:tab pos="84137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	当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口或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口工作于方式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时，</a:t>
            </a:r>
            <a:r>
              <a:rPr sz="240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>
                <a:solidFill>
                  <a:srgbClr val="0000CC"/>
                </a:solidFill>
                <a:latin typeface="Noto Serif CJK JP"/>
                <a:cs typeface="Noto Serif CJK JP"/>
              </a:rPr>
              <a:t>口的指定引脚自动被</a:t>
            </a:r>
            <a:r>
              <a:rPr lang="en-US" sz="240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lang="zh-CN" altLang="en-US" sz="2400" spc="-1375">
                <a:solidFill>
                  <a:srgbClr val="0000CC"/>
                </a:solidFill>
                <a:latin typeface="Noto Serif CJK JP"/>
                <a:cs typeface="Noto Serif CJK JP"/>
              </a:rPr>
              <a:t>配</a:t>
            </a:r>
            <a:r>
              <a:rPr lang="zh-CN" altLang="en-US" sz="2400">
                <a:solidFill>
                  <a:srgbClr val="0000CC"/>
                </a:solidFill>
                <a:latin typeface="Noto Serif CJK JP"/>
                <a:cs typeface="Noto Serif CJK JP"/>
              </a:rPr>
              <a:t>置</a:t>
            </a:r>
            <a:r>
              <a:rPr sz="2400" dirty="0" err="1">
                <a:solidFill>
                  <a:srgbClr val="0000CC"/>
                </a:solidFill>
                <a:latin typeface="Noto Serif CJK JP"/>
                <a:cs typeface="Noto Serif CJK JP"/>
              </a:rPr>
              <a:t>为配合</a:t>
            </a:r>
            <a:r>
              <a:rPr sz="2400" spc="-10" dirty="0" err="1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 err="1">
                <a:solidFill>
                  <a:srgbClr val="0000CC"/>
                </a:solidFill>
                <a:latin typeface="Noto Serif CJK JP"/>
                <a:cs typeface="Noto Serif CJK JP"/>
              </a:rPr>
              <a:t>口或</a:t>
            </a:r>
            <a:r>
              <a:rPr sz="2400" spc="-10" dirty="0" err="1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spc="-5" dirty="0" err="1">
                <a:solidFill>
                  <a:srgbClr val="0000CC"/>
                </a:solidFill>
                <a:latin typeface="Noto Serif CJK JP"/>
                <a:cs typeface="Noto Serif CJK JP"/>
              </a:rPr>
              <a:t>口工作的选通和应答信号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 dirty="0">
              <a:latin typeface="Noto Serif CJK JP"/>
              <a:cs typeface="Noto Serif CJK JP"/>
            </a:endParaRPr>
          </a:p>
          <a:p>
            <a:pPr marL="841375" lvl="1" indent="-828675">
              <a:lnSpc>
                <a:spcPct val="100000"/>
              </a:lnSpc>
              <a:spcBef>
                <a:spcPts val="1920"/>
              </a:spcBef>
              <a:buFont typeface="Wingdings" panose="05000000000000000000"/>
              <a:buChar char=""/>
              <a:tabLst>
                <a:tab pos="841375" algn="l"/>
              </a:tabLst>
            </a:pP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口其余引脚仍可工作在方式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，用于输入或输出。</a:t>
            </a:r>
            <a:endParaRPr sz="2400" dirty="0">
              <a:latin typeface="Noto Serif CJK JP"/>
              <a:cs typeface="Noto Serif CJK JP"/>
            </a:endParaRPr>
          </a:p>
          <a:p>
            <a:pPr marL="841375" lvl="1" indent="-828675">
              <a:lnSpc>
                <a:spcPct val="100000"/>
              </a:lnSpc>
              <a:spcBef>
                <a:spcPts val="1920"/>
              </a:spcBef>
              <a:buFont typeface="Wingdings" panose="05000000000000000000"/>
              <a:buChar char=""/>
              <a:tabLst>
                <a:tab pos="84137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方式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适用于程序查询或中断方式的数据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I/O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 dirty="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645" y="246557"/>
            <a:ext cx="301624" cy="3143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0690" y="148767"/>
            <a:ext cx="33826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4345" algn="l"/>
              </a:tabLst>
            </a:pP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(1)A</a:t>
            </a:r>
            <a:r>
              <a:rPr spc="-30" dirty="0">
                <a:solidFill>
                  <a:srgbClr val="0000CC"/>
                </a:solidFill>
              </a:rPr>
              <a:t>口方式</a:t>
            </a:r>
            <a:r>
              <a:rPr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pc="-30" dirty="0">
                <a:solidFill>
                  <a:srgbClr val="0000CC"/>
                </a:solidFill>
              </a:rPr>
              <a:t>输</a:t>
            </a:r>
            <a:r>
              <a:rPr spc="-50" dirty="0">
                <a:solidFill>
                  <a:srgbClr val="0000CC"/>
                </a:solidFill>
              </a:rPr>
              <a:t>出</a:t>
            </a:r>
            <a:r>
              <a:rPr dirty="0">
                <a:solidFill>
                  <a:srgbClr val="0000CC"/>
                </a:solidFill>
              </a:rPr>
              <a:t>	</a:t>
            </a:r>
            <a:r>
              <a:rPr spc="-50" dirty="0">
                <a:solidFill>
                  <a:srgbClr val="0000CC"/>
                </a:solidFill>
              </a:rPr>
              <a:t>解</a:t>
            </a:r>
          </a:p>
        </p:txBody>
      </p:sp>
      <p:sp>
        <p:nvSpPr>
          <p:cNvPr id="4" name="object 4"/>
          <p:cNvSpPr/>
          <p:nvPr/>
        </p:nvSpPr>
        <p:spPr>
          <a:xfrm>
            <a:off x="4948263" y="1470177"/>
            <a:ext cx="3951604" cy="1282700"/>
          </a:xfrm>
          <a:custGeom>
            <a:avLst/>
            <a:gdLst/>
            <a:ahLst/>
            <a:cxnLst/>
            <a:rect l="l" t="t" r="r" b="b"/>
            <a:pathLst>
              <a:path w="3951604" h="1282700">
                <a:moveTo>
                  <a:pt x="3860114" y="12700"/>
                </a:moveTo>
                <a:lnTo>
                  <a:pt x="374332" y="12700"/>
                </a:lnTo>
                <a:lnTo>
                  <a:pt x="381444" y="0"/>
                </a:lnTo>
                <a:lnTo>
                  <a:pt x="3853002" y="0"/>
                </a:lnTo>
                <a:lnTo>
                  <a:pt x="3860114" y="12700"/>
                </a:lnTo>
                <a:close/>
              </a:path>
              <a:path w="3951604" h="1282700">
                <a:moveTo>
                  <a:pt x="3880307" y="25400"/>
                </a:moveTo>
                <a:lnTo>
                  <a:pt x="354139" y="25400"/>
                </a:lnTo>
                <a:lnTo>
                  <a:pt x="360667" y="12700"/>
                </a:lnTo>
                <a:lnTo>
                  <a:pt x="3873779" y="12700"/>
                </a:lnTo>
                <a:lnTo>
                  <a:pt x="3880307" y="25400"/>
                </a:lnTo>
                <a:close/>
              </a:path>
              <a:path w="3951604" h="1282700">
                <a:moveTo>
                  <a:pt x="392252" y="38100"/>
                </a:moveTo>
                <a:lnTo>
                  <a:pt x="335953" y="38100"/>
                </a:lnTo>
                <a:lnTo>
                  <a:pt x="341782" y="25400"/>
                </a:lnTo>
                <a:lnTo>
                  <a:pt x="398906" y="25400"/>
                </a:lnTo>
                <a:lnTo>
                  <a:pt x="392252" y="38100"/>
                </a:lnTo>
                <a:close/>
              </a:path>
              <a:path w="3951604" h="1282700">
                <a:moveTo>
                  <a:pt x="3898493" y="38100"/>
                </a:moveTo>
                <a:lnTo>
                  <a:pt x="3842194" y="38100"/>
                </a:lnTo>
                <a:lnTo>
                  <a:pt x="3835539" y="25400"/>
                </a:lnTo>
                <a:lnTo>
                  <a:pt x="3892664" y="25400"/>
                </a:lnTo>
                <a:lnTo>
                  <a:pt x="3898493" y="38100"/>
                </a:lnTo>
                <a:close/>
              </a:path>
              <a:path w="3951604" h="1282700">
                <a:moveTo>
                  <a:pt x="369862" y="50800"/>
                </a:moveTo>
                <a:lnTo>
                  <a:pt x="325056" y="50800"/>
                </a:lnTo>
                <a:lnTo>
                  <a:pt x="330365" y="38100"/>
                </a:lnTo>
                <a:lnTo>
                  <a:pt x="375792" y="38100"/>
                </a:lnTo>
                <a:lnTo>
                  <a:pt x="369862" y="50800"/>
                </a:lnTo>
                <a:close/>
              </a:path>
              <a:path w="3951604" h="1282700">
                <a:moveTo>
                  <a:pt x="3909390" y="50800"/>
                </a:moveTo>
                <a:lnTo>
                  <a:pt x="3864584" y="50800"/>
                </a:lnTo>
                <a:lnTo>
                  <a:pt x="3858653" y="38100"/>
                </a:lnTo>
                <a:lnTo>
                  <a:pt x="3904081" y="38100"/>
                </a:lnTo>
                <a:lnTo>
                  <a:pt x="3909390" y="50800"/>
                </a:lnTo>
                <a:close/>
              </a:path>
              <a:path w="3951604" h="1282700">
                <a:moveTo>
                  <a:pt x="350329" y="63500"/>
                </a:moveTo>
                <a:lnTo>
                  <a:pt x="315239" y="63500"/>
                </a:lnTo>
                <a:lnTo>
                  <a:pt x="320001" y="50800"/>
                </a:lnTo>
                <a:lnTo>
                  <a:pt x="355422" y="50800"/>
                </a:lnTo>
                <a:lnTo>
                  <a:pt x="350329" y="63500"/>
                </a:lnTo>
                <a:close/>
              </a:path>
              <a:path w="3951604" h="1282700">
                <a:moveTo>
                  <a:pt x="3919207" y="63500"/>
                </a:moveTo>
                <a:lnTo>
                  <a:pt x="3884117" y="63500"/>
                </a:lnTo>
                <a:lnTo>
                  <a:pt x="3879024" y="50800"/>
                </a:lnTo>
                <a:lnTo>
                  <a:pt x="3914444" y="50800"/>
                </a:lnTo>
                <a:lnTo>
                  <a:pt x="3919207" y="63500"/>
                </a:lnTo>
                <a:close/>
              </a:path>
              <a:path w="3951604" h="1282700">
                <a:moveTo>
                  <a:pt x="341820" y="76200"/>
                </a:moveTo>
                <a:lnTo>
                  <a:pt x="306577" y="76200"/>
                </a:lnTo>
                <a:lnTo>
                  <a:pt x="310756" y="63500"/>
                </a:lnTo>
                <a:lnTo>
                  <a:pt x="346430" y="63500"/>
                </a:lnTo>
                <a:lnTo>
                  <a:pt x="341820" y="76200"/>
                </a:lnTo>
                <a:close/>
              </a:path>
              <a:path w="3951604" h="1282700">
                <a:moveTo>
                  <a:pt x="3927868" y="76200"/>
                </a:moveTo>
                <a:lnTo>
                  <a:pt x="3892626" y="76200"/>
                </a:lnTo>
                <a:lnTo>
                  <a:pt x="3888016" y="63500"/>
                </a:lnTo>
                <a:lnTo>
                  <a:pt x="3923690" y="63500"/>
                </a:lnTo>
                <a:lnTo>
                  <a:pt x="3927868" y="76200"/>
                </a:lnTo>
                <a:close/>
              </a:path>
              <a:path w="3951604" h="1282700">
                <a:moveTo>
                  <a:pt x="330822" y="88900"/>
                </a:moveTo>
                <a:lnTo>
                  <a:pt x="299148" y="88900"/>
                </a:lnTo>
                <a:lnTo>
                  <a:pt x="302704" y="76200"/>
                </a:lnTo>
                <a:lnTo>
                  <a:pt x="334619" y="76200"/>
                </a:lnTo>
                <a:lnTo>
                  <a:pt x="330822" y="88900"/>
                </a:lnTo>
                <a:close/>
              </a:path>
              <a:path w="3951604" h="1282700">
                <a:moveTo>
                  <a:pt x="3935285" y="88900"/>
                </a:moveTo>
                <a:lnTo>
                  <a:pt x="3903624" y="88900"/>
                </a:lnTo>
                <a:lnTo>
                  <a:pt x="3899827" y="76200"/>
                </a:lnTo>
                <a:lnTo>
                  <a:pt x="3931742" y="76200"/>
                </a:lnTo>
                <a:lnTo>
                  <a:pt x="3935285" y="88900"/>
                </a:lnTo>
                <a:close/>
              </a:path>
              <a:path w="3951604" h="1282700">
                <a:moveTo>
                  <a:pt x="324751" y="101600"/>
                </a:moveTo>
                <a:lnTo>
                  <a:pt x="293052" y="101600"/>
                </a:lnTo>
                <a:lnTo>
                  <a:pt x="295935" y="88900"/>
                </a:lnTo>
                <a:lnTo>
                  <a:pt x="327977" y="88900"/>
                </a:lnTo>
                <a:lnTo>
                  <a:pt x="324751" y="101600"/>
                </a:lnTo>
                <a:close/>
              </a:path>
              <a:path w="3951604" h="1282700">
                <a:moveTo>
                  <a:pt x="3941394" y="101600"/>
                </a:moveTo>
                <a:lnTo>
                  <a:pt x="3909694" y="101600"/>
                </a:lnTo>
                <a:lnTo>
                  <a:pt x="3906469" y="88900"/>
                </a:lnTo>
                <a:lnTo>
                  <a:pt x="3938511" y="88900"/>
                </a:lnTo>
                <a:lnTo>
                  <a:pt x="3941394" y="101600"/>
                </a:lnTo>
                <a:close/>
              </a:path>
              <a:path w="3951604" h="1282700">
                <a:moveTo>
                  <a:pt x="315950" y="127000"/>
                </a:moveTo>
                <a:lnTo>
                  <a:pt x="286562" y="127000"/>
                </a:lnTo>
                <a:lnTo>
                  <a:pt x="288353" y="114300"/>
                </a:lnTo>
                <a:lnTo>
                  <a:pt x="290525" y="101600"/>
                </a:lnTo>
                <a:lnTo>
                  <a:pt x="322389" y="101600"/>
                </a:lnTo>
                <a:lnTo>
                  <a:pt x="319773" y="114300"/>
                </a:lnTo>
                <a:lnTo>
                  <a:pt x="317919" y="114300"/>
                </a:lnTo>
                <a:lnTo>
                  <a:pt x="315950" y="127000"/>
                </a:lnTo>
                <a:close/>
              </a:path>
              <a:path w="3951604" h="1282700">
                <a:moveTo>
                  <a:pt x="3947883" y="127000"/>
                </a:moveTo>
                <a:lnTo>
                  <a:pt x="3918496" y="127000"/>
                </a:lnTo>
                <a:lnTo>
                  <a:pt x="3916527" y="114300"/>
                </a:lnTo>
                <a:lnTo>
                  <a:pt x="3914673" y="114300"/>
                </a:lnTo>
                <a:lnTo>
                  <a:pt x="3912057" y="101600"/>
                </a:lnTo>
                <a:lnTo>
                  <a:pt x="3943921" y="101600"/>
                </a:lnTo>
                <a:lnTo>
                  <a:pt x="3946080" y="114300"/>
                </a:lnTo>
                <a:lnTo>
                  <a:pt x="3947883" y="127000"/>
                </a:lnTo>
                <a:close/>
              </a:path>
              <a:path w="3951604" h="1282700">
                <a:moveTo>
                  <a:pt x="312026" y="152400"/>
                </a:moveTo>
                <a:lnTo>
                  <a:pt x="283502" y="152400"/>
                </a:lnTo>
                <a:lnTo>
                  <a:pt x="284124" y="139700"/>
                </a:lnTo>
                <a:lnTo>
                  <a:pt x="285153" y="127000"/>
                </a:lnTo>
                <a:lnTo>
                  <a:pt x="314629" y="127000"/>
                </a:lnTo>
                <a:lnTo>
                  <a:pt x="313347" y="139700"/>
                </a:lnTo>
                <a:lnTo>
                  <a:pt x="312597" y="139700"/>
                </a:lnTo>
                <a:lnTo>
                  <a:pt x="312026" y="152400"/>
                </a:lnTo>
                <a:close/>
              </a:path>
              <a:path w="3951604" h="1282700">
                <a:moveTo>
                  <a:pt x="3950931" y="152400"/>
                </a:moveTo>
                <a:lnTo>
                  <a:pt x="3922420" y="152400"/>
                </a:lnTo>
                <a:lnTo>
                  <a:pt x="3921848" y="139700"/>
                </a:lnTo>
                <a:lnTo>
                  <a:pt x="3921099" y="139700"/>
                </a:lnTo>
                <a:lnTo>
                  <a:pt x="3919816" y="127000"/>
                </a:lnTo>
                <a:lnTo>
                  <a:pt x="3949293" y="127000"/>
                </a:lnTo>
                <a:lnTo>
                  <a:pt x="3950322" y="139700"/>
                </a:lnTo>
                <a:lnTo>
                  <a:pt x="3950931" y="152400"/>
                </a:lnTo>
                <a:close/>
              </a:path>
              <a:path w="3951604" h="1282700">
                <a:moveTo>
                  <a:pt x="313448" y="762000"/>
                </a:moveTo>
                <a:lnTo>
                  <a:pt x="284124" y="762000"/>
                </a:lnTo>
                <a:lnTo>
                  <a:pt x="283502" y="749300"/>
                </a:lnTo>
                <a:lnTo>
                  <a:pt x="283298" y="736600"/>
                </a:lnTo>
                <a:lnTo>
                  <a:pt x="283298" y="152400"/>
                </a:lnTo>
                <a:lnTo>
                  <a:pt x="311873" y="152400"/>
                </a:lnTo>
                <a:lnTo>
                  <a:pt x="311873" y="736600"/>
                </a:lnTo>
                <a:lnTo>
                  <a:pt x="312064" y="749300"/>
                </a:lnTo>
                <a:lnTo>
                  <a:pt x="312521" y="749300"/>
                </a:lnTo>
                <a:lnTo>
                  <a:pt x="313448" y="762000"/>
                </a:lnTo>
                <a:close/>
              </a:path>
              <a:path w="3951604" h="1282700">
                <a:moveTo>
                  <a:pt x="3950322" y="762000"/>
                </a:moveTo>
                <a:lnTo>
                  <a:pt x="3920997" y="762000"/>
                </a:lnTo>
                <a:lnTo>
                  <a:pt x="3921925" y="749300"/>
                </a:lnTo>
                <a:lnTo>
                  <a:pt x="3922382" y="749300"/>
                </a:lnTo>
                <a:lnTo>
                  <a:pt x="3922572" y="736600"/>
                </a:lnTo>
                <a:lnTo>
                  <a:pt x="3922572" y="152400"/>
                </a:lnTo>
                <a:lnTo>
                  <a:pt x="3951147" y="152400"/>
                </a:lnTo>
                <a:lnTo>
                  <a:pt x="3951147" y="736600"/>
                </a:lnTo>
                <a:lnTo>
                  <a:pt x="3950931" y="749300"/>
                </a:lnTo>
                <a:lnTo>
                  <a:pt x="3950322" y="762000"/>
                </a:lnTo>
                <a:close/>
              </a:path>
              <a:path w="3951604" h="1282700">
                <a:moveTo>
                  <a:pt x="316115" y="774700"/>
                </a:moveTo>
                <a:lnTo>
                  <a:pt x="286562" y="774700"/>
                </a:lnTo>
                <a:lnTo>
                  <a:pt x="285153" y="762000"/>
                </a:lnTo>
                <a:lnTo>
                  <a:pt x="314490" y="762000"/>
                </a:lnTo>
                <a:lnTo>
                  <a:pt x="316115" y="774700"/>
                </a:lnTo>
                <a:close/>
              </a:path>
              <a:path w="3951604" h="1282700">
                <a:moveTo>
                  <a:pt x="3947883" y="774700"/>
                </a:moveTo>
                <a:lnTo>
                  <a:pt x="3918318" y="774700"/>
                </a:lnTo>
                <a:lnTo>
                  <a:pt x="3919956" y="762000"/>
                </a:lnTo>
                <a:lnTo>
                  <a:pt x="3949293" y="762000"/>
                </a:lnTo>
                <a:lnTo>
                  <a:pt x="3947883" y="774700"/>
                </a:lnTo>
                <a:close/>
              </a:path>
              <a:path w="3951604" h="1282700">
                <a:moveTo>
                  <a:pt x="325043" y="800100"/>
                </a:moveTo>
                <a:lnTo>
                  <a:pt x="293052" y="800100"/>
                </a:lnTo>
                <a:lnTo>
                  <a:pt x="290525" y="787400"/>
                </a:lnTo>
                <a:lnTo>
                  <a:pt x="288353" y="774700"/>
                </a:lnTo>
                <a:lnTo>
                  <a:pt x="317703" y="774700"/>
                </a:lnTo>
                <a:lnTo>
                  <a:pt x="320014" y="787400"/>
                </a:lnTo>
                <a:lnTo>
                  <a:pt x="322110" y="787400"/>
                </a:lnTo>
                <a:lnTo>
                  <a:pt x="325043" y="800100"/>
                </a:lnTo>
                <a:close/>
              </a:path>
              <a:path w="3951604" h="1282700">
                <a:moveTo>
                  <a:pt x="3941394" y="800100"/>
                </a:moveTo>
                <a:lnTo>
                  <a:pt x="3909402" y="800100"/>
                </a:lnTo>
                <a:lnTo>
                  <a:pt x="3912323" y="787400"/>
                </a:lnTo>
                <a:lnTo>
                  <a:pt x="3914432" y="787400"/>
                </a:lnTo>
                <a:lnTo>
                  <a:pt x="3916743" y="774700"/>
                </a:lnTo>
                <a:lnTo>
                  <a:pt x="3946080" y="774700"/>
                </a:lnTo>
                <a:lnTo>
                  <a:pt x="3943921" y="787400"/>
                </a:lnTo>
                <a:lnTo>
                  <a:pt x="3941394" y="800100"/>
                </a:lnTo>
                <a:close/>
              </a:path>
              <a:path w="3951604" h="1282700">
                <a:moveTo>
                  <a:pt x="331177" y="812800"/>
                </a:moveTo>
                <a:lnTo>
                  <a:pt x="299148" y="812800"/>
                </a:lnTo>
                <a:lnTo>
                  <a:pt x="295935" y="800100"/>
                </a:lnTo>
                <a:lnTo>
                  <a:pt x="327647" y="800100"/>
                </a:lnTo>
                <a:lnTo>
                  <a:pt x="331177" y="812800"/>
                </a:lnTo>
                <a:close/>
              </a:path>
              <a:path w="3951604" h="1282700">
                <a:moveTo>
                  <a:pt x="3935285" y="812800"/>
                </a:moveTo>
                <a:lnTo>
                  <a:pt x="3903268" y="812800"/>
                </a:lnTo>
                <a:lnTo>
                  <a:pt x="3906799" y="800100"/>
                </a:lnTo>
                <a:lnTo>
                  <a:pt x="3938511" y="800100"/>
                </a:lnTo>
                <a:lnTo>
                  <a:pt x="3935285" y="812800"/>
                </a:lnTo>
                <a:close/>
              </a:path>
              <a:path w="3951604" h="1282700">
                <a:moveTo>
                  <a:pt x="338327" y="825500"/>
                </a:moveTo>
                <a:lnTo>
                  <a:pt x="306577" y="825500"/>
                </a:lnTo>
                <a:lnTo>
                  <a:pt x="302704" y="812800"/>
                </a:lnTo>
                <a:lnTo>
                  <a:pt x="334238" y="812800"/>
                </a:lnTo>
                <a:lnTo>
                  <a:pt x="338327" y="825500"/>
                </a:lnTo>
                <a:close/>
              </a:path>
              <a:path w="3951604" h="1282700">
                <a:moveTo>
                  <a:pt x="342264" y="825500"/>
                </a:moveTo>
                <a:lnTo>
                  <a:pt x="338327" y="825500"/>
                </a:lnTo>
                <a:lnTo>
                  <a:pt x="337908" y="812800"/>
                </a:lnTo>
                <a:lnTo>
                  <a:pt x="342264" y="825500"/>
                </a:lnTo>
                <a:close/>
              </a:path>
              <a:path w="3951604" h="1282700">
                <a:moveTo>
                  <a:pt x="3896118" y="825500"/>
                </a:moveTo>
                <a:lnTo>
                  <a:pt x="3892181" y="825500"/>
                </a:lnTo>
                <a:lnTo>
                  <a:pt x="3896537" y="812800"/>
                </a:lnTo>
                <a:lnTo>
                  <a:pt x="3896118" y="825500"/>
                </a:lnTo>
                <a:close/>
              </a:path>
              <a:path w="3951604" h="1282700">
                <a:moveTo>
                  <a:pt x="3927868" y="825500"/>
                </a:moveTo>
                <a:lnTo>
                  <a:pt x="3896118" y="825500"/>
                </a:lnTo>
                <a:lnTo>
                  <a:pt x="3900208" y="812800"/>
                </a:lnTo>
                <a:lnTo>
                  <a:pt x="3931742" y="812800"/>
                </a:lnTo>
                <a:lnTo>
                  <a:pt x="3927868" y="825500"/>
                </a:lnTo>
                <a:close/>
              </a:path>
              <a:path w="3951604" h="1282700">
                <a:moveTo>
                  <a:pt x="350812" y="838200"/>
                </a:moveTo>
                <a:lnTo>
                  <a:pt x="315239" y="838200"/>
                </a:lnTo>
                <a:lnTo>
                  <a:pt x="310756" y="825500"/>
                </a:lnTo>
                <a:lnTo>
                  <a:pt x="345973" y="825500"/>
                </a:lnTo>
                <a:lnTo>
                  <a:pt x="350812" y="838200"/>
                </a:lnTo>
                <a:close/>
              </a:path>
              <a:path w="3951604" h="1282700">
                <a:moveTo>
                  <a:pt x="3919207" y="838200"/>
                </a:moveTo>
                <a:lnTo>
                  <a:pt x="3883634" y="838200"/>
                </a:lnTo>
                <a:lnTo>
                  <a:pt x="3888473" y="825500"/>
                </a:lnTo>
                <a:lnTo>
                  <a:pt x="3923690" y="825500"/>
                </a:lnTo>
                <a:lnTo>
                  <a:pt x="3919207" y="838200"/>
                </a:lnTo>
                <a:close/>
              </a:path>
              <a:path w="3951604" h="1282700">
                <a:moveTo>
                  <a:pt x="365226" y="850900"/>
                </a:moveTo>
                <a:lnTo>
                  <a:pt x="325056" y="850900"/>
                </a:lnTo>
                <a:lnTo>
                  <a:pt x="320001" y="838200"/>
                </a:lnTo>
                <a:lnTo>
                  <a:pt x="359702" y="838200"/>
                </a:lnTo>
                <a:lnTo>
                  <a:pt x="365226" y="850900"/>
                </a:lnTo>
                <a:close/>
              </a:path>
              <a:path w="3951604" h="1282700">
                <a:moveTo>
                  <a:pt x="3909390" y="850900"/>
                </a:moveTo>
                <a:lnTo>
                  <a:pt x="3869207" y="850900"/>
                </a:lnTo>
                <a:lnTo>
                  <a:pt x="3874744" y="838200"/>
                </a:lnTo>
                <a:lnTo>
                  <a:pt x="3914444" y="838200"/>
                </a:lnTo>
                <a:lnTo>
                  <a:pt x="3909390" y="850900"/>
                </a:lnTo>
                <a:close/>
              </a:path>
              <a:path w="3951604" h="1282700">
                <a:moveTo>
                  <a:pt x="387045" y="863600"/>
                </a:moveTo>
                <a:lnTo>
                  <a:pt x="335953" y="863600"/>
                </a:lnTo>
                <a:lnTo>
                  <a:pt x="330365" y="850900"/>
                </a:lnTo>
                <a:lnTo>
                  <a:pt x="380733" y="850900"/>
                </a:lnTo>
                <a:lnTo>
                  <a:pt x="387045" y="863600"/>
                </a:lnTo>
                <a:close/>
              </a:path>
              <a:path w="3951604" h="1282700">
                <a:moveTo>
                  <a:pt x="3898493" y="863600"/>
                </a:moveTo>
                <a:lnTo>
                  <a:pt x="3847401" y="863600"/>
                </a:lnTo>
                <a:lnTo>
                  <a:pt x="3853713" y="850900"/>
                </a:lnTo>
                <a:lnTo>
                  <a:pt x="3904081" y="850900"/>
                </a:lnTo>
                <a:lnTo>
                  <a:pt x="3898493" y="863600"/>
                </a:lnTo>
                <a:close/>
              </a:path>
              <a:path w="3951604" h="1282700">
                <a:moveTo>
                  <a:pt x="424218" y="876300"/>
                </a:moveTo>
                <a:lnTo>
                  <a:pt x="354139" y="876300"/>
                </a:lnTo>
                <a:lnTo>
                  <a:pt x="347840" y="863600"/>
                </a:lnTo>
                <a:lnTo>
                  <a:pt x="417017" y="863600"/>
                </a:lnTo>
                <a:lnTo>
                  <a:pt x="424218" y="876300"/>
                </a:lnTo>
                <a:close/>
              </a:path>
              <a:path w="3951604" h="1282700">
                <a:moveTo>
                  <a:pt x="3880307" y="876300"/>
                </a:moveTo>
                <a:lnTo>
                  <a:pt x="3810228" y="876300"/>
                </a:lnTo>
                <a:lnTo>
                  <a:pt x="3817429" y="863600"/>
                </a:lnTo>
                <a:lnTo>
                  <a:pt x="3886606" y="863600"/>
                </a:lnTo>
                <a:lnTo>
                  <a:pt x="3880307" y="876300"/>
                </a:lnTo>
                <a:close/>
              </a:path>
              <a:path w="3951604" h="1282700">
                <a:moveTo>
                  <a:pt x="842105" y="901700"/>
                </a:moveTo>
                <a:lnTo>
                  <a:pt x="403860" y="901700"/>
                </a:lnTo>
                <a:lnTo>
                  <a:pt x="396227" y="889000"/>
                </a:lnTo>
                <a:lnTo>
                  <a:pt x="374332" y="889000"/>
                </a:lnTo>
                <a:lnTo>
                  <a:pt x="367398" y="876300"/>
                </a:lnTo>
                <a:lnTo>
                  <a:pt x="898245" y="876300"/>
                </a:lnTo>
                <a:lnTo>
                  <a:pt x="842105" y="901700"/>
                </a:lnTo>
                <a:close/>
              </a:path>
              <a:path w="3951604" h="1282700">
                <a:moveTo>
                  <a:pt x="117411" y="1229578"/>
                </a:moveTo>
                <a:lnTo>
                  <a:pt x="898245" y="876300"/>
                </a:lnTo>
                <a:lnTo>
                  <a:pt x="904138" y="901700"/>
                </a:lnTo>
                <a:lnTo>
                  <a:pt x="913351" y="901700"/>
                </a:lnTo>
                <a:lnTo>
                  <a:pt x="230028" y="1206107"/>
                </a:lnTo>
                <a:lnTo>
                  <a:pt x="117411" y="1229578"/>
                </a:lnTo>
                <a:close/>
              </a:path>
              <a:path w="3951604" h="1282700">
                <a:moveTo>
                  <a:pt x="913351" y="901700"/>
                </a:moveTo>
                <a:lnTo>
                  <a:pt x="904138" y="901700"/>
                </a:lnTo>
                <a:lnTo>
                  <a:pt x="898245" y="876300"/>
                </a:lnTo>
                <a:lnTo>
                  <a:pt x="970368" y="876300"/>
                </a:lnTo>
                <a:lnTo>
                  <a:pt x="913351" y="901700"/>
                </a:lnTo>
                <a:close/>
              </a:path>
              <a:path w="3951604" h="1282700">
                <a:moveTo>
                  <a:pt x="122240" y="1257300"/>
                </a:moveTo>
                <a:lnTo>
                  <a:pt x="115112" y="1257300"/>
                </a:lnTo>
                <a:lnTo>
                  <a:pt x="230028" y="1206107"/>
                </a:lnTo>
                <a:lnTo>
                  <a:pt x="1812455" y="876300"/>
                </a:lnTo>
                <a:lnTo>
                  <a:pt x="3867048" y="876300"/>
                </a:lnTo>
                <a:lnTo>
                  <a:pt x="3860114" y="889000"/>
                </a:lnTo>
                <a:lnTo>
                  <a:pt x="3838219" y="889000"/>
                </a:lnTo>
                <a:lnTo>
                  <a:pt x="3830586" y="901700"/>
                </a:lnTo>
                <a:lnTo>
                  <a:pt x="1816900" y="901700"/>
                </a:lnTo>
                <a:lnTo>
                  <a:pt x="122240" y="1257300"/>
                </a:lnTo>
                <a:close/>
              </a:path>
              <a:path w="3951604" h="1282700">
                <a:moveTo>
                  <a:pt x="115112" y="1257300"/>
                </a:moveTo>
                <a:lnTo>
                  <a:pt x="107090" y="1234248"/>
                </a:lnTo>
                <a:lnTo>
                  <a:pt x="117411" y="1229578"/>
                </a:lnTo>
                <a:lnTo>
                  <a:pt x="230028" y="1206107"/>
                </a:lnTo>
                <a:lnTo>
                  <a:pt x="115112" y="1257300"/>
                </a:lnTo>
                <a:close/>
              </a:path>
              <a:path w="3951604" h="1282700">
                <a:moveTo>
                  <a:pt x="107090" y="1234248"/>
                </a:moveTo>
                <a:lnTo>
                  <a:pt x="106273" y="1231900"/>
                </a:lnTo>
                <a:lnTo>
                  <a:pt x="117411" y="1229578"/>
                </a:lnTo>
                <a:lnTo>
                  <a:pt x="107090" y="1234248"/>
                </a:lnTo>
                <a:close/>
              </a:path>
              <a:path w="3951604" h="1282700">
                <a:moveTo>
                  <a:pt x="1193" y="1282700"/>
                </a:moveTo>
                <a:lnTo>
                  <a:pt x="0" y="1282700"/>
                </a:lnTo>
                <a:lnTo>
                  <a:pt x="107090" y="1234248"/>
                </a:lnTo>
                <a:lnTo>
                  <a:pt x="115112" y="1257300"/>
                </a:lnTo>
                <a:lnTo>
                  <a:pt x="122240" y="1257300"/>
                </a:lnTo>
                <a:lnTo>
                  <a:pt x="1193" y="128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76367" y="1512747"/>
            <a:ext cx="33782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外设响应信号</a:t>
            </a:r>
            <a:endParaRPr sz="2400">
              <a:latin typeface="Droid Sans Fallback"/>
              <a:cs typeface="Droid Sans Fallback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0000CC"/>
                </a:solidFill>
                <a:latin typeface="Droid Sans Fallback"/>
                <a:cs typeface="Droid Sans Fallback"/>
              </a:rPr>
              <a:t>表示外设已经接收到数据</a:t>
            </a:r>
            <a:endParaRPr sz="2400">
              <a:latin typeface="Droid Sans Fallback"/>
              <a:cs typeface="Droid Sans Fallb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942319" y="3320808"/>
            <a:ext cx="3949065" cy="1113790"/>
          </a:xfrm>
          <a:custGeom>
            <a:avLst/>
            <a:gdLst/>
            <a:ahLst/>
            <a:cxnLst/>
            <a:rect l="l" t="t" r="r" b="b"/>
            <a:pathLst>
              <a:path w="3949065" h="1113789">
                <a:moveTo>
                  <a:pt x="911834" y="234950"/>
                </a:moveTo>
                <a:lnTo>
                  <a:pt x="0" y="13970"/>
                </a:lnTo>
                <a:lnTo>
                  <a:pt x="2501" y="0"/>
                </a:lnTo>
                <a:lnTo>
                  <a:pt x="117097" y="13034"/>
                </a:lnTo>
                <a:lnTo>
                  <a:pt x="112179" y="40639"/>
                </a:lnTo>
                <a:lnTo>
                  <a:pt x="338768" y="66418"/>
                </a:lnTo>
                <a:lnTo>
                  <a:pt x="918764" y="207010"/>
                </a:lnTo>
                <a:lnTo>
                  <a:pt x="915212" y="207010"/>
                </a:lnTo>
                <a:lnTo>
                  <a:pt x="911834" y="234950"/>
                </a:lnTo>
                <a:close/>
              </a:path>
              <a:path w="3949065" h="1113789">
                <a:moveTo>
                  <a:pt x="119806" y="13342"/>
                </a:moveTo>
                <a:lnTo>
                  <a:pt x="117097" y="13034"/>
                </a:lnTo>
                <a:lnTo>
                  <a:pt x="117157" y="12700"/>
                </a:lnTo>
                <a:lnTo>
                  <a:pt x="119806" y="13342"/>
                </a:lnTo>
                <a:close/>
              </a:path>
              <a:path w="3949065" h="1113789">
                <a:moveTo>
                  <a:pt x="338768" y="66418"/>
                </a:moveTo>
                <a:lnTo>
                  <a:pt x="112179" y="40639"/>
                </a:lnTo>
                <a:lnTo>
                  <a:pt x="117097" y="13034"/>
                </a:lnTo>
                <a:lnTo>
                  <a:pt x="119806" y="13342"/>
                </a:lnTo>
                <a:lnTo>
                  <a:pt x="338768" y="66418"/>
                </a:lnTo>
                <a:close/>
              </a:path>
              <a:path w="3949065" h="1113789">
                <a:moveTo>
                  <a:pt x="3881564" y="274320"/>
                </a:moveTo>
                <a:lnTo>
                  <a:pt x="3876484" y="269239"/>
                </a:lnTo>
                <a:lnTo>
                  <a:pt x="3876992" y="269239"/>
                </a:lnTo>
                <a:lnTo>
                  <a:pt x="3871671" y="265429"/>
                </a:lnTo>
                <a:lnTo>
                  <a:pt x="3872204" y="265429"/>
                </a:lnTo>
                <a:lnTo>
                  <a:pt x="3866667" y="261620"/>
                </a:lnTo>
                <a:lnTo>
                  <a:pt x="3867213" y="261620"/>
                </a:lnTo>
                <a:lnTo>
                  <a:pt x="3861473" y="257810"/>
                </a:lnTo>
                <a:lnTo>
                  <a:pt x="3862044" y="257810"/>
                </a:lnTo>
                <a:lnTo>
                  <a:pt x="3856101" y="254000"/>
                </a:lnTo>
                <a:lnTo>
                  <a:pt x="3856697" y="254000"/>
                </a:lnTo>
                <a:lnTo>
                  <a:pt x="3850563" y="251460"/>
                </a:lnTo>
                <a:lnTo>
                  <a:pt x="3851173" y="251460"/>
                </a:lnTo>
                <a:lnTo>
                  <a:pt x="3844861" y="247650"/>
                </a:lnTo>
                <a:lnTo>
                  <a:pt x="3845483" y="247650"/>
                </a:lnTo>
                <a:lnTo>
                  <a:pt x="3839006" y="245110"/>
                </a:lnTo>
                <a:lnTo>
                  <a:pt x="3839641" y="245110"/>
                </a:lnTo>
                <a:lnTo>
                  <a:pt x="3832999" y="242570"/>
                </a:lnTo>
                <a:lnTo>
                  <a:pt x="3833660" y="242570"/>
                </a:lnTo>
                <a:lnTo>
                  <a:pt x="3826852" y="241300"/>
                </a:lnTo>
                <a:lnTo>
                  <a:pt x="3827526" y="241300"/>
                </a:lnTo>
                <a:lnTo>
                  <a:pt x="3820579" y="238760"/>
                </a:lnTo>
                <a:lnTo>
                  <a:pt x="3821277" y="238760"/>
                </a:lnTo>
                <a:lnTo>
                  <a:pt x="3814191" y="237489"/>
                </a:lnTo>
                <a:lnTo>
                  <a:pt x="3814889" y="237489"/>
                </a:lnTo>
                <a:lnTo>
                  <a:pt x="3807675" y="236220"/>
                </a:lnTo>
                <a:lnTo>
                  <a:pt x="3801783" y="236220"/>
                </a:lnTo>
                <a:lnTo>
                  <a:pt x="3794340" y="234950"/>
                </a:lnTo>
                <a:lnTo>
                  <a:pt x="1820125" y="234950"/>
                </a:lnTo>
                <a:lnTo>
                  <a:pt x="338768" y="66418"/>
                </a:lnTo>
                <a:lnTo>
                  <a:pt x="119806" y="13342"/>
                </a:lnTo>
                <a:lnTo>
                  <a:pt x="1822551" y="207010"/>
                </a:lnTo>
                <a:lnTo>
                  <a:pt x="3804310" y="207010"/>
                </a:lnTo>
                <a:lnTo>
                  <a:pt x="3820261" y="209550"/>
                </a:lnTo>
                <a:lnTo>
                  <a:pt x="3828046" y="212089"/>
                </a:lnTo>
                <a:lnTo>
                  <a:pt x="3835679" y="213360"/>
                </a:lnTo>
                <a:lnTo>
                  <a:pt x="3843147" y="215900"/>
                </a:lnTo>
                <a:lnTo>
                  <a:pt x="3850449" y="219710"/>
                </a:lnTo>
                <a:lnTo>
                  <a:pt x="3857574" y="222250"/>
                </a:lnTo>
                <a:lnTo>
                  <a:pt x="3864508" y="226060"/>
                </a:lnTo>
                <a:lnTo>
                  <a:pt x="3871239" y="229870"/>
                </a:lnTo>
                <a:lnTo>
                  <a:pt x="3877754" y="233679"/>
                </a:lnTo>
                <a:lnTo>
                  <a:pt x="3884053" y="238760"/>
                </a:lnTo>
                <a:lnTo>
                  <a:pt x="3890124" y="242570"/>
                </a:lnTo>
                <a:lnTo>
                  <a:pt x="3895953" y="247650"/>
                </a:lnTo>
                <a:lnTo>
                  <a:pt x="3901528" y="254000"/>
                </a:lnTo>
                <a:lnTo>
                  <a:pt x="3906850" y="259079"/>
                </a:lnTo>
                <a:lnTo>
                  <a:pt x="3911904" y="265429"/>
                </a:lnTo>
                <a:lnTo>
                  <a:pt x="3916667" y="270510"/>
                </a:lnTo>
                <a:lnTo>
                  <a:pt x="3918460" y="273050"/>
                </a:lnTo>
                <a:lnTo>
                  <a:pt x="3881081" y="273050"/>
                </a:lnTo>
                <a:lnTo>
                  <a:pt x="3881564" y="274320"/>
                </a:lnTo>
                <a:close/>
              </a:path>
              <a:path w="3949065" h="1113789">
                <a:moveTo>
                  <a:pt x="3796156" y="1113789"/>
                </a:moveTo>
                <a:lnTo>
                  <a:pt x="449541" y="1113789"/>
                </a:lnTo>
                <a:lnTo>
                  <a:pt x="417652" y="1108710"/>
                </a:lnTo>
                <a:lnTo>
                  <a:pt x="410019" y="1106170"/>
                </a:lnTo>
                <a:lnTo>
                  <a:pt x="395249" y="1101089"/>
                </a:lnTo>
                <a:lnTo>
                  <a:pt x="388124" y="1097279"/>
                </a:lnTo>
                <a:lnTo>
                  <a:pt x="381190" y="1094739"/>
                </a:lnTo>
                <a:lnTo>
                  <a:pt x="374459" y="1090929"/>
                </a:lnTo>
                <a:lnTo>
                  <a:pt x="367944" y="1085850"/>
                </a:lnTo>
                <a:lnTo>
                  <a:pt x="361645" y="1082039"/>
                </a:lnTo>
                <a:lnTo>
                  <a:pt x="355574" y="1076960"/>
                </a:lnTo>
                <a:lnTo>
                  <a:pt x="349745" y="1071879"/>
                </a:lnTo>
                <a:lnTo>
                  <a:pt x="344170" y="1066800"/>
                </a:lnTo>
                <a:lnTo>
                  <a:pt x="338848" y="1060450"/>
                </a:lnTo>
                <a:lnTo>
                  <a:pt x="333794" y="1055370"/>
                </a:lnTo>
                <a:lnTo>
                  <a:pt x="312953" y="1022350"/>
                </a:lnTo>
                <a:lnTo>
                  <a:pt x="309727" y="1016000"/>
                </a:lnTo>
                <a:lnTo>
                  <a:pt x="298945" y="977900"/>
                </a:lnTo>
                <a:lnTo>
                  <a:pt x="297103" y="952500"/>
                </a:lnTo>
                <a:lnTo>
                  <a:pt x="297103" y="367029"/>
                </a:lnTo>
                <a:lnTo>
                  <a:pt x="302158" y="327660"/>
                </a:lnTo>
                <a:lnTo>
                  <a:pt x="316496" y="290829"/>
                </a:lnTo>
                <a:lnTo>
                  <a:pt x="320370" y="284479"/>
                </a:lnTo>
                <a:lnTo>
                  <a:pt x="324548" y="276860"/>
                </a:lnTo>
                <a:lnTo>
                  <a:pt x="329031" y="270510"/>
                </a:lnTo>
                <a:lnTo>
                  <a:pt x="333794" y="265429"/>
                </a:lnTo>
                <a:lnTo>
                  <a:pt x="338848" y="259079"/>
                </a:lnTo>
                <a:lnTo>
                  <a:pt x="344170" y="254000"/>
                </a:lnTo>
                <a:lnTo>
                  <a:pt x="349745" y="247650"/>
                </a:lnTo>
                <a:lnTo>
                  <a:pt x="355574" y="242570"/>
                </a:lnTo>
                <a:lnTo>
                  <a:pt x="361645" y="238760"/>
                </a:lnTo>
                <a:lnTo>
                  <a:pt x="367944" y="233679"/>
                </a:lnTo>
                <a:lnTo>
                  <a:pt x="374459" y="229870"/>
                </a:lnTo>
                <a:lnTo>
                  <a:pt x="381190" y="226060"/>
                </a:lnTo>
                <a:lnTo>
                  <a:pt x="388124" y="222250"/>
                </a:lnTo>
                <a:lnTo>
                  <a:pt x="395249" y="219710"/>
                </a:lnTo>
                <a:lnTo>
                  <a:pt x="402551" y="215900"/>
                </a:lnTo>
                <a:lnTo>
                  <a:pt x="410019" y="213360"/>
                </a:lnTo>
                <a:lnTo>
                  <a:pt x="417652" y="212089"/>
                </a:lnTo>
                <a:lnTo>
                  <a:pt x="425437" y="209550"/>
                </a:lnTo>
                <a:lnTo>
                  <a:pt x="441388" y="207010"/>
                </a:lnTo>
                <a:lnTo>
                  <a:pt x="796545" y="207010"/>
                </a:lnTo>
                <a:lnTo>
                  <a:pt x="911834" y="234950"/>
                </a:lnTo>
                <a:lnTo>
                  <a:pt x="451358" y="234950"/>
                </a:lnTo>
                <a:lnTo>
                  <a:pt x="443915" y="236220"/>
                </a:lnTo>
                <a:lnTo>
                  <a:pt x="438023" y="236220"/>
                </a:lnTo>
                <a:lnTo>
                  <a:pt x="430809" y="237489"/>
                </a:lnTo>
                <a:lnTo>
                  <a:pt x="431507" y="237489"/>
                </a:lnTo>
                <a:lnTo>
                  <a:pt x="424421" y="238760"/>
                </a:lnTo>
                <a:lnTo>
                  <a:pt x="425119" y="238760"/>
                </a:lnTo>
                <a:lnTo>
                  <a:pt x="418172" y="241300"/>
                </a:lnTo>
                <a:lnTo>
                  <a:pt x="418846" y="241300"/>
                </a:lnTo>
                <a:lnTo>
                  <a:pt x="412038" y="242570"/>
                </a:lnTo>
                <a:lnTo>
                  <a:pt x="412699" y="242570"/>
                </a:lnTo>
                <a:lnTo>
                  <a:pt x="406057" y="245110"/>
                </a:lnTo>
                <a:lnTo>
                  <a:pt x="406692" y="245110"/>
                </a:lnTo>
                <a:lnTo>
                  <a:pt x="400215" y="247650"/>
                </a:lnTo>
                <a:lnTo>
                  <a:pt x="400837" y="247650"/>
                </a:lnTo>
                <a:lnTo>
                  <a:pt x="394525" y="251460"/>
                </a:lnTo>
                <a:lnTo>
                  <a:pt x="395135" y="251460"/>
                </a:lnTo>
                <a:lnTo>
                  <a:pt x="389000" y="254000"/>
                </a:lnTo>
                <a:lnTo>
                  <a:pt x="389597" y="254000"/>
                </a:lnTo>
                <a:lnTo>
                  <a:pt x="383654" y="257810"/>
                </a:lnTo>
                <a:lnTo>
                  <a:pt x="384225" y="257810"/>
                </a:lnTo>
                <a:lnTo>
                  <a:pt x="378485" y="261620"/>
                </a:lnTo>
                <a:lnTo>
                  <a:pt x="379031" y="261620"/>
                </a:lnTo>
                <a:lnTo>
                  <a:pt x="373494" y="265429"/>
                </a:lnTo>
                <a:lnTo>
                  <a:pt x="374027" y="265429"/>
                </a:lnTo>
                <a:lnTo>
                  <a:pt x="368706" y="269239"/>
                </a:lnTo>
                <a:lnTo>
                  <a:pt x="369214" y="269239"/>
                </a:lnTo>
                <a:lnTo>
                  <a:pt x="365404" y="273050"/>
                </a:lnTo>
                <a:lnTo>
                  <a:pt x="364617" y="273050"/>
                </a:lnTo>
                <a:lnTo>
                  <a:pt x="359765" y="278129"/>
                </a:lnTo>
                <a:lnTo>
                  <a:pt x="360222" y="278129"/>
                </a:lnTo>
                <a:lnTo>
                  <a:pt x="355625" y="283210"/>
                </a:lnTo>
                <a:lnTo>
                  <a:pt x="356057" y="283210"/>
                </a:lnTo>
                <a:lnTo>
                  <a:pt x="351713" y="288289"/>
                </a:lnTo>
                <a:lnTo>
                  <a:pt x="352120" y="288289"/>
                </a:lnTo>
                <a:lnTo>
                  <a:pt x="348030" y="293370"/>
                </a:lnTo>
                <a:lnTo>
                  <a:pt x="348424" y="293370"/>
                </a:lnTo>
                <a:lnTo>
                  <a:pt x="344614" y="298450"/>
                </a:lnTo>
                <a:lnTo>
                  <a:pt x="344970" y="298450"/>
                </a:lnTo>
                <a:lnTo>
                  <a:pt x="342145" y="303529"/>
                </a:lnTo>
                <a:lnTo>
                  <a:pt x="341769" y="303529"/>
                </a:lnTo>
                <a:lnTo>
                  <a:pt x="338543" y="309879"/>
                </a:lnTo>
                <a:lnTo>
                  <a:pt x="338848" y="309879"/>
                </a:lnTo>
                <a:lnTo>
                  <a:pt x="336501" y="314960"/>
                </a:lnTo>
                <a:lnTo>
                  <a:pt x="336181" y="314960"/>
                </a:lnTo>
                <a:lnTo>
                  <a:pt x="334001" y="321310"/>
                </a:lnTo>
                <a:lnTo>
                  <a:pt x="333806" y="321310"/>
                </a:lnTo>
                <a:lnTo>
                  <a:pt x="331508" y="327660"/>
                </a:lnTo>
                <a:lnTo>
                  <a:pt x="331711" y="327660"/>
                </a:lnTo>
                <a:lnTo>
                  <a:pt x="329742" y="334010"/>
                </a:lnTo>
                <a:lnTo>
                  <a:pt x="329920" y="334010"/>
                </a:lnTo>
                <a:lnTo>
                  <a:pt x="328282" y="340360"/>
                </a:lnTo>
                <a:lnTo>
                  <a:pt x="328422" y="340360"/>
                </a:lnTo>
                <a:lnTo>
                  <a:pt x="327353" y="346710"/>
                </a:lnTo>
                <a:lnTo>
                  <a:pt x="326470" y="353060"/>
                </a:lnTo>
                <a:lnTo>
                  <a:pt x="325913" y="359410"/>
                </a:lnTo>
                <a:lnTo>
                  <a:pt x="325666" y="367029"/>
                </a:lnTo>
                <a:lnTo>
                  <a:pt x="325666" y="952500"/>
                </a:lnTo>
                <a:lnTo>
                  <a:pt x="325824" y="958850"/>
                </a:lnTo>
                <a:lnTo>
                  <a:pt x="326389" y="966470"/>
                </a:lnTo>
                <a:lnTo>
                  <a:pt x="327253" y="972820"/>
                </a:lnTo>
                <a:lnTo>
                  <a:pt x="328422" y="980439"/>
                </a:lnTo>
                <a:lnTo>
                  <a:pt x="328555" y="980439"/>
                </a:lnTo>
                <a:lnTo>
                  <a:pt x="329920" y="986789"/>
                </a:lnTo>
                <a:lnTo>
                  <a:pt x="330070" y="986789"/>
                </a:lnTo>
                <a:lnTo>
                  <a:pt x="331711" y="993139"/>
                </a:lnTo>
                <a:lnTo>
                  <a:pt x="331967" y="993139"/>
                </a:lnTo>
                <a:lnTo>
                  <a:pt x="333806" y="998220"/>
                </a:lnTo>
                <a:lnTo>
                  <a:pt x="333565" y="998220"/>
                </a:lnTo>
                <a:lnTo>
                  <a:pt x="336181" y="1004570"/>
                </a:lnTo>
                <a:lnTo>
                  <a:pt x="335914" y="1004570"/>
                </a:lnTo>
                <a:lnTo>
                  <a:pt x="338848" y="1010920"/>
                </a:lnTo>
                <a:lnTo>
                  <a:pt x="339189" y="1010920"/>
                </a:lnTo>
                <a:lnTo>
                  <a:pt x="341769" y="1016000"/>
                </a:lnTo>
                <a:lnTo>
                  <a:pt x="341439" y="1016000"/>
                </a:lnTo>
                <a:lnTo>
                  <a:pt x="344970" y="1021079"/>
                </a:lnTo>
                <a:lnTo>
                  <a:pt x="344614" y="1021079"/>
                </a:lnTo>
                <a:lnTo>
                  <a:pt x="348424" y="1027429"/>
                </a:lnTo>
                <a:lnTo>
                  <a:pt x="348848" y="1027429"/>
                </a:lnTo>
                <a:lnTo>
                  <a:pt x="352120" y="1032510"/>
                </a:lnTo>
                <a:lnTo>
                  <a:pt x="352582" y="1032510"/>
                </a:lnTo>
                <a:lnTo>
                  <a:pt x="356057" y="1037589"/>
                </a:lnTo>
                <a:lnTo>
                  <a:pt x="356774" y="1037589"/>
                </a:lnTo>
                <a:lnTo>
                  <a:pt x="360222" y="1041400"/>
                </a:lnTo>
                <a:lnTo>
                  <a:pt x="359765" y="1041400"/>
                </a:lnTo>
                <a:lnTo>
                  <a:pt x="364617" y="1046479"/>
                </a:lnTo>
                <a:lnTo>
                  <a:pt x="364134" y="1046479"/>
                </a:lnTo>
                <a:lnTo>
                  <a:pt x="369214" y="1051560"/>
                </a:lnTo>
                <a:lnTo>
                  <a:pt x="370036" y="1051560"/>
                </a:lnTo>
                <a:lnTo>
                  <a:pt x="374027" y="1055370"/>
                </a:lnTo>
                <a:lnTo>
                  <a:pt x="374878" y="1055370"/>
                </a:lnTo>
                <a:lnTo>
                  <a:pt x="379031" y="1059179"/>
                </a:lnTo>
                <a:lnTo>
                  <a:pt x="378485" y="1059179"/>
                </a:lnTo>
                <a:lnTo>
                  <a:pt x="384225" y="1062989"/>
                </a:lnTo>
                <a:lnTo>
                  <a:pt x="385635" y="1062989"/>
                </a:lnTo>
                <a:lnTo>
                  <a:pt x="389597" y="1065529"/>
                </a:lnTo>
                <a:lnTo>
                  <a:pt x="389000" y="1065529"/>
                </a:lnTo>
                <a:lnTo>
                  <a:pt x="395135" y="1069339"/>
                </a:lnTo>
                <a:lnTo>
                  <a:pt x="394525" y="1069339"/>
                </a:lnTo>
                <a:lnTo>
                  <a:pt x="400837" y="1071879"/>
                </a:lnTo>
                <a:lnTo>
                  <a:pt x="400215" y="1071879"/>
                </a:lnTo>
                <a:lnTo>
                  <a:pt x="406692" y="1074420"/>
                </a:lnTo>
                <a:lnTo>
                  <a:pt x="406057" y="1074420"/>
                </a:lnTo>
                <a:lnTo>
                  <a:pt x="412699" y="1076960"/>
                </a:lnTo>
                <a:lnTo>
                  <a:pt x="412038" y="1076960"/>
                </a:lnTo>
                <a:lnTo>
                  <a:pt x="418846" y="1079500"/>
                </a:lnTo>
                <a:lnTo>
                  <a:pt x="418172" y="1079500"/>
                </a:lnTo>
                <a:lnTo>
                  <a:pt x="425119" y="1080770"/>
                </a:lnTo>
                <a:lnTo>
                  <a:pt x="424421" y="1080770"/>
                </a:lnTo>
                <a:lnTo>
                  <a:pt x="431507" y="1082039"/>
                </a:lnTo>
                <a:lnTo>
                  <a:pt x="430809" y="1082039"/>
                </a:lnTo>
                <a:lnTo>
                  <a:pt x="438023" y="1083310"/>
                </a:lnTo>
                <a:lnTo>
                  <a:pt x="437311" y="1083310"/>
                </a:lnTo>
                <a:lnTo>
                  <a:pt x="444639" y="1084579"/>
                </a:lnTo>
                <a:lnTo>
                  <a:pt x="3879854" y="1084579"/>
                </a:lnTo>
                <a:lnTo>
                  <a:pt x="3877754" y="1085850"/>
                </a:lnTo>
                <a:lnTo>
                  <a:pt x="3871239" y="1090929"/>
                </a:lnTo>
                <a:lnTo>
                  <a:pt x="3864508" y="1094739"/>
                </a:lnTo>
                <a:lnTo>
                  <a:pt x="3857574" y="1097279"/>
                </a:lnTo>
                <a:lnTo>
                  <a:pt x="3850449" y="1101089"/>
                </a:lnTo>
                <a:lnTo>
                  <a:pt x="3835679" y="1106170"/>
                </a:lnTo>
                <a:lnTo>
                  <a:pt x="3828046" y="1108710"/>
                </a:lnTo>
                <a:lnTo>
                  <a:pt x="3796156" y="1113789"/>
                </a:lnTo>
                <a:close/>
              </a:path>
              <a:path w="3949065" h="1113789">
                <a:moveTo>
                  <a:pt x="1028611" y="234950"/>
                </a:moveTo>
                <a:lnTo>
                  <a:pt x="911834" y="234950"/>
                </a:lnTo>
                <a:lnTo>
                  <a:pt x="915212" y="207010"/>
                </a:lnTo>
                <a:lnTo>
                  <a:pt x="918764" y="207010"/>
                </a:lnTo>
                <a:lnTo>
                  <a:pt x="1028788" y="233679"/>
                </a:lnTo>
                <a:lnTo>
                  <a:pt x="1028611" y="234950"/>
                </a:lnTo>
                <a:close/>
              </a:path>
              <a:path w="3949065" h="1113789">
                <a:moveTo>
                  <a:pt x="364134" y="274320"/>
                </a:moveTo>
                <a:lnTo>
                  <a:pt x="364617" y="273050"/>
                </a:lnTo>
                <a:lnTo>
                  <a:pt x="365404" y="273050"/>
                </a:lnTo>
                <a:lnTo>
                  <a:pt x="364134" y="274320"/>
                </a:lnTo>
                <a:close/>
              </a:path>
              <a:path w="3949065" h="1113789">
                <a:moveTo>
                  <a:pt x="3904259" y="304800"/>
                </a:moveTo>
                <a:lnTo>
                  <a:pt x="3900728" y="298450"/>
                </a:lnTo>
                <a:lnTo>
                  <a:pt x="3901084" y="298450"/>
                </a:lnTo>
                <a:lnTo>
                  <a:pt x="3897274" y="293370"/>
                </a:lnTo>
                <a:lnTo>
                  <a:pt x="3897668" y="293370"/>
                </a:lnTo>
                <a:lnTo>
                  <a:pt x="3893578" y="288289"/>
                </a:lnTo>
                <a:lnTo>
                  <a:pt x="3893985" y="288289"/>
                </a:lnTo>
                <a:lnTo>
                  <a:pt x="3889641" y="283210"/>
                </a:lnTo>
                <a:lnTo>
                  <a:pt x="3890073" y="283210"/>
                </a:lnTo>
                <a:lnTo>
                  <a:pt x="3885476" y="278129"/>
                </a:lnTo>
                <a:lnTo>
                  <a:pt x="3885933" y="278129"/>
                </a:lnTo>
                <a:lnTo>
                  <a:pt x="3881081" y="273050"/>
                </a:lnTo>
                <a:lnTo>
                  <a:pt x="3918460" y="273050"/>
                </a:lnTo>
                <a:lnTo>
                  <a:pt x="3921150" y="276860"/>
                </a:lnTo>
                <a:lnTo>
                  <a:pt x="3925328" y="284479"/>
                </a:lnTo>
                <a:lnTo>
                  <a:pt x="3929202" y="290829"/>
                </a:lnTo>
                <a:lnTo>
                  <a:pt x="3932745" y="297179"/>
                </a:lnTo>
                <a:lnTo>
                  <a:pt x="3935433" y="303529"/>
                </a:lnTo>
                <a:lnTo>
                  <a:pt x="3903929" y="303529"/>
                </a:lnTo>
                <a:lnTo>
                  <a:pt x="3904259" y="304800"/>
                </a:lnTo>
                <a:close/>
              </a:path>
              <a:path w="3949065" h="1113789">
                <a:moveTo>
                  <a:pt x="341439" y="304800"/>
                </a:moveTo>
                <a:lnTo>
                  <a:pt x="341769" y="303529"/>
                </a:lnTo>
                <a:lnTo>
                  <a:pt x="342145" y="303529"/>
                </a:lnTo>
                <a:lnTo>
                  <a:pt x="341439" y="304800"/>
                </a:lnTo>
                <a:close/>
              </a:path>
              <a:path w="3949065" h="1113789">
                <a:moveTo>
                  <a:pt x="3909783" y="316229"/>
                </a:moveTo>
                <a:lnTo>
                  <a:pt x="3906850" y="309879"/>
                </a:lnTo>
                <a:lnTo>
                  <a:pt x="3907154" y="309879"/>
                </a:lnTo>
                <a:lnTo>
                  <a:pt x="3903929" y="303529"/>
                </a:lnTo>
                <a:lnTo>
                  <a:pt x="3935433" y="303529"/>
                </a:lnTo>
                <a:lnTo>
                  <a:pt x="3935971" y="304800"/>
                </a:lnTo>
                <a:lnTo>
                  <a:pt x="3938854" y="312420"/>
                </a:lnTo>
                <a:lnTo>
                  <a:pt x="3939696" y="314960"/>
                </a:lnTo>
                <a:lnTo>
                  <a:pt x="3909517" y="314960"/>
                </a:lnTo>
                <a:lnTo>
                  <a:pt x="3909783" y="316229"/>
                </a:lnTo>
                <a:close/>
              </a:path>
              <a:path w="3949065" h="1113789">
                <a:moveTo>
                  <a:pt x="335914" y="316229"/>
                </a:moveTo>
                <a:lnTo>
                  <a:pt x="336181" y="314960"/>
                </a:lnTo>
                <a:lnTo>
                  <a:pt x="336501" y="314960"/>
                </a:lnTo>
                <a:lnTo>
                  <a:pt x="335914" y="316229"/>
                </a:lnTo>
                <a:close/>
              </a:path>
              <a:path w="3949065" h="1113789">
                <a:moveTo>
                  <a:pt x="3912133" y="322579"/>
                </a:moveTo>
                <a:lnTo>
                  <a:pt x="3909517" y="314960"/>
                </a:lnTo>
                <a:lnTo>
                  <a:pt x="3939696" y="314960"/>
                </a:lnTo>
                <a:lnTo>
                  <a:pt x="3941381" y="320039"/>
                </a:lnTo>
                <a:lnTo>
                  <a:pt x="3941741" y="321310"/>
                </a:lnTo>
                <a:lnTo>
                  <a:pt x="3911892" y="321310"/>
                </a:lnTo>
                <a:lnTo>
                  <a:pt x="3912133" y="322579"/>
                </a:lnTo>
                <a:close/>
              </a:path>
              <a:path w="3949065" h="1113789">
                <a:moveTo>
                  <a:pt x="333565" y="322579"/>
                </a:moveTo>
                <a:lnTo>
                  <a:pt x="333806" y="321310"/>
                </a:lnTo>
                <a:lnTo>
                  <a:pt x="334001" y="321310"/>
                </a:lnTo>
                <a:lnTo>
                  <a:pt x="333565" y="322579"/>
                </a:lnTo>
                <a:close/>
              </a:path>
              <a:path w="3949065" h="1113789">
                <a:moveTo>
                  <a:pt x="3948425" y="360679"/>
                </a:moveTo>
                <a:lnTo>
                  <a:pt x="3919880" y="360679"/>
                </a:lnTo>
                <a:lnTo>
                  <a:pt x="3919842" y="359410"/>
                </a:lnTo>
                <a:lnTo>
                  <a:pt x="3919308" y="353060"/>
                </a:lnTo>
                <a:lnTo>
                  <a:pt x="3918445" y="346710"/>
                </a:lnTo>
                <a:lnTo>
                  <a:pt x="3917276" y="340360"/>
                </a:lnTo>
                <a:lnTo>
                  <a:pt x="3917416" y="340360"/>
                </a:lnTo>
                <a:lnTo>
                  <a:pt x="3915778" y="334010"/>
                </a:lnTo>
                <a:lnTo>
                  <a:pt x="3915956" y="334010"/>
                </a:lnTo>
                <a:lnTo>
                  <a:pt x="3913987" y="327660"/>
                </a:lnTo>
                <a:lnTo>
                  <a:pt x="3914190" y="327660"/>
                </a:lnTo>
                <a:lnTo>
                  <a:pt x="3911892" y="321310"/>
                </a:lnTo>
                <a:lnTo>
                  <a:pt x="3941741" y="321310"/>
                </a:lnTo>
                <a:lnTo>
                  <a:pt x="3948391" y="359410"/>
                </a:lnTo>
                <a:lnTo>
                  <a:pt x="3948425" y="360679"/>
                </a:lnTo>
                <a:close/>
              </a:path>
              <a:path w="3949065" h="1113789">
                <a:moveTo>
                  <a:pt x="327139" y="347979"/>
                </a:moveTo>
                <a:lnTo>
                  <a:pt x="327253" y="346710"/>
                </a:lnTo>
                <a:lnTo>
                  <a:pt x="327139" y="347979"/>
                </a:lnTo>
                <a:close/>
              </a:path>
              <a:path w="3949065" h="1113789">
                <a:moveTo>
                  <a:pt x="3918559" y="347979"/>
                </a:moveTo>
                <a:lnTo>
                  <a:pt x="3918345" y="346710"/>
                </a:lnTo>
                <a:lnTo>
                  <a:pt x="3918559" y="347979"/>
                </a:lnTo>
                <a:close/>
              </a:path>
              <a:path w="3949065" h="1113789">
                <a:moveTo>
                  <a:pt x="326313" y="354329"/>
                </a:moveTo>
                <a:lnTo>
                  <a:pt x="326389" y="353060"/>
                </a:lnTo>
                <a:lnTo>
                  <a:pt x="326313" y="354329"/>
                </a:lnTo>
                <a:close/>
              </a:path>
              <a:path w="3949065" h="1113789">
                <a:moveTo>
                  <a:pt x="3919385" y="354329"/>
                </a:moveTo>
                <a:lnTo>
                  <a:pt x="3919228" y="353060"/>
                </a:lnTo>
                <a:lnTo>
                  <a:pt x="3919385" y="354329"/>
                </a:lnTo>
                <a:close/>
              </a:path>
              <a:path w="3949065" h="1113789">
                <a:moveTo>
                  <a:pt x="325828" y="360552"/>
                </a:moveTo>
                <a:lnTo>
                  <a:pt x="325856" y="359410"/>
                </a:lnTo>
                <a:lnTo>
                  <a:pt x="325828" y="360552"/>
                </a:lnTo>
                <a:close/>
              </a:path>
              <a:path w="3949065" h="1113789">
                <a:moveTo>
                  <a:pt x="3919870" y="360552"/>
                </a:moveTo>
                <a:lnTo>
                  <a:pt x="3919785" y="359410"/>
                </a:lnTo>
                <a:lnTo>
                  <a:pt x="3919870" y="360552"/>
                </a:lnTo>
                <a:close/>
              </a:path>
              <a:path w="3949065" h="1113789">
                <a:moveTo>
                  <a:pt x="325824" y="360679"/>
                </a:moveTo>
                <a:lnTo>
                  <a:pt x="325828" y="360552"/>
                </a:lnTo>
                <a:lnTo>
                  <a:pt x="325824" y="360679"/>
                </a:lnTo>
                <a:close/>
              </a:path>
              <a:path w="3949065" h="1113789">
                <a:moveTo>
                  <a:pt x="3948420" y="960120"/>
                </a:moveTo>
                <a:lnTo>
                  <a:pt x="3919842" y="960120"/>
                </a:lnTo>
                <a:lnTo>
                  <a:pt x="3919880" y="958850"/>
                </a:lnTo>
                <a:lnTo>
                  <a:pt x="3920032" y="952500"/>
                </a:lnTo>
                <a:lnTo>
                  <a:pt x="3920020" y="367029"/>
                </a:lnTo>
                <a:lnTo>
                  <a:pt x="3919870" y="360552"/>
                </a:lnTo>
                <a:lnTo>
                  <a:pt x="3919880" y="360679"/>
                </a:lnTo>
                <a:lnTo>
                  <a:pt x="3948425" y="360679"/>
                </a:lnTo>
                <a:lnTo>
                  <a:pt x="3948595" y="367029"/>
                </a:lnTo>
                <a:lnTo>
                  <a:pt x="3948595" y="952500"/>
                </a:lnTo>
                <a:lnTo>
                  <a:pt x="3948420" y="960120"/>
                </a:lnTo>
                <a:close/>
              </a:path>
              <a:path w="3949065" h="1113789">
                <a:moveTo>
                  <a:pt x="3919870" y="958976"/>
                </a:moveTo>
                <a:close/>
              </a:path>
              <a:path w="3949065" h="1113789">
                <a:moveTo>
                  <a:pt x="325913" y="960120"/>
                </a:moveTo>
                <a:lnTo>
                  <a:pt x="325828" y="958976"/>
                </a:lnTo>
                <a:lnTo>
                  <a:pt x="325913" y="960120"/>
                </a:lnTo>
                <a:close/>
              </a:path>
              <a:path w="3949065" h="1113789">
                <a:moveTo>
                  <a:pt x="3946283" y="980439"/>
                </a:moveTo>
                <a:lnTo>
                  <a:pt x="3917276" y="980439"/>
                </a:lnTo>
                <a:lnTo>
                  <a:pt x="3918559" y="972820"/>
                </a:lnTo>
                <a:lnTo>
                  <a:pt x="3919385" y="966470"/>
                </a:lnTo>
                <a:lnTo>
                  <a:pt x="3919870" y="958976"/>
                </a:lnTo>
                <a:lnTo>
                  <a:pt x="3919842" y="960120"/>
                </a:lnTo>
                <a:lnTo>
                  <a:pt x="3948420" y="960120"/>
                </a:lnTo>
                <a:lnTo>
                  <a:pt x="3948391" y="961389"/>
                </a:lnTo>
                <a:lnTo>
                  <a:pt x="3947769" y="969010"/>
                </a:lnTo>
                <a:lnTo>
                  <a:pt x="3946753" y="977900"/>
                </a:lnTo>
                <a:lnTo>
                  <a:pt x="3946283" y="980439"/>
                </a:lnTo>
                <a:close/>
              </a:path>
              <a:path w="3949065" h="1113789">
                <a:moveTo>
                  <a:pt x="328555" y="980439"/>
                </a:moveTo>
                <a:lnTo>
                  <a:pt x="328422" y="980439"/>
                </a:lnTo>
                <a:lnTo>
                  <a:pt x="328282" y="979170"/>
                </a:lnTo>
                <a:lnTo>
                  <a:pt x="328555" y="980439"/>
                </a:lnTo>
                <a:close/>
              </a:path>
              <a:path w="3949065" h="1113789">
                <a:moveTo>
                  <a:pt x="3945043" y="986789"/>
                </a:moveTo>
                <a:lnTo>
                  <a:pt x="3915778" y="986789"/>
                </a:lnTo>
                <a:lnTo>
                  <a:pt x="3917416" y="979170"/>
                </a:lnTo>
                <a:lnTo>
                  <a:pt x="3917276" y="980439"/>
                </a:lnTo>
                <a:lnTo>
                  <a:pt x="3946283" y="980439"/>
                </a:lnTo>
                <a:lnTo>
                  <a:pt x="3945343" y="985520"/>
                </a:lnTo>
                <a:lnTo>
                  <a:pt x="3945043" y="986789"/>
                </a:lnTo>
                <a:close/>
              </a:path>
              <a:path w="3949065" h="1113789">
                <a:moveTo>
                  <a:pt x="330070" y="986789"/>
                </a:moveTo>
                <a:lnTo>
                  <a:pt x="329920" y="986789"/>
                </a:lnTo>
                <a:lnTo>
                  <a:pt x="329742" y="985520"/>
                </a:lnTo>
                <a:lnTo>
                  <a:pt x="330070" y="986789"/>
                </a:lnTo>
                <a:close/>
              </a:path>
              <a:path w="3949065" h="1113789">
                <a:moveTo>
                  <a:pt x="3943540" y="993139"/>
                </a:moveTo>
                <a:lnTo>
                  <a:pt x="3913987" y="993139"/>
                </a:lnTo>
                <a:lnTo>
                  <a:pt x="3915956" y="985520"/>
                </a:lnTo>
                <a:lnTo>
                  <a:pt x="3915778" y="986789"/>
                </a:lnTo>
                <a:lnTo>
                  <a:pt x="3945043" y="986789"/>
                </a:lnTo>
                <a:lnTo>
                  <a:pt x="3943540" y="993139"/>
                </a:lnTo>
                <a:close/>
              </a:path>
              <a:path w="3949065" h="1113789">
                <a:moveTo>
                  <a:pt x="331967" y="993139"/>
                </a:moveTo>
                <a:lnTo>
                  <a:pt x="331711" y="993139"/>
                </a:lnTo>
                <a:lnTo>
                  <a:pt x="331508" y="991870"/>
                </a:lnTo>
                <a:lnTo>
                  <a:pt x="331967" y="993139"/>
                </a:lnTo>
                <a:close/>
              </a:path>
              <a:path w="3949065" h="1113789">
                <a:moveTo>
                  <a:pt x="3937893" y="1010920"/>
                </a:moveTo>
                <a:lnTo>
                  <a:pt x="3906850" y="1010920"/>
                </a:lnTo>
                <a:lnTo>
                  <a:pt x="3909783" y="1004570"/>
                </a:lnTo>
                <a:lnTo>
                  <a:pt x="3909517" y="1004570"/>
                </a:lnTo>
                <a:lnTo>
                  <a:pt x="3912133" y="998220"/>
                </a:lnTo>
                <a:lnTo>
                  <a:pt x="3911892" y="998220"/>
                </a:lnTo>
                <a:lnTo>
                  <a:pt x="3914190" y="991870"/>
                </a:lnTo>
                <a:lnTo>
                  <a:pt x="3913987" y="993139"/>
                </a:lnTo>
                <a:lnTo>
                  <a:pt x="3943540" y="993139"/>
                </a:lnTo>
                <a:lnTo>
                  <a:pt x="3941381" y="1000760"/>
                </a:lnTo>
                <a:lnTo>
                  <a:pt x="3938854" y="1008379"/>
                </a:lnTo>
                <a:lnTo>
                  <a:pt x="3937893" y="1010920"/>
                </a:lnTo>
                <a:close/>
              </a:path>
              <a:path w="3949065" h="1113789">
                <a:moveTo>
                  <a:pt x="339189" y="1010920"/>
                </a:moveTo>
                <a:lnTo>
                  <a:pt x="338848" y="1010920"/>
                </a:lnTo>
                <a:lnTo>
                  <a:pt x="338543" y="1009650"/>
                </a:lnTo>
                <a:lnTo>
                  <a:pt x="339189" y="1010920"/>
                </a:lnTo>
                <a:close/>
              </a:path>
              <a:path w="3949065" h="1113789">
                <a:moveTo>
                  <a:pt x="3930383" y="1027429"/>
                </a:moveTo>
                <a:lnTo>
                  <a:pt x="3897274" y="1027429"/>
                </a:lnTo>
                <a:lnTo>
                  <a:pt x="3901084" y="1021079"/>
                </a:lnTo>
                <a:lnTo>
                  <a:pt x="3900728" y="1021079"/>
                </a:lnTo>
                <a:lnTo>
                  <a:pt x="3904259" y="1016000"/>
                </a:lnTo>
                <a:lnTo>
                  <a:pt x="3903929" y="1016000"/>
                </a:lnTo>
                <a:lnTo>
                  <a:pt x="3907154" y="1009650"/>
                </a:lnTo>
                <a:lnTo>
                  <a:pt x="3906850" y="1010920"/>
                </a:lnTo>
                <a:lnTo>
                  <a:pt x="3937893" y="1010920"/>
                </a:lnTo>
                <a:lnTo>
                  <a:pt x="3935971" y="1016000"/>
                </a:lnTo>
                <a:lnTo>
                  <a:pt x="3932745" y="1022350"/>
                </a:lnTo>
                <a:lnTo>
                  <a:pt x="3930383" y="1027429"/>
                </a:lnTo>
                <a:close/>
              </a:path>
              <a:path w="3949065" h="1113789">
                <a:moveTo>
                  <a:pt x="348848" y="1027429"/>
                </a:moveTo>
                <a:lnTo>
                  <a:pt x="348424" y="1027429"/>
                </a:lnTo>
                <a:lnTo>
                  <a:pt x="348030" y="1026160"/>
                </a:lnTo>
                <a:lnTo>
                  <a:pt x="348848" y="1027429"/>
                </a:lnTo>
                <a:close/>
              </a:path>
              <a:path w="3949065" h="1113789">
                <a:moveTo>
                  <a:pt x="3927652" y="1032510"/>
                </a:moveTo>
                <a:lnTo>
                  <a:pt x="3893578" y="1032510"/>
                </a:lnTo>
                <a:lnTo>
                  <a:pt x="3897668" y="1026160"/>
                </a:lnTo>
                <a:lnTo>
                  <a:pt x="3897274" y="1027429"/>
                </a:lnTo>
                <a:lnTo>
                  <a:pt x="3930383" y="1027429"/>
                </a:lnTo>
                <a:lnTo>
                  <a:pt x="3929202" y="1029970"/>
                </a:lnTo>
                <a:lnTo>
                  <a:pt x="3927652" y="1032510"/>
                </a:lnTo>
                <a:close/>
              </a:path>
              <a:path w="3949065" h="1113789">
                <a:moveTo>
                  <a:pt x="352582" y="1032510"/>
                </a:moveTo>
                <a:lnTo>
                  <a:pt x="352120" y="1032510"/>
                </a:lnTo>
                <a:lnTo>
                  <a:pt x="351713" y="1031239"/>
                </a:lnTo>
                <a:lnTo>
                  <a:pt x="352582" y="1032510"/>
                </a:lnTo>
                <a:close/>
              </a:path>
              <a:path w="3949065" h="1113789">
                <a:moveTo>
                  <a:pt x="3924493" y="1037589"/>
                </a:moveTo>
                <a:lnTo>
                  <a:pt x="3889641" y="1037589"/>
                </a:lnTo>
                <a:lnTo>
                  <a:pt x="3893985" y="1031239"/>
                </a:lnTo>
                <a:lnTo>
                  <a:pt x="3893578" y="1032510"/>
                </a:lnTo>
                <a:lnTo>
                  <a:pt x="3927652" y="1032510"/>
                </a:lnTo>
                <a:lnTo>
                  <a:pt x="3925328" y="1036320"/>
                </a:lnTo>
                <a:lnTo>
                  <a:pt x="3924493" y="1037589"/>
                </a:lnTo>
                <a:close/>
              </a:path>
              <a:path w="3949065" h="1113789">
                <a:moveTo>
                  <a:pt x="356774" y="1037589"/>
                </a:moveTo>
                <a:lnTo>
                  <a:pt x="356057" y="1037589"/>
                </a:lnTo>
                <a:lnTo>
                  <a:pt x="355625" y="1036320"/>
                </a:lnTo>
                <a:lnTo>
                  <a:pt x="356774" y="1037589"/>
                </a:lnTo>
                <a:close/>
              </a:path>
              <a:path w="3949065" h="1113789">
                <a:moveTo>
                  <a:pt x="3914762" y="1051560"/>
                </a:moveTo>
                <a:lnTo>
                  <a:pt x="3876484" y="1051560"/>
                </a:lnTo>
                <a:lnTo>
                  <a:pt x="3881564" y="1046479"/>
                </a:lnTo>
                <a:lnTo>
                  <a:pt x="3881081" y="1046479"/>
                </a:lnTo>
                <a:lnTo>
                  <a:pt x="3885933" y="1041400"/>
                </a:lnTo>
                <a:lnTo>
                  <a:pt x="3885476" y="1041400"/>
                </a:lnTo>
                <a:lnTo>
                  <a:pt x="3890073" y="1036320"/>
                </a:lnTo>
                <a:lnTo>
                  <a:pt x="3889641" y="1037589"/>
                </a:lnTo>
                <a:lnTo>
                  <a:pt x="3924493" y="1037589"/>
                </a:lnTo>
                <a:lnTo>
                  <a:pt x="3921150" y="1042670"/>
                </a:lnTo>
                <a:lnTo>
                  <a:pt x="3916667" y="1049020"/>
                </a:lnTo>
                <a:lnTo>
                  <a:pt x="3914762" y="1051560"/>
                </a:lnTo>
                <a:close/>
              </a:path>
              <a:path w="3949065" h="1113789">
                <a:moveTo>
                  <a:pt x="370036" y="1051560"/>
                </a:moveTo>
                <a:lnTo>
                  <a:pt x="369214" y="1051560"/>
                </a:lnTo>
                <a:lnTo>
                  <a:pt x="368706" y="1050289"/>
                </a:lnTo>
                <a:lnTo>
                  <a:pt x="370036" y="1051560"/>
                </a:lnTo>
                <a:close/>
              </a:path>
              <a:path w="3949065" h="1113789">
                <a:moveTo>
                  <a:pt x="3911904" y="1055370"/>
                </a:moveTo>
                <a:lnTo>
                  <a:pt x="3871671" y="1055370"/>
                </a:lnTo>
                <a:lnTo>
                  <a:pt x="3876992" y="1050289"/>
                </a:lnTo>
                <a:lnTo>
                  <a:pt x="3876484" y="1051560"/>
                </a:lnTo>
                <a:lnTo>
                  <a:pt x="3914762" y="1051560"/>
                </a:lnTo>
                <a:lnTo>
                  <a:pt x="3911904" y="1055370"/>
                </a:lnTo>
                <a:close/>
              </a:path>
              <a:path w="3949065" h="1113789">
                <a:moveTo>
                  <a:pt x="374878" y="1055370"/>
                </a:moveTo>
                <a:lnTo>
                  <a:pt x="374027" y="1055370"/>
                </a:lnTo>
                <a:lnTo>
                  <a:pt x="373494" y="1054100"/>
                </a:lnTo>
                <a:lnTo>
                  <a:pt x="374878" y="1055370"/>
                </a:lnTo>
                <a:close/>
              </a:path>
              <a:path w="3949065" h="1113789">
                <a:moveTo>
                  <a:pt x="3904721" y="1062989"/>
                </a:moveTo>
                <a:lnTo>
                  <a:pt x="3861473" y="1062989"/>
                </a:lnTo>
                <a:lnTo>
                  <a:pt x="3867213" y="1059179"/>
                </a:lnTo>
                <a:lnTo>
                  <a:pt x="3866667" y="1059179"/>
                </a:lnTo>
                <a:lnTo>
                  <a:pt x="3872204" y="1054100"/>
                </a:lnTo>
                <a:lnTo>
                  <a:pt x="3871671" y="1055370"/>
                </a:lnTo>
                <a:lnTo>
                  <a:pt x="3911904" y="1055370"/>
                </a:lnTo>
                <a:lnTo>
                  <a:pt x="3906850" y="1060450"/>
                </a:lnTo>
                <a:lnTo>
                  <a:pt x="3904721" y="1062989"/>
                </a:lnTo>
                <a:close/>
              </a:path>
              <a:path w="3949065" h="1113789">
                <a:moveTo>
                  <a:pt x="385635" y="1062989"/>
                </a:moveTo>
                <a:lnTo>
                  <a:pt x="384225" y="1062989"/>
                </a:lnTo>
                <a:lnTo>
                  <a:pt x="383654" y="1061720"/>
                </a:lnTo>
                <a:lnTo>
                  <a:pt x="385635" y="1062989"/>
                </a:lnTo>
                <a:close/>
              </a:path>
              <a:path w="3949065" h="1113789">
                <a:moveTo>
                  <a:pt x="3879854" y="1084579"/>
                </a:moveTo>
                <a:lnTo>
                  <a:pt x="3801059" y="1084579"/>
                </a:lnTo>
                <a:lnTo>
                  <a:pt x="3808387" y="1083310"/>
                </a:lnTo>
                <a:lnTo>
                  <a:pt x="3807675" y="1083310"/>
                </a:lnTo>
                <a:lnTo>
                  <a:pt x="3814889" y="1082039"/>
                </a:lnTo>
                <a:lnTo>
                  <a:pt x="3814191" y="1082039"/>
                </a:lnTo>
                <a:lnTo>
                  <a:pt x="3821277" y="1080770"/>
                </a:lnTo>
                <a:lnTo>
                  <a:pt x="3820579" y="1080770"/>
                </a:lnTo>
                <a:lnTo>
                  <a:pt x="3827526" y="1079500"/>
                </a:lnTo>
                <a:lnTo>
                  <a:pt x="3826852" y="1079500"/>
                </a:lnTo>
                <a:lnTo>
                  <a:pt x="3833660" y="1076960"/>
                </a:lnTo>
                <a:lnTo>
                  <a:pt x="3832999" y="1076960"/>
                </a:lnTo>
                <a:lnTo>
                  <a:pt x="3839641" y="1074420"/>
                </a:lnTo>
                <a:lnTo>
                  <a:pt x="3839006" y="1074420"/>
                </a:lnTo>
                <a:lnTo>
                  <a:pt x="3845483" y="1071879"/>
                </a:lnTo>
                <a:lnTo>
                  <a:pt x="3844861" y="1071879"/>
                </a:lnTo>
                <a:lnTo>
                  <a:pt x="3851173" y="1069339"/>
                </a:lnTo>
                <a:lnTo>
                  <a:pt x="3850563" y="1069339"/>
                </a:lnTo>
                <a:lnTo>
                  <a:pt x="3856697" y="1065529"/>
                </a:lnTo>
                <a:lnTo>
                  <a:pt x="3856101" y="1065529"/>
                </a:lnTo>
                <a:lnTo>
                  <a:pt x="3862044" y="1061720"/>
                </a:lnTo>
                <a:lnTo>
                  <a:pt x="3861473" y="1062989"/>
                </a:lnTo>
                <a:lnTo>
                  <a:pt x="3904721" y="1062989"/>
                </a:lnTo>
                <a:lnTo>
                  <a:pt x="3901528" y="1066800"/>
                </a:lnTo>
                <a:lnTo>
                  <a:pt x="3895953" y="1071879"/>
                </a:lnTo>
                <a:lnTo>
                  <a:pt x="3890124" y="1076960"/>
                </a:lnTo>
                <a:lnTo>
                  <a:pt x="3884053" y="1082039"/>
                </a:lnTo>
                <a:lnTo>
                  <a:pt x="3879854" y="1084579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84215" y="3570503"/>
            <a:ext cx="336169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8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输出缓冲器满信号</a:t>
            </a:r>
            <a:endParaRPr sz="2400">
              <a:latin typeface="Droid Sans Fallback"/>
              <a:cs typeface="Droid Sans Fallback"/>
            </a:endParaRPr>
          </a:p>
          <a:p>
            <a:pPr algn="ctr">
              <a:lnSpc>
                <a:spcPts val="2880"/>
              </a:lnSpc>
            </a:pPr>
            <a:r>
              <a:rPr sz="2400" dirty="0">
                <a:solidFill>
                  <a:srgbClr val="0000CC"/>
                </a:solidFill>
                <a:latin typeface="Droid Sans Fallback"/>
                <a:cs typeface="Droid Sans Fallback"/>
              </a:rPr>
              <a:t>表示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已经输出了数据</a:t>
            </a:r>
            <a:endParaRPr sz="2400">
              <a:latin typeface="Droid Sans Fallback"/>
              <a:cs typeface="Droid Sans Fallb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07000" y="4539691"/>
            <a:ext cx="3891915" cy="1358900"/>
          </a:xfrm>
          <a:custGeom>
            <a:avLst/>
            <a:gdLst/>
            <a:ahLst/>
            <a:cxnLst/>
            <a:rect l="l" t="t" r="r" b="b"/>
            <a:pathLst>
              <a:path w="3891915" h="1358900">
                <a:moveTo>
                  <a:pt x="105380" y="50237"/>
                </a:moveTo>
                <a:lnTo>
                  <a:pt x="0" y="0"/>
                </a:lnTo>
                <a:lnTo>
                  <a:pt x="1790" y="0"/>
                </a:lnTo>
                <a:lnTo>
                  <a:pt x="113986" y="27317"/>
                </a:lnTo>
                <a:lnTo>
                  <a:pt x="105380" y="50237"/>
                </a:lnTo>
                <a:close/>
              </a:path>
              <a:path w="3891915" h="1358900">
                <a:moveTo>
                  <a:pt x="123833" y="29714"/>
                </a:moveTo>
                <a:lnTo>
                  <a:pt x="113986" y="27317"/>
                </a:lnTo>
                <a:lnTo>
                  <a:pt x="114706" y="25400"/>
                </a:lnTo>
                <a:lnTo>
                  <a:pt x="123833" y="29714"/>
                </a:lnTo>
                <a:close/>
              </a:path>
              <a:path w="3891915" h="1358900">
                <a:moveTo>
                  <a:pt x="235935" y="82714"/>
                </a:moveTo>
                <a:lnTo>
                  <a:pt x="108021" y="51496"/>
                </a:lnTo>
                <a:lnTo>
                  <a:pt x="105380" y="50237"/>
                </a:lnTo>
                <a:lnTo>
                  <a:pt x="113986" y="27317"/>
                </a:lnTo>
                <a:lnTo>
                  <a:pt x="123833" y="29714"/>
                </a:lnTo>
                <a:lnTo>
                  <a:pt x="235935" y="82714"/>
                </a:lnTo>
                <a:close/>
              </a:path>
              <a:path w="3891915" h="1358900">
                <a:moveTo>
                  <a:pt x="3814356" y="482600"/>
                </a:moveTo>
                <a:lnTo>
                  <a:pt x="1874443" y="482600"/>
                </a:lnTo>
                <a:lnTo>
                  <a:pt x="235935" y="82714"/>
                </a:lnTo>
                <a:lnTo>
                  <a:pt x="123833" y="29714"/>
                </a:lnTo>
                <a:lnTo>
                  <a:pt x="1879561" y="457200"/>
                </a:lnTo>
                <a:lnTo>
                  <a:pt x="3786263" y="457200"/>
                </a:lnTo>
                <a:lnTo>
                  <a:pt x="3793566" y="469900"/>
                </a:lnTo>
                <a:lnTo>
                  <a:pt x="3807625" y="469900"/>
                </a:lnTo>
                <a:lnTo>
                  <a:pt x="3814356" y="482600"/>
                </a:lnTo>
                <a:close/>
              </a:path>
              <a:path w="3891915" h="1358900">
                <a:moveTo>
                  <a:pt x="108021" y="51496"/>
                </a:moveTo>
                <a:lnTo>
                  <a:pt x="105168" y="50800"/>
                </a:lnTo>
                <a:lnTo>
                  <a:pt x="105380" y="50237"/>
                </a:lnTo>
                <a:lnTo>
                  <a:pt x="108021" y="51496"/>
                </a:lnTo>
                <a:close/>
              </a:path>
              <a:path w="3891915" h="1358900">
                <a:moveTo>
                  <a:pt x="1012329" y="482600"/>
                </a:moveTo>
                <a:lnTo>
                  <a:pt x="108021" y="51496"/>
                </a:lnTo>
                <a:lnTo>
                  <a:pt x="235935" y="82714"/>
                </a:lnTo>
                <a:lnTo>
                  <a:pt x="1028035" y="457200"/>
                </a:lnTo>
                <a:lnTo>
                  <a:pt x="1018463" y="457200"/>
                </a:lnTo>
                <a:lnTo>
                  <a:pt x="1012329" y="482600"/>
                </a:lnTo>
                <a:close/>
              </a:path>
              <a:path w="3891915" h="1358900">
                <a:moveTo>
                  <a:pt x="1012329" y="482600"/>
                </a:moveTo>
                <a:lnTo>
                  <a:pt x="509777" y="482600"/>
                </a:lnTo>
                <a:lnTo>
                  <a:pt x="516508" y="469900"/>
                </a:lnTo>
                <a:lnTo>
                  <a:pt x="530567" y="469900"/>
                </a:lnTo>
                <a:lnTo>
                  <a:pt x="537870" y="457200"/>
                </a:lnTo>
                <a:lnTo>
                  <a:pt x="959049" y="457200"/>
                </a:lnTo>
                <a:lnTo>
                  <a:pt x="1012329" y="482600"/>
                </a:lnTo>
                <a:close/>
              </a:path>
              <a:path w="3891915" h="1358900">
                <a:moveTo>
                  <a:pt x="1081760" y="482600"/>
                </a:moveTo>
                <a:lnTo>
                  <a:pt x="1012329" y="482600"/>
                </a:lnTo>
                <a:lnTo>
                  <a:pt x="1018463" y="457200"/>
                </a:lnTo>
                <a:lnTo>
                  <a:pt x="1028035" y="457200"/>
                </a:lnTo>
                <a:lnTo>
                  <a:pt x="1081760" y="482600"/>
                </a:lnTo>
                <a:close/>
              </a:path>
              <a:path w="3891915" h="1358900">
                <a:moveTo>
                  <a:pt x="547357" y="495300"/>
                </a:moveTo>
                <a:lnTo>
                  <a:pt x="490880" y="495300"/>
                </a:lnTo>
                <a:lnTo>
                  <a:pt x="496950" y="482600"/>
                </a:lnTo>
                <a:lnTo>
                  <a:pt x="554164" y="482600"/>
                </a:lnTo>
                <a:lnTo>
                  <a:pt x="547357" y="495300"/>
                </a:lnTo>
                <a:close/>
              </a:path>
              <a:path w="3891915" h="1358900">
                <a:moveTo>
                  <a:pt x="3833253" y="495300"/>
                </a:moveTo>
                <a:lnTo>
                  <a:pt x="3776764" y="495300"/>
                </a:lnTo>
                <a:lnTo>
                  <a:pt x="3769956" y="482600"/>
                </a:lnTo>
                <a:lnTo>
                  <a:pt x="3827183" y="482600"/>
                </a:lnTo>
                <a:lnTo>
                  <a:pt x="3833253" y="495300"/>
                </a:lnTo>
                <a:close/>
              </a:path>
              <a:path w="3891915" h="1358900">
                <a:moveTo>
                  <a:pt x="518960" y="508000"/>
                </a:moveTo>
                <a:lnTo>
                  <a:pt x="474141" y="508000"/>
                </a:lnTo>
                <a:lnTo>
                  <a:pt x="479463" y="495300"/>
                </a:lnTo>
                <a:lnTo>
                  <a:pt x="524903" y="495300"/>
                </a:lnTo>
                <a:lnTo>
                  <a:pt x="518960" y="508000"/>
                </a:lnTo>
                <a:close/>
              </a:path>
              <a:path w="3891915" h="1358900">
                <a:moveTo>
                  <a:pt x="3849979" y="508000"/>
                </a:moveTo>
                <a:lnTo>
                  <a:pt x="3805161" y="508000"/>
                </a:lnTo>
                <a:lnTo>
                  <a:pt x="3799217" y="495300"/>
                </a:lnTo>
                <a:lnTo>
                  <a:pt x="3844658" y="495300"/>
                </a:lnTo>
                <a:lnTo>
                  <a:pt x="3849979" y="508000"/>
                </a:lnTo>
                <a:close/>
              </a:path>
              <a:path w="3891915" h="1358900">
                <a:moveTo>
                  <a:pt x="504012" y="520700"/>
                </a:moveTo>
                <a:lnTo>
                  <a:pt x="464324" y="520700"/>
                </a:lnTo>
                <a:lnTo>
                  <a:pt x="469099" y="508000"/>
                </a:lnTo>
                <a:lnTo>
                  <a:pt x="509333" y="508000"/>
                </a:lnTo>
                <a:lnTo>
                  <a:pt x="504012" y="520700"/>
                </a:lnTo>
                <a:close/>
              </a:path>
              <a:path w="3891915" h="1358900">
                <a:moveTo>
                  <a:pt x="3859796" y="520700"/>
                </a:moveTo>
                <a:lnTo>
                  <a:pt x="3820109" y="520700"/>
                </a:lnTo>
                <a:lnTo>
                  <a:pt x="3814800" y="508000"/>
                </a:lnTo>
                <a:lnTo>
                  <a:pt x="3855034" y="508000"/>
                </a:lnTo>
                <a:lnTo>
                  <a:pt x="3859796" y="520700"/>
                </a:lnTo>
                <a:close/>
              </a:path>
              <a:path w="3891915" h="1358900">
                <a:moveTo>
                  <a:pt x="490918" y="533400"/>
                </a:moveTo>
                <a:lnTo>
                  <a:pt x="455663" y="533400"/>
                </a:lnTo>
                <a:lnTo>
                  <a:pt x="459841" y="520700"/>
                </a:lnTo>
                <a:lnTo>
                  <a:pt x="495528" y="520700"/>
                </a:lnTo>
                <a:lnTo>
                  <a:pt x="490918" y="533400"/>
                </a:lnTo>
                <a:close/>
              </a:path>
              <a:path w="3891915" h="1358900">
                <a:moveTo>
                  <a:pt x="3868470" y="533400"/>
                </a:moveTo>
                <a:lnTo>
                  <a:pt x="3833215" y="533400"/>
                </a:lnTo>
                <a:lnTo>
                  <a:pt x="3828605" y="520700"/>
                </a:lnTo>
                <a:lnTo>
                  <a:pt x="3864279" y="520700"/>
                </a:lnTo>
                <a:lnTo>
                  <a:pt x="3868470" y="533400"/>
                </a:lnTo>
                <a:close/>
              </a:path>
              <a:path w="3891915" h="1358900">
                <a:moveTo>
                  <a:pt x="479907" y="546100"/>
                </a:moveTo>
                <a:lnTo>
                  <a:pt x="448246" y="546100"/>
                </a:lnTo>
                <a:lnTo>
                  <a:pt x="451789" y="533400"/>
                </a:lnTo>
                <a:lnTo>
                  <a:pt x="483717" y="533400"/>
                </a:lnTo>
                <a:lnTo>
                  <a:pt x="479907" y="546100"/>
                </a:lnTo>
                <a:close/>
              </a:path>
              <a:path w="3891915" h="1358900">
                <a:moveTo>
                  <a:pt x="483336" y="546100"/>
                </a:moveTo>
                <a:lnTo>
                  <a:pt x="483717" y="533400"/>
                </a:lnTo>
                <a:lnTo>
                  <a:pt x="487413" y="533400"/>
                </a:lnTo>
                <a:lnTo>
                  <a:pt x="483336" y="546100"/>
                </a:lnTo>
                <a:close/>
              </a:path>
              <a:path w="3891915" h="1358900">
                <a:moveTo>
                  <a:pt x="3840797" y="546100"/>
                </a:moveTo>
                <a:lnTo>
                  <a:pt x="3836708" y="533400"/>
                </a:lnTo>
                <a:lnTo>
                  <a:pt x="3840416" y="533400"/>
                </a:lnTo>
                <a:lnTo>
                  <a:pt x="3840797" y="546100"/>
                </a:lnTo>
                <a:close/>
              </a:path>
              <a:path w="3891915" h="1358900">
                <a:moveTo>
                  <a:pt x="3875887" y="546100"/>
                </a:moveTo>
                <a:lnTo>
                  <a:pt x="3844226" y="546100"/>
                </a:lnTo>
                <a:lnTo>
                  <a:pt x="3840416" y="533400"/>
                </a:lnTo>
                <a:lnTo>
                  <a:pt x="3872331" y="533400"/>
                </a:lnTo>
                <a:lnTo>
                  <a:pt x="3875887" y="546100"/>
                </a:lnTo>
                <a:close/>
              </a:path>
              <a:path w="3891915" h="1358900">
                <a:moveTo>
                  <a:pt x="468845" y="571500"/>
                </a:moveTo>
                <a:lnTo>
                  <a:pt x="439610" y="571500"/>
                </a:lnTo>
                <a:lnTo>
                  <a:pt x="442137" y="558800"/>
                </a:lnTo>
                <a:lnTo>
                  <a:pt x="445020" y="546100"/>
                </a:lnTo>
                <a:lnTo>
                  <a:pt x="477062" y="546100"/>
                </a:lnTo>
                <a:lnTo>
                  <a:pt x="473837" y="558800"/>
                </a:lnTo>
                <a:lnTo>
                  <a:pt x="471474" y="558800"/>
                </a:lnTo>
                <a:lnTo>
                  <a:pt x="468845" y="571500"/>
                </a:lnTo>
                <a:close/>
              </a:path>
              <a:path w="3891915" h="1358900">
                <a:moveTo>
                  <a:pt x="3884523" y="571500"/>
                </a:moveTo>
                <a:lnTo>
                  <a:pt x="3855275" y="571500"/>
                </a:lnTo>
                <a:lnTo>
                  <a:pt x="3852659" y="558800"/>
                </a:lnTo>
                <a:lnTo>
                  <a:pt x="3850297" y="558800"/>
                </a:lnTo>
                <a:lnTo>
                  <a:pt x="3847058" y="546100"/>
                </a:lnTo>
                <a:lnTo>
                  <a:pt x="3879113" y="546100"/>
                </a:lnTo>
                <a:lnTo>
                  <a:pt x="3881983" y="558800"/>
                </a:lnTo>
                <a:lnTo>
                  <a:pt x="3884523" y="571500"/>
                </a:lnTo>
                <a:close/>
              </a:path>
              <a:path w="3891915" h="1358900">
                <a:moveTo>
                  <a:pt x="465023" y="584200"/>
                </a:moveTo>
                <a:lnTo>
                  <a:pt x="435648" y="584200"/>
                </a:lnTo>
                <a:lnTo>
                  <a:pt x="437438" y="571500"/>
                </a:lnTo>
                <a:lnTo>
                  <a:pt x="467004" y="571500"/>
                </a:lnTo>
                <a:lnTo>
                  <a:pt x="465023" y="584200"/>
                </a:lnTo>
                <a:close/>
              </a:path>
              <a:path w="3891915" h="1358900">
                <a:moveTo>
                  <a:pt x="3888485" y="584200"/>
                </a:moveTo>
                <a:lnTo>
                  <a:pt x="3859098" y="584200"/>
                </a:lnTo>
                <a:lnTo>
                  <a:pt x="3857129" y="571500"/>
                </a:lnTo>
                <a:lnTo>
                  <a:pt x="3886682" y="571500"/>
                </a:lnTo>
                <a:lnTo>
                  <a:pt x="3888485" y="584200"/>
                </a:lnTo>
                <a:close/>
              </a:path>
              <a:path w="3891915" h="1358900">
                <a:moveTo>
                  <a:pt x="461111" y="609600"/>
                </a:moveTo>
                <a:lnTo>
                  <a:pt x="432587" y="609600"/>
                </a:lnTo>
                <a:lnTo>
                  <a:pt x="433209" y="596900"/>
                </a:lnTo>
                <a:lnTo>
                  <a:pt x="434225" y="584200"/>
                </a:lnTo>
                <a:lnTo>
                  <a:pt x="463715" y="584200"/>
                </a:lnTo>
                <a:lnTo>
                  <a:pt x="462419" y="596900"/>
                </a:lnTo>
                <a:lnTo>
                  <a:pt x="461670" y="596900"/>
                </a:lnTo>
                <a:lnTo>
                  <a:pt x="461111" y="609600"/>
                </a:lnTo>
                <a:close/>
              </a:path>
              <a:path w="3891915" h="1358900">
                <a:moveTo>
                  <a:pt x="3891533" y="609600"/>
                </a:moveTo>
                <a:lnTo>
                  <a:pt x="3863022" y="609600"/>
                </a:lnTo>
                <a:lnTo>
                  <a:pt x="3862451" y="596900"/>
                </a:lnTo>
                <a:lnTo>
                  <a:pt x="3861701" y="596900"/>
                </a:lnTo>
                <a:lnTo>
                  <a:pt x="3860419" y="584200"/>
                </a:lnTo>
                <a:lnTo>
                  <a:pt x="3889895" y="584200"/>
                </a:lnTo>
                <a:lnTo>
                  <a:pt x="3890924" y="596900"/>
                </a:lnTo>
                <a:lnTo>
                  <a:pt x="3891533" y="609600"/>
                </a:lnTo>
                <a:close/>
              </a:path>
              <a:path w="3891915" h="1358900">
                <a:moveTo>
                  <a:pt x="461670" y="1219200"/>
                </a:moveTo>
                <a:lnTo>
                  <a:pt x="433209" y="1219200"/>
                </a:lnTo>
                <a:lnTo>
                  <a:pt x="432587" y="1206500"/>
                </a:lnTo>
                <a:lnTo>
                  <a:pt x="432384" y="1193800"/>
                </a:lnTo>
                <a:lnTo>
                  <a:pt x="432384" y="609600"/>
                </a:lnTo>
                <a:lnTo>
                  <a:pt x="460959" y="609600"/>
                </a:lnTo>
                <a:lnTo>
                  <a:pt x="460959" y="1193800"/>
                </a:lnTo>
                <a:lnTo>
                  <a:pt x="461149" y="1206500"/>
                </a:lnTo>
                <a:lnTo>
                  <a:pt x="461670" y="1219200"/>
                </a:lnTo>
                <a:close/>
              </a:path>
              <a:path w="3891915" h="1358900">
                <a:moveTo>
                  <a:pt x="3890924" y="1219200"/>
                </a:moveTo>
                <a:lnTo>
                  <a:pt x="3862451" y="1219200"/>
                </a:lnTo>
                <a:lnTo>
                  <a:pt x="3863022" y="1206500"/>
                </a:lnTo>
                <a:lnTo>
                  <a:pt x="3863174" y="1193800"/>
                </a:lnTo>
                <a:lnTo>
                  <a:pt x="3863174" y="609600"/>
                </a:lnTo>
                <a:lnTo>
                  <a:pt x="3891749" y="609600"/>
                </a:lnTo>
                <a:lnTo>
                  <a:pt x="3891749" y="1193800"/>
                </a:lnTo>
                <a:lnTo>
                  <a:pt x="3891533" y="1206500"/>
                </a:lnTo>
                <a:lnTo>
                  <a:pt x="3890924" y="1219200"/>
                </a:lnTo>
                <a:close/>
              </a:path>
              <a:path w="3891915" h="1358900">
                <a:moveTo>
                  <a:pt x="467004" y="1244600"/>
                </a:moveTo>
                <a:lnTo>
                  <a:pt x="437438" y="1244600"/>
                </a:lnTo>
                <a:lnTo>
                  <a:pt x="435648" y="1231900"/>
                </a:lnTo>
                <a:lnTo>
                  <a:pt x="434225" y="1219200"/>
                </a:lnTo>
                <a:lnTo>
                  <a:pt x="462419" y="1219200"/>
                </a:lnTo>
                <a:lnTo>
                  <a:pt x="463715" y="1231900"/>
                </a:lnTo>
                <a:lnTo>
                  <a:pt x="465023" y="1231900"/>
                </a:lnTo>
                <a:lnTo>
                  <a:pt x="467004" y="1244600"/>
                </a:lnTo>
                <a:close/>
              </a:path>
              <a:path w="3891915" h="1358900">
                <a:moveTo>
                  <a:pt x="3886682" y="1244600"/>
                </a:moveTo>
                <a:lnTo>
                  <a:pt x="3857129" y="1244600"/>
                </a:lnTo>
                <a:lnTo>
                  <a:pt x="3859098" y="1231900"/>
                </a:lnTo>
                <a:lnTo>
                  <a:pt x="3860419" y="1231900"/>
                </a:lnTo>
                <a:lnTo>
                  <a:pt x="3861701" y="1219200"/>
                </a:lnTo>
                <a:lnTo>
                  <a:pt x="3889895" y="1219200"/>
                </a:lnTo>
                <a:lnTo>
                  <a:pt x="3888485" y="1231900"/>
                </a:lnTo>
                <a:lnTo>
                  <a:pt x="3886682" y="1244600"/>
                </a:lnTo>
                <a:close/>
              </a:path>
              <a:path w="3891915" h="1358900">
                <a:moveTo>
                  <a:pt x="471474" y="1257300"/>
                </a:moveTo>
                <a:lnTo>
                  <a:pt x="442137" y="1257300"/>
                </a:lnTo>
                <a:lnTo>
                  <a:pt x="439610" y="1244600"/>
                </a:lnTo>
                <a:lnTo>
                  <a:pt x="468845" y="1244600"/>
                </a:lnTo>
                <a:lnTo>
                  <a:pt x="471474" y="1257300"/>
                </a:lnTo>
                <a:close/>
              </a:path>
              <a:path w="3891915" h="1358900">
                <a:moveTo>
                  <a:pt x="3881983" y="1257300"/>
                </a:moveTo>
                <a:lnTo>
                  <a:pt x="3852659" y="1257300"/>
                </a:lnTo>
                <a:lnTo>
                  <a:pt x="3855275" y="1244600"/>
                </a:lnTo>
                <a:lnTo>
                  <a:pt x="3884523" y="1244600"/>
                </a:lnTo>
                <a:lnTo>
                  <a:pt x="3881983" y="1257300"/>
                </a:lnTo>
                <a:close/>
              </a:path>
              <a:path w="3891915" h="1358900">
                <a:moveTo>
                  <a:pt x="487413" y="1282700"/>
                </a:moveTo>
                <a:lnTo>
                  <a:pt x="451789" y="1282700"/>
                </a:lnTo>
                <a:lnTo>
                  <a:pt x="448246" y="1270000"/>
                </a:lnTo>
                <a:lnTo>
                  <a:pt x="445020" y="1257300"/>
                </a:lnTo>
                <a:lnTo>
                  <a:pt x="476732" y="1257300"/>
                </a:lnTo>
                <a:lnTo>
                  <a:pt x="480263" y="1270000"/>
                </a:lnTo>
                <a:lnTo>
                  <a:pt x="483336" y="1270000"/>
                </a:lnTo>
                <a:lnTo>
                  <a:pt x="487413" y="1282700"/>
                </a:lnTo>
                <a:close/>
              </a:path>
              <a:path w="3891915" h="1358900">
                <a:moveTo>
                  <a:pt x="3872331" y="1282700"/>
                </a:moveTo>
                <a:lnTo>
                  <a:pt x="3836708" y="1282700"/>
                </a:lnTo>
                <a:lnTo>
                  <a:pt x="3840797" y="1270000"/>
                </a:lnTo>
                <a:lnTo>
                  <a:pt x="3843870" y="1270000"/>
                </a:lnTo>
                <a:lnTo>
                  <a:pt x="3847388" y="1257300"/>
                </a:lnTo>
                <a:lnTo>
                  <a:pt x="3879113" y="1257300"/>
                </a:lnTo>
                <a:lnTo>
                  <a:pt x="3875887" y="1270000"/>
                </a:lnTo>
                <a:lnTo>
                  <a:pt x="3872331" y="1282700"/>
                </a:lnTo>
                <a:close/>
              </a:path>
              <a:path w="3891915" h="1358900">
                <a:moveTo>
                  <a:pt x="499910" y="1295400"/>
                </a:moveTo>
                <a:lnTo>
                  <a:pt x="459841" y="1295400"/>
                </a:lnTo>
                <a:lnTo>
                  <a:pt x="455663" y="1282700"/>
                </a:lnTo>
                <a:lnTo>
                  <a:pt x="495058" y="1282700"/>
                </a:lnTo>
                <a:lnTo>
                  <a:pt x="499910" y="1295400"/>
                </a:lnTo>
                <a:close/>
              </a:path>
              <a:path w="3891915" h="1358900">
                <a:moveTo>
                  <a:pt x="3864279" y="1295400"/>
                </a:moveTo>
                <a:lnTo>
                  <a:pt x="3824211" y="1295400"/>
                </a:lnTo>
                <a:lnTo>
                  <a:pt x="3829062" y="1282700"/>
                </a:lnTo>
                <a:lnTo>
                  <a:pt x="3868470" y="1282700"/>
                </a:lnTo>
                <a:lnTo>
                  <a:pt x="3864279" y="1295400"/>
                </a:lnTo>
                <a:close/>
              </a:path>
              <a:path w="3891915" h="1358900">
                <a:moveTo>
                  <a:pt x="509333" y="1308100"/>
                </a:moveTo>
                <a:lnTo>
                  <a:pt x="469099" y="1308100"/>
                </a:lnTo>
                <a:lnTo>
                  <a:pt x="464324" y="1295400"/>
                </a:lnTo>
                <a:lnTo>
                  <a:pt x="504012" y="1295400"/>
                </a:lnTo>
                <a:lnTo>
                  <a:pt x="509333" y="1308100"/>
                </a:lnTo>
                <a:close/>
              </a:path>
              <a:path w="3891915" h="1358900">
                <a:moveTo>
                  <a:pt x="514337" y="1308100"/>
                </a:moveTo>
                <a:lnTo>
                  <a:pt x="509333" y="1308100"/>
                </a:lnTo>
                <a:lnTo>
                  <a:pt x="508800" y="1295400"/>
                </a:lnTo>
                <a:lnTo>
                  <a:pt x="514337" y="1308100"/>
                </a:lnTo>
                <a:close/>
              </a:path>
              <a:path w="3891915" h="1358900">
                <a:moveTo>
                  <a:pt x="3814800" y="1308100"/>
                </a:moveTo>
                <a:lnTo>
                  <a:pt x="3809796" y="1308100"/>
                </a:lnTo>
                <a:lnTo>
                  <a:pt x="3815321" y="1295400"/>
                </a:lnTo>
                <a:lnTo>
                  <a:pt x="3814800" y="1308100"/>
                </a:lnTo>
                <a:close/>
              </a:path>
              <a:path w="3891915" h="1358900">
                <a:moveTo>
                  <a:pt x="3855034" y="1308100"/>
                </a:moveTo>
                <a:lnTo>
                  <a:pt x="3814800" y="1308100"/>
                </a:lnTo>
                <a:lnTo>
                  <a:pt x="3820109" y="1295400"/>
                </a:lnTo>
                <a:lnTo>
                  <a:pt x="3859796" y="1295400"/>
                </a:lnTo>
                <a:lnTo>
                  <a:pt x="3855034" y="1308100"/>
                </a:lnTo>
                <a:close/>
              </a:path>
              <a:path w="3891915" h="1358900">
                <a:moveTo>
                  <a:pt x="530453" y="1320800"/>
                </a:moveTo>
                <a:lnTo>
                  <a:pt x="485051" y="1320800"/>
                </a:lnTo>
                <a:lnTo>
                  <a:pt x="479463" y="1308100"/>
                </a:lnTo>
                <a:lnTo>
                  <a:pt x="524319" y="1308100"/>
                </a:lnTo>
                <a:lnTo>
                  <a:pt x="530453" y="1320800"/>
                </a:lnTo>
                <a:close/>
              </a:path>
              <a:path w="3891915" h="1358900">
                <a:moveTo>
                  <a:pt x="3839082" y="1320800"/>
                </a:moveTo>
                <a:lnTo>
                  <a:pt x="3793680" y="1320800"/>
                </a:lnTo>
                <a:lnTo>
                  <a:pt x="3799814" y="1308100"/>
                </a:lnTo>
                <a:lnTo>
                  <a:pt x="3844658" y="1308100"/>
                </a:lnTo>
                <a:lnTo>
                  <a:pt x="3839082" y="1320800"/>
                </a:lnTo>
                <a:close/>
              </a:path>
              <a:path w="3891915" h="1358900">
                <a:moveTo>
                  <a:pt x="560438" y="1333500"/>
                </a:moveTo>
                <a:lnTo>
                  <a:pt x="496950" y="1333500"/>
                </a:lnTo>
                <a:lnTo>
                  <a:pt x="490880" y="1320800"/>
                </a:lnTo>
                <a:lnTo>
                  <a:pt x="553491" y="1320800"/>
                </a:lnTo>
                <a:lnTo>
                  <a:pt x="560438" y="1333500"/>
                </a:lnTo>
                <a:close/>
              </a:path>
              <a:path w="3891915" h="1358900">
                <a:moveTo>
                  <a:pt x="3827183" y="1333500"/>
                </a:moveTo>
                <a:lnTo>
                  <a:pt x="3763683" y="1333500"/>
                </a:lnTo>
                <a:lnTo>
                  <a:pt x="3770629" y="1320800"/>
                </a:lnTo>
                <a:lnTo>
                  <a:pt x="3833253" y="1320800"/>
                </a:lnTo>
                <a:lnTo>
                  <a:pt x="3827183" y="1333500"/>
                </a:lnTo>
                <a:close/>
              </a:path>
              <a:path w="3891915" h="1358900">
                <a:moveTo>
                  <a:pt x="3807625" y="1346200"/>
                </a:moveTo>
                <a:lnTo>
                  <a:pt x="516508" y="1346200"/>
                </a:lnTo>
                <a:lnTo>
                  <a:pt x="509777" y="1333500"/>
                </a:lnTo>
                <a:lnTo>
                  <a:pt x="3814356" y="1333500"/>
                </a:lnTo>
                <a:lnTo>
                  <a:pt x="3807625" y="1346200"/>
                </a:lnTo>
                <a:close/>
              </a:path>
              <a:path w="3891915" h="1358900">
                <a:moveTo>
                  <a:pt x="3778783" y="1358900"/>
                </a:moveTo>
                <a:lnTo>
                  <a:pt x="545350" y="1358900"/>
                </a:lnTo>
                <a:lnTo>
                  <a:pt x="537870" y="1346200"/>
                </a:lnTo>
                <a:lnTo>
                  <a:pt x="3786263" y="1346200"/>
                </a:lnTo>
                <a:lnTo>
                  <a:pt x="3778783" y="13589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40083" y="5041760"/>
            <a:ext cx="305689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8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中断请求信号</a:t>
            </a:r>
            <a:endParaRPr sz="2400">
              <a:latin typeface="Droid Sans Fallback"/>
              <a:cs typeface="Droid Sans Fallback"/>
            </a:endParaRPr>
          </a:p>
          <a:p>
            <a:pPr algn="ctr">
              <a:lnSpc>
                <a:spcPts val="2875"/>
              </a:lnSpc>
            </a:pPr>
            <a:r>
              <a:rPr sz="2400" dirty="0">
                <a:solidFill>
                  <a:srgbClr val="0000CC"/>
                </a:solidFill>
                <a:latin typeface="Droid Sans Fallback"/>
                <a:cs typeface="Droid Sans Fallback"/>
              </a:rPr>
              <a:t>请求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再次输出数据</a:t>
            </a:r>
            <a:endParaRPr sz="2400">
              <a:latin typeface="Droid Sans Fallback"/>
              <a:cs typeface="Droid Sans Fallb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5487" y="5430837"/>
            <a:ext cx="2379980" cy="454025"/>
          </a:xfrm>
          <a:custGeom>
            <a:avLst/>
            <a:gdLst/>
            <a:ahLst/>
            <a:cxnLst/>
            <a:rect l="l" t="t" r="r" b="b"/>
            <a:pathLst>
              <a:path w="2379980" h="454025">
                <a:moveTo>
                  <a:pt x="2379662" y="454025"/>
                </a:moveTo>
                <a:lnTo>
                  <a:pt x="0" y="454025"/>
                </a:lnTo>
                <a:lnTo>
                  <a:pt x="0" y="0"/>
                </a:lnTo>
                <a:lnTo>
                  <a:pt x="2379662" y="0"/>
                </a:lnTo>
                <a:lnTo>
                  <a:pt x="237966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25450"/>
                </a:lnTo>
                <a:lnTo>
                  <a:pt x="14287" y="425450"/>
                </a:lnTo>
                <a:lnTo>
                  <a:pt x="28575" y="439737"/>
                </a:lnTo>
                <a:lnTo>
                  <a:pt x="2379662" y="439737"/>
                </a:lnTo>
                <a:lnTo>
                  <a:pt x="2379662" y="454025"/>
                </a:lnTo>
                <a:close/>
              </a:path>
              <a:path w="2379980" h="4540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379980" h="454025">
                <a:moveTo>
                  <a:pt x="235108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351087" y="14287"/>
                </a:lnTo>
                <a:lnTo>
                  <a:pt x="2351087" y="28575"/>
                </a:lnTo>
                <a:close/>
              </a:path>
              <a:path w="2379980" h="454025">
                <a:moveTo>
                  <a:pt x="2351087" y="439737"/>
                </a:moveTo>
                <a:lnTo>
                  <a:pt x="2351087" y="14287"/>
                </a:lnTo>
                <a:lnTo>
                  <a:pt x="2365375" y="28575"/>
                </a:lnTo>
                <a:lnTo>
                  <a:pt x="2379662" y="28575"/>
                </a:lnTo>
                <a:lnTo>
                  <a:pt x="2379662" y="425450"/>
                </a:lnTo>
                <a:lnTo>
                  <a:pt x="2365375" y="425450"/>
                </a:lnTo>
                <a:lnTo>
                  <a:pt x="2351087" y="439737"/>
                </a:lnTo>
                <a:close/>
              </a:path>
              <a:path w="2379980" h="454025">
                <a:moveTo>
                  <a:pt x="2379662" y="28575"/>
                </a:moveTo>
                <a:lnTo>
                  <a:pt x="2365375" y="28575"/>
                </a:lnTo>
                <a:lnTo>
                  <a:pt x="2351087" y="14287"/>
                </a:lnTo>
                <a:lnTo>
                  <a:pt x="2379662" y="14287"/>
                </a:lnTo>
                <a:lnTo>
                  <a:pt x="2379662" y="28575"/>
                </a:lnTo>
                <a:close/>
              </a:path>
              <a:path w="2379980" h="454025">
                <a:moveTo>
                  <a:pt x="28575" y="439737"/>
                </a:moveTo>
                <a:lnTo>
                  <a:pt x="14287" y="425450"/>
                </a:lnTo>
                <a:lnTo>
                  <a:pt x="28575" y="425450"/>
                </a:lnTo>
                <a:lnTo>
                  <a:pt x="28575" y="439737"/>
                </a:lnTo>
                <a:close/>
              </a:path>
              <a:path w="2379980" h="454025">
                <a:moveTo>
                  <a:pt x="2351087" y="439737"/>
                </a:moveTo>
                <a:lnTo>
                  <a:pt x="28575" y="439737"/>
                </a:lnTo>
                <a:lnTo>
                  <a:pt x="28575" y="425450"/>
                </a:lnTo>
                <a:lnTo>
                  <a:pt x="2351087" y="425450"/>
                </a:lnTo>
                <a:lnTo>
                  <a:pt x="2351087" y="439737"/>
                </a:lnTo>
                <a:close/>
              </a:path>
              <a:path w="2379980" h="454025">
                <a:moveTo>
                  <a:pt x="2379662" y="439737"/>
                </a:moveTo>
                <a:lnTo>
                  <a:pt x="2351087" y="439737"/>
                </a:lnTo>
                <a:lnTo>
                  <a:pt x="2365375" y="425450"/>
                </a:lnTo>
                <a:lnTo>
                  <a:pt x="2379662" y="425450"/>
                </a:lnTo>
                <a:lnTo>
                  <a:pt x="2379662" y="439737"/>
                </a:lnTo>
                <a:close/>
              </a:path>
            </a:pathLst>
          </a:custGeom>
          <a:solidFill>
            <a:srgbClr val="2876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18514" y="5430520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2876E8"/>
                </a:solidFill>
                <a:latin typeface="Noto Serif CJK JP"/>
                <a:cs typeface="Noto Serif CJK JP"/>
              </a:rPr>
              <a:t>中断允许触发器</a:t>
            </a:r>
            <a:endParaRPr sz="2400">
              <a:latin typeface="Noto Serif CJK JP"/>
              <a:cs typeface="Noto Serif CJK JP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9986" y="1662112"/>
            <a:ext cx="2764155" cy="3913504"/>
            <a:chOff x="199986" y="1662112"/>
            <a:chExt cx="2764155" cy="3913504"/>
          </a:xfrm>
        </p:grpSpPr>
        <p:sp>
          <p:nvSpPr>
            <p:cNvPr id="13" name="object 13"/>
            <p:cNvSpPr/>
            <p:nvPr/>
          </p:nvSpPr>
          <p:spPr>
            <a:xfrm>
              <a:off x="199986" y="1662112"/>
              <a:ext cx="2764155" cy="3913504"/>
            </a:xfrm>
            <a:custGeom>
              <a:avLst/>
              <a:gdLst/>
              <a:ahLst/>
              <a:cxnLst/>
              <a:rect l="l" t="t" r="r" b="b"/>
              <a:pathLst>
                <a:path w="2764155" h="3913504">
                  <a:moveTo>
                    <a:pt x="317576" y="3887711"/>
                  </a:moveTo>
                  <a:lnTo>
                    <a:pt x="12776" y="3735311"/>
                  </a:lnTo>
                  <a:lnTo>
                    <a:pt x="0" y="3760863"/>
                  </a:lnTo>
                  <a:lnTo>
                    <a:pt x="304800" y="3913263"/>
                  </a:lnTo>
                  <a:lnTo>
                    <a:pt x="317576" y="3887711"/>
                  </a:lnTo>
                  <a:close/>
                </a:path>
                <a:path w="2764155" h="3913504">
                  <a:moveTo>
                    <a:pt x="2763875" y="0"/>
                  </a:moveTo>
                  <a:lnTo>
                    <a:pt x="2735300" y="0"/>
                  </a:lnTo>
                  <a:lnTo>
                    <a:pt x="2735300" y="28575"/>
                  </a:lnTo>
                  <a:lnTo>
                    <a:pt x="2735300" y="3276600"/>
                  </a:lnTo>
                  <a:lnTo>
                    <a:pt x="630275" y="3276600"/>
                  </a:lnTo>
                  <a:lnTo>
                    <a:pt x="630275" y="28575"/>
                  </a:lnTo>
                  <a:lnTo>
                    <a:pt x="2735300" y="28575"/>
                  </a:lnTo>
                  <a:lnTo>
                    <a:pt x="2735300" y="0"/>
                  </a:lnTo>
                  <a:lnTo>
                    <a:pt x="601700" y="0"/>
                  </a:lnTo>
                  <a:lnTo>
                    <a:pt x="601700" y="3305175"/>
                  </a:lnTo>
                  <a:lnTo>
                    <a:pt x="2763875" y="3305175"/>
                  </a:lnTo>
                  <a:lnTo>
                    <a:pt x="2763875" y="3290887"/>
                  </a:lnTo>
                  <a:lnTo>
                    <a:pt x="2763875" y="3276600"/>
                  </a:lnTo>
                  <a:lnTo>
                    <a:pt x="2763875" y="28575"/>
                  </a:lnTo>
                  <a:lnTo>
                    <a:pt x="2763875" y="14287"/>
                  </a:lnTo>
                  <a:lnTo>
                    <a:pt x="2763875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50947" y="2545080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4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36787" y="25304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5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5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50947" y="3154680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4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36787" y="31400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5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5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08225" y="2493327"/>
            <a:ext cx="58166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  <a:spcBef>
                <a:spcPts val="192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239962" y="4283075"/>
            <a:ext cx="725805" cy="454025"/>
            <a:chOff x="2239962" y="4283075"/>
            <a:chExt cx="725805" cy="454025"/>
          </a:xfrm>
        </p:grpSpPr>
        <p:sp>
          <p:nvSpPr>
            <p:cNvPr id="20" name="object 20"/>
            <p:cNvSpPr/>
            <p:nvPr/>
          </p:nvSpPr>
          <p:spPr>
            <a:xfrm>
              <a:off x="2253996" y="4297679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4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39962" y="42830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5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5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11400" y="4245927"/>
            <a:ext cx="581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35287" y="1784223"/>
            <a:ext cx="794385" cy="622935"/>
          </a:xfrm>
          <a:custGeom>
            <a:avLst/>
            <a:gdLst/>
            <a:ahLst/>
            <a:cxnLst/>
            <a:rect l="l" t="t" r="r" b="b"/>
            <a:pathLst>
              <a:path w="794385" h="622935">
                <a:moveTo>
                  <a:pt x="571500" y="177926"/>
                </a:moveTo>
                <a:lnTo>
                  <a:pt x="571500" y="0"/>
                </a:lnTo>
                <a:lnTo>
                  <a:pt x="603342" y="44576"/>
                </a:lnTo>
                <a:lnTo>
                  <a:pt x="600075" y="44576"/>
                </a:lnTo>
                <a:lnTo>
                  <a:pt x="574166" y="52882"/>
                </a:lnTo>
                <a:lnTo>
                  <a:pt x="600075" y="89154"/>
                </a:lnTo>
                <a:lnTo>
                  <a:pt x="600075" y="163639"/>
                </a:lnTo>
                <a:lnTo>
                  <a:pt x="585787" y="163639"/>
                </a:lnTo>
                <a:lnTo>
                  <a:pt x="571500" y="177926"/>
                </a:lnTo>
                <a:close/>
              </a:path>
              <a:path w="794385" h="622935">
                <a:moveTo>
                  <a:pt x="600075" y="89154"/>
                </a:moveTo>
                <a:lnTo>
                  <a:pt x="574166" y="52882"/>
                </a:lnTo>
                <a:lnTo>
                  <a:pt x="600075" y="44576"/>
                </a:lnTo>
                <a:lnTo>
                  <a:pt x="600075" y="89154"/>
                </a:lnTo>
                <a:close/>
              </a:path>
              <a:path w="794385" h="622935">
                <a:moveTo>
                  <a:pt x="758734" y="311276"/>
                </a:moveTo>
                <a:lnTo>
                  <a:pt x="600075" y="89154"/>
                </a:lnTo>
                <a:lnTo>
                  <a:pt x="600075" y="44576"/>
                </a:lnTo>
                <a:lnTo>
                  <a:pt x="603342" y="44576"/>
                </a:lnTo>
                <a:lnTo>
                  <a:pt x="787918" y="302971"/>
                </a:lnTo>
                <a:lnTo>
                  <a:pt x="764666" y="302971"/>
                </a:lnTo>
                <a:lnTo>
                  <a:pt x="758734" y="311276"/>
                </a:lnTo>
                <a:close/>
              </a:path>
              <a:path w="794385" h="622935">
                <a:moveTo>
                  <a:pt x="571500" y="458914"/>
                </a:moveTo>
                <a:lnTo>
                  <a:pt x="0" y="458914"/>
                </a:lnTo>
                <a:lnTo>
                  <a:pt x="0" y="163639"/>
                </a:lnTo>
                <a:lnTo>
                  <a:pt x="571500" y="163639"/>
                </a:lnTo>
                <a:lnTo>
                  <a:pt x="571500" y="177926"/>
                </a:lnTo>
                <a:lnTo>
                  <a:pt x="28575" y="177926"/>
                </a:lnTo>
                <a:lnTo>
                  <a:pt x="14287" y="192214"/>
                </a:lnTo>
                <a:lnTo>
                  <a:pt x="28575" y="192214"/>
                </a:lnTo>
                <a:lnTo>
                  <a:pt x="28575" y="430339"/>
                </a:lnTo>
                <a:lnTo>
                  <a:pt x="14287" y="430339"/>
                </a:lnTo>
                <a:lnTo>
                  <a:pt x="28575" y="444626"/>
                </a:lnTo>
                <a:lnTo>
                  <a:pt x="571500" y="444626"/>
                </a:lnTo>
                <a:lnTo>
                  <a:pt x="571500" y="458914"/>
                </a:lnTo>
                <a:close/>
              </a:path>
              <a:path w="794385" h="622935">
                <a:moveTo>
                  <a:pt x="600075" y="192214"/>
                </a:moveTo>
                <a:lnTo>
                  <a:pt x="28575" y="192214"/>
                </a:lnTo>
                <a:lnTo>
                  <a:pt x="28575" y="177926"/>
                </a:lnTo>
                <a:lnTo>
                  <a:pt x="571500" y="177926"/>
                </a:lnTo>
                <a:lnTo>
                  <a:pt x="585787" y="163639"/>
                </a:lnTo>
                <a:lnTo>
                  <a:pt x="600075" y="163639"/>
                </a:lnTo>
                <a:lnTo>
                  <a:pt x="600075" y="192214"/>
                </a:lnTo>
                <a:close/>
              </a:path>
              <a:path w="794385" h="622935">
                <a:moveTo>
                  <a:pt x="28575" y="192214"/>
                </a:moveTo>
                <a:lnTo>
                  <a:pt x="14287" y="192214"/>
                </a:lnTo>
                <a:lnTo>
                  <a:pt x="28575" y="177926"/>
                </a:lnTo>
                <a:lnTo>
                  <a:pt x="28575" y="192214"/>
                </a:lnTo>
                <a:close/>
              </a:path>
              <a:path w="794385" h="622935">
                <a:moveTo>
                  <a:pt x="764666" y="319582"/>
                </a:moveTo>
                <a:lnTo>
                  <a:pt x="758734" y="311276"/>
                </a:lnTo>
                <a:lnTo>
                  <a:pt x="764666" y="302971"/>
                </a:lnTo>
                <a:lnTo>
                  <a:pt x="764666" y="319582"/>
                </a:lnTo>
                <a:close/>
              </a:path>
              <a:path w="794385" h="622935">
                <a:moveTo>
                  <a:pt x="787918" y="319582"/>
                </a:moveTo>
                <a:lnTo>
                  <a:pt x="764666" y="319582"/>
                </a:lnTo>
                <a:lnTo>
                  <a:pt x="764666" y="302971"/>
                </a:lnTo>
                <a:lnTo>
                  <a:pt x="787918" y="302971"/>
                </a:lnTo>
                <a:lnTo>
                  <a:pt x="793851" y="311276"/>
                </a:lnTo>
                <a:lnTo>
                  <a:pt x="787918" y="319582"/>
                </a:lnTo>
                <a:close/>
              </a:path>
              <a:path w="794385" h="622935">
                <a:moveTo>
                  <a:pt x="603350" y="577976"/>
                </a:moveTo>
                <a:lnTo>
                  <a:pt x="600075" y="577976"/>
                </a:lnTo>
                <a:lnTo>
                  <a:pt x="600075" y="533399"/>
                </a:lnTo>
                <a:lnTo>
                  <a:pt x="758734" y="311276"/>
                </a:lnTo>
                <a:lnTo>
                  <a:pt x="764666" y="319582"/>
                </a:lnTo>
                <a:lnTo>
                  <a:pt x="787918" y="319582"/>
                </a:lnTo>
                <a:lnTo>
                  <a:pt x="603350" y="577976"/>
                </a:lnTo>
                <a:close/>
              </a:path>
              <a:path w="794385" h="622935">
                <a:moveTo>
                  <a:pt x="28575" y="444626"/>
                </a:moveTo>
                <a:lnTo>
                  <a:pt x="14287" y="430339"/>
                </a:lnTo>
                <a:lnTo>
                  <a:pt x="28575" y="430339"/>
                </a:lnTo>
                <a:lnTo>
                  <a:pt x="28575" y="444626"/>
                </a:lnTo>
                <a:close/>
              </a:path>
              <a:path w="794385" h="622935">
                <a:moveTo>
                  <a:pt x="600075" y="458914"/>
                </a:moveTo>
                <a:lnTo>
                  <a:pt x="585787" y="458914"/>
                </a:lnTo>
                <a:lnTo>
                  <a:pt x="571500" y="444626"/>
                </a:lnTo>
                <a:lnTo>
                  <a:pt x="28575" y="444626"/>
                </a:lnTo>
                <a:lnTo>
                  <a:pt x="28575" y="430339"/>
                </a:lnTo>
                <a:lnTo>
                  <a:pt x="600075" y="430339"/>
                </a:lnTo>
                <a:lnTo>
                  <a:pt x="600075" y="458914"/>
                </a:lnTo>
                <a:close/>
              </a:path>
              <a:path w="794385" h="622935">
                <a:moveTo>
                  <a:pt x="571500" y="622566"/>
                </a:moveTo>
                <a:lnTo>
                  <a:pt x="571500" y="444626"/>
                </a:lnTo>
                <a:lnTo>
                  <a:pt x="585787" y="458914"/>
                </a:lnTo>
                <a:lnTo>
                  <a:pt x="600075" y="458914"/>
                </a:lnTo>
                <a:lnTo>
                  <a:pt x="600075" y="533399"/>
                </a:lnTo>
                <a:lnTo>
                  <a:pt x="574166" y="569671"/>
                </a:lnTo>
                <a:lnTo>
                  <a:pt x="600075" y="577976"/>
                </a:lnTo>
                <a:lnTo>
                  <a:pt x="603350" y="577976"/>
                </a:lnTo>
                <a:lnTo>
                  <a:pt x="571500" y="622566"/>
                </a:lnTo>
                <a:close/>
              </a:path>
              <a:path w="794385" h="622935">
                <a:moveTo>
                  <a:pt x="600075" y="577976"/>
                </a:moveTo>
                <a:lnTo>
                  <a:pt x="574166" y="569671"/>
                </a:lnTo>
                <a:lnTo>
                  <a:pt x="600075" y="533399"/>
                </a:lnTo>
                <a:lnTo>
                  <a:pt x="600075" y="577976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638617" y="1871979"/>
            <a:ext cx="1276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PA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~PA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4087" y="2500312"/>
            <a:ext cx="1300480" cy="2009775"/>
          </a:xfrm>
          <a:custGeom>
            <a:avLst/>
            <a:gdLst/>
            <a:ahLst/>
            <a:cxnLst/>
            <a:rect l="l" t="t" r="r" b="b"/>
            <a:pathLst>
              <a:path w="1300480" h="2009775">
                <a:moveTo>
                  <a:pt x="866775" y="0"/>
                </a:moveTo>
                <a:lnTo>
                  <a:pt x="838200" y="0"/>
                </a:lnTo>
                <a:lnTo>
                  <a:pt x="838200" y="28575"/>
                </a:lnTo>
                <a:lnTo>
                  <a:pt x="838200" y="533400"/>
                </a:lnTo>
                <a:lnTo>
                  <a:pt x="28575" y="533400"/>
                </a:lnTo>
                <a:lnTo>
                  <a:pt x="28575" y="28575"/>
                </a:lnTo>
                <a:lnTo>
                  <a:pt x="838200" y="28575"/>
                </a:lnTo>
                <a:lnTo>
                  <a:pt x="838200" y="0"/>
                </a:lnTo>
                <a:lnTo>
                  <a:pt x="0" y="0"/>
                </a:lnTo>
                <a:lnTo>
                  <a:pt x="0" y="561975"/>
                </a:lnTo>
                <a:lnTo>
                  <a:pt x="866775" y="561975"/>
                </a:lnTo>
                <a:lnTo>
                  <a:pt x="866775" y="547687"/>
                </a:lnTo>
                <a:lnTo>
                  <a:pt x="866775" y="533400"/>
                </a:lnTo>
                <a:lnTo>
                  <a:pt x="866775" y="28575"/>
                </a:lnTo>
                <a:lnTo>
                  <a:pt x="866775" y="14287"/>
                </a:lnTo>
                <a:lnTo>
                  <a:pt x="866775" y="0"/>
                </a:lnTo>
                <a:close/>
              </a:path>
              <a:path w="1300480" h="2009775">
                <a:moveTo>
                  <a:pt x="1300162" y="1981200"/>
                </a:moveTo>
                <a:lnTo>
                  <a:pt x="561975" y="1981200"/>
                </a:lnTo>
                <a:lnTo>
                  <a:pt x="561975" y="1780540"/>
                </a:lnTo>
                <a:lnTo>
                  <a:pt x="564095" y="1780540"/>
                </a:lnTo>
                <a:lnTo>
                  <a:pt x="572223" y="1779270"/>
                </a:lnTo>
                <a:lnTo>
                  <a:pt x="580301" y="1779270"/>
                </a:lnTo>
                <a:lnTo>
                  <a:pt x="619734" y="1772920"/>
                </a:lnTo>
                <a:lnTo>
                  <a:pt x="635038" y="1767840"/>
                </a:lnTo>
                <a:lnTo>
                  <a:pt x="642569" y="1766570"/>
                </a:lnTo>
                <a:lnTo>
                  <a:pt x="664692" y="1758950"/>
                </a:lnTo>
                <a:lnTo>
                  <a:pt x="671893" y="1755140"/>
                </a:lnTo>
                <a:lnTo>
                  <a:pt x="679005" y="1752600"/>
                </a:lnTo>
                <a:lnTo>
                  <a:pt x="686028" y="1748790"/>
                </a:lnTo>
                <a:lnTo>
                  <a:pt x="692962" y="1746250"/>
                </a:lnTo>
                <a:lnTo>
                  <a:pt x="699795" y="1742440"/>
                </a:lnTo>
                <a:lnTo>
                  <a:pt x="708723" y="1737360"/>
                </a:lnTo>
                <a:lnTo>
                  <a:pt x="713155" y="1734820"/>
                </a:lnTo>
                <a:lnTo>
                  <a:pt x="719683" y="1729740"/>
                </a:lnTo>
                <a:lnTo>
                  <a:pt x="732409" y="1722120"/>
                </a:lnTo>
                <a:lnTo>
                  <a:pt x="733958" y="1720850"/>
                </a:lnTo>
                <a:lnTo>
                  <a:pt x="738606" y="1717040"/>
                </a:lnTo>
                <a:lnTo>
                  <a:pt x="744689" y="1711960"/>
                </a:lnTo>
                <a:lnTo>
                  <a:pt x="750658" y="1708150"/>
                </a:lnTo>
                <a:lnTo>
                  <a:pt x="752119" y="1706880"/>
                </a:lnTo>
                <a:lnTo>
                  <a:pt x="756513" y="1703070"/>
                </a:lnTo>
                <a:lnTo>
                  <a:pt x="762241" y="1697990"/>
                </a:lnTo>
                <a:lnTo>
                  <a:pt x="767842" y="1692910"/>
                </a:lnTo>
                <a:lnTo>
                  <a:pt x="773315" y="1686560"/>
                </a:lnTo>
                <a:lnTo>
                  <a:pt x="778662" y="1681480"/>
                </a:lnTo>
                <a:lnTo>
                  <a:pt x="783882" y="1676400"/>
                </a:lnTo>
                <a:lnTo>
                  <a:pt x="788962" y="1670050"/>
                </a:lnTo>
                <a:lnTo>
                  <a:pt x="791425" y="1667510"/>
                </a:lnTo>
                <a:lnTo>
                  <a:pt x="793902" y="1664970"/>
                </a:lnTo>
                <a:lnTo>
                  <a:pt x="795820" y="1662430"/>
                </a:lnTo>
                <a:lnTo>
                  <a:pt x="798715" y="1658620"/>
                </a:lnTo>
                <a:lnTo>
                  <a:pt x="799642" y="1657350"/>
                </a:lnTo>
                <a:lnTo>
                  <a:pt x="803376" y="1652270"/>
                </a:lnTo>
                <a:lnTo>
                  <a:pt x="807897" y="1645920"/>
                </a:lnTo>
                <a:lnTo>
                  <a:pt x="831862" y="1606550"/>
                </a:lnTo>
                <a:lnTo>
                  <a:pt x="835304" y="1600200"/>
                </a:lnTo>
                <a:lnTo>
                  <a:pt x="838581" y="1592580"/>
                </a:lnTo>
                <a:lnTo>
                  <a:pt x="841692" y="1586230"/>
                </a:lnTo>
                <a:lnTo>
                  <a:pt x="844638" y="1578610"/>
                </a:lnTo>
                <a:lnTo>
                  <a:pt x="847407" y="1570990"/>
                </a:lnTo>
                <a:lnTo>
                  <a:pt x="850011" y="1563370"/>
                </a:lnTo>
                <a:lnTo>
                  <a:pt x="850404" y="1562100"/>
                </a:lnTo>
                <a:lnTo>
                  <a:pt x="852424" y="1555750"/>
                </a:lnTo>
                <a:lnTo>
                  <a:pt x="854671" y="1549400"/>
                </a:lnTo>
                <a:lnTo>
                  <a:pt x="856729" y="1541780"/>
                </a:lnTo>
                <a:lnTo>
                  <a:pt x="858608" y="1532890"/>
                </a:lnTo>
                <a:lnTo>
                  <a:pt x="859726" y="1527810"/>
                </a:lnTo>
                <a:lnTo>
                  <a:pt x="860298" y="1525270"/>
                </a:lnTo>
                <a:lnTo>
                  <a:pt x="861796" y="1517650"/>
                </a:lnTo>
                <a:lnTo>
                  <a:pt x="863104" y="1510030"/>
                </a:lnTo>
                <a:lnTo>
                  <a:pt x="863650" y="1506220"/>
                </a:lnTo>
                <a:lnTo>
                  <a:pt x="864209" y="1502410"/>
                </a:lnTo>
                <a:lnTo>
                  <a:pt x="865124" y="1493520"/>
                </a:lnTo>
                <a:lnTo>
                  <a:pt x="865847" y="1485900"/>
                </a:lnTo>
                <a:lnTo>
                  <a:pt x="865924" y="1484630"/>
                </a:lnTo>
                <a:lnTo>
                  <a:pt x="866355" y="1478280"/>
                </a:lnTo>
                <a:lnTo>
                  <a:pt x="866394" y="1477010"/>
                </a:lnTo>
                <a:lnTo>
                  <a:pt x="866673" y="1469390"/>
                </a:lnTo>
                <a:lnTo>
                  <a:pt x="866775" y="1170940"/>
                </a:lnTo>
                <a:lnTo>
                  <a:pt x="866775" y="1156970"/>
                </a:lnTo>
                <a:lnTo>
                  <a:pt x="866775" y="1143000"/>
                </a:lnTo>
                <a:lnTo>
                  <a:pt x="838187" y="1143000"/>
                </a:lnTo>
                <a:lnTo>
                  <a:pt x="838187" y="1170940"/>
                </a:lnTo>
                <a:lnTo>
                  <a:pt x="838111" y="1469390"/>
                </a:lnTo>
                <a:lnTo>
                  <a:pt x="837819" y="1477010"/>
                </a:lnTo>
                <a:lnTo>
                  <a:pt x="837831" y="1475740"/>
                </a:lnTo>
                <a:lnTo>
                  <a:pt x="837336" y="1484630"/>
                </a:lnTo>
                <a:lnTo>
                  <a:pt x="837361" y="1483360"/>
                </a:lnTo>
                <a:lnTo>
                  <a:pt x="836676" y="1490980"/>
                </a:lnTo>
                <a:lnTo>
                  <a:pt x="835837" y="1498600"/>
                </a:lnTo>
                <a:lnTo>
                  <a:pt x="834821" y="1506220"/>
                </a:lnTo>
                <a:lnTo>
                  <a:pt x="834885" y="1504950"/>
                </a:lnTo>
                <a:lnTo>
                  <a:pt x="833628" y="1512570"/>
                </a:lnTo>
                <a:lnTo>
                  <a:pt x="832269" y="1520190"/>
                </a:lnTo>
                <a:lnTo>
                  <a:pt x="830719" y="1527810"/>
                </a:lnTo>
                <a:lnTo>
                  <a:pt x="830795" y="1526540"/>
                </a:lnTo>
                <a:lnTo>
                  <a:pt x="829005" y="1534160"/>
                </a:lnTo>
                <a:lnTo>
                  <a:pt x="827138" y="1541780"/>
                </a:lnTo>
                <a:lnTo>
                  <a:pt x="827227" y="1540510"/>
                </a:lnTo>
                <a:lnTo>
                  <a:pt x="825093" y="1548130"/>
                </a:lnTo>
                <a:lnTo>
                  <a:pt x="822883" y="1554480"/>
                </a:lnTo>
                <a:lnTo>
                  <a:pt x="820521" y="1562100"/>
                </a:lnTo>
                <a:lnTo>
                  <a:pt x="820635" y="1560830"/>
                </a:lnTo>
                <a:lnTo>
                  <a:pt x="817994" y="1568450"/>
                </a:lnTo>
                <a:lnTo>
                  <a:pt x="818121" y="1568450"/>
                </a:lnTo>
                <a:lnTo>
                  <a:pt x="815314" y="1574800"/>
                </a:lnTo>
                <a:lnTo>
                  <a:pt x="815441" y="1574800"/>
                </a:lnTo>
                <a:lnTo>
                  <a:pt x="812469" y="1581150"/>
                </a:lnTo>
                <a:lnTo>
                  <a:pt x="812622" y="1581150"/>
                </a:lnTo>
                <a:lnTo>
                  <a:pt x="809485" y="1587500"/>
                </a:lnTo>
                <a:lnTo>
                  <a:pt x="809637" y="1587500"/>
                </a:lnTo>
                <a:lnTo>
                  <a:pt x="806348" y="1593850"/>
                </a:lnTo>
                <a:lnTo>
                  <a:pt x="806500" y="1593850"/>
                </a:lnTo>
                <a:lnTo>
                  <a:pt x="803059" y="1600200"/>
                </a:lnTo>
                <a:lnTo>
                  <a:pt x="803224" y="1600200"/>
                </a:lnTo>
                <a:lnTo>
                  <a:pt x="799630" y="1606550"/>
                </a:lnTo>
                <a:lnTo>
                  <a:pt x="799807" y="1605280"/>
                </a:lnTo>
                <a:lnTo>
                  <a:pt x="796061" y="1611630"/>
                </a:lnTo>
                <a:lnTo>
                  <a:pt x="796239" y="1611630"/>
                </a:lnTo>
                <a:lnTo>
                  <a:pt x="792353" y="1617980"/>
                </a:lnTo>
                <a:lnTo>
                  <a:pt x="792530" y="1617980"/>
                </a:lnTo>
                <a:lnTo>
                  <a:pt x="788492" y="1624330"/>
                </a:lnTo>
                <a:lnTo>
                  <a:pt x="788695" y="1624330"/>
                </a:lnTo>
                <a:lnTo>
                  <a:pt x="784517" y="1629410"/>
                </a:lnTo>
                <a:lnTo>
                  <a:pt x="784707" y="1629410"/>
                </a:lnTo>
                <a:lnTo>
                  <a:pt x="780389" y="1635760"/>
                </a:lnTo>
                <a:lnTo>
                  <a:pt x="780592" y="1635760"/>
                </a:lnTo>
                <a:lnTo>
                  <a:pt x="776135" y="1640840"/>
                </a:lnTo>
                <a:lnTo>
                  <a:pt x="776351" y="1640840"/>
                </a:lnTo>
                <a:lnTo>
                  <a:pt x="771753" y="1645920"/>
                </a:lnTo>
                <a:lnTo>
                  <a:pt x="771982" y="1645920"/>
                </a:lnTo>
                <a:lnTo>
                  <a:pt x="767245" y="1652270"/>
                </a:lnTo>
                <a:lnTo>
                  <a:pt x="767473" y="1651000"/>
                </a:lnTo>
                <a:lnTo>
                  <a:pt x="762622" y="1657350"/>
                </a:lnTo>
                <a:lnTo>
                  <a:pt x="762850" y="1656080"/>
                </a:lnTo>
                <a:lnTo>
                  <a:pt x="757859" y="1662430"/>
                </a:lnTo>
                <a:lnTo>
                  <a:pt x="758101" y="1661160"/>
                </a:lnTo>
                <a:lnTo>
                  <a:pt x="752995" y="1667510"/>
                </a:lnTo>
                <a:lnTo>
                  <a:pt x="753237" y="1666240"/>
                </a:lnTo>
                <a:lnTo>
                  <a:pt x="748004" y="1671320"/>
                </a:lnTo>
                <a:lnTo>
                  <a:pt x="748245" y="1671320"/>
                </a:lnTo>
                <a:lnTo>
                  <a:pt x="742899" y="1676400"/>
                </a:lnTo>
                <a:lnTo>
                  <a:pt x="743140" y="1676400"/>
                </a:lnTo>
                <a:lnTo>
                  <a:pt x="737679" y="1681480"/>
                </a:lnTo>
                <a:lnTo>
                  <a:pt x="737933" y="1681480"/>
                </a:lnTo>
                <a:lnTo>
                  <a:pt x="732345" y="1685290"/>
                </a:lnTo>
                <a:lnTo>
                  <a:pt x="732612" y="1685290"/>
                </a:lnTo>
                <a:lnTo>
                  <a:pt x="726909" y="1690370"/>
                </a:lnTo>
                <a:lnTo>
                  <a:pt x="727176" y="1690370"/>
                </a:lnTo>
                <a:lnTo>
                  <a:pt x="721360" y="1694180"/>
                </a:lnTo>
                <a:lnTo>
                  <a:pt x="721639" y="1694180"/>
                </a:lnTo>
                <a:lnTo>
                  <a:pt x="715708" y="1697990"/>
                </a:lnTo>
                <a:lnTo>
                  <a:pt x="715987" y="1697990"/>
                </a:lnTo>
                <a:lnTo>
                  <a:pt x="709955" y="1703070"/>
                </a:lnTo>
                <a:lnTo>
                  <a:pt x="710247" y="1701800"/>
                </a:lnTo>
                <a:lnTo>
                  <a:pt x="704113" y="1706880"/>
                </a:lnTo>
                <a:lnTo>
                  <a:pt x="704405" y="1705610"/>
                </a:lnTo>
                <a:lnTo>
                  <a:pt x="698157" y="1709420"/>
                </a:lnTo>
                <a:lnTo>
                  <a:pt x="698461" y="1709420"/>
                </a:lnTo>
                <a:lnTo>
                  <a:pt x="692137" y="1713230"/>
                </a:lnTo>
                <a:lnTo>
                  <a:pt x="692416" y="1713230"/>
                </a:lnTo>
                <a:lnTo>
                  <a:pt x="685990" y="1717040"/>
                </a:lnTo>
                <a:lnTo>
                  <a:pt x="686295" y="1717040"/>
                </a:lnTo>
                <a:lnTo>
                  <a:pt x="679780" y="1720850"/>
                </a:lnTo>
                <a:lnTo>
                  <a:pt x="680085" y="1719580"/>
                </a:lnTo>
                <a:lnTo>
                  <a:pt x="673468" y="1723390"/>
                </a:lnTo>
                <a:lnTo>
                  <a:pt x="673785" y="1723390"/>
                </a:lnTo>
                <a:lnTo>
                  <a:pt x="667080" y="1725930"/>
                </a:lnTo>
                <a:lnTo>
                  <a:pt x="667397" y="1725930"/>
                </a:lnTo>
                <a:lnTo>
                  <a:pt x="660603" y="1729740"/>
                </a:lnTo>
                <a:lnTo>
                  <a:pt x="660920" y="1728470"/>
                </a:lnTo>
                <a:lnTo>
                  <a:pt x="654050" y="1732280"/>
                </a:lnTo>
                <a:lnTo>
                  <a:pt x="654367" y="1732280"/>
                </a:lnTo>
                <a:lnTo>
                  <a:pt x="647407" y="1734820"/>
                </a:lnTo>
                <a:lnTo>
                  <a:pt x="647738" y="1734820"/>
                </a:lnTo>
                <a:lnTo>
                  <a:pt x="640702" y="1737360"/>
                </a:lnTo>
                <a:lnTo>
                  <a:pt x="641032" y="1736090"/>
                </a:lnTo>
                <a:lnTo>
                  <a:pt x="633907" y="1738630"/>
                </a:lnTo>
                <a:lnTo>
                  <a:pt x="634250" y="1738630"/>
                </a:lnTo>
                <a:lnTo>
                  <a:pt x="627062" y="1741170"/>
                </a:lnTo>
                <a:lnTo>
                  <a:pt x="627392" y="1741170"/>
                </a:lnTo>
                <a:lnTo>
                  <a:pt x="620128" y="1742440"/>
                </a:lnTo>
                <a:lnTo>
                  <a:pt x="620471" y="1742440"/>
                </a:lnTo>
                <a:lnTo>
                  <a:pt x="613130" y="1744980"/>
                </a:lnTo>
                <a:lnTo>
                  <a:pt x="613486" y="1744980"/>
                </a:lnTo>
                <a:lnTo>
                  <a:pt x="606082" y="1746250"/>
                </a:lnTo>
                <a:lnTo>
                  <a:pt x="606425" y="1746250"/>
                </a:lnTo>
                <a:lnTo>
                  <a:pt x="598957" y="1747520"/>
                </a:lnTo>
                <a:lnTo>
                  <a:pt x="599313" y="1747520"/>
                </a:lnTo>
                <a:lnTo>
                  <a:pt x="591769" y="1748790"/>
                </a:lnTo>
                <a:lnTo>
                  <a:pt x="592124" y="1748790"/>
                </a:lnTo>
                <a:lnTo>
                  <a:pt x="584530" y="1750060"/>
                </a:lnTo>
                <a:lnTo>
                  <a:pt x="577583" y="1750060"/>
                </a:lnTo>
                <a:lnTo>
                  <a:pt x="569874" y="1751330"/>
                </a:lnTo>
                <a:lnTo>
                  <a:pt x="555371" y="1751330"/>
                </a:lnTo>
                <a:lnTo>
                  <a:pt x="547687" y="1752574"/>
                </a:lnTo>
                <a:lnTo>
                  <a:pt x="540004" y="1751330"/>
                </a:lnTo>
                <a:lnTo>
                  <a:pt x="525500" y="1751330"/>
                </a:lnTo>
                <a:lnTo>
                  <a:pt x="517791" y="1750060"/>
                </a:lnTo>
                <a:lnTo>
                  <a:pt x="510844" y="1750060"/>
                </a:lnTo>
                <a:lnTo>
                  <a:pt x="503250" y="1748790"/>
                </a:lnTo>
                <a:lnTo>
                  <a:pt x="503605" y="1748790"/>
                </a:lnTo>
                <a:lnTo>
                  <a:pt x="496062" y="1747520"/>
                </a:lnTo>
                <a:lnTo>
                  <a:pt x="496417" y="1747520"/>
                </a:lnTo>
                <a:lnTo>
                  <a:pt x="488950" y="1746250"/>
                </a:lnTo>
                <a:lnTo>
                  <a:pt x="489292" y="1746250"/>
                </a:lnTo>
                <a:lnTo>
                  <a:pt x="481888" y="1744980"/>
                </a:lnTo>
                <a:lnTo>
                  <a:pt x="482244" y="1744980"/>
                </a:lnTo>
                <a:lnTo>
                  <a:pt x="474903" y="1742440"/>
                </a:lnTo>
                <a:lnTo>
                  <a:pt x="475246" y="1742440"/>
                </a:lnTo>
                <a:lnTo>
                  <a:pt x="467982" y="1741170"/>
                </a:lnTo>
                <a:lnTo>
                  <a:pt x="468312" y="1741170"/>
                </a:lnTo>
                <a:lnTo>
                  <a:pt x="461124" y="1738630"/>
                </a:lnTo>
                <a:lnTo>
                  <a:pt x="461467" y="1738630"/>
                </a:lnTo>
                <a:lnTo>
                  <a:pt x="457898" y="1737360"/>
                </a:lnTo>
                <a:lnTo>
                  <a:pt x="454342" y="1736090"/>
                </a:lnTo>
                <a:lnTo>
                  <a:pt x="454672" y="1737360"/>
                </a:lnTo>
                <a:lnTo>
                  <a:pt x="447636" y="1734820"/>
                </a:lnTo>
                <a:lnTo>
                  <a:pt x="447967" y="1734820"/>
                </a:lnTo>
                <a:lnTo>
                  <a:pt x="441007" y="1732280"/>
                </a:lnTo>
                <a:lnTo>
                  <a:pt x="441325" y="1732280"/>
                </a:lnTo>
                <a:lnTo>
                  <a:pt x="436740" y="1729740"/>
                </a:lnTo>
                <a:lnTo>
                  <a:pt x="434454" y="1728470"/>
                </a:lnTo>
                <a:lnTo>
                  <a:pt x="434771" y="1729740"/>
                </a:lnTo>
                <a:lnTo>
                  <a:pt x="427977" y="1725930"/>
                </a:lnTo>
                <a:lnTo>
                  <a:pt x="428294" y="1725930"/>
                </a:lnTo>
                <a:lnTo>
                  <a:pt x="421589" y="1723390"/>
                </a:lnTo>
                <a:lnTo>
                  <a:pt x="421906" y="1723390"/>
                </a:lnTo>
                <a:lnTo>
                  <a:pt x="417487" y="1720850"/>
                </a:lnTo>
                <a:lnTo>
                  <a:pt x="415290" y="1719580"/>
                </a:lnTo>
                <a:lnTo>
                  <a:pt x="415594" y="1720850"/>
                </a:lnTo>
                <a:lnTo>
                  <a:pt x="409067" y="1717040"/>
                </a:lnTo>
                <a:lnTo>
                  <a:pt x="409371" y="1717040"/>
                </a:lnTo>
                <a:lnTo>
                  <a:pt x="402945" y="1713230"/>
                </a:lnTo>
                <a:lnTo>
                  <a:pt x="403237" y="1713230"/>
                </a:lnTo>
                <a:lnTo>
                  <a:pt x="396913" y="1709420"/>
                </a:lnTo>
                <a:lnTo>
                  <a:pt x="397205" y="1709420"/>
                </a:lnTo>
                <a:lnTo>
                  <a:pt x="393039" y="1706880"/>
                </a:lnTo>
                <a:lnTo>
                  <a:pt x="390969" y="1705610"/>
                </a:lnTo>
                <a:lnTo>
                  <a:pt x="391261" y="1706880"/>
                </a:lnTo>
                <a:lnTo>
                  <a:pt x="386651" y="1703070"/>
                </a:lnTo>
                <a:lnTo>
                  <a:pt x="385127" y="1701800"/>
                </a:lnTo>
                <a:lnTo>
                  <a:pt x="385406" y="1703070"/>
                </a:lnTo>
                <a:lnTo>
                  <a:pt x="379387" y="1697990"/>
                </a:lnTo>
                <a:lnTo>
                  <a:pt x="379666" y="1697990"/>
                </a:lnTo>
                <a:lnTo>
                  <a:pt x="373735" y="1694180"/>
                </a:lnTo>
                <a:lnTo>
                  <a:pt x="374015" y="1694180"/>
                </a:lnTo>
                <a:lnTo>
                  <a:pt x="368198" y="1690370"/>
                </a:lnTo>
                <a:lnTo>
                  <a:pt x="368465" y="1690370"/>
                </a:lnTo>
                <a:lnTo>
                  <a:pt x="362762" y="1685290"/>
                </a:lnTo>
                <a:lnTo>
                  <a:pt x="363029" y="1685290"/>
                </a:lnTo>
                <a:lnTo>
                  <a:pt x="357441" y="1681480"/>
                </a:lnTo>
                <a:lnTo>
                  <a:pt x="357695" y="1681480"/>
                </a:lnTo>
                <a:lnTo>
                  <a:pt x="352234" y="1676400"/>
                </a:lnTo>
                <a:lnTo>
                  <a:pt x="352475" y="1676400"/>
                </a:lnTo>
                <a:lnTo>
                  <a:pt x="347129" y="1671320"/>
                </a:lnTo>
                <a:lnTo>
                  <a:pt x="347370" y="1671320"/>
                </a:lnTo>
                <a:lnTo>
                  <a:pt x="343446" y="1667510"/>
                </a:lnTo>
                <a:lnTo>
                  <a:pt x="342138" y="1666240"/>
                </a:lnTo>
                <a:lnTo>
                  <a:pt x="342379" y="1667510"/>
                </a:lnTo>
                <a:lnTo>
                  <a:pt x="338289" y="1662430"/>
                </a:lnTo>
                <a:lnTo>
                  <a:pt x="337273" y="1661160"/>
                </a:lnTo>
                <a:lnTo>
                  <a:pt x="337515" y="1662430"/>
                </a:lnTo>
                <a:lnTo>
                  <a:pt x="333514" y="1657350"/>
                </a:lnTo>
                <a:lnTo>
                  <a:pt x="332524" y="1656080"/>
                </a:lnTo>
                <a:lnTo>
                  <a:pt x="332752" y="1657350"/>
                </a:lnTo>
                <a:lnTo>
                  <a:pt x="328866" y="1652270"/>
                </a:lnTo>
                <a:lnTo>
                  <a:pt x="327901" y="1651000"/>
                </a:lnTo>
                <a:lnTo>
                  <a:pt x="328129" y="1652270"/>
                </a:lnTo>
                <a:lnTo>
                  <a:pt x="323405" y="1645920"/>
                </a:lnTo>
                <a:lnTo>
                  <a:pt x="323621" y="1645920"/>
                </a:lnTo>
                <a:lnTo>
                  <a:pt x="319024" y="1640840"/>
                </a:lnTo>
                <a:lnTo>
                  <a:pt x="319239" y="1640840"/>
                </a:lnTo>
                <a:lnTo>
                  <a:pt x="314782" y="1635760"/>
                </a:lnTo>
                <a:lnTo>
                  <a:pt x="314985" y="1635760"/>
                </a:lnTo>
                <a:lnTo>
                  <a:pt x="310667" y="1629410"/>
                </a:lnTo>
                <a:lnTo>
                  <a:pt x="310857" y="1629410"/>
                </a:lnTo>
                <a:lnTo>
                  <a:pt x="306679" y="1624330"/>
                </a:lnTo>
                <a:lnTo>
                  <a:pt x="306882" y="1624330"/>
                </a:lnTo>
                <a:lnTo>
                  <a:pt x="302844" y="1617980"/>
                </a:lnTo>
                <a:lnTo>
                  <a:pt x="303022" y="1617980"/>
                </a:lnTo>
                <a:lnTo>
                  <a:pt x="299135" y="1611630"/>
                </a:lnTo>
                <a:lnTo>
                  <a:pt x="299313" y="1611630"/>
                </a:lnTo>
                <a:lnTo>
                  <a:pt x="296316" y="1606550"/>
                </a:lnTo>
                <a:lnTo>
                  <a:pt x="295567" y="1605280"/>
                </a:lnTo>
                <a:lnTo>
                  <a:pt x="295744" y="1606550"/>
                </a:lnTo>
                <a:lnTo>
                  <a:pt x="292150" y="1600200"/>
                </a:lnTo>
                <a:lnTo>
                  <a:pt x="292315" y="1600200"/>
                </a:lnTo>
                <a:lnTo>
                  <a:pt x="288874" y="1593850"/>
                </a:lnTo>
                <a:lnTo>
                  <a:pt x="289026" y="1593850"/>
                </a:lnTo>
                <a:lnTo>
                  <a:pt x="285737" y="1587500"/>
                </a:lnTo>
                <a:lnTo>
                  <a:pt x="285889" y="1587500"/>
                </a:lnTo>
                <a:lnTo>
                  <a:pt x="282752" y="1581150"/>
                </a:lnTo>
                <a:lnTo>
                  <a:pt x="282905" y="1581150"/>
                </a:lnTo>
                <a:lnTo>
                  <a:pt x="279933" y="1574800"/>
                </a:lnTo>
                <a:lnTo>
                  <a:pt x="280060" y="1574800"/>
                </a:lnTo>
                <a:lnTo>
                  <a:pt x="277253" y="1568450"/>
                </a:lnTo>
                <a:lnTo>
                  <a:pt x="277380" y="1568450"/>
                </a:lnTo>
                <a:lnTo>
                  <a:pt x="275170" y="1562100"/>
                </a:lnTo>
                <a:lnTo>
                  <a:pt x="274739" y="1560830"/>
                </a:lnTo>
                <a:lnTo>
                  <a:pt x="274853" y="1562100"/>
                </a:lnTo>
                <a:lnTo>
                  <a:pt x="272376" y="1554480"/>
                </a:lnTo>
                <a:lnTo>
                  <a:pt x="270179" y="1548130"/>
                </a:lnTo>
                <a:lnTo>
                  <a:pt x="268503" y="1541780"/>
                </a:lnTo>
                <a:lnTo>
                  <a:pt x="268147" y="1540510"/>
                </a:lnTo>
                <a:lnTo>
                  <a:pt x="268236" y="1541780"/>
                </a:lnTo>
                <a:lnTo>
                  <a:pt x="266280" y="1534160"/>
                </a:lnTo>
                <a:lnTo>
                  <a:pt x="264858" y="1527810"/>
                </a:lnTo>
                <a:lnTo>
                  <a:pt x="264566" y="1526540"/>
                </a:lnTo>
                <a:lnTo>
                  <a:pt x="264655" y="1527810"/>
                </a:lnTo>
                <a:lnTo>
                  <a:pt x="263042" y="1520190"/>
                </a:lnTo>
                <a:lnTo>
                  <a:pt x="261683" y="1512570"/>
                </a:lnTo>
                <a:lnTo>
                  <a:pt x="260692" y="1506220"/>
                </a:lnTo>
                <a:lnTo>
                  <a:pt x="260489" y="1504950"/>
                </a:lnTo>
                <a:lnTo>
                  <a:pt x="260553" y="1506220"/>
                </a:lnTo>
                <a:lnTo>
                  <a:pt x="259486" y="1498600"/>
                </a:lnTo>
                <a:lnTo>
                  <a:pt x="258660" y="1490980"/>
                </a:lnTo>
                <a:lnTo>
                  <a:pt x="258114" y="1484630"/>
                </a:lnTo>
                <a:lnTo>
                  <a:pt x="258013" y="1483360"/>
                </a:lnTo>
                <a:lnTo>
                  <a:pt x="258038" y="1484630"/>
                </a:lnTo>
                <a:lnTo>
                  <a:pt x="257606" y="1477010"/>
                </a:lnTo>
                <a:lnTo>
                  <a:pt x="257543" y="1475740"/>
                </a:lnTo>
                <a:lnTo>
                  <a:pt x="257543" y="1476286"/>
                </a:lnTo>
                <a:lnTo>
                  <a:pt x="257505" y="1475740"/>
                </a:lnTo>
                <a:lnTo>
                  <a:pt x="257263" y="1469390"/>
                </a:lnTo>
                <a:lnTo>
                  <a:pt x="257175" y="1170940"/>
                </a:lnTo>
                <a:lnTo>
                  <a:pt x="838187" y="1170940"/>
                </a:lnTo>
                <a:lnTo>
                  <a:pt x="838187" y="1143000"/>
                </a:lnTo>
                <a:lnTo>
                  <a:pt x="228600" y="1143000"/>
                </a:lnTo>
                <a:lnTo>
                  <a:pt x="228701" y="1469390"/>
                </a:lnTo>
                <a:lnTo>
                  <a:pt x="232270" y="1510030"/>
                </a:lnTo>
                <a:lnTo>
                  <a:pt x="236766" y="1532890"/>
                </a:lnTo>
                <a:lnTo>
                  <a:pt x="238645" y="1541780"/>
                </a:lnTo>
                <a:lnTo>
                  <a:pt x="240703" y="1549400"/>
                </a:lnTo>
                <a:lnTo>
                  <a:pt x="242951" y="1555750"/>
                </a:lnTo>
                <a:lnTo>
                  <a:pt x="245364" y="1563370"/>
                </a:lnTo>
                <a:lnTo>
                  <a:pt x="247967" y="1570990"/>
                </a:lnTo>
                <a:lnTo>
                  <a:pt x="250736" y="1578610"/>
                </a:lnTo>
                <a:lnTo>
                  <a:pt x="253682" y="1586230"/>
                </a:lnTo>
                <a:lnTo>
                  <a:pt x="256794" y="1592580"/>
                </a:lnTo>
                <a:lnTo>
                  <a:pt x="260070" y="1600200"/>
                </a:lnTo>
                <a:lnTo>
                  <a:pt x="263512" y="1606550"/>
                </a:lnTo>
                <a:lnTo>
                  <a:pt x="267119" y="1614170"/>
                </a:lnTo>
                <a:lnTo>
                  <a:pt x="270878" y="1620520"/>
                </a:lnTo>
                <a:lnTo>
                  <a:pt x="291998" y="1652270"/>
                </a:lnTo>
                <a:lnTo>
                  <a:pt x="306412" y="1670050"/>
                </a:lnTo>
                <a:lnTo>
                  <a:pt x="311492" y="1676400"/>
                </a:lnTo>
                <a:lnTo>
                  <a:pt x="316712" y="1681480"/>
                </a:lnTo>
                <a:lnTo>
                  <a:pt x="322059" y="1686560"/>
                </a:lnTo>
                <a:lnTo>
                  <a:pt x="327533" y="1692910"/>
                </a:lnTo>
                <a:lnTo>
                  <a:pt x="333133" y="1697990"/>
                </a:lnTo>
                <a:lnTo>
                  <a:pt x="338861" y="1703070"/>
                </a:lnTo>
                <a:lnTo>
                  <a:pt x="344716" y="1708150"/>
                </a:lnTo>
                <a:lnTo>
                  <a:pt x="350685" y="1711960"/>
                </a:lnTo>
                <a:lnTo>
                  <a:pt x="356768" y="1717040"/>
                </a:lnTo>
                <a:lnTo>
                  <a:pt x="362966" y="1722120"/>
                </a:lnTo>
                <a:lnTo>
                  <a:pt x="375691" y="1729740"/>
                </a:lnTo>
                <a:lnTo>
                  <a:pt x="382219" y="1734820"/>
                </a:lnTo>
                <a:lnTo>
                  <a:pt x="395579" y="1742440"/>
                </a:lnTo>
                <a:lnTo>
                  <a:pt x="402412" y="1746250"/>
                </a:lnTo>
                <a:lnTo>
                  <a:pt x="409346" y="1748790"/>
                </a:lnTo>
                <a:lnTo>
                  <a:pt x="416306" y="1752574"/>
                </a:lnTo>
                <a:lnTo>
                  <a:pt x="423481" y="1755140"/>
                </a:lnTo>
                <a:lnTo>
                  <a:pt x="430682" y="1758950"/>
                </a:lnTo>
                <a:lnTo>
                  <a:pt x="452805" y="1766570"/>
                </a:lnTo>
                <a:lnTo>
                  <a:pt x="460336" y="1767840"/>
                </a:lnTo>
                <a:lnTo>
                  <a:pt x="475640" y="1772920"/>
                </a:lnTo>
                <a:lnTo>
                  <a:pt x="515073" y="1779270"/>
                </a:lnTo>
                <a:lnTo>
                  <a:pt x="523151" y="1779270"/>
                </a:lnTo>
                <a:lnTo>
                  <a:pt x="531279" y="1780540"/>
                </a:lnTo>
                <a:lnTo>
                  <a:pt x="533400" y="1780540"/>
                </a:lnTo>
                <a:lnTo>
                  <a:pt x="533400" y="1995487"/>
                </a:lnTo>
                <a:lnTo>
                  <a:pt x="547687" y="1995487"/>
                </a:lnTo>
                <a:lnTo>
                  <a:pt x="547687" y="2009775"/>
                </a:lnTo>
                <a:lnTo>
                  <a:pt x="1300162" y="2009775"/>
                </a:lnTo>
                <a:lnTo>
                  <a:pt x="1300162" y="19812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18539" y="2568892"/>
            <a:ext cx="77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1950" b="1" spc="-15" baseline="-17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1950" baseline="-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7312" y="1880691"/>
            <a:ext cx="3624579" cy="2672715"/>
          </a:xfrm>
          <a:custGeom>
            <a:avLst/>
            <a:gdLst/>
            <a:ahLst/>
            <a:cxnLst/>
            <a:rect l="l" t="t" r="r" b="b"/>
            <a:pathLst>
              <a:path w="3624579" h="2672715">
                <a:moveTo>
                  <a:pt x="750087" y="251320"/>
                </a:moveTo>
                <a:lnTo>
                  <a:pt x="740524" y="241401"/>
                </a:lnTo>
                <a:lnTo>
                  <a:pt x="710399" y="210146"/>
                </a:lnTo>
                <a:lnTo>
                  <a:pt x="710399" y="251320"/>
                </a:lnTo>
                <a:lnTo>
                  <a:pt x="536511" y="431800"/>
                </a:lnTo>
                <a:lnTo>
                  <a:pt x="536511" y="387045"/>
                </a:lnTo>
                <a:lnTo>
                  <a:pt x="536511" y="358470"/>
                </a:lnTo>
                <a:lnTo>
                  <a:pt x="28575" y="358470"/>
                </a:lnTo>
                <a:lnTo>
                  <a:pt x="28575" y="144170"/>
                </a:lnTo>
                <a:lnTo>
                  <a:pt x="536511" y="144170"/>
                </a:lnTo>
                <a:lnTo>
                  <a:pt x="536511" y="115595"/>
                </a:lnTo>
                <a:lnTo>
                  <a:pt x="536511" y="70853"/>
                </a:lnTo>
                <a:lnTo>
                  <a:pt x="710399" y="251320"/>
                </a:lnTo>
                <a:lnTo>
                  <a:pt x="710399" y="210146"/>
                </a:lnTo>
                <a:lnTo>
                  <a:pt x="542061" y="35420"/>
                </a:lnTo>
                <a:lnTo>
                  <a:pt x="507936" y="0"/>
                </a:lnTo>
                <a:lnTo>
                  <a:pt x="507936" y="115595"/>
                </a:lnTo>
                <a:lnTo>
                  <a:pt x="0" y="115595"/>
                </a:lnTo>
                <a:lnTo>
                  <a:pt x="0" y="387045"/>
                </a:lnTo>
                <a:lnTo>
                  <a:pt x="507936" y="387045"/>
                </a:lnTo>
                <a:lnTo>
                  <a:pt x="507936" y="502640"/>
                </a:lnTo>
                <a:lnTo>
                  <a:pt x="542061" y="467220"/>
                </a:lnTo>
                <a:lnTo>
                  <a:pt x="740524" y="261239"/>
                </a:lnTo>
                <a:lnTo>
                  <a:pt x="750087" y="251320"/>
                </a:lnTo>
                <a:close/>
              </a:path>
              <a:path w="3624579" h="2672715">
                <a:moveTo>
                  <a:pt x="1276350" y="1167307"/>
                </a:moveTo>
                <a:lnTo>
                  <a:pt x="1247775" y="1167307"/>
                </a:lnTo>
                <a:lnTo>
                  <a:pt x="1247775" y="1776907"/>
                </a:lnTo>
                <a:lnTo>
                  <a:pt x="1276350" y="1776907"/>
                </a:lnTo>
                <a:lnTo>
                  <a:pt x="1276350" y="1167307"/>
                </a:lnTo>
                <a:close/>
              </a:path>
              <a:path w="3624579" h="2672715">
                <a:moveTo>
                  <a:pt x="2166937" y="1457820"/>
                </a:moveTo>
                <a:lnTo>
                  <a:pt x="1566862" y="1457820"/>
                </a:lnTo>
                <a:lnTo>
                  <a:pt x="1566862" y="1472107"/>
                </a:lnTo>
                <a:lnTo>
                  <a:pt x="1552575" y="1472107"/>
                </a:lnTo>
                <a:lnTo>
                  <a:pt x="1552575" y="1776907"/>
                </a:lnTo>
                <a:lnTo>
                  <a:pt x="1581150" y="1776907"/>
                </a:lnTo>
                <a:lnTo>
                  <a:pt x="1581150" y="1486395"/>
                </a:lnTo>
                <a:lnTo>
                  <a:pt x="2166937" y="1486395"/>
                </a:lnTo>
                <a:lnTo>
                  <a:pt x="2166937" y="1457820"/>
                </a:lnTo>
                <a:close/>
              </a:path>
              <a:path w="3624579" h="2672715">
                <a:moveTo>
                  <a:pt x="3624262" y="2615107"/>
                </a:moveTo>
                <a:lnTo>
                  <a:pt x="3586162" y="2596057"/>
                </a:lnTo>
                <a:lnTo>
                  <a:pt x="3509962" y="2557957"/>
                </a:lnTo>
                <a:lnTo>
                  <a:pt x="3509962" y="2596057"/>
                </a:lnTo>
                <a:lnTo>
                  <a:pt x="2862262" y="2596057"/>
                </a:lnTo>
                <a:lnTo>
                  <a:pt x="2862262" y="2634157"/>
                </a:lnTo>
                <a:lnTo>
                  <a:pt x="3509962" y="2634157"/>
                </a:lnTo>
                <a:lnTo>
                  <a:pt x="3509962" y="2672257"/>
                </a:lnTo>
                <a:lnTo>
                  <a:pt x="3586162" y="2634157"/>
                </a:lnTo>
                <a:lnTo>
                  <a:pt x="3624262" y="2615107"/>
                </a:lnTo>
                <a:close/>
              </a:path>
              <a:path w="3624579" h="2672715">
                <a:moveTo>
                  <a:pt x="3624262" y="1462582"/>
                </a:moveTo>
                <a:lnTo>
                  <a:pt x="3586162" y="1443532"/>
                </a:lnTo>
                <a:lnTo>
                  <a:pt x="3509962" y="1405432"/>
                </a:lnTo>
                <a:lnTo>
                  <a:pt x="3509962" y="1443532"/>
                </a:lnTo>
                <a:lnTo>
                  <a:pt x="2862262" y="1443532"/>
                </a:lnTo>
                <a:lnTo>
                  <a:pt x="2862262" y="1481632"/>
                </a:lnTo>
                <a:lnTo>
                  <a:pt x="3509962" y="1481632"/>
                </a:lnTo>
                <a:lnTo>
                  <a:pt x="3509962" y="1519732"/>
                </a:lnTo>
                <a:lnTo>
                  <a:pt x="3586162" y="1481632"/>
                </a:lnTo>
                <a:lnTo>
                  <a:pt x="3624262" y="1462582"/>
                </a:lnTo>
                <a:close/>
              </a:path>
              <a:path w="3624579" h="2672715">
                <a:moveTo>
                  <a:pt x="3624262" y="919657"/>
                </a:moveTo>
                <a:lnTo>
                  <a:pt x="2976562" y="919657"/>
                </a:lnTo>
                <a:lnTo>
                  <a:pt x="2976562" y="881557"/>
                </a:lnTo>
                <a:lnTo>
                  <a:pt x="2862262" y="938707"/>
                </a:lnTo>
                <a:lnTo>
                  <a:pt x="2976562" y="995857"/>
                </a:lnTo>
                <a:lnTo>
                  <a:pt x="2976562" y="957757"/>
                </a:lnTo>
                <a:lnTo>
                  <a:pt x="3624262" y="957757"/>
                </a:lnTo>
                <a:lnTo>
                  <a:pt x="3624262" y="919657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820477" y="2557779"/>
            <a:ext cx="880744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ACK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45720">
              <a:lnSpc>
                <a:spcPct val="100000"/>
              </a:lnSpc>
              <a:spcBef>
                <a:spcPts val="192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OBF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75087" y="4234179"/>
            <a:ext cx="930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325" b="1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883025" y="2614612"/>
            <a:ext cx="714375" cy="28575"/>
          </a:xfrm>
          <a:custGeom>
            <a:avLst/>
            <a:gdLst/>
            <a:ahLst/>
            <a:cxnLst/>
            <a:rect l="l" t="t" r="r" b="b"/>
            <a:pathLst>
              <a:path w="714375" h="28575">
                <a:moveTo>
                  <a:pt x="714375" y="28575"/>
                </a:moveTo>
                <a:lnTo>
                  <a:pt x="0" y="28575"/>
                </a:lnTo>
                <a:lnTo>
                  <a:pt x="0" y="0"/>
                </a:lnTo>
                <a:lnTo>
                  <a:pt x="714375" y="0"/>
                </a:lnTo>
                <a:lnTo>
                  <a:pt x="714375" y="28575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870325" y="3238500"/>
            <a:ext cx="701675" cy="28575"/>
          </a:xfrm>
          <a:custGeom>
            <a:avLst/>
            <a:gdLst/>
            <a:ahLst/>
            <a:cxnLst/>
            <a:rect l="l" t="t" r="r" b="b"/>
            <a:pathLst>
              <a:path w="701675" h="28575">
                <a:moveTo>
                  <a:pt x="701675" y="28575"/>
                </a:moveTo>
                <a:lnTo>
                  <a:pt x="0" y="28575"/>
                </a:lnTo>
                <a:lnTo>
                  <a:pt x="0" y="0"/>
                </a:lnTo>
                <a:lnTo>
                  <a:pt x="701675" y="0"/>
                </a:lnTo>
                <a:lnTo>
                  <a:pt x="701675" y="28575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5827" y="1113790"/>
            <a:ext cx="192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口方式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输出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-32384" y="1555750"/>
            <a:ext cx="87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~D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462" y="3217862"/>
            <a:ext cx="666750" cy="122237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89864" y="2811462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WR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92963" y="2840037"/>
            <a:ext cx="862965" cy="2575560"/>
            <a:chOff x="192963" y="2840037"/>
            <a:chExt cx="862965" cy="2575560"/>
          </a:xfrm>
        </p:grpSpPr>
        <p:sp>
          <p:nvSpPr>
            <p:cNvPr id="37" name="object 37"/>
            <p:cNvSpPr/>
            <p:nvPr/>
          </p:nvSpPr>
          <p:spPr>
            <a:xfrm>
              <a:off x="206375" y="2840037"/>
              <a:ext cx="511175" cy="19050"/>
            </a:xfrm>
            <a:custGeom>
              <a:avLst/>
              <a:gdLst/>
              <a:ahLst/>
              <a:cxnLst/>
              <a:rect l="l" t="t" r="r" b="b"/>
              <a:pathLst>
                <a:path w="511175" h="19050">
                  <a:moveTo>
                    <a:pt x="511175" y="19050"/>
                  </a:moveTo>
                  <a:lnTo>
                    <a:pt x="0" y="19050"/>
                  </a:lnTo>
                  <a:lnTo>
                    <a:pt x="0" y="0"/>
                  </a:lnTo>
                  <a:lnTo>
                    <a:pt x="511175" y="0"/>
                  </a:lnTo>
                  <a:lnTo>
                    <a:pt x="511175" y="1905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2963" y="3124200"/>
              <a:ext cx="862965" cy="2291080"/>
            </a:xfrm>
            <a:custGeom>
              <a:avLst/>
              <a:gdLst/>
              <a:ahLst/>
              <a:cxnLst/>
              <a:rect l="l" t="t" r="r" b="b"/>
              <a:pathLst>
                <a:path w="862965" h="2291079">
                  <a:moveTo>
                    <a:pt x="808686" y="75568"/>
                  </a:moveTo>
                  <a:lnTo>
                    <a:pt x="781862" y="65735"/>
                  </a:lnTo>
                  <a:lnTo>
                    <a:pt x="851611" y="0"/>
                  </a:lnTo>
                  <a:lnTo>
                    <a:pt x="857859" y="55448"/>
                  </a:lnTo>
                  <a:lnTo>
                    <a:pt x="816063" y="55448"/>
                  </a:lnTo>
                  <a:lnTo>
                    <a:pt x="808686" y="75568"/>
                  </a:lnTo>
                  <a:close/>
                </a:path>
                <a:path w="862965" h="2291079">
                  <a:moveTo>
                    <a:pt x="835508" y="85400"/>
                  </a:moveTo>
                  <a:lnTo>
                    <a:pt x="808686" y="75568"/>
                  </a:lnTo>
                  <a:lnTo>
                    <a:pt x="816063" y="55448"/>
                  </a:lnTo>
                  <a:lnTo>
                    <a:pt x="842886" y="65277"/>
                  </a:lnTo>
                  <a:lnTo>
                    <a:pt x="835508" y="85400"/>
                  </a:lnTo>
                  <a:close/>
                </a:path>
                <a:path w="862965" h="2291079">
                  <a:moveTo>
                    <a:pt x="862342" y="95237"/>
                  </a:moveTo>
                  <a:lnTo>
                    <a:pt x="835508" y="85400"/>
                  </a:lnTo>
                  <a:lnTo>
                    <a:pt x="842886" y="65277"/>
                  </a:lnTo>
                  <a:lnTo>
                    <a:pt x="816063" y="55448"/>
                  </a:lnTo>
                  <a:lnTo>
                    <a:pt x="857859" y="55448"/>
                  </a:lnTo>
                  <a:lnTo>
                    <a:pt x="862342" y="95237"/>
                  </a:lnTo>
                  <a:close/>
                </a:path>
                <a:path w="862965" h="2291079">
                  <a:moveTo>
                    <a:pt x="26822" y="2290914"/>
                  </a:moveTo>
                  <a:lnTo>
                    <a:pt x="0" y="2281085"/>
                  </a:lnTo>
                  <a:lnTo>
                    <a:pt x="808686" y="75568"/>
                  </a:lnTo>
                  <a:lnTo>
                    <a:pt x="835508" y="85400"/>
                  </a:lnTo>
                  <a:lnTo>
                    <a:pt x="26822" y="2290914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77" y="189230"/>
            <a:ext cx="35794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(2)8255</a:t>
            </a:r>
            <a:r>
              <a:rPr sz="2800" spc="-30" dirty="0">
                <a:solidFill>
                  <a:srgbClr val="003366"/>
                </a:solidFill>
                <a:latin typeface="Noto Serif CJK JP"/>
                <a:cs typeface="Noto Serif CJK JP"/>
              </a:rPr>
              <a:t>方式</a:t>
            </a:r>
            <a:r>
              <a:rPr sz="2800" spc="-2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800" spc="-35" dirty="0">
                <a:solidFill>
                  <a:srgbClr val="003366"/>
                </a:solidFill>
                <a:latin typeface="Noto Serif CJK JP"/>
                <a:cs typeface="Noto Serif CJK JP"/>
              </a:rPr>
              <a:t>输出时序</a:t>
            </a:r>
            <a:endParaRPr sz="2800"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2282" y="287020"/>
            <a:ext cx="301624" cy="3143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04316" y="981455"/>
            <a:ext cx="7086600" cy="5163820"/>
            <a:chOff x="1004316" y="981455"/>
            <a:chExt cx="7086600" cy="51638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4316" y="981455"/>
              <a:ext cx="7086221" cy="51633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41921" y="1118234"/>
              <a:ext cx="922019" cy="481330"/>
            </a:xfrm>
            <a:custGeom>
              <a:avLst/>
              <a:gdLst/>
              <a:ahLst/>
              <a:cxnLst/>
              <a:rect l="l" t="t" r="r" b="b"/>
              <a:pathLst>
                <a:path w="922020" h="481330">
                  <a:moveTo>
                    <a:pt x="854214" y="480059"/>
                  </a:moveTo>
                  <a:lnTo>
                    <a:pt x="67284" y="480059"/>
                  </a:lnTo>
                  <a:lnTo>
                    <a:pt x="59182" y="477519"/>
                  </a:lnTo>
                  <a:lnTo>
                    <a:pt x="51409" y="474979"/>
                  </a:lnTo>
                  <a:lnTo>
                    <a:pt x="47663" y="472439"/>
                  </a:lnTo>
                  <a:lnTo>
                    <a:pt x="44018" y="471169"/>
                  </a:lnTo>
                  <a:lnTo>
                    <a:pt x="24561" y="455929"/>
                  </a:lnTo>
                  <a:lnTo>
                    <a:pt x="21767" y="453389"/>
                  </a:lnTo>
                  <a:lnTo>
                    <a:pt x="19113" y="450849"/>
                  </a:lnTo>
                  <a:lnTo>
                    <a:pt x="16611" y="447039"/>
                  </a:lnTo>
                  <a:lnTo>
                    <a:pt x="14262" y="444499"/>
                  </a:lnTo>
                  <a:lnTo>
                    <a:pt x="12065" y="440689"/>
                  </a:lnTo>
                  <a:lnTo>
                    <a:pt x="10033" y="436879"/>
                  </a:lnTo>
                  <a:lnTo>
                    <a:pt x="8305" y="433069"/>
                  </a:lnTo>
                  <a:lnTo>
                    <a:pt x="6604" y="430529"/>
                  </a:lnTo>
                  <a:lnTo>
                    <a:pt x="4978" y="425449"/>
                  </a:lnTo>
                  <a:lnTo>
                    <a:pt x="3657" y="421639"/>
                  </a:lnTo>
                  <a:lnTo>
                    <a:pt x="2527" y="417829"/>
                  </a:lnTo>
                  <a:lnTo>
                    <a:pt x="1587" y="414019"/>
                  </a:lnTo>
                  <a:lnTo>
                    <a:pt x="317" y="405129"/>
                  </a:lnTo>
                  <a:lnTo>
                    <a:pt x="0" y="401319"/>
                  </a:lnTo>
                  <a:lnTo>
                    <a:pt x="0" y="80009"/>
                  </a:lnTo>
                  <a:lnTo>
                    <a:pt x="317" y="74929"/>
                  </a:lnTo>
                  <a:lnTo>
                    <a:pt x="901" y="71119"/>
                  </a:lnTo>
                  <a:lnTo>
                    <a:pt x="1651" y="67309"/>
                  </a:lnTo>
                  <a:lnTo>
                    <a:pt x="2603" y="62229"/>
                  </a:lnTo>
                  <a:lnTo>
                    <a:pt x="14439" y="36829"/>
                  </a:lnTo>
                  <a:lnTo>
                    <a:pt x="16802" y="33019"/>
                  </a:lnTo>
                  <a:lnTo>
                    <a:pt x="19316" y="30479"/>
                  </a:lnTo>
                  <a:lnTo>
                    <a:pt x="21971" y="26669"/>
                  </a:lnTo>
                  <a:lnTo>
                    <a:pt x="24777" y="24129"/>
                  </a:lnTo>
                  <a:lnTo>
                    <a:pt x="55549" y="5079"/>
                  </a:lnTo>
                  <a:lnTo>
                    <a:pt x="59474" y="2539"/>
                  </a:lnTo>
                  <a:lnTo>
                    <a:pt x="63500" y="2539"/>
                  </a:lnTo>
                  <a:lnTo>
                    <a:pt x="71767" y="0"/>
                  </a:lnTo>
                  <a:lnTo>
                    <a:pt x="850366" y="0"/>
                  </a:lnTo>
                  <a:lnTo>
                    <a:pt x="862634" y="3809"/>
                  </a:lnTo>
                  <a:lnTo>
                    <a:pt x="866267" y="5079"/>
                  </a:lnTo>
                  <a:lnTo>
                    <a:pt x="870407" y="6349"/>
                  </a:lnTo>
                  <a:lnTo>
                    <a:pt x="874153" y="7619"/>
                  </a:lnTo>
                  <a:lnTo>
                    <a:pt x="877798" y="10159"/>
                  </a:lnTo>
                  <a:lnTo>
                    <a:pt x="881329" y="11429"/>
                  </a:lnTo>
                  <a:lnTo>
                    <a:pt x="883043" y="12699"/>
                  </a:lnTo>
                  <a:lnTo>
                    <a:pt x="73685" y="12699"/>
                  </a:lnTo>
                  <a:lnTo>
                    <a:pt x="69824" y="13969"/>
                  </a:lnTo>
                  <a:lnTo>
                    <a:pt x="66662" y="13969"/>
                  </a:lnTo>
                  <a:lnTo>
                    <a:pt x="62953" y="15239"/>
                  </a:lnTo>
                  <a:lnTo>
                    <a:pt x="63246" y="15239"/>
                  </a:lnTo>
                  <a:lnTo>
                    <a:pt x="59613" y="16509"/>
                  </a:lnTo>
                  <a:lnTo>
                    <a:pt x="59905" y="16509"/>
                  </a:lnTo>
                  <a:lnTo>
                    <a:pt x="56362" y="17779"/>
                  </a:lnTo>
                  <a:lnTo>
                    <a:pt x="56642" y="17779"/>
                  </a:lnTo>
                  <a:lnTo>
                    <a:pt x="53174" y="19049"/>
                  </a:lnTo>
                  <a:lnTo>
                    <a:pt x="53454" y="19049"/>
                  </a:lnTo>
                  <a:lnTo>
                    <a:pt x="50088" y="20319"/>
                  </a:lnTo>
                  <a:lnTo>
                    <a:pt x="50355" y="20319"/>
                  </a:lnTo>
                  <a:lnTo>
                    <a:pt x="47078" y="22859"/>
                  </a:lnTo>
                  <a:lnTo>
                    <a:pt x="47345" y="22859"/>
                  </a:lnTo>
                  <a:lnTo>
                    <a:pt x="44170" y="24129"/>
                  </a:lnTo>
                  <a:lnTo>
                    <a:pt x="44424" y="24129"/>
                  </a:lnTo>
                  <a:lnTo>
                    <a:pt x="41351" y="26669"/>
                  </a:lnTo>
                  <a:lnTo>
                    <a:pt x="41592" y="26669"/>
                  </a:lnTo>
                  <a:lnTo>
                    <a:pt x="38646" y="27939"/>
                  </a:lnTo>
                  <a:lnTo>
                    <a:pt x="38874" y="27939"/>
                  </a:lnTo>
                  <a:lnTo>
                    <a:pt x="36029" y="30479"/>
                  </a:lnTo>
                  <a:lnTo>
                    <a:pt x="36258" y="30479"/>
                  </a:lnTo>
                  <a:lnTo>
                    <a:pt x="33540" y="33019"/>
                  </a:lnTo>
                  <a:lnTo>
                    <a:pt x="33756" y="33019"/>
                  </a:lnTo>
                  <a:lnTo>
                    <a:pt x="31165" y="35559"/>
                  </a:lnTo>
                  <a:lnTo>
                    <a:pt x="31369" y="35559"/>
                  </a:lnTo>
                  <a:lnTo>
                    <a:pt x="28917" y="38099"/>
                  </a:lnTo>
                  <a:lnTo>
                    <a:pt x="29108" y="38099"/>
                  </a:lnTo>
                  <a:lnTo>
                    <a:pt x="26784" y="40639"/>
                  </a:lnTo>
                  <a:lnTo>
                    <a:pt x="26962" y="40639"/>
                  </a:lnTo>
                  <a:lnTo>
                    <a:pt x="25505" y="43179"/>
                  </a:lnTo>
                  <a:lnTo>
                    <a:pt x="24955" y="43179"/>
                  </a:lnTo>
                  <a:lnTo>
                    <a:pt x="22923" y="46989"/>
                  </a:lnTo>
                  <a:lnTo>
                    <a:pt x="23075" y="46989"/>
                  </a:lnTo>
                  <a:lnTo>
                    <a:pt x="21196" y="49529"/>
                  </a:lnTo>
                  <a:lnTo>
                    <a:pt x="21336" y="49529"/>
                  </a:lnTo>
                  <a:lnTo>
                    <a:pt x="20184" y="52069"/>
                  </a:lnTo>
                  <a:lnTo>
                    <a:pt x="19748" y="52069"/>
                  </a:lnTo>
                  <a:lnTo>
                    <a:pt x="18186" y="55879"/>
                  </a:lnTo>
                  <a:lnTo>
                    <a:pt x="16903" y="59689"/>
                  </a:lnTo>
                  <a:lnTo>
                    <a:pt x="15786" y="62229"/>
                  </a:lnTo>
                  <a:lnTo>
                    <a:pt x="14820" y="66039"/>
                  </a:lnTo>
                  <a:lnTo>
                    <a:pt x="14020" y="69849"/>
                  </a:lnTo>
                  <a:lnTo>
                    <a:pt x="13627" y="72389"/>
                  </a:lnTo>
                  <a:lnTo>
                    <a:pt x="13449" y="72389"/>
                  </a:lnTo>
                  <a:lnTo>
                    <a:pt x="12954" y="76199"/>
                  </a:lnTo>
                  <a:lnTo>
                    <a:pt x="12687" y="80009"/>
                  </a:lnTo>
                  <a:lnTo>
                    <a:pt x="12784" y="401319"/>
                  </a:lnTo>
                  <a:lnTo>
                    <a:pt x="12979" y="403859"/>
                  </a:lnTo>
                  <a:lnTo>
                    <a:pt x="13449" y="407669"/>
                  </a:lnTo>
                  <a:lnTo>
                    <a:pt x="14084" y="411479"/>
                  </a:lnTo>
                  <a:lnTo>
                    <a:pt x="14897" y="415289"/>
                  </a:lnTo>
                  <a:lnTo>
                    <a:pt x="15875" y="417829"/>
                  </a:lnTo>
                  <a:lnTo>
                    <a:pt x="17005" y="421639"/>
                  </a:lnTo>
                  <a:lnTo>
                    <a:pt x="18300" y="425449"/>
                  </a:lnTo>
                  <a:lnTo>
                    <a:pt x="18707" y="425449"/>
                  </a:lnTo>
                  <a:lnTo>
                    <a:pt x="19748" y="427989"/>
                  </a:lnTo>
                  <a:lnTo>
                    <a:pt x="19608" y="427989"/>
                  </a:lnTo>
                  <a:lnTo>
                    <a:pt x="21336" y="431799"/>
                  </a:lnTo>
                  <a:lnTo>
                    <a:pt x="21822" y="431799"/>
                  </a:lnTo>
                  <a:lnTo>
                    <a:pt x="23075" y="434339"/>
                  </a:lnTo>
                  <a:lnTo>
                    <a:pt x="22923" y="434339"/>
                  </a:lnTo>
                  <a:lnTo>
                    <a:pt x="24955" y="436879"/>
                  </a:lnTo>
                  <a:lnTo>
                    <a:pt x="24777" y="436879"/>
                  </a:lnTo>
                  <a:lnTo>
                    <a:pt x="26962" y="439419"/>
                  </a:lnTo>
                  <a:lnTo>
                    <a:pt x="26784" y="439419"/>
                  </a:lnTo>
                  <a:lnTo>
                    <a:pt x="29108" y="443229"/>
                  </a:lnTo>
                  <a:lnTo>
                    <a:pt x="29734" y="443229"/>
                  </a:lnTo>
                  <a:lnTo>
                    <a:pt x="31369" y="445769"/>
                  </a:lnTo>
                  <a:lnTo>
                    <a:pt x="32029" y="445769"/>
                  </a:lnTo>
                  <a:lnTo>
                    <a:pt x="33756" y="448309"/>
                  </a:lnTo>
                  <a:lnTo>
                    <a:pt x="34899" y="448309"/>
                  </a:lnTo>
                  <a:lnTo>
                    <a:pt x="36258" y="449579"/>
                  </a:lnTo>
                  <a:lnTo>
                    <a:pt x="36029" y="449579"/>
                  </a:lnTo>
                  <a:lnTo>
                    <a:pt x="38874" y="452119"/>
                  </a:lnTo>
                  <a:lnTo>
                    <a:pt x="38646" y="452119"/>
                  </a:lnTo>
                  <a:lnTo>
                    <a:pt x="41592" y="454659"/>
                  </a:lnTo>
                  <a:lnTo>
                    <a:pt x="41351" y="454659"/>
                  </a:lnTo>
                  <a:lnTo>
                    <a:pt x="44424" y="455929"/>
                  </a:lnTo>
                  <a:lnTo>
                    <a:pt x="44170" y="455929"/>
                  </a:lnTo>
                  <a:lnTo>
                    <a:pt x="47345" y="458469"/>
                  </a:lnTo>
                  <a:lnTo>
                    <a:pt x="47078" y="458469"/>
                  </a:lnTo>
                  <a:lnTo>
                    <a:pt x="50355" y="459739"/>
                  </a:lnTo>
                  <a:lnTo>
                    <a:pt x="50088" y="459739"/>
                  </a:lnTo>
                  <a:lnTo>
                    <a:pt x="53454" y="462279"/>
                  </a:lnTo>
                  <a:lnTo>
                    <a:pt x="54908" y="462279"/>
                  </a:lnTo>
                  <a:lnTo>
                    <a:pt x="56642" y="463549"/>
                  </a:lnTo>
                  <a:lnTo>
                    <a:pt x="56362" y="463549"/>
                  </a:lnTo>
                  <a:lnTo>
                    <a:pt x="59905" y="464819"/>
                  </a:lnTo>
                  <a:lnTo>
                    <a:pt x="59613" y="464819"/>
                  </a:lnTo>
                  <a:lnTo>
                    <a:pt x="63246" y="466089"/>
                  </a:lnTo>
                  <a:lnTo>
                    <a:pt x="66357" y="466089"/>
                  </a:lnTo>
                  <a:lnTo>
                    <a:pt x="70142" y="467359"/>
                  </a:lnTo>
                  <a:lnTo>
                    <a:pt x="73367" y="467359"/>
                  </a:lnTo>
                  <a:lnTo>
                    <a:pt x="77279" y="468629"/>
                  </a:lnTo>
                  <a:lnTo>
                    <a:pt x="882783" y="468629"/>
                  </a:lnTo>
                  <a:lnTo>
                    <a:pt x="881062" y="469899"/>
                  </a:lnTo>
                  <a:lnTo>
                    <a:pt x="877519" y="471169"/>
                  </a:lnTo>
                  <a:lnTo>
                    <a:pt x="874153" y="472439"/>
                  </a:lnTo>
                  <a:lnTo>
                    <a:pt x="870407" y="474979"/>
                  </a:lnTo>
                  <a:lnTo>
                    <a:pt x="866267" y="476249"/>
                  </a:lnTo>
                  <a:lnTo>
                    <a:pt x="854214" y="480059"/>
                  </a:lnTo>
                  <a:close/>
                </a:path>
                <a:path w="922020" h="481330">
                  <a:moveTo>
                    <a:pt x="897026" y="44449"/>
                  </a:moveTo>
                  <a:lnTo>
                    <a:pt x="894854" y="40639"/>
                  </a:lnTo>
                  <a:lnTo>
                    <a:pt x="895032" y="40639"/>
                  </a:lnTo>
                  <a:lnTo>
                    <a:pt x="892708" y="38099"/>
                  </a:lnTo>
                  <a:lnTo>
                    <a:pt x="892898" y="38099"/>
                  </a:lnTo>
                  <a:lnTo>
                    <a:pt x="890447" y="35559"/>
                  </a:lnTo>
                  <a:lnTo>
                    <a:pt x="890651" y="35559"/>
                  </a:lnTo>
                  <a:lnTo>
                    <a:pt x="888060" y="33019"/>
                  </a:lnTo>
                  <a:lnTo>
                    <a:pt x="888276" y="33019"/>
                  </a:lnTo>
                  <a:lnTo>
                    <a:pt x="885558" y="30479"/>
                  </a:lnTo>
                  <a:lnTo>
                    <a:pt x="885774" y="30479"/>
                  </a:lnTo>
                  <a:lnTo>
                    <a:pt x="882942" y="27939"/>
                  </a:lnTo>
                  <a:lnTo>
                    <a:pt x="883170" y="27939"/>
                  </a:lnTo>
                  <a:lnTo>
                    <a:pt x="880224" y="26669"/>
                  </a:lnTo>
                  <a:lnTo>
                    <a:pt x="880465" y="26669"/>
                  </a:lnTo>
                  <a:lnTo>
                    <a:pt x="877392" y="24129"/>
                  </a:lnTo>
                  <a:lnTo>
                    <a:pt x="877646" y="24129"/>
                  </a:lnTo>
                  <a:lnTo>
                    <a:pt x="874471" y="22859"/>
                  </a:lnTo>
                  <a:lnTo>
                    <a:pt x="874737" y="22859"/>
                  </a:lnTo>
                  <a:lnTo>
                    <a:pt x="871461" y="20319"/>
                  </a:lnTo>
                  <a:lnTo>
                    <a:pt x="871728" y="20319"/>
                  </a:lnTo>
                  <a:lnTo>
                    <a:pt x="868362" y="19049"/>
                  </a:lnTo>
                  <a:lnTo>
                    <a:pt x="868641" y="19049"/>
                  </a:lnTo>
                  <a:lnTo>
                    <a:pt x="865174" y="17779"/>
                  </a:lnTo>
                  <a:lnTo>
                    <a:pt x="865454" y="17779"/>
                  </a:lnTo>
                  <a:lnTo>
                    <a:pt x="861910" y="16509"/>
                  </a:lnTo>
                  <a:lnTo>
                    <a:pt x="862203" y="16509"/>
                  </a:lnTo>
                  <a:lnTo>
                    <a:pt x="858570" y="15239"/>
                  </a:lnTo>
                  <a:lnTo>
                    <a:pt x="858862" y="15239"/>
                  </a:lnTo>
                  <a:lnTo>
                    <a:pt x="855154" y="13969"/>
                  </a:lnTo>
                  <a:lnTo>
                    <a:pt x="851992" y="13969"/>
                  </a:lnTo>
                  <a:lnTo>
                    <a:pt x="848131" y="12699"/>
                  </a:lnTo>
                  <a:lnTo>
                    <a:pt x="883043" y="12699"/>
                  </a:lnTo>
                  <a:lnTo>
                    <a:pt x="884758" y="13969"/>
                  </a:lnTo>
                  <a:lnTo>
                    <a:pt x="902703" y="30479"/>
                  </a:lnTo>
                  <a:lnTo>
                    <a:pt x="905205" y="33019"/>
                  </a:lnTo>
                  <a:lnTo>
                    <a:pt x="907554" y="36829"/>
                  </a:lnTo>
                  <a:lnTo>
                    <a:pt x="909751" y="40639"/>
                  </a:lnTo>
                  <a:lnTo>
                    <a:pt x="911783" y="43179"/>
                  </a:lnTo>
                  <a:lnTo>
                    <a:pt x="896861" y="43179"/>
                  </a:lnTo>
                  <a:lnTo>
                    <a:pt x="897026" y="44449"/>
                  </a:lnTo>
                  <a:close/>
                </a:path>
                <a:path w="922020" h="481330">
                  <a:moveTo>
                    <a:pt x="24777" y="44449"/>
                  </a:moveTo>
                  <a:lnTo>
                    <a:pt x="24955" y="43179"/>
                  </a:lnTo>
                  <a:lnTo>
                    <a:pt x="25505" y="43179"/>
                  </a:lnTo>
                  <a:lnTo>
                    <a:pt x="24777" y="44449"/>
                  </a:lnTo>
                  <a:close/>
                </a:path>
                <a:path w="922020" h="481330">
                  <a:moveTo>
                    <a:pt x="902208" y="53339"/>
                  </a:moveTo>
                  <a:lnTo>
                    <a:pt x="900468" y="49529"/>
                  </a:lnTo>
                  <a:lnTo>
                    <a:pt x="900620" y="49529"/>
                  </a:lnTo>
                  <a:lnTo>
                    <a:pt x="898740" y="46989"/>
                  </a:lnTo>
                  <a:lnTo>
                    <a:pt x="898893" y="46989"/>
                  </a:lnTo>
                  <a:lnTo>
                    <a:pt x="896861" y="43179"/>
                  </a:lnTo>
                  <a:lnTo>
                    <a:pt x="911783" y="43179"/>
                  </a:lnTo>
                  <a:lnTo>
                    <a:pt x="915212" y="50799"/>
                  </a:lnTo>
                  <a:lnTo>
                    <a:pt x="915754" y="52069"/>
                  </a:lnTo>
                  <a:lnTo>
                    <a:pt x="902068" y="52069"/>
                  </a:lnTo>
                  <a:lnTo>
                    <a:pt x="902208" y="53339"/>
                  </a:lnTo>
                  <a:close/>
                </a:path>
                <a:path w="922020" h="481330">
                  <a:moveTo>
                    <a:pt x="19608" y="53339"/>
                  </a:moveTo>
                  <a:lnTo>
                    <a:pt x="19748" y="52069"/>
                  </a:lnTo>
                  <a:lnTo>
                    <a:pt x="20184" y="52069"/>
                  </a:lnTo>
                  <a:lnTo>
                    <a:pt x="19608" y="53339"/>
                  </a:lnTo>
                  <a:close/>
                </a:path>
                <a:path w="922020" h="481330">
                  <a:moveTo>
                    <a:pt x="908418" y="73659"/>
                  </a:moveTo>
                  <a:lnTo>
                    <a:pt x="907732" y="69849"/>
                  </a:lnTo>
                  <a:lnTo>
                    <a:pt x="906919" y="66039"/>
                  </a:lnTo>
                  <a:lnTo>
                    <a:pt x="905941" y="62229"/>
                  </a:lnTo>
                  <a:lnTo>
                    <a:pt x="904811" y="59689"/>
                  </a:lnTo>
                  <a:lnTo>
                    <a:pt x="903516" y="55879"/>
                  </a:lnTo>
                  <a:lnTo>
                    <a:pt x="902068" y="52069"/>
                  </a:lnTo>
                  <a:lnTo>
                    <a:pt x="915754" y="52069"/>
                  </a:lnTo>
                  <a:lnTo>
                    <a:pt x="916838" y="54609"/>
                  </a:lnTo>
                  <a:lnTo>
                    <a:pt x="918159" y="58419"/>
                  </a:lnTo>
                  <a:lnTo>
                    <a:pt x="919289" y="63499"/>
                  </a:lnTo>
                  <a:lnTo>
                    <a:pt x="920229" y="67309"/>
                  </a:lnTo>
                  <a:lnTo>
                    <a:pt x="920965" y="71119"/>
                  </a:lnTo>
                  <a:lnTo>
                    <a:pt x="921143" y="72389"/>
                  </a:lnTo>
                  <a:lnTo>
                    <a:pt x="908367" y="72389"/>
                  </a:lnTo>
                  <a:lnTo>
                    <a:pt x="908418" y="73659"/>
                  </a:lnTo>
                  <a:close/>
                </a:path>
                <a:path w="922020" h="481330">
                  <a:moveTo>
                    <a:pt x="13398" y="73659"/>
                  </a:moveTo>
                  <a:lnTo>
                    <a:pt x="13449" y="72389"/>
                  </a:lnTo>
                  <a:lnTo>
                    <a:pt x="13627" y="72389"/>
                  </a:lnTo>
                  <a:lnTo>
                    <a:pt x="13398" y="73659"/>
                  </a:lnTo>
                  <a:close/>
                </a:path>
                <a:path w="922020" h="481330">
                  <a:moveTo>
                    <a:pt x="921816" y="401319"/>
                  </a:moveTo>
                  <a:lnTo>
                    <a:pt x="909116" y="401319"/>
                  </a:lnTo>
                  <a:lnTo>
                    <a:pt x="909116" y="80009"/>
                  </a:lnTo>
                  <a:lnTo>
                    <a:pt x="908837" y="76199"/>
                  </a:lnTo>
                  <a:lnTo>
                    <a:pt x="908367" y="72389"/>
                  </a:lnTo>
                  <a:lnTo>
                    <a:pt x="921143" y="72389"/>
                  </a:lnTo>
                  <a:lnTo>
                    <a:pt x="921499" y="74929"/>
                  </a:lnTo>
                  <a:lnTo>
                    <a:pt x="921816" y="80009"/>
                  </a:lnTo>
                  <a:lnTo>
                    <a:pt x="921816" y="401319"/>
                  </a:lnTo>
                  <a:close/>
                </a:path>
                <a:path w="922020" h="481330">
                  <a:moveTo>
                    <a:pt x="12784" y="401319"/>
                  </a:moveTo>
                  <a:lnTo>
                    <a:pt x="12687" y="400049"/>
                  </a:lnTo>
                  <a:lnTo>
                    <a:pt x="12784" y="401319"/>
                  </a:lnTo>
                  <a:close/>
                </a:path>
                <a:path w="922020" h="481330">
                  <a:moveTo>
                    <a:pt x="916845" y="425449"/>
                  </a:moveTo>
                  <a:lnTo>
                    <a:pt x="903516" y="425449"/>
                  </a:lnTo>
                  <a:lnTo>
                    <a:pt x="904913" y="421639"/>
                  </a:lnTo>
                  <a:lnTo>
                    <a:pt x="906030" y="417829"/>
                  </a:lnTo>
                  <a:lnTo>
                    <a:pt x="906995" y="415289"/>
                  </a:lnTo>
                  <a:lnTo>
                    <a:pt x="907796" y="411479"/>
                  </a:lnTo>
                  <a:lnTo>
                    <a:pt x="908418" y="407669"/>
                  </a:lnTo>
                  <a:lnTo>
                    <a:pt x="908862" y="403859"/>
                  </a:lnTo>
                  <a:lnTo>
                    <a:pt x="909129" y="400049"/>
                  </a:lnTo>
                  <a:lnTo>
                    <a:pt x="909116" y="401319"/>
                  </a:lnTo>
                  <a:lnTo>
                    <a:pt x="921816" y="401319"/>
                  </a:lnTo>
                  <a:lnTo>
                    <a:pt x="918070" y="421639"/>
                  </a:lnTo>
                  <a:lnTo>
                    <a:pt x="916845" y="425449"/>
                  </a:lnTo>
                  <a:close/>
                </a:path>
                <a:path w="922020" h="481330">
                  <a:moveTo>
                    <a:pt x="18707" y="425449"/>
                  </a:moveTo>
                  <a:lnTo>
                    <a:pt x="18300" y="425449"/>
                  </a:lnTo>
                  <a:lnTo>
                    <a:pt x="18186" y="424179"/>
                  </a:lnTo>
                  <a:lnTo>
                    <a:pt x="18707" y="425449"/>
                  </a:lnTo>
                  <a:close/>
                </a:path>
                <a:path w="922020" h="481330">
                  <a:moveTo>
                    <a:pt x="914361" y="431799"/>
                  </a:moveTo>
                  <a:lnTo>
                    <a:pt x="900468" y="431799"/>
                  </a:lnTo>
                  <a:lnTo>
                    <a:pt x="902208" y="427989"/>
                  </a:lnTo>
                  <a:lnTo>
                    <a:pt x="902068" y="427989"/>
                  </a:lnTo>
                  <a:lnTo>
                    <a:pt x="903630" y="424179"/>
                  </a:lnTo>
                  <a:lnTo>
                    <a:pt x="903516" y="425449"/>
                  </a:lnTo>
                  <a:lnTo>
                    <a:pt x="916845" y="425449"/>
                  </a:lnTo>
                  <a:lnTo>
                    <a:pt x="915212" y="430529"/>
                  </a:lnTo>
                  <a:lnTo>
                    <a:pt x="914361" y="431799"/>
                  </a:lnTo>
                  <a:close/>
                </a:path>
                <a:path w="922020" h="481330">
                  <a:moveTo>
                    <a:pt x="21822" y="431799"/>
                  </a:moveTo>
                  <a:lnTo>
                    <a:pt x="21336" y="431799"/>
                  </a:lnTo>
                  <a:lnTo>
                    <a:pt x="21196" y="430529"/>
                  </a:lnTo>
                  <a:lnTo>
                    <a:pt x="21822" y="431799"/>
                  </a:lnTo>
                  <a:close/>
                </a:path>
                <a:path w="922020" h="481330">
                  <a:moveTo>
                    <a:pt x="908168" y="443229"/>
                  </a:moveTo>
                  <a:lnTo>
                    <a:pt x="892708" y="443229"/>
                  </a:lnTo>
                  <a:lnTo>
                    <a:pt x="895032" y="439419"/>
                  </a:lnTo>
                  <a:lnTo>
                    <a:pt x="894854" y="439419"/>
                  </a:lnTo>
                  <a:lnTo>
                    <a:pt x="897026" y="436879"/>
                  </a:lnTo>
                  <a:lnTo>
                    <a:pt x="896861" y="436879"/>
                  </a:lnTo>
                  <a:lnTo>
                    <a:pt x="898893" y="434339"/>
                  </a:lnTo>
                  <a:lnTo>
                    <a:pt x="898740" y="434339"/>
                  </a:lnTo>
                  <a:lnTo>
                    <a:pt x="900620" y="430529"/>
                  </a:lnTo>
                  <a:lnTo>
                    <a:pt x="900468" y="431799"/>
                  </a:lnTo>
                  <a:lnTo>
                    <a:pt x="914361" y="431799"/>
                  </a:lnTo>
                  <a:lnTo>
                    <a:pt x="913511" y="433069"/>
                  </a:lnTo>
                  <a:lnTo>
                    <a:pt x="909751" y="440689"/>
                  </a:lnTo>
                  <a:lnTo>
                    <a:pt x="908168" y="443229"/>
                  </a:lnTo>
                  <a:close/>
                </a:path>
                <a:path w="922020" h="481330">
                  <a:moveTo>
                    <a:pt x="29734" y="443229"/>
                  </a:moveTo>
                  <a:lnTo>
                    <a:pt x="29108" y="443229"/>
                  </a:lnTo>
                  <a:lnTo>
                    <a:pt x="28917" y="441959"/>
                  </a:lnTo>
                  <a:lnTo>
                    <a:pt x="29734" y="443229"/>
                  </a:lnTo>
                  <a:close/>
                </a:path>
                <a:path w="922020" h="481330">
                  <a:moveTo>
                    <a:pt x="906291" y="445769"/>
                  </a:moveTo>
                  <a:lnTo>
                    <a:pt x="890447" y="445769"/>
                  </a:lnTo>
                  <a:lnTo>
                    <a:pt x="892898" y="441959"/>
                  </a:lnTo>
                  <a:lnTo>
                    <a:pt x="892708" y="443229"/>
                  </a:lnTo>
                  <a:lnTo>
                    <a:pt x="908168" y="443229"/>
                  </a:lnTo>
                  <a:lnTo>
                    <a:pt x="907376" y="444499"/>
                  </a:lnTo>
                  <a:lnTo>
                    <a:pt x="906291" y="445769"/>
                  </a:lnTo>
                  <a:close/>
                </a:path>
                <a:path w="922020" h="481330">
                  <a:moveTo>
                    <a:pt x="32029" y="445769"/>
                  </a:moveTo>
                  <a:lnTo>
                    <a:pt x="31369" y="445769"/>
                  </a:lnTo>
                  <a:lnTo>
                    <a:pt x="31165" y="444499"/>
                  </a:lnTo>
                  <a:lnTo>
                    <a:pt x="32029" y="445769"/>
                  </a:lnTo>
                  <a:close/>
                </a:path>
                <a:path w="922020" h="481330">
                  <a:moveTo>
                    <a:pt x="904371" y="448309"/>
                  </a:moveTo>
                  <a:lnTo>
                    <a:pt x="888060" y="448309"/>
                  </a:lnTo>
                  <a:lnTo>
                    <a:pt x="890651" y="444499"/>
                  </a:lnTo>
                  <a:lnTo>
                    <a:pt x="890447" y="445769"/>
                  </a:lnTo>
                  <a:lnTo>
                    <a:pt x="906291" y="445769"/>
                  </a:lnTo>
                  <a:lnTo>
                    <a:pt x="905205" y="447039"/>
                  </a:lnTo>
                  <a:lnTo>
                    <a:pt x="904371" y="448309"/>
                  </a:lnTo>
                  <a:close/>
                </a:path>
                <a:path w="922020" h="481330">
                  <a:moveTo>
                    <a:pt x="34899" y="448309"/>
                  </a:moveTo>
                  <a:lnTo>
                    <a:pt x="33756" y="448309"/>
                  </a:lnTo>
                  <a:lnTo>
                    <a:pt x="33540" y="447039"/>
                  </a:lnTo>
                  <a:lnTo>
                    <a:pt x="34899" y="448309"/>
                  </a:lnTo>
                  <a:close/>
                </a:path>
                <a:path w="922020" h="481330">
                  <a:moveTo>
                    <a:pt x="891260" y="462279"/>
                  </a:moveTo>
                  <a:lnTo>
                    <a:pt x="868362" y="462279"/>
                  </a:lnTo>
                  <a:lnTo>
                    <a:pt x="871728" y="459739"/>
                  </a:lnTo>
                  <a:lnTo>
                    <a:pt x="871461" y="459739"/>
                  </a:lnTo>
                  <a:lnTo>
                    <a:pt x="874737" y="458469"/>
                  </a:lnTo>
                  <a:lnTo>
                    <a:pt x="874471" y="458469"/>
                  </a:lnTo>
                  <a:lnTo>
                    <a:pt x="877646" y="455929"/>
                  </a:lnTo>
                  <a:lnTo>
                    <a:pt x="877392" y="455929"/>
                  </a:lnTo>
                  <a:lnTo>
                    <a:pt x="880465" y="454659"/>
                  </a:lnTo>
                  <a:lnTo>
                    <a:pt x="880224" y="454659"/>
                  </a:lnTo>
                  <a:lnTo>
                    <a:pt x="883170" y="452119"/>
                  </a:lnTo>
                  <a:lnTo>
                    <a:pt x="882942" y="452119"/>
                  </a:lnTo>
                  <a:lnTo>
                    <a:pt x="885774" y="449579"/>
                  </a:lnTo>
                  <a:lnTo>
                    <a:pt x="885558" y="449579"/>
                  </a:lnTo>
                  <a:lnTo>
                    <a:pt x="888276" y="447039"/>
                  </a:lnTo>
                  <a:lnTo>
                    <a:pt x="888060" y="448309"/>
                  </a:lnTo>
                  <a:lnTo>
                    <a:pt x="904371" y="448309"/>
                  </a:lnTo>
                  <a:lnTo>
                    <a:pt x="902703" y="450849"/>
                  </a:lnTo>
                  <a:lnTo>
                    <a:pt x="899845" y="453389"/>
                  </a:lnTo>
                  <a:lnTo>
                    <a:pt x="897039" y="457199"/>
                  </a:lnTo>
                  <a:lnTo>
                    <a:pt x="894092" y="459739"/>
                  </a:lnTo>
                  <a:lnTo>
                    <a:pt x="891260" y="462279"/>
                  </a:lnTo>
                  <a:close/>
                </a:path>
                <a:path w="922020" h="481330">
                  <a:moveTo>
                    <a:pt x="54908" y="462279"/>
                  </a:moveTo>
                  <a:lnTo>
                    <a:pt x="53454" y="462279"/>
                  </a:lnTo>
                  <a:lnTo>
                    <a:pt x="53174" y="461009"/>
                  </a:lnTo>
                  <a:lnTo>
                    <a:pt x="54908" y="462279"/>
                  </a:lnTo>
                  <a:close/>
                </a:path>
                <a:path w="922020" h="481330">
                  <a:moveTo>
                    <a:pt x="882783" y="468629"/>
                  </a:moveTo>
                  <a:lnTo>
                    <a:pt x="844537" y="468629"/>
                  </a:lnTo>
                  <a:lnTo>
                    <a:pt x="848448" y="467359"/>
                  </a:lnTo>
                  <a:lnTo>
                    <a:pt x="851674" y="467359"/>
                  </a:lnTo>
                  <a:lnTo>
                    <a:pt x="855459" y="466089"/>
                  </a:lnTo>
                  <a:lnTo>
                    <a:pt x="858570" y="466089"/>
                  </a:lnTo>
                  <a:lnTo>
                    <a:pt x="862203" y="464819"/>
                  </a:lnTo>
                  <a:lnTo>
                    <a:pt x="861910" y="464819"/>
                  </a:lnTo>
                  <a:lnTo>
                    <a:pt x="865454" y="463549"/>
                  </a:lnTo>
                  <a:lnTo>
                    <a:pt x="865174" y="463549"/>
                  </a:lnTo>
                  <a:lnTo>
                    <a:pt x="868641" y="461009"/>
                  </a:lnTo>
                  <a:lnTo>
                    <a:pt x="868362" y="462279"/>
                  </a:lnTo>
                  <a:lnTo>
                    <a:pt x="891260" y="462279"/>
                  </a:lnTo>
                  <a:lnTo>
                    <a:pt x="888072" y="464819"/>
                  </a:lnTo>
                  <a:lnTo>
                    <a:pt x="884504" y="467359"/>
                  </a:lnTo>
                  <a:lnTo>
                    <a:pt x="882783" y="468629"/>
                  </a:lnTo>
                  <a:close/>
                </a:path>
                <a:path w="922020" h="481330">
                  <a:moveTo>
                    <a:pt x="845820" y="481329"/>
                  </a:moveTo>
                  <a:lnTo>
                    <a:pt x="75679" y="481329"/>
                  </a:lnTo>
                  <a:lnTo>
                    <a:pt x="71450" y="480059"/>
                  </a:lnTo>
                  <a:lnTo>
                    <a:pt x="850049" y="480059"/>
                  </a:lnTo>
                  <a:lnTo>
                    <a:pt x="845820" y="48132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84745" y="113289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说明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8177" y="985176"/>
            <a:ext cx="8127365" cy="40722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795655" indent="-744855">
              <a:lnSpc>
                <a:spcPct val="100000"/>
              </a:lnSpc>
              <a:spcBef>
                <a:spcPts val="805"/>
              </a:spcBef>
              <a:buClr>
                <a:srgbClr val="003366"/>
              </a:buClr>
              <a:buSzPct val="96000"/>
              <a:buFont typeface="Wingdings" panose="05000000000000000000"/>
              <a:buChar char=""/>
              <a:tabLst>
                <a:tab pos="795655" algn="l"/>
              </a:tabLst>
            </a:pP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当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向端口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输出数据以后，在</a:t>
            </a:r>
            <a:r>
              <a:rPr sz="2400"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WR*</a:t>
            </a:r>
            <a:r>
              <a:rPr sz="2400" spc="65" dirty="0">
                <a:solidFill>
                  <a:srgbClr val="0000CC"/>
                </a:solidFill>
                <a:latin typeface="Noto Serif CJK JP"/>
                <a:cs typeface="Noto Serif CJK JP"/>
              </a:rPr>
              <a:t>的上升沿使</a:t>
            </a:r>
            <a:r>
              <a:rPr sz="2400" spc="-63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OBF</a:t>
            </a:r>
            <a:r>
              <a:rPr sz="2325" spc="-952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63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*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316865">
              <a:lnSpc>
                <a:spcPct val="100000"/>
              </a:lnSpc>
              <a:spcBef>
                <a:spcPts val="705"/>
              </a:spcBef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变为低电平。</a:t>
            </a:r>
            <a:endParaRPr sz="2400" dirty="0">
              <a:latin typeface="Noto Serif CJK JP"/>
              <a:cs typeface="Noto Serif CJK JP"/>
            </a:endParaRPr>
          </a:p>
          <a:p>
            <a:pPr marL="107950" lvl="1" indent="744855">
              <a:lnSpc>
                <a:spcPct val="100000"/>
              </a:lnSpc>
              <a:spcBef>
                <a:spcPts val="1935"/>
              </a:spcBef>
              <a:buSzPct val="96000"/>
              <a:buFont typeface="Wingdings" panose="05000000000000000000"/>
              <a:buChar char=""/>
              <a:tabLst>
                <a:tab pos="852805" algn="l"/>
              </a:tabLst>
            </a:pPr>
            <a:r>
              <a:rPr sz="2400" spc="170" dirty="0">
                <a:solidFill>
                  <a:srgbClr val="0000CC"/>
                </a:solidFill>
                <a:latin typeface="Noto Serif CJK JP"/>
                <a:cs typeface="Noto Serif CJK JP"/>
              </a:rPr>
              <a:t>当外设接收到数据以后， 发出一个负脉冲</a:t>
            </a:r>
            <a:r>
              <a:rPr sz="2400" spc="17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ACK</a:t>
            </a:r>
            <a:r>
              <a:rPr sz="2325" spc="254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292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*</a:t>
            </a:r>
            <a:r>
              <a:rPr sz="2400" spc="-43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765" dirty="0">
                <a:solidFill>
                  <a:srgbClr val="0000CC"/>
                </a:solidFill>
                <a:latin typeface="Noto Serif CJK JP"/>
                <a:cs typeface="Noto Serif CJK JP"/>
              </a:rPr>
              <a:t>送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给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，使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OBF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*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变为高电平。</a:t>
            </a:r>
            <a:endParaRPr sz="2400" dirty="0">
              <a:latin typeface="Noto Serif CJK JP"/>
              <a:cs typeface="Noto Serif CJK JP"/>
            </a:endParaRPr>
          </a:p>
          <a:p>
            <a:pPr marL="412115" marR="43180" lvl="1" indent="-304800" algn="just">
              <a:lnSpc>
                <a:spcPct val="125000"/>
              </a:lnSpc>
              <a:spcBef>
                <a:spcPts val="1200"/>
              </a:spcBef>
              <a:buSzPct val="96000"/>
              <a:buFont typeface="Wingdings" panose="05000000000000000000"/>
              <a:buChar char=""/>
              <a:tabLst>
                <a:tab pos="412115" algn="l"/>
                <a:tab pos="885190" algn="l"/>
              </a:tabLst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ACK</a:t>
            </a:r>
            <a:r>
              <a:rPr sz="232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*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和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OBF</a:t>
            </a:r>
            <a:r>
              <a:rPr sz="232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*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都变为高电平以后，如果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232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400" dirty="0">
                <a:solidFill>
                  <a:srgbClr val="0000CC"/>
                </a:solidFill>
                <a:latin typeface="Noto Serif CJK JP"/>
                <a:cs typeface="Noto Serif CJK JP"/>
              </a:rPr>
              <a:t>允许，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则 </a:t>
            </a:r>
            <a:r>
              <a:rPr sz="2400" spc="9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105" dirty="0">
                <a:solidFill>
                  <a:srgbClr val="0000CC"/>
                </a:solidFill>
                <a:latin typeface="Noto Serif CJK JP"/>
                <a:cs typeface="Noto Serif CJK JP"/>
              </a:rPr>
              <a:t>发出中断请求信号，以便使</a:t>
            </a:r>
            <a:r>
              <a:rPr sz="2400" spc="9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95" dirty="0">
                <a:solidFill>
                  <a:srgbClr val="0000CC"/>
                </a:solidFill>
                <a:latin typeface="Noto Serif CJK JP"/>
                <a:cs typeface="Noto Serif CJK JP"/>
              </a:rPr>
              <a:t>再次输出数</a:t>
            </a:r>
            <a:r>
              <a:rPr sz="2400" spc="45" dirty="0">
                <a:solidFill>
                  <a:srgbClr val="0000CC"/>
                </a:solidFill>
                <a:latin typeface="Noto Serif CJK JP"/>
                <a:cs typeface="Noto Serif CJK JP"/>
              </a:rPr>
              <a:t>据。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WR*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的下降沿使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恢复低电平。</a:t>
            </a:r>
            <a:endParaRPr sz="2400" dirty="0">
              <a:latin typeface="Noto Serif CJK JP"/>
              <a:cs typeface="Noto Serif CJK JP"/>
            </a:endParaRPr>
          </a:p>
          <a:p>
            <a:pPr marL="885825" lvl="1" indent="-777875">
              <a:lnSpc>
                <a:spcPct val="100000"/>
              </a:lnSpc>
              <a:spcBef>
                <a:spcPts val="1920"/>
              </a:spcBef>
              <a:buSzPct val="96000"/>
              <a:buFont typeface="Wingdings" panose="05000000000000000000"/>
              <a:buChar char=""/>
              <a:tabLst>
                <a:tab pos="88582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可以通过对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的置位和复位来设置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 dirty="0"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1698" y="150075"/>
            <a:ext cx="42906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latin typeface="Arial" panose="020B0604020202020204"/>
                <a:cs typeface="Arial" panose="020B0604020202020204"/>
              </a:rPr>
              <a:t>(2)8255</a:t>
            </a:r>
            <a:r>
              <a:rPr spc="-30" dirty="0"/>
              <a:t>方式</a:t>
            </a:r>
            <a:r>
              <a:rPr spc="-25" dirty="0">
                <a:latin typeface="Arial" panose="020B0604020202020204"/>
                <a:cs typeface="Arial" panose="020B0604020202020204"/>
              </a:rPr>
              <a:t>1</a:t>
            </a:r>
            <a:r>
              <a:rPr spc="-35" dirty="0"/>
              <a:t>输出时序说明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9330" y="5454777"/>
            <a:ext cx="542925" cy="6000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4992" y="266115"/>
            <a:ext cx="301624" cy="3143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7037" y="168325"/>
            <a:ext cx="33826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4345" algn="l"/>
              </a:tabLst>
            </a:pP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(3)A</a:t>
            </a:r>
            <a:r>
              <a:rPr spc="-30" dirty="0">
                <a:solidFill>
                  <a:srgbClr val="0000CC"/>
                </a:solidFill>
              </a:rPr>
              <a:t>口方式</a:t>
            </a:r>
            <a:r>
              <a:rPr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pc="-30" dirty="0">
                <a:solidFill>
                  <a:srgbClr val="0000CC"/>
                </a:solidFill>
              </a:rPr>
              <a:t>输</a:t>
            </a:r>
            <a:r>
              <a:rPr spc="-50" dirty="0">
                <a:solidFill>
                  <a:srgbClr val="0000CC"/>
                </a:solidFill>
              </a:rPr>
              <a:t>入</a:t>
            </a:r>
            <a:r>
              <a:rPr dirty="0">
                <a:solidFill>
                  <a:srgbClr val="0000CC"/>
                </a:solidFill>
              </a:rPr>
              <a:t>	</a:t>
            </a:r>
            <a:r>
              <a:rPr spc="-50" dirty="0">
                <a:solidFill>
                  <a:srgbClr val="0000CC"/>
                </a:solidFill>
              </a:rPr>
              <a:t>解</a:t>
            </a:r>
          </a:p>
        </p:txBody>
      </p:sp>
      <p:sp>
        <p:nvSpPr>
          <p:cNvPr id="4" name="object 4"/>
          <p:cNvSpPr/>
          <p:nvPr/>
        </p:nvSpPr>
        <p:spPr>
          <a:xfrm>
            <a:off x="4585208" y="1888477"/>
            <a:ext cx="4032885" cy="906780"/>
          </a:xfrm>
          <a:custGeom>
            <a:avLst/>
            <a:gdLst/>
            <a:ahLst/>
            <a:cxnLst/>
            <a:rect l="l" t="t" r="r" b="b"/>
            <a:pathLst>
              <a:path w="4032884" h="906780">
                <a:moveTo>
                  <a:pt x="346773" y="519885"/>
                </a:moveTo>
                <a:lnTo>
                  <a:pt x="346773" y="160019"/>
                </a:lnTo>
                <a:lnTo>
                  <a:pt x="346976" y="152400"/>
                </a:lnTo>
                <a:lnTo>
                  <a:pt x="353987" y="111760"/>
                </a:lnTo>
                <a:lnTo>
                  <a:pt x="356514" y="105410"/>
                </a:lnTo>
                <a:lnTo>
                  <a:pt x="359397" y="97789"/>
                </a:lnTo>
                <a:lnTo>
                  <a:pt x="362623" y="90169"/>
                </a:lnTo>
                <a:lnTo>
                  <a:pt x="366166" y="83819"/>
                </a:lnTo>
                <a:lnTo>
                  <a:pt x="370039" y="76200"/>
                </a:lnTo>
                <a:lnTo>
                  <a:pt x="374218" y="69850"/>
                </a:lnTo>
                <a:lnTo>
                  <a:pt x="378701" y="63500"/>
                </a:lnTo>
                <a:lnTo>
                  <a:pt x="383463" y="58419"/>
                </a:lnTo>
                <a:lnTo>
                  <a:pt x="388518" y="52069"/>
                </a:lnTo>
                <a:lnTo>
                  <a:pt x="393839" y="46989"/>
                </a:lnTo>
                <a:lnTo>
                  <a:pt x="399414" y="40639"/>
                </a:lnTo>
                <a:lnTo>
                  <a:pt x="405244" y="35560"/>
                </a:lnTo>
                <a:lnTo>
                  <a:pt x="411314" y="31750"/>
                </a:lnTo>
                <a:lnTo>
                  <a:pt x="417614" y="26669"/>
                </a:lnTo>
                <a:lnTo>
                  <a:pt x="424129" y="22860"/>
                </a:lnTo>
                <a:lnTo>
                  <a:pt x="467321" y="3810"/>
                </a:lnTo>
                <a:lnTo>
                  <a:pt x="491058" y="0"/>
                </a:lnTo>
                <a:lnTo>
                  <a:pt x="3888295" y="0"/>
                </a:lnTo>
                <a:lnTo>
                  <a:pt x="3927132" y="8889"/>
                </a:lnTo>
                <a:lnTo>
                  <a:pt x="3961739" y="26669"/>
                </a:lnTo>
                <a:lnTo>
                  <a:pt x="3963314" y="27939"/>
                </a:lnTo>
                <a:lnTo>
                  <a:pt x="494309" y="27939"/>
                </a:lnTo>
                <a:lnTo>
                  <a:pt x="486981" y="29210"/>
                </a:lnTo>
                <a:lnTo>
                  <a:pt x="487692" y="29210"/>
                </a:lnTo>
                <a:lnTo>
                  <a:pt x="480479" y="30480"/>
                </a:lnTo>
                <a:lnTo>
                  <a:pt x="481177" y="30480"/>
                </a:lnTo>
                <a:lnTo>
                  <a:pt x="474090" y="31750"/>
                </a:lnTo>
                <a:lnTo>
                  <a:pt x="474789" y="31750"/>
                </a:lnTo>
                <a:lnTo>
                  <a:pt x="467829" y="34289"/>
                </a:lnTo>
                <a:lnTo>
                  <a:pt x="468515" y="34289"/>
                </a:lnTo>
                <a:lnTo>
                  <a:pt x="461708" y="35560"/>
                </a:lnTo>
                <a:lnTo>
                  <a:pt x="462368" y="35560"/>
                </a:lnTo>
                <a:lnTo>
                  <a:pt x="455726" y="38100"/>
                </a:lnTo>
                <a:lnTo>
                  <a:pt x="456361" y="38100"/>
                </a:lnTo>
                <a:lnTo>
                  <a:pt x="449884" y="40639"/>
                </a:lnTo>
                <a:lnTo>
                  <a:pt x="450507" y="40639"/>
                </a:lnTo>
                <a:lnTo>
                  <a:pt x="446299" y="43180"/>
                </a:lnTo>
                <a:lnTo>
                  <a:pt x="444804" y="43180"/>
                </a:lnTo>
                <a:lnTo>
                  <a:pt x="438670" y="46989"/>
                </a:lnTo>
                <a:lnTo>
                  <a:pt x="439267" y="46989"/>
                </a:lnTo>
                <a:lnTo>
                  <a:pt x="433324" y="50800"/>
                </a:lnTo>
                <a:lnTo>
                  <a:pt x="433895" y="50800"/>
                </a:lnTo>
                <a:lnTo>
                  <a:pt x="430068" y="53339"/>
                </a:lnTo>
                <a:lnTo>
                  <a:pt x="428701" y="53339"/>
                </a:lnTo>
                <a:lnTo>
                  <a:pt x="423163" y="58419"/>
                </a:lnTo>
                <a:lnTo>
                  <a:pt x="423697" y="58419"/>
                </a:lnTo>
                <a:lnTo>
                  <a:pt x="418376" y="62230"/>
                </a:lnTo>
                <a:lnTo>
                  <a:pt x="418884" y="62230"/>
                </a:lnTo>
                <a:lnTo>
                  <a:pt x="415074" y="66039"/>
                </a:lnTo>
                <a:lnTo>
                  <a:pt x="414286" y="66039"/>
                </a:lnTo>
                <a:lnTo>
                  <a:pt x="409435" y="71119"/>
                </a:lnTo>
                <a:lnTo>
                  <a:pt x="409892" y="71119"/>
                </a:lnTo>
                <a:lnTo>
                  <a:pt x="405295" y="76200"/>
                </a:lnTo>
                <a:lnTo>
                  <a:pt x="405726" y="76200"/>
                </a:lnTo>
                <a:lnTo>
                  <a:pt x="401383" y="81280"/>
                </a:lnTo>
                <a:lnTo>
                  <a:pt x="401789" y="81280"/>
                </a:lnTo>
                <a:lnTo>
                  <a:pt x="397700" y="86360"/>
                </a:lnTo>
                <a:lnTo>
                  <a:pt x="398094" y="86360"/>
                </a:lnTo>
                <a:lnTo>
                  <a:pt x="394284" y="91439"/>
                </a:lnTo>
                <a:lnTo>
                  <a:pt x="394639" y="91439"/>
                </a:lnTo>
                <a:lnTo>
                  <a:pt x="391815" y="96519"/>
                </a:lnTo>
                <a:lnTo>
                  <a:pt x="391439" y="96519"/>
                </a:lnTo>
                <a:lnTo>
                  <a:pt x="388213" y="102869"/>
                </a:lnTo>
                <a:lnTo>
                  <a:pt x="388518" y="102869"/>
                </a:lnTo>
                <a:lnTo>
                  <a:pt x="386171" y="107950"/>
                </a:lnTo>
                <a:lnTo>
                  <a:pt x="385851" y="107950"/>
                </a:lnTo>
                <a:lnTo>
                  <a:pt x="383671" y="114300"/>
                </a:lnTo>
                <a:lnTo>
                  <a:pt x="383476" y="114300"/>
                </a:lnTo>
                <a:lnTo>
                  <a:pt x="381177" y="120650"/>
                </a:lnTo>
                <a:lnTo>
                  <a:pt x="381380" y="120650"/>
                </a:lnTo>
                <a:lnTo>
                  <a:pt x="379412" y="127000"/>
                </a:lnTo>
                <a:lnTo>
                  <a:pt x="379590" y="127000"/>
                </a:lnTo>
                <a:lnTo>
                  <a:pt x="377951" y="133350"/>
                </a:lnTo>
                <a:lnTo>
                  <a:pt x="378091" y="133350"/>
                </a:lnTo>
                <a:lnTo>
                  <a:pt x="376808" y="139700"/>
                </a:lnTo>
                <a:lnTo>
                  <a:pt x="376138" y="146050"/>
                </a:lnTo>
                <a:lnTo>
                  <a:pt x="375583" y="152400"/>
                </a:lnTo>
                <a:lnTo>
                  <a:pt x="375335" y="160019"/>
                </a:lnTo>
                <a:lnTo>
                  <a:pt x="375348" y="515619"/>
                </a:lnTo>
                <a:lnTo>
                  <a:pt x="351574" y="515619"/>
                </a:lnTo>
                <a:lnTo>
                  <a:pt x="346773" y="519885"/>
                </a:lnTo>
                <a:close/>
              </a:path>
              <a:path w="4032884" h="906780">
                <a:moveTo>
                  <a:pt x="493585" y="29210"/>
                </a:moveTo>
                <a:lnTo>
                  <a:pt x="494309" y="27939"/>
                </a:lnTo>
                <a:lnTo>
                  <a:pt x="501027" y="27939"/>
                </a:lnTo>
                <a:lnTo>
                  <a:pt x="493585" y="29210"/>
                </a:lnTo>
                <a:close/>
              </a:path>
              <a:path w="4032884" h="906780">
                <a:moveTo>
                  <a:pt x="3885768" y="29210"/>
                </a:moveTo>
                <a:lnTo>
                  <a:pt x="3878325" y="27939"/>
                </a:lnTo>
                <a:lnTo>
                  <a:pt x="3885044" y="27939"/>
                </a:lnTo>
                <a:lnTo>
                  <a:pt x="3885768" y="29210"/>
                </a:lnTo>
                <a:close/>
              </a:path>
              <a:path w="4032884" h="906780">
                <a:moveTo>
                  <a:pt x="3935158" y="44450"/>
                </a:moveTo>
                <a:lnTo>
                  <a:pt x="3928846" y="40639"/>
                </a:lnTo>
                <a:lnTo>
                  <a:pt x="3929468" y="40639"/>
                </a:lnTo>
                <a:lnTo>
                  <a:pt x="3922979" y="38100"/>
                </a:lnTo>
                <a:lnTo>
                  <a:pt x="3923626" y="38100"/>
                </a:lnTo>
                <a:lnTo>
                  <a:pt x="3916984" y="35560"/>
                </a:lnTo>
                <a:lnTo>
                  <a:pt x="3917645" y="35560"/>
                </a:lnTo>
                <a:lnTo>
                  <a:pt x="3910838" y="34289"/>
                </a:lnTo>
                <a:lnTo>
                  <a:pt x="3911511" y="34289"/>
                </a:lnTo>
                <a:lnTo>
                  <a:pt x="3904564" y="31750"/>
                </a:lnTo>
                <a:lnTo>
                  <a:pt x="3905249" y="31750"/>
                </a:lnTo>
                <a:lnTo>
                  <a:pt x="3898176" y="30480"/>
                </a:lnTo>
                <a:lnTo>
                  <a:pt x="3898874" y="30480"/>
                </a:lnTo>
                <a:lnTo>
                  <a:pt x="3891661" y="29210"/>
                </a:lnTo>
                <a:lnTo>
                  <a:pt x="3892372" y="29210"/>
                </a:lnTo>
                <a:lnTo>
                  <a:pt x="3885044" y="27939"/>
                </a:lnTo>
                <a:lnTo>
                  <a:pt x="3963314" y="27939"/>
                </a:lnTo>
                <a:lnTo>
                  <a:pt x="3968038" y="31750"/>
                </a:lnTo>
                <a:lnTo>
                  <a:pt x="3974109" y="35560"/>
                </a:lnTo>
                <a:lnTo>
                  <a:pt x="3979938" y="40639"/>
                </a:lnTo>
                <a:lnTo>
                  <a:pt x="3982168" y="43180"/>
                </a:lnTo>
                <a:lnTo>
                  <a:pt x="3934548" y="43180"/>
                </a:lnTo>
                <a:lnTo>
                  <a:pt x="3935158" y="44450"/>
                </a:lnTo>
                <a:close/>
              </a:path>
              <a:path w="4032884" h="906780">
                <a:moveTo>
                  <a:pt x="444195" y="44450"/>
                </a:moveTo>
                <a:lnTo>
                  <a:pt x="444804" y="43180"/>
                </a:lnTo>
                <a:lnTo>
                  <a:pt x="446299" y="43180"/>
                </a:lnTo>
                <a:lnTo>
                  <a:pt x="444195" y="44450"/>
                </a:lnTo>
                <a:close/>
              </a:path>
              <a:path w="4032884" h="906780">
                <a:moveTo>
                  <a:pt x="3951198" y="54610"/>
                </a:moveTo>
                <a:lnTo>
                  <a:pt x="3945458" y="50800"/>
                </a:lnTo>
                <a:lnTo>
                  <a:pt x="3946029" y="50800"/>
                </a:lnTo>
                <a:lnTo>
                  <a:pt x="3940086" y="46989"/>
                </a:lnTo>
                <a:lnTo>
                  <a:pt x="3940683" y="46989"/>
                </a:lnTo>
                <a:lnTo>
                  <a:pt x="3934548" y="43180"/>
                </a:lnTo>
                <a:lnTo>
                  <a:pt x="3982168" y="43180"/>
                </a:lnTo>
                <a:lnTo>
                  <a:pt x="3985514" y="46989"/>
                </a:lnTo>
                <a:lnTo>
                  <a:pt x="3990835" y="52069"/>
                </a:lnTo>
                <a:lnTo>
                  <a:pt x="3991843" y="53339"/>
                </a:lnTo>
                <a:lnTo>
                  <a:pt x="3950652" y="53339"/>
                </a:lnTo>
                <a:lnTo>
                  <a:pt x="3951198" y="54610"/>
                </a:lnTo>
                <a:close/>
              </a:path>
              <a:path w="4032884" h="906780">
                <a:moveTo>
                  <a:pt x="428155" y="54610"/>
                </a:moveTo>
                <a:lnTo>
                  <a:pt x="428701" y="53339"/>
                </a:lnTo>
                <a:lnTo>
                  <a:pt x="430068" y="53339"/>
                </a:lnTo>
                <a:lnTo>
                  <a:pt x="428155" y="54610"/>
                </a:lnTo>
                <a:close/>
              </a:path>
              <a:path w="4032884" h="906780">
                <a:moveTo>
                  <a:pt x="3965549" y="67310"/>
                </a:moveTo>
                <a:lnTo>
                  <a:pt x="3960469" y="62230"/>
                </a:lnTo>
                <a:lnTo>
                  <a:pt x="3960964" y="62230"/>
                </a:lnTo>
                <a:lnTo>
                  <a:pt x="3955656" y="58419"/>
                </a:lnTo>
                <a:lnTo>
                  <a:pt x="3956189" y="58419"/>
                </a:lnTo>
                <a:lnTo>
                  <a:pt x="3950652" y="53339"/>
                </a:lnTo>
                <a:lnTo>
                  <a:pt x="3991843" y="53339"/>
                </a:lnTo>
                <a:lnTo>
                  <a:pt x="3995877" y="58419"/>
                </a:lnTo>
                <a:lnTo>
                  <a:pt x="4000652" y="63500"/>
                </a:lnTo>
                <a:lnTo>
                  <a:pt x="4002445" y="66039"/>
                </a:lnTo>
                <a:lnTo>
                  <a:pt x="3965066" y="66039"/>
                </a:lnTo>
                <a:lnTo>
                  <a:pt x="3965549" y="67310"/>
                </a:lnTo>
                <a:close/>
              </a:path>
              <a:path w="4032884" h="906780">
                <a:moveTo>
                  <a:pt x="413804" y="67310"/>
                </a:moveTo>
                <a:lnTo>
                  <a:pt x="414286" y="66039"/>
                </a:lnTo>
                <a:lnTo>
                  <a:pt x="415074" y="66039"/>
                </a:lnTo>
                <a:lnTo>
                  <a:pt x="413804" y="67310"/>
                </a:lnTo>
                <a:close/>
              </a:path>
              <a:path w="4032884" h="906780">
                <a:moveTo>
                  <a:pt x="3988231" y="97789"/>
                </a:moveTo>
                <a:lnTo>
                  <a:pt x="3984713" y="91439"/>
                </a:lnTo>
                <a:lnTo>
                  <a:pt x="3985069" y="91439"/>
                </a:lnTo>
                <a:lnTo>
                  <a:pt x="3981259" y="86360"/>
                </a:lnTo>
                <a:lnTo>
                  <a:pt x="3981640" y="86360"/>
                </a:lnTo>
                <a:lnTo>
                  <a:pt x="3977563" y="81280"/>
                </a:lnTo>
                <a:lnTo>
                  <a:pt x="3977970" y="81280"/>
                </a:lnTo>
                <a:lnTo>
                  <a:pt x="3973626" y="76200"/>
                </a:lnTo>
                <a:lnTo>
                  <a:pt x="3974058" y="76200"/>
                </a:lnTo>
                <a:lnTo>
                  <a:pt x="3969461" y="71119"/>
                </a:lnTo>
                <a:lnTo>
                  <a:pt x="3969918" y="71119"/>
                </a:lnTo>
                <a:lnTo>
                  <a:pt x="3965066" y="66039"/>
                </a:lnTo>
                <a:lnTo>
                  <a:pt x="4002445" y="66039"/>
                </a:lnTo>
                <a:lnTo>
                  <a:pt x="4005135" y="69850"/>
                </a:lnTo>
                <a:lnTo>
                  <a:pt x="4009313" y="76200"/>
                </a:lnTo>
                <a:lnTo>
                  <a:pt x="4013187" y="83819"/>
                </a:lnTo>
                <a:lnTo>
                  <a:pt x="4016730" y="90169"/>
                </a:lnTo>
                <a:lnTo>
                  <a:pt x="4019418" y="96519"/>
                </a:lnTo>
                <a:lnTo>
                  <a:pt x="3987901" y="96519"/>
                </a:lnTo>
                <a:lnTo>
                  <a:pt x="3988231" y="97789"/>
                </a:lnTo>
                <a:close/>
              </a:path>
              <a:path w="4032884" h="906780">
                <a:moveTo>
                  <a:pt x="391109" y="97789"/>
                </a:moveTo>
                <a:lnTo>
                  <a:pt x="391439" y="96519"/>
                </a:lnTo>
                <a:lnTo>
                  <a:pt x="391815" y="96519"/>
                </a:lnTo>
                <a:lnTo>
                  <a:pt x="391109" y="97789"/>
                </a:lnTo>
                <a:close/>
              </a:path>
              <a:path w="4032884" h="906780">
                <a:moveTo>
                  <a:pt x="3993768" y="109219"/>
                </a:moveTo>
                <a:lnTo>
                  <a:pt x="3990835" y="102869"/>
                </a:lnTo>
                <a:lnTo>
                  <a:pt x="3991140" y="102869"/>
                </a:lnTo>
                <a:lnTo>
                  <a:pt x="3987901" y="96519"/>
                </a:lnTo>
                <a:lnTo>
                  <a:pt x="4019418" y="96519"/>
                </a:lnTo>
                <a:lnTo>
                  <a:pt x="4019956" y="97789"/>
                </a:lnTo>
                <a:lnTo>
                  <a:pt x="4022826" y="105410"/>
                </a:lnTo>
                <a:lnTo>
                  <a:pt x="4023837" y="107950"/>
                </a:lnTo>
                <a:lnTo>
                  <a:pt x="3993502" y="107950"/>
                </a:lnTo>
                <a:lnTo>
                  <a:pt x="3993768" y="109219"/>
                </a:lnTo>
                <a:close/>
              </a:path>
              <a:path w="4032884" h="906780">
                <a:moveTo>
                  <a:pt x="385584" y="109219"/>
                </a:moveTo>
                <a:lnTo>
                  <a:pt x="385851" y="107950"/>
                </a:lnTo>
                <a:lnTo>
                  <a:pt x="386171" y="107950"/>
                </a:lnTo>
                <a:lnTo>
                  <a:pt x="385584" y="109219"/>
                </a:lnTo>
                <a:close/>
              </a:path>
              <a:path w="4032884" h="906780">
                <a:moveTo>
                  <a:pt x="3996118" y="115569"/>
                </a:moveTo>
                <a:lnTo>
                  <a:pt x="3993502" y="107950"/>
                </a:lnTo>
                <a:lnTo>
                  <a:pt x="4023837" y="107950"/>
                </a:lnTo>
                <a:lnTo>
                  <a:pt x="4025353" y="111760"/>
                </a:lnTo>
                <a:lnTo>
                  <a:pt x="4026077" y="114300"/>
                </a:lnTo>
                <a:lnTo>
                  <a:pt x="3995877" y="114300"/>
                </a:lnTo>
                <a:lnTo>
                  <a:pt x="3996118" y="115569"/>
                </a:lnTo>
                <a:close/>
              </a:path>
              <a:path w="4032884" h="906780">
                <a:moveTo>
                  <a:pt x="383235" y="115569"/>
                </a:moveTo>
                <a:lnTo>
                  <a:pt x="383476" y="114300"/>
                </a:lnTo>
                <a:lnTo>
                  <a:pt x="383671" y="114300"/>
                </a:lnTo>
                <a:lnTo>
                  <a:pt x="383235" y="115569"/>
                </a:lnTo>
                <a:close/>
              </a:path>
              <a:path w="4032884" h="906780">
                <a:moveTo>
                  <a:pt x="4032410" y="153669"/>
                </a:moveTo>
                <a:lnTo>
                  <a:pt x="4003852" y="153669"/>
                </a:lnTo>
                <a:lnTo>
                  <a:pt x="4003814" y="152400"/>
                </a:lnTo>
                <a:lnTo>
                  <a:pt x="4003293" y="146050"/>
                </a:lnTo>
                <a:lnTo>
                  <a:pt x="4002430" y="139700"/>
                </a:lnTo>
                <a:lnTo>
                  <a:pt x="4001249" y="133350"/>
                </a:lnTo>
                <a:lnTo>
                  <a:pt x="4001401" y="133350"/>
                </a:lnTo>
                <a:lnTo>
                  <a:pt x="3999763" y="127000"/>
                </a:lnTo>
                <a:lnTo>
                  <a:pt x="3999941" y="127000"/>
                </a:lnTo>
                <a:lnTo>
                  <a:pt x="3997972" y="120650"/>
                </a:lnTo>
                <a:lnTo>
                  <a:pt x="3998175" y="120650"/>
                </a:lnTo>
                <a:lnTo>
                  <a:pt x="3995877" y="114300"/>
                </a:lnTo>
                <a:lnTo>
                  <a:pt x="4026077" y="114300"/>
                </a:lnTo>
                <a:lnTo>
                  <a:pt x="4032376" y="152400"/>
                </a:lnTo>
                <a:lnTo>
                  <a:pt x="4032410" y="153669"/>
                </a:lnTo>
                <a:close/>
              </a:path>
              <a:path w="4032884" h="906780">
                <a:moveTo>
                  <a:pt x="375983" y="147319"/>
                </a:moveTo>
                <a:lnTo>
                  <a:pt x="376059" y="146050"/>
                </a:lnTo>
                <a:lnTo>
                  <a:pt x="375983" y="147319"/>
                </a:lnTo>
                <a:close/>
              </a:path>
              <a:path w="4032884" h="906780">
                <a:moveTo>
                  <a:pt x="4003370" y="147319"/>
                </a:moveTo>
                <a:lnTo>
                  <a:pt x="4003213" y="146050"/>
                </a:lnTo>
                <a:lnTo>
                  <a:pt x="4003370" y="147319"/>
                </a:lnTo>
                <a:close/>
              </a:path>
              <a:path w="4032884" h="906780">
                <a:moveTo>
                  <a:pt x="375497" y="153543"/>
                </a:moveTo>
                <a:lnTo>
                  <a:pt x="375526" y="152400"/>
                </a:lnTo>
                <a:lnTo>
                  <a:pt x="375497" y="153543"/>
                </a:lnTo>
                <a:close/>
              </a:path>
              <a:path w="4032884" h="906780">
                <a:moveTo>
                  <a:pt x="4003843" y="153538"/>
                </a:moveTo>
                <a:lnTo>
                  <a:pt x="4003759" y="152400"/>
                </a:lnTo>
                <a:lnTo>
                  <a:pt x="4003843" y="153538"/>
                </a:lnTo>
                <a:close/>
              </a:path>
              <a:path w="4032884" h="906780">
                <a:moveTo>
                  <a:pt x="4032406" y="753110"/>
                </a:moveTo>
                <a:lnTo>
                  <a:pt x="4003814" y="753110"/>
                </a:lnTo>
                <a:lnTo>
                  <a:pt x="4003852" y="751839"/>
                </a:lnTo>
                <a:lnTo>
                  <a:pt x="4004005" y="745489"/>
                </a:lnTo>
                <a:lnTo>
                  <a:pt x="4004005" y="160019"/>
                </a:lnTo>
                <a:lnTo>
                  <a:pt x="4003843" y="153538"/>
                </a:lnTo>
                <a:lnTo>
                  <a:pt x="4003852" y="153669"/>
                </a:lnTo>
                <a:lnTo>
                  <a:pt x="4032410" y="153669"/>
                </a:lnTo>
                <a:lnTo>
                  <a:pt x="4032580" y="160019"/>
                </a:lnTo>
                <a:lnTo>
                  <a:pt x="4032580" y="745489"/>
                </a:lnTo>
                <a:lnTo>
                  <a:pt x="4032406" y="753110"/>
                </a:lnTo>
                <a:close/>
              </a:path>
              <a:path w="4032884" h="906780">
                <a:moveTo>
                  <a:pt x="375494" y="153669"/>
                </a:moveTo>
                <a:close/>
              </a:path>
              <a:path w="4032884" h="906780">
                <a:moveTo>
                  <a:pt x="346773" y="525780"/>
                </a:moveTo>
                <a:lnTo>
                  <a:pt x="346773" y="519885"/>
                </a:lnTo>
                <a:lnTo>
                  <a:pt x="351574" y="515619"/>
                </a:lnTo>
                <a:lnTo>
                  <a:pt x="346773" y="525780"/>
                </a:lnTo>
                <a:close/>
              </a:path>
              <a:path w="4032884" h="906780">
                <a:moveTo>
                  <a:pt x="375348" y="525780"/>
                </a:moveTo>
                <a:lnTo>
                  <a:pt x="346773" y="525780"/>
                </a:lnTo>
                <a:lnTo>
                  <a:pt x="351574" y="515619"/>
                </a:lnTo>
                <a:lnTo>
                  <a:pt x="375348" y="515619"/>
                </a:lnTo>
                <a:lnTo>
                  <a:pt x="375348" y="525780"/>
                </a:lnTo>
                <a:close/>
              </a:path>
              <a:path w="4032884" h="906780">
                <a:moveTo>
                  <a:pt x="0" y="828039"/>
                </a:moveTo>
                <a:lnTo>
                  <a:pt x="346773" y="519885"/>
                </a:lnTo>
                <a:lnTo>
                  <a:pt x="346773" y="525780"/>
                </a:lnTo>
                <a:lnTo>
                  <a:pt x="375348" y="525780"/>
                </a:lnTo>
                <a:lnTo>
                  <a:pt x="375348" y="532130"/>
                </a:lnTo>
                <a:lnTo>
                  <a:pt x="96578" y="780474"/>
                </a:lnTo>
                <a:lnTo>
                  <a:pt x="45338" y="789939"/>
                </a:lnTo>
                <a:lnTo>
                  <a:pt x="57442" y="815339"/>
                </a:lnTo>
                <a:lnTo>
                  <a:pt x="67347" y="815339"/>
                </a:lnTo>
                <a:lnTo>
                  <a:pt x="0" y="828039"/>
                </a:lnTo>
                <a:close/>
              </a:path>
              <a:path w="4032884" h="906780">
                <a:moveTo>
                  <a:pt x="67347" y="815339"/>
                </a:moveTo>
                <a:lnTo>
                  <a:pt x="57442" y="815339"/>
                </a:lnTo>
                <a:lnTo>
                  <a:pt x="96578" y="780474"/>
                </a:lnTo>
                <a:lnTo>
                  <a:pt x="375348" y="728980"/>
                </a:lnTo>
                <a:lnTo>
                  <a:pt x="375348" y="745489"/>
                </a:lnTo>
                <a:lnTo>
                  <a:pt x="346773" y="745489"/>
                </a:lnTo>
                <a:lnTo>
                  <a:pt x="346976" y="754380"/>
                </a:lnTo>
                <a:lnTo>
                  <a:pt x="347599" y="762000"/>
                </a:lnTo>
                <a:lnTo>
                  <a:pt x="347662" y="762479"/>
                </a:lnTo>
                <a:lnTo>
                  <a:pt x="67347" y="815339"/>
                </a:lnTo>
                <a:close/>
              </a:path>
              <a:path w="4032884" h="906780">
                <a:moveTo>
                  <a:pt x="347662" y="762479"/>
                </a:moveTo>
                <a:lnTo>
                  <a:pt x="347599" y="762000"/>
                </a:lnTo>
                <a:lnTo>
                  <a:pt x="346976" y="754380"/>
                </a:lnTo>
                <a:lnTo>
                  <a:pt x="346773" y="745489"/>
                </a:lnTo>
                <a:lnTo>
                  <a:pt x="363677" y="759460"/>
                </a:lnTo>
                <a:lnTo>
                  <a:pt x="347662" y="762479"/>
                </a:lnTo>
                <a:close/>
              </a:path>
              <a:path w="4032884" h="906780">
                <a:moveTo>
                  <a:pt x="3880129" y="906780"/>
                </a:moveTo>
                <a:lnTo>
                  <a:pt x="499211" y="906780"/>
                </a:lnTo>
                <a:lnTo>
                  <a:pt x="467321" y="901700"/>
                </a:lnTo>
                <a:lnTo>
                  <a:pt x="430860" y="886460"/>
                </a:lnTo>
                <a:lnTo>
                  <a:pt x="399414" y="864869"/>
                </a:lnTo>
                <a:lnTo>
                  <a:pt x="388518" y="853439"/>
                </a:lnTo>
                <a:lnTo>
                  <a:pt x="383463" y="848360"/>
                </a:lnTo>
                <a:lnTo>
                  <a:pt x="362623" y="815339"/>
                </a:lnTo>
                <a:lnTo>
                  <a:pt x="359397" y="807719"/>
                </a:lnTo>
                <a:lnTo>
                  <a:pt x="356514" y="801369"/>
                </a:lnTo>
                <a:lnTo>
                  <a:pt x="347662" y="762479"/>
                </a:lnTo>
                <a:lnTo>
                  <a:pt x="363677" y="759460"/>
                </a:lnTo>
                <a:lnTo>
                  <a:pt x="346773" y="745489"/>
                </a:lnTo>
                <a:lnTo>
                  <a:pt x="375335" y="745489"/>
                </a:lnTo>
                <a:lnTo>
                  <a:pt x="375494" y="751839"/>
                </a:lnTo>
                <a:lnTo>
                  <a:pt x="376059" y="759460"/>
                </a:lnTo>
                <a:lnTo>
                  <a:pt x="376910" y="765810"/>
                </a:lnTo>
                <a:lnTo>
                  <a:pt x="378091" y="772160"/>
                </a:lnTo>
                <a:lnTo>
                  <a:pt x="377951" y="772160"/>
                </a:lnTo>
                <a:lnTo>
                  <a:pt x="379590" y="778510"/>
                </a:lnTo>
                <a:lnTo>
                  <a:pt x="379412" y="778510"/>
                </a:lnTo>
                <a:lnTo>
                  <a:pt x="381380" y="784860"/>
                </a:lnTo>
                <a:lnTo>
                  <a:pt x="381177" y="784860"/>
                </a:lnTo>
                <a:lnTo>
                  <a:pt x="383476" y="791210"/>
                </a:lnTo>
                <a:lnTo>
                  <a:pt x="383235" y="791210"/>
                </a:lnTo>
                <a:lnTo>
                  <a:pt x="385851" y="797560"/>
                </a:lnTo>
                <a:lnTo>
                  <a:pt x="386073" y="797560"/>
                </a:lnTo>
                <a:lnTo>
                  <a:pt x="388518" y="803910"/>
                </a:lnTo>
                <a:lnTo>
                  <a:pt x="388858" y="803910"/>
                </a:lnTo>
                <a:lnTo>
                  <a:pt x="391439" y="808989"/>
                </a:lnTo>
                <a:lnTo>
                  <a:pt x="391109" y="808989"/>
                </a:lnTo>
                <a:lnTo>
                  <a:pt x="394639" y="814069"/>
                </a:lnTo>
                <a:lnTo>
                  <a:pt x="394284" y="814069"/>
                </a:lnTo>
                <a:lnTo>
                  <a:pt x="398094" y="820419"/>
                </a:lnTo>
                <a:lnTo>
                  <a:pt x="398518" y="820419"/>
                </a:lnTo>
                <a:lnTo>
                  <a:pt x="401789" y="825500"/>
                </a:lnTo>
                <a:lnTo>
                  <a:pt x="402252" y="825500"/>
                </a:lnTo>
                <a:lnTo>
                  <a:pt x="405726" y="830580"/>
                </a:lnTo>
                <a:lnTo>
                  <a:pt x="406444" y="830580"/>
                </a:lnTo>
                <a:lnTo>
                  <a:pt x="409892" y="834389"/>
                </a:lnTo>
                <a:lnTo>
                  <a:pt x="409435" y="834389"/>
                </a:lnTo>
                <a:lnTo>
                  <a:pt x="414286" y="839469"/>
                </a:lnTo>
                <a:lnTo>
                  <a:pt x="413804" y="839469"/>
                </a:lnTo>
                <a:lnTo>
                  <a:pt x="418884" y="843280"/>
                </a:lnTo>
                <a:lnTo>
                  <a:pt x="418376" y="843280"/>
                </a:lnTo>
                <a:lnTo>
                  <a:pt x="423697" y="848360"/>
                </a:lnTo>
                <a:lnTo>
                  <a:pt x="424548" y="848360"/>
                </a:lnTo>
                <a:lnTo>
                  <a:pt x="428701" y="852169"/>
                </a:lnTo>
                <a:lnTo>
                  <a:pt x="429590" y="852169"/>
                </a:lnTo>
                <a:lnTo>
                  <a:pt x="433895" y="855980"/>
                </a:lnTo>
                <a:lnTo>
                  <a:pt x="435305" y="855980"/>
                </a:lnTo>
                <a:lnTo>
                  <a:pt x="439267" y="858519"/>
                </a:lnTo>
                <a:lnTo>
                  <a:pt x="438670" y="858519"/>
                </a:lnTo>
                <a:lnTo>
                  <a:pt x="444804" y="862330"/>
                </a:lnTo>
                <a:lnTo>
                  <a:pt x="444195" y="862330"/>
                </a:lnTo>
                <a:lnTo>
                  <a:pt x="450507" y="864869"/>
                </a:lnTo>
                <a:lnTo>
                  <a:pt x="449884" y="864869"/>
                </a:lnTo>
                <a:lnTo>
                  <a:pt x="456361" y="867410"/>
                </a:lnTo>
                <a:lnTo>
                  <a:pt x="455726" y="867410"/>
                </a:lnTo>
                <a:lnTo>
                  <a:pt x="462368" y="869950"/>
                </a:lnTo>
                <a:lnTo>
                  <a:pt x="461708" y="869950"/>
                </a:lnTo>
                <a:lnTo>
                  <a:pt x="468515" y="872489"/>
                </a:lnTo>
                <a:lnTo>
                  <a:pt x="467829" y="872489"/>
                </a:lnTo>
                <a:lnTo>
                  <a:pt x="474789" y="873760"/>
                </a:lnTo>
                <a:lnTo>
                  <a:pt x="474090" y="873760"/>
                </a:lnTo>
                <a:lnTo>
                  <a:pt x="481177" y="875030"/>
                </a:lnTo>
                <a:lnTo>
                  <a:pt x="480479" y="875030"/>
                </a:lnTo>
                <a:lnTo>
                  <a:pt x="487692" y="876300"/>
                </a:lnTo>
                <a:lnTo>
                  <a:pt x="486981" y="876300"/>
                </a:lnTo>
                <a:lnTo>
                  <a:pt x="494309" y="877569"/>
                </a:lnTo>
                <a:lnTo>
                  <a:pt x="3963839" y="877569"/>
                </a:lnTo>
                <a:lnTo>
                  <a:pt x="3961739" y="878839"/>
                </a:lnTo>
                <a:lnTo>
                  <a:pt x="3919664" y="899160"/>
                </a:lnTo>
                <a:lnTo>
                  <a:pt x="3912031" y="901700"/>
                </a:lnTo>
                <a:lnTo>
                  <a:pt x="3880129" y="906780"/>
                </a:lnTo>
                <a:close/>
              </a:path>
              <a:path w="4032884" h="906780">
                <a:moveTo>
                  <a:pt x="4003843" y="751971"/>
                </a:moveTo>
                <a:lnTo>
                  <a:pt x="4003846" y="751839"/>
                </a:lnTo>
                <a:lnTo>
                  <a:pt x="4003843" y="751971"/>
                </a:lnTo>
                <a:close/>
              </a:path>
              <a:path w="4032884" h="906780">
                <a:moveTo>
                  <a:pt x="375583" y="753110"/>
                </a:moveTo>
                <a:lnTo>
                  <a:pt x="375497" y="751966"/>
                </a:lnTo>
                <a:lnTo>
                  <a:pt x="375583" y="753110"/>
                </a:lnTo>
                <a:close/>
              </a:path>
              <a:path w="4032884" h="906780">
                <a:moveTo>
                  <a:pt x="4024090" y="797560"/>
                </a:moveTo>
                <a:lnTo>
                  <a:pt x="3993502" y="797560"/>
                </a:lnTo>
                <a:lnTo>
                  <a:pt x="3996118" y="791210"/>
                </a:lnTo>
                <a:lnTo>
                  <a:pt x="3995877" y="791210"/>
                </a:lnTo>
                <a:lnTo>
                  <a:pt x="3998175" y="784860"/>
                </a:lnTo>
                <a:lnTo>
                  <a:pt x="3997972" y="784860"/>
                </a:lnTo>
                <a:lnTo>
                  <a:pt x="3999941" y="778510"/>
                </a:lnTo>
                <a:lnTo>
                  <a:pt x="3999763" y="778510"/>
                </a:lnTo>
                <a:lnTo>
                  <a:pt x="4001401" y="772160"/>
                </a:lnTo>
                <a:lnTo>
                  <a:pt x="4001249" y="772160"/>
                </a:lnTo>
                <a:lnTo>
                  <a:pt x="4002544" y="765810"/>
                </a:lnTo>
                <a:lnTo>
                  <a:pt x="4003370" y="759460"/>
                </a:lnTo>
                <a:lnTo>
                  <a:pt x="4003843" y="751971"/>
                </a:lnTo>
                <a:lnTo>
                  <a:pt x="4003814" y="753110"/>
                </a:lnTo>
                <a:lnTo>
                  <a:pt x="4032406" y="753110"/>
                </a:lnTo>
                <a:lnTo>
                  <a:pt x="4025353" y="793750"/>
                </a:lnTo>
                <a:lnTo>
                  <a:pt x="4024090" y="797560"/>
                </a:lnTo>
                <a:close/>
              </a:path>
              <a:path w="4032884" h="906780">
                <a:moveTo>
                  <a:pt x="57442" y="815339"/>
                </a:moveTo>
                <a:lnTo>
                  <a:pt x="45338" y="789939"/>
                </a:lnTo>
                <a:lnTo>
                  <a:pt x="96578" y="780474"/>
                </a:lnTo>
                <a:lnTo>
                  <a:pt x="57442" y="815339"/>
                </a:lnTo>
                <a:close/>
              </a:path>
              <a:path w="4032884" h="906780">
                <a:moveTo>
                  <a:pt x="386073" y="797560"/>
                </a:moveTo>
                <a:lnTo>
                  <a:pt x="385851" y="797560"/>
                </a:lnTo>
                <a:lnTo>
                  <a:pt x="385584" y="796289"/>
                </a:lnTo>
                <a:lnTo>
                  <a:pt x="386073" y="797560"/>
                </a:lnTo>
                <a:close/>
              </a:path>
              <a:path w="4032884" h="906780">
                <a:moveTo>
                  <a:pt x="4021678" y="803910"/>
                </a:moveTo>
                <a:lnTo>
                  <a:pt x="3990835" y="803910"/>
                </a:lnTo>
                <a:lnTo>
                  <a:pt x="3993768" y="796289"/>
                </a:lnTo>
                <a:lnTo>
                  <a:pt x="3993502" y="797560"/>
                </a:lnTo>
                <a:lnTo>
                  <a:pt x="4024090" y="797560"/>
                </a:lnTo>
                <a:lnTo>
                  <a:pt x="4022826" y="801369"/>
                </a:lnTo>
                <a:lnTo>
                  <a:pt x="4021678" y="803910"/>
                </a:lnTo>
                <a:close/>
              </a:path>
              <a:path w="4032884" h="906780">
                <a:moveTo>
                  <a:pt x="388858" y="803910"/>
                </a:moveTo>
                <a:lnTo>
                  <a:pt x="388518" y="803910"/>
                </a:lnTo>
                <a:lnTo>
                  <a:pt x="388213" y="802639"/>
                </a:lnTo>
                <a:lnTo>
                  <a:pt x="388858" y="803910"/>
                </a:lnTo>
                <a:close/>
              </a:path>
              <a:path w="4032884" h="906780">
                <a:moveTo>
                  <a:pt x="4014368" y="820419"/>
                </a:moveTo>
                <a:lnTo>
                  <a:pt x="3981259" y="820419"/>
                </a:lnTo>
                <a:lnTo>
                  <a:pt x="3985069" y="814069"/>
                </a:lnTo>
                <a:lnTo>
                  <a:pt x="3984713" y="814069"/>
                </a:lnTo>
                <a:lnTo>
                  <a:pt x="3988231" y="808989"/>
                </a:lnTo>
                <a:lnTo>
                  <a:pt x="3987901" y="808989"/>
                </a:lnTo>
                <a:lnTo>
                  <a:pt x="3991140" y="802639"/>
                </a:lnTo>
                <a:lnTo>
                  <a:pt x="3990835" y="803910"/>
                </a:lnTo>
                <a:lnTo>
                  <a:pt x="4021678" y="803910"/>
                </a:lnTo>
                <a:lnTo>
                  <a:pt x="4019956" y="807719"/>
                </a:lnTo>
                <a:lnTo>
                  <a:pt x="4016730" y="815339"/>
                </a:lnTo>
                <a:lnTo>
                  <a:pt x="4014368" y="820419"/>
                </a:lnTo>
                <a:close/>
              </a:path>
              <a:path w="4032884" h="906780">
                <a:moveTo>
                  <a:pt x="398518" y="820419"/>
                </a:moveTo>
                <a:lnTo>
                  <a:pt x="398094" y="820419"/>
                </a:lnTo>
                <a:lnTo>
                  <a:pt x="397700" y="819150"/>
                </a:lnTo>
                <a:lnTo>
                  <a:pt x="398518" y="820419"/>
                </a:lnTo>
                <a:close/>
              </a:path>
              <a:path w="4032884" h="906780">
                <a:moveTo>
                  <a:pt x="4011637" y="825500"/>
                </a:moveTo>
                <a:lnTo>
                  <a:pt x="3977563" y="825500"/>
                </a:lnTo>
                <a:lnTo>
                  <a:pt x="3981640" y="819150"/>
                </a:lnTo>
                <a:lnTo>
                  <a:pt x="3981259" y="820419"/>
                </a:lnTo>
                <a:lnTo>
                  <a:pt x="4014368" y="820419"/>
                </a:lnTo>
                <a:lnTo>
                  <a:pt x="4013187" y="822960"/>
                </a:lnTo>
                <a:lnTo>
                  <a:pt x="4011637" y="825500"/>
                </a:lnTo>
                <a:close/>
              </a:path>
              <a:path w="4032884" h="906780">
                <a:moveTo>
                  <a:pt x="402252" y="825500"/>
                </a:moveTo>
                <a:lnTo>
                  <a:pt x="401789" y="825500"/>
                </a:lnTo>
                <a:lnTo>
                  <a:pt x="401383" y="824230"/>
                </a:lnTo>
                <a:lnTo>
                  <a:pt x="402252" y="825500"/>
                </a:lnTo>
                <a:close/>
              </a:path>
              <a:path w="4032884" h="906780">
                <a:moveTo>
                  <a:pt x="4008478" y="830580"/>
                </a:moveTo>
                <a:lnTo>
                  <a:pt x="3973626" y="830580"/>
                </a:lnTo>
                <a:lnTo>
                  <a:pt x="3977970" y="824230"/>
                </a:lnTo>
                <a:lnTo>
                  <a:pt x="3977563" y="825500"/>
                </a:lnTo>
                <a:lnTo>
                  <a:pt x="4011637" y="825500"/>
                </a:lnTo>
                <a:lnTo>
                  <a:pt x="4009313" y="829310"/>
                </a:lnTo>
                <a:lnTo>
                  <a:pt x="4008478" y="830580"/>
                </a:lnTo>
                <a:close/>
              </a:path>
              <a:path w="4032884" h="906780">
                <a:moveTo>
                  <a:pt x="406444" y="830580"/>
                </a:moveTo>
                <a:lnTo>
                  <a:pt x="405726" y="830580"/>
                </a:lnTo>
                <a:lnTo>
                  <a:pt x="405295" y="829310"/>
                </a:lnTo>
                <a:lnTo>
                  <a:pt x="406444" y="830580"/>
                </a:lnTo>
                <a:close/>
              </a:path>
              <a:path w="4032884" h="906780">
                <a:moveTo>
                  <a:pt x="3995877" y="848360"/>
                </a:moveTo>
                <a:lnTo>
                  <a:pt x="3955656" y="848360"/>
                </a:lnTo>
                <a:lnTo>
                  <a:pt x="3960964" y="843280"/>
                </a:lnTo>
                <a:lnTo>
                  <a:pt x="3960469" y="843280"/>
                </a:lnTo>
                <a:lnTo>
                  <a:pt x="3965549" y="839469"/>
                </a:lnTo>
                <a:lnTo>
                  <a:pt x="3965066" y="839469"/>
                </a:lnTo>
                <a:lnTo>
                  <a:pt x="3969918" y="834389"/>
                </a:lnTo>
                <a:lnTo>
                  <a:pt x="3969461" y="834389"/>
                </a:lnTo>
                <a:lnTo>
                  <a:pt x="3974058" y="829310"/>
                </a:lnTo>
                <a:lnTo>
                  <a:pt x="3973626" y="830580"/>
                </a:lnTo>
                <a:lnTo>
                  <a:pt x="4008478" y="830580"/>
                </a:lnTo>
                <a:lnTo>
                  <a:pt x="4005135" y="835660"/>
                </a:lnTo>
                <a:lnTo>
                  <a:pt x="4000652" y="842010"/>
                </a:lnTo>
                <a:lnTo>
                  <a:pt x="3995877" y="848360"/>
                </a:lnTo>
                <a:close/>
              </a:path>
              <a:path w="4032884" h="906780">
                <a:moveTo>
                  <a:pt x="424548" y="848360"/>
                </a:moveTo>
                <a:lnTo>
                  <a:pt x="423697" y="848360"/>
                </a:lnTo>
                <a:lnTo>
                  <a:pt x="423163" y="847089"/>
                </a:lnTo>
                <a:lnTo>
                  <a:pt x="424548" y="848360"/>
                </a:lnTo>
                <a:close/>
              </a:path>
              <a:path w="4032884" h="906780">
                <a:moveTo>
                  <a:pt x="3992095" y="852169"/>
                </a:moveTo>
                <a:lnTo>
                  <a:pt x="3950652" y="852169"/>
                </a:lnTo>
                <a:lnTo>
                  <a:pt x="3956189" y="847089"/>
                </a:lnTo>
                <a:lnTo>
                  <a:pt x="3955656" y="848360"/>
                </a:lnTo>
                <a:lnTo>
                  <a:pt x="3995877" y="848360"/>
                </a:lnTo>
                <a:lnTo>
                  <a:pt x="3992095" y="852169"/>
                </a:lnTo>
                <a:close/>
              </a:path>
              <a:path w="4032884" h="906780">
                <a:moveTo>
                  <a:pt x="429590" y="852169"/>
                </a:moveTo>
                <a:lnTo>
                  <a:pt x="428701" y="852169"/>
                </a:lnTo>
                <a:lnTo>
                  <a:pt x="428155" y="850900"/>
                </a:lnTo>
                <a:lnTo>
                  <a:pt x="429590" y="852169"/>
                </a:lnTo>
                <a:close/>
              </a:path>
              <a:path w="4032884" h="906780">
                <a:moveTo>
                  <a:pt x="3988706" y="855980"/>
                </a:moveTo>
                <a:lnTo>
                  <a:pt x="3945458" y="855980"/>
                </a:lnTo>
                <a:lnTo>
                  <a:pt x="3951198" y="850900"/>
                </a:lnTo>
                <a:lnTo>
                  <a:pt x="3950652" y="852169"/>
                </a:lnTo>
                <a:lnTo>
                  <a:pt x="3992095" y="852169"/>
                </a:lnTo>
                <a:lnTo>
                  <a:pt x="3990835" y="853439"/>
                </a:lnTo>
                <a:lnTo>
                  <a:pt x="3988706" y="855980"/>
                </a:lnTo>
                <a:close/>
              </a:path>
              <a:path w="4032884" h="906780">
                <a:moveTo>
                  <a:pt x="435305" y="855980"/>
                </a:moveTo>
                <a:lnTo>
                  <a:pt x="433895" y="855980"/>
                </a:lnTo>
                <a:lnTo>
                  <a:pt x="433324" y="854710"/>
                </a:lnTo>
                <a:lnTo>
                  <a:pt x="435305" y="855980"/>
                </a:lnTo>
                <a:close/>
              </a:path>
              <a:path w="4032884" h="906780">
                <a:moveTo>
                  <a:pt x="3963839" y="877569"/>
                </a:moveTo>
                <a:lnTo>
                  <a:pt x="3885044" y="877569"/>
                </a:lnTo>
                <a:lnTo>
                  <a:pt x="3892372" y="876300"/>
                </a:lnTo>
                <a:lnTo>
                  <a:pt x="3891661" y="876300"/>
                </a:lnTo>
                <a:lnTo>
                  <a:pt x="3898874" y="875030"/>
                </a:lnTo>
                <a:lnTo>
                  <a:pt x="3898176" y="875030"/>
                </a:lnTo>
                <a:lnTo>
                  <a:pt x="3905249" y="873760"/>
                </a:lnTo>
                <a:lnTo>
                  <a:pt x="3904564" y="873760"/>
                </a:lnTo>
                <a:lnTo>
                  <a:pt x="3911511" y="872489"/>
                </a:lnTo>
                <a:lnTo>
                  <a:pt x="3910838" y="872489"/>
                </a:lnTo>
                <a:lnTo>
                  <a:pt x="3917645" y="869950"/>
                </a:lnTo>
                <a:lnTo>
                  <a:pt x="3916984" y="869950"/>
                </a:lnTo>
                <a:lnTo>
                  <a:pt x="3923626" y="867410"/>
                </a:lnTo>
                <a:lnTo>
                  <a:pt x="3922979" y="867410"/>
                </a:lnTo>
                <a:lnTo>
                  <a:pt x="3929468" y="864869"/>
                </a:lnTo>
                <a:lnTo>
                  <a:pt x="3928846" y="864869"/>
                </a:lnTo>
                <a:lnTo>
                  <a:pt x="3935158" y="862330"/>
                </a:lnTo>
                <a:lnTo>
                  <a:pt x="3934548" y="862330"/>
                </a:lnTo>
                <a:lnTo>
                  <a:pt x="3940683" y="858519"/>
                </a:lnTo>
                <a:lnTo>
                  <a:pt x="3940086" y="858519"/>
                </a:lnTo>
                <a:lnTo>
                  <a:pt x="3946029" y="854710"/>
                </a:lnTo>
                <a:lnTo>
                  <a:pt x="3945458" y="855980"/>
                </a:lnTo>
                <a:lnTo>
                  <a:pt x="3988706" y="855980"/>
                </a:lnTo>
                <a:lnTo>
                  <a:pt x="3985514" y="859789"/>
                </a:lnTo>
                <a:lnTo>
                  <a:pt x="3979938" y="864869"/>
                </a:lnTo>
                <a:lnTo>
                  <a:pt x="3974109" y="869950"/>
                </a:lnTo>
                <a:lnTo>
                  <a:pt x="3968038" y="875030"/>
                </a:lnTo>
                <a:lnTo>
                  <a:pt x="3963839" y="877569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85664" y="1931047"/>
            <a:ext cx="33782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数据选通信号</a:t>
            </a:r>
            <a:endParaRPr sz="2400">
              <a:latin typeface="Droid Sans Fallback"/>
              <a:cs typeface="Droid Sans Fallback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0000CC"/>
                </a:solidFill>
                <a:latin typeface="Droid Sans Fallback"/>
                <a:cs typeface="Droid Sans Fallback"/>
              </a:rPr>
              <a:t>表示外设已经准备好数据</a:t>
            </a:r>
            <a:endParaRPr sz="2400">
              <a:latin typeface="Droid Sans Fallback"/>
              <a:cs typeface="Droid Sans Fallbac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31715" y="3255022"/>
            <a:ext cx="3782695" cy="906780"/>
          </a:xfrm>
          <a:custGeom>
            <a:avLst/>
            <a:gdLst/>
            <a:ahLst/>
            <a:cxnLst/>
            <a:rect l="l" t="t" r="r" b="b"/>
            <a:pathLst>
              <a:path w="3782695" h="906779">
                <a:moveTo>
                  <a:pt x="500775" y="148018"/>
                </a:moveTo>
                <a:lnTo>
                  <a:pt x="510006" y="105410"/>
                </a:lnTo>
                <a:lnTo>
                  <a:pt x="512889" y="97789"/>
                </a:lnTo>
                <a:lnTo>
                  <a:pt x="516115" y="90170"/>
                </a:lnTo>
                <a:lnTo>
                  <a:pt x="519658" y="83820"/>
                </a:lnTo>
                <a:lnTo>
                  <a:pt x="523532" y="76200"/>
                </a:lnTo>
                <a:lnTo>
                  <a:pt x="527710" y="69850"/>
                </a:lnTo>
                <a:lnTo>
                  <a:pt x="532193" y="63500"/>
                </a:lnTo>
                <a:lnTo>
                  <a:pt x="536955" y="58420"/>
                </a:lnTo>
                <a:lnTo>
                  <a:pt x="542010" y="52070"/>
                </a:lnTo>
                <a:lnTo>
                  <a:pt x="547331" y="46989"/>
                </a:lnTo>
                <a:lnTo>
                  <a:pt x="552907" y="40639"/>
                </a:lnTo>
                <a:lnTo>
                  <a:pt x="558736" y="35560"/>
                </a:lnTo>
                <a:lnTo>
                  <a:pt x="564807" y="31750"/>
                </a:lnTo>
                <a:lnTo>
                  <a:pt x="571106" y="26670"/>
                </a:lnTo>
                <a:lnTo>
                  <a:pt x="577621" y="22860"/>
                </a:lnTo>
                <a:lnTo>
                  <a:pt x="620814" y="3810"/>
                </a:lnTo>
                <a:lnTo>
                  <a:pt x="644550" y="0"/>
                </a:lnTo>
                <a:lnTo>
                  <a:pt x="3638181" y="0"/>
                </a:lnTo>
                <a:lnTo>
                  <a:pt x="3677031" y="8889"/>
                </a:lnTo>
                <a:lnTo>
                  <a:pt x="3711625" y="26670"/>
                </a:lnTo>
                <a:lnTo>
                  <a:pt x="3713203" y="27939"/>
                </a:lnTo>
                <a:lnTo>
                  <a:pt x="654519" y="27939"/>
                </a:lnTo>
                <a:lnTo>
                  <a:pt x="647077" y="29210"/>
                </a:lnTo>
                <a:lnTo>
                  <a:pt x="641184" y="29210"/>
                </a:lnTo>
                <a:lnTo>
                  <a:pt x="633971" y="30479"/>
                </a:lnTo>
                <a:lnTo>
                  <a:pt x="634669" y="30479"/>
                </a:lnTo>
                <a:lnTo>
                  <a:pt x="627583" y="31750"/>
                </a:lnTo>
                <a:lnTo>
                  <a:pt x="628281" y="31750"/>
                </a:lnTo>
                <a:lnTo>
                  <a:pt x="621322" y="34289"/>
                </a:lnTo>
                <a:lnTo>
                  <a:pt x="622007" y="34289"/>
                </a:lnTo>
                <a:lnTo>
                  <a:pt x="615200" y="35560"/>
                </a:lnTo>
                <a:lnTo>
                  <a:pt x="615861" y="35560"/>
                </a:lnTo>
                <a:lnTo>
                  <a:pt x="609218" y="38100"/>
                </a:lnTo>
                <a:lnTo>
                  <a:pt x="609853" y="38100"/>
                </a:lnTo>
                <a:lnTo>
                  <a:pt x="603376" y="40639"/>
                </a:lnTo>
                <a:lnTo>
                  <a:pt x="603999" y="40639"/>
                </a:lnTo>
                <a:lnTo>
                  <a:pt x="599791" y="43179"/>
                </a:lnTo>
                <a:lnTo>
                  <a:pt x="598297" y="43179"/>
                </a:lnTo>
                <a:lnTo>
                  <a:pt x="592162" y="46989"/>
                </a:lnTo>
                <a:lnTo>
                  <a:pt x="592759" y="46989"/>
                </a:lnTo>
                <a:lnTo>
                  <a:pt x="586816" y="50800"/>
                </a:lnTo>
                <a:lnTo>
                  <a:pt x="587387" y="50800"/>
                </a:lnTo>
                <a:lnTo>
                  <a:pt x="581647" y="54610"/>
                </a:lnTo>
                <a:lnTo>
                  <a:pt x="582193" y="54610"/>
                </a:lnTo>
                <a:lnTo>
                  <a:pt x="576656" y="58420"/>
                </a:lnTo>
                <a:lnTo>
                  <a:pt x="577189" y="58420"/>
                </a:lnTo>
                <a:lnTo>
                  <a:pt x="571868" y="62229"/>
                </a:lnTo>
                <a:lnTo>
                  <a:pt x="572376" y="62229"/>
                </a:lnTo>
                <a:lnTo>
                  <a:pt x="568566" y="66039"/>
                </a:lnTo>
                <a:lnTo>
                  <a:pt x="567778" y="66039"/>
                </a:lnTo>
                <a:lnTo>
                  <a:pt x="562927" y="71120"/>
                </a:lnTo>
                <a:lnTo>
                  <a:pt x="563384" y="71120"/>
                </a:lnTo>
                <a:lnTo>
                  <a:pt x="558787" y="76200"/>
                </a:lnTo>
                <a:lnTo>
                  <a:pt x="559219" y="76200"/>
                </a:lnTo>
                <a:lnTo>
                  <a:pt x="554875" y="81279"/>
                </a:lnTo>
                <a:lnTo>
                  <a:pt x="555282" y="81279"/>
                </a:lnTo>
                <a:lnTo>
                  <a:pt x="551192" y="86360"/>
                </a:lnTo>
                <a:lnTo>
                  <a:pt x="551586" y="86360"/>
                </a:lnTo>
                <a:lnTo>
                  <a:pt x="547776" y="91439"/>
                </a:lnTo>
                <a:lnTo>
                  <a:pt x="548131" y="91439"/>
                </a:lnTo>
                <a:lnTo>
                  <a:pt x="545307" y="96520"/>
                </a:lnTo>
                <a:lnTo>
                  <a:pt x="544931" y="96520"/>
                </a:lnTo>
                <a:lnTo>
                  <a:pt x="541705" y="102870"/>
                </a:lnTo>
                <a:lnTo>
                  <a:pt x="542010" y="102870"/>
                </a:lnTo>
                <a:lnTo>
                  <a:pt x="539663" y="107950"/>
                </a:lnTo>
                <a:lnTo>
                  <a:pt x="539343" y="107950"/>
                </a:lnTo>
                <a:lnTo>
                  <a:pt x="537163" y="114300"/>
                </a:lnTo>
                <a:lnTo>
                  <a:pt x="536968" y="114300"/>
                </a:lnTo>
                <a:lnTo>
                  <a:pt x="534669" y="120650"/>
                </a:lnTo>
                <a:lnTo>
                  <a:pt x="534873" y="120650"/>
                </a:lnTo>
                <a:lnTo>
                  <a:pt x="532904" y="127000"/>
                </a:lnTo>
                <a:lnTo>
                  <a:pt x="533082" y="127000"/>
                </a:lnTo>
                <a:lnTo>
                  <a:pt x="531444" y="133350"/>
                </a:lnTo>
                <a:lnTo>
                  <a:pt x="531583" y="133350"/>
                </a:lnTo>
                <a:lnTo>
                  <a:pt x="530301" y="139700"/>
                </a:lnTo>
                <a:lnTo>
                  <a:pt x="529630" y="146050"/>
                </a:lnTo>
                <a:lnTo>
                  <a:pt x="512114" y="146050"/>
                </a:lnTo>
                <a:lnTo>
                  <a:pt x="500775" y="148018"/>
                </a:lnTo>
                <a:close/>
              </a:path>
              <a:path w="3782695" h="906779">
                <a:moveTo>
                  <a:pt x="3685044" y="44450"/>
                </a:moveTo>
                <a:lnTo>
                  <a:pt x="3678732" y="40639"/>
                </a:lnTo>
                <a:lnTo>
                  <a:pt x="3679355" y="40639"/>
                </a:lnTo>
                <a:lnTo>
                  <a:pt x="3672878" y="38100"/>
                </a:lnTo>
                <a:lnTo>
                  <a:pt x="3673525" y="38100"/>
                </a:lnTo>
                <a:lnTo>
                  <a:pt x="3666870" y="35560"/>
                </a:lnTo>
                <a:lnTo>
                  <a:pt x="3667531" y="35560"/>
                </a:lnTo>
                <a:lnTo>
                  <a:pt x="3660724" y="34289"/>
                </a:lnTo>
                <a:lnTo>
                  <a:pt x="3661410" y="34289"/>
                </a:lnTo>
                <a:lnTo>
                  <a:pt x="3654463" y="31750"/>
                </a:lnTo>
                <a:lnTo>
                  <a:pt x="3655148" y="31750"/>
                </a:lnTo>
                <a:lnTo>
                  <a:pt x="3648062" y="30479"/>
                </a:lnTo>
                <a:lnTo>
                  <a:pt x="3648760" y="30479"/>
                </a:lnTo>
                <a:lnTo>
                  <a:pt x="3641559" y="29210"/>
                </a:lnTo>
                <a:lnTo>
                  <a:pt x="3635654" y="29210"/>
                </a:lnTo>
                <a:lnTo>
                  <a:pt x="3628224" y="27939"/>
                </a:lnTo>
                <a:lnTo>
                  <a:pt x="3713203" y="27939"/>
                </a:lnTo>
                <a:lnTo>
                  <a:pt x="3717937" y="31750"/>
                </a:lnTo>
                <a:lnTo>
                  <a:pt x="3723995" y="35560"/>
                </a:lnTo>
                <a:lnTo>
                  <a:pt x="3729824" y="40639"/>
                </a:lnTo>
                <a:lnTo>
                  <a:pt x="3732060" y="43179"/>
                </a:lnTo>
                <a:lnTo>
                  <a:pt x="3684435" y="43179"/>
                </a:lnTo>
                <a:lnTo>
                  <a:pt x="3685044" y="44450"/>
                </a:lnTo>
                <a:close/>
              </a:path>
              <a:path w="3782695" h="906779">
                <a:moveTo>
                  <a:pt x="597687" y="44450"/>
                </a:moveTo>
                <a:lnTo>
                  <a:pt x="598297" y="43179"/>
                </a:lnTo>
                <a:lnTo>
                  <a:pt x="599791" y="43179"/>
                </a:lnTo>
                <a:lnTo>
                  <a:pt x="597687" y="44450"/>
                </a:lnTo>
                <a:close/>
              </a:path>
              <a:path w="3782695" h="906779">
                <a:moveTo>
                  <a:pt x="3715435" y="67310"/>
                </a:moveTo>
                <a:lnTo>
                  <a:pt x="3710355" y="62229"/>
                </a:lnTo>
                <a:lnTo>
                  <a:pt x="3710863" y="62229"/>
                </a:lnTo>
                <a:lnTo>
                  <a:pt x="3705555" y="58420"/>
                </a:lnTo>
                <a:lnTo>
                  <a:pt x="3706075" y="58420"/>
                </a:lnTo>
                <a:lnTo>
                  <a:pt x="3700538" y="54610"/>
                </a:lnTo>
                <a:lnTo>
                  <a:pt x="3701097" y="54610"/>
                </a:lnTo>
                <a:lnTo>
                  <a:pt x="3695357" y="50800"/>
                </a:lnTo>
                <a:lnTo>
                  <a:pt x="3695915" y="50800"/>
                </a:lnTo>
                <a:lnTo>
                  <a:pt x="3689985" y="46989"/>
                </a:lnTo>
                <a:lnTo>
                  <a:pt x="3690569" y="46989"/>
                </a:lnTo>
                <a:lnTo>
                  <a:pt x="3684435" y="43179"/>
                </a:lnTo>
                <a:lnTo>
                  <a:pt x="3732060" y="43179"/>
                </a:lnTo>
                <a:lnTo>
                  <a:pt x="3735412" y="46989"/>
                </a:lnTo>
                <a:lnTo>
                  <a:pt x="3740721" y="52070"/>
                </a:lnTo>
                <a:lnTo>
                  <a:pt x="3745776" y="58420"/>
                </a:lnTo>
                <a:lnTo>
                  <a:pt x="3750538" y="63500"/>
                </a:lnTo>
                <a:lnTo>
                  <a:pt x="3752331" y="66039"/>
                </a:lnTo>
                <a:lnTo>
                  <a:pt x="3714965" y="66039"/>
                </a:lnTo>
                <a:lnTo>
                  <a:pt x="3715435" y="67310"/>
                </a:lnTo>
                <a:close/>
              </a:path>
              <a:path w="3782695" h="906779">
                <a:moveTo>
                  <a:pt x="567296" y="67310"/>
                </a:moveTo>
                <a:lnTo>
                  <a:pt x="567778" y="66039"/>
                </a:lnTo>
                <a:lnTo>
                  <a:pt x="568566" y="66039"/>
                </a:lnTo>
                <a:lnTo>
                  <a:pt x="567296" y="67310"/>
                </a:lnTo>
                <a:close/>
              </a:path>
              <a:path w="3782695" h="906779">
                <a:moveTo>
                  <a:pt x="3738130" y="97789"/>
                </a:moveTo>
                <a:lnTo>
                  <a:pt x="3734600" y="91439"/>
                </a:lnTo>
                <a:lnTo>
                  <a:pt x="3734955" y="91439"/>
                </a:lnTo>
                <a:lnTo>
                  <a:pt x="3731158" y="86360"/>
                </a:lnTo>
                <a:lnTo>
                  <a:pt x="3731539" y="86360"/>
                </a:lnTo>
                <a:lnTo>
                  <a:pt x="3727449" y="81279"/>
                </a:lnTo>
                <a:lnTo>
                  <a:pt x="3727869" y="81279"/>
                </a:lnTo>
                <a:lnTo>
                  <a:pt x="3723513" y="76200"/>
                </a:lnTo>
                <a:lnTo>
                  <a:pt x="3723957" y="76200"/>
                </a:lnTo>
                <a:lnTo>
                  <a:pt x="3719347" y="71120"/>
                </a:lnTo>
                <a:lnTo>
                  <a:pt x="3719804" y="71120"/>
                </a:lnTo>
                <a:lnTo>
                  <a:pt x="3714965" y="66039"/>
                </a:lnTo>
                <a:lnTo>
                  <a:pt x="3752331" y="66039"/>
                </a:lnTo>
                <a:lnTo>
                  <a:pt x="3755021" y="69850"/>
                </a:lnTo>
                <a:lnTo>
                  <a:pt x="3759199" y="76200"/>
                </a:lnTo>
                <a:lnTo>
                  <a:pt x="3763073" y="83820"/>
                </a:lnTo>
                <a:lnTo>
                  <a:pt x="3766629" y="90170"/>
                </a:lnTo>
                <a:lnTo>
                  <a:pt x="3769307" y="96520"/>
                </a:lnTo>
                <a:lnTo>
                  <a:pt x="3737800" y="96520"/>
                </a:lnTo>
                <a:lnTo>
                  <a:pt x="3738130" y="97789"/>
                </a:lnTo>
                <a:close/>
              </a:path>
              <a:path w="3782695" h="906779">
                <a:moveTo>
                  <a:pt x="544601" y="97789"/>
                </a:moveTo>
                <a:lnTo>
                  <a:pt x="544931" y="96520"/>
                </a:lnTo>
                <a:lnTo>
                  <a:pt x="545307" y="96520"/>
                </a:lnTo>
                <a:lnTo>
                  <a:pt x="544601" y="97789"/>
                </a:lnTo>
                <a:close/>
              </a:path>
              <a:path w="3782695" h="906779">
                <a:moveTo>
                  <a:pt x="3743655" y="109220"/>
                </a:moveTo>
                <a:lnTo>
                  <a:pt x="3740734" y="102870"/>
                </a:lnTo>
                <a:lnTo>
                  <a:pt x="3741026" y="102870"/>
                </a:lnTo>
                <a:lnTo>
                  <a:pt x="3737800" y="96520"/>
                </a:lnTo>
                <a:lnTo>
                  <a:pt x="3769307" y="96520"/>
                </a:lnTo>
                <a:lnTo>
                  <a:pt x="3769842" y="97789"/>
                </a:lnTo>
                <a:lnTo>
                  <a:pt x="3772725" y="105410"/>
                </a:lnTo>
                <a:lnTo>
                  <a:pt x="3773736" y="107950"/>
                </a:lnTo>
                <a:lnTo>
                  <a:pt x="3743388" y="107950"/>
                </a:lnTo>
                <a:lnTo>
                  <a:pt x="3743655" y="109220"/>
                </a:lnTo>
                <a:close/>
              </a:path>
              <a:path w="3782695" h="906779">
                <a:moveTo>
                  <a:pt x="539076" y="109220"/>
                </a:moveTo>
                <a:lnTo>
                  <a:pt x="539343" y="107950"/>
                </a:lnTo>
                <a:lnTo>
                  <a:pt x="539663" y="107950"/>
                </a:lnTo>
                <a:lnTo>
                  <a:pt x="539076" y="109220"/>
                </a:lnTo>
                <a:close/>
              </a:path>
              <a:path w="3782695" h="906779">
                <a:moveTo>
                  <a:pt x="3746004" y="115570"/>
                </a:moveTo>
                <a:lnTo>
                  <a:pt x="3743388" y="107950"/>
                </a:lnTo>
                <a:lnTo>
                  <a:pt x="3773736" y="107950"/>
                </a:lnTo>
                <a:lnTo>
                  <a:pt x="3775252" y="111760"/>
                </a:lnTo>
                <a:lnTo>
                  <a:pt x="3775972" y="114300"/>
                </a:lnTo>
                <a:lnTo>
                  <a:pt x="3745763" y="114300"/>
                </a:lnTo>
                <a:lnTo>
                  <a:pt x="3746004" y="115570"/>
                </a:lnTo>
                <a:close/>
              </a:path>
              <a:path w="3782695" h="906779">
                <a:moveTo>
                  <a:pt x="536727" y="115570"/>
                </a:moveTo>
                <a:lnTo>
                  <a:pt x="536968" y="114300"/>
                </a:lnTo>
                <a:lnTo>
                  <a:pt x="537163" y="114300"/>
                </a:lnTo>
                <a:lnTo>
                  <a:pt x="536727" y="115570"/>
                </a:lnTo>
                <a:close/>
              </a:path>
              <a:path w="3782695" h="906779">
                <a:moveTo>
                  <a:pt x="3782299" y="153670"/>
                </a:moveTo>
                <a:lnTo>
                  <a:pt x="3753751" y="153670"/>
                </a:lnTo>
                <a:lnTo>
                  <a:pt x="3753713" y="152400"/>
                </a:lnTo>
                <a:lnTo>
                  <a:pt x="3753180" y="146050"/>
                </a:lnTo>
                <a:lnTo>
                  <a:pt x="3752329" y="139700"/>
                </a:lnTo>
                <a:lnTo>
                  <a:pt x="3751148" y="133350"/>
                </a:lnTo>
                <a:lnTo>
                  <a:pt x="3751287" y="133350"/>
                </a:lnTo>
                <a:lnTo>
                  <a:pt x="3749649" y="127000"/>
                </a:lnTo>
                <a:lnTo>
                  <a:pt x="3749827" y="127000"/>
                </a:lnTo>
                <a:lnTo>
                  <a:pt x="3747858" y="120650"/>
                </a:lnTo>
                <a:lnTo>
                  <a:pt x="3748074" y="120650"/>
                </a:lnTo>
                <a:lnTo>
                  <a:pt x="3745763" y="114300"/>
                </a:lnTo>
                <a:lnTo>
                  <a:pt x="3775972" y="114300"/>
                </a:lnTo>
                <a:lnTo>
                  <a:pt x="3782263" y="152400"/>
                </a:lnTo>
                <a:lnTo>
                  <a:pt x="3782299" y="153670"/>
                </a:lnTo>
                <a:close/>
              </a:path>
              <a:path w="3782695" h="906779">
                <a:moveTo>
                  <a:pt x="500265" y="160020"/>
                </a:moveTo>
                <a:lnTo>
                  <a:pt x="500468" y="152400"/>
                </a:lnTo>
                <a:lnTo>
                  <a:pt x="500775" y="148018"/>
                </a:lnTo>
                <a:lnTo>
                  <a:pt x="512114" y="146050"/>
                </a:lnTo>
                <a:lnTo>
                  <a:pt x="500265" y="160020"/>
                </a:lnTo>
                <a:close/>
              </a:path>
              <a:path w="3782695" h="906779">
                <a:moveTo>
                  <a:pt x="528827" y="160020"/>
                </a:moveTo>
                <a:lnTo>
                  <a:pt x="500265" y="160020"/>
                </a:lnTo>
                <a:lnTo>
                  <a:pt x="512114" y="146050"/>
                </a:lnTo>
                <a:lnTo>
                  <a:pt x="529551" y="146050"/>
                </a:lnTo>
                <a:lnTo>
                  <a:pt x="529075" y="152400"/>
                </a:lnTo>
                <a:lnTo>
                  <a:pt x="528827" y="160020"/>
                </a:lnTo>
                <a:close/>
              </a:path>
              <a:path w="3782695" h="906779">
                <a:moveTo>
                  <a:pt x="529475" y="147320"/>
                </a:moveTo>
                <a:lnTo>
                  <a:pt x="529551" y="146050"/>
                </a:lnTo>
                <a:lnTo>
                  <a:pt x="529475" y="147320"/>
                </a:lnTo>
                <a:close/>
              </a:path>
              <a:path w="3782695" h="906779">
                <a:moveTo>
                  <a:pt x="3753256" y="147320"/>
                </a:moveTo>
                <a:lnTo>
                  <a:pt x="3753101" y="146050"/>
                </a:lnTo>
                <a:lnTo>
                  <a:pt x="3753256" y="147320"/>
                </a:lnTo>
                <a:close/>
              </a:path>
              <a:path w="3782695" h="906779">
                <a:moveTo>
                  <a:pt x="500265" y="390578"/>
                </a:moveTo>
                <a:lnTo>
                  <a:pt x="0" y="234950"/>
                </a:lnTo>
                <a:lnTo>
                  <a:pt x="500775" y="148018"/>
                </a:lnTo>
                <a:lnTo>
                  <a:pt x="500468" y="152400"/>
                </a:lnTo>
                <a:lnTo>
                  <a:pt x="500265" y="160020"/>
                </a:lnTo>
                <a:lnTo>
                  <a:pt x="528840" y="160020"/>
                </a:lnTo>
                <a:lnTo>
                  <a:pt x="528840" y="172720"/>
                </a:lnTo>
                <a:lnTo>
                  <a:pt x="225867" y="224789"/>
                </a:lnTo>
                <a:lnTo>
                  <a:pt x="65112" y="224789"/>
                </a:lnTo>
                <a:lnTo>
                  <a:pt x="63296" y="252729"/>
                </a:lnTo>
                <a:lnTo>
                  <a:pt x="154604" y="252729"/>
                </a:lnTo>
                <a:lnTo>
                  <a:pt x="528840" y="369570"/>
                </a:lnTo>
                <a:lnTo>
                  <a:pt x="528840" y="379729"/>
                </a:lnTo>
                <a:lnTo>
                  <a:pt x="500265" y="379729"/>
                </a:lnTo>
                <a:lnTo>
                  <a:pt x="500265" y="390578"/>
                </a:lnTo>
                <a:close/>
              </a:path>
              <a:path w="3782695" h="906779">
                <a:moveTo>
                  <a:pt x="528989" y="153543"/>
                </a:moveTo>
                <a:lnTo>
                  <a:pt x="529018" y="152400"/>
                </a:lnTo>
                <a:lnTo>
                  <a:pt x="528989" y="153543"/>
                </a:lnTo>
                <a:close/>
              </a:path>
              <a:path w="3782695" h="906779">
                <a:moveTo>
                  <a:pt x="3753742" y="153543"/>
                </a:moveTo>
                <a:lnTo>
                  <a:pt x="3753656" y="152400"/>
                </a:lnTo>
                <a:lnTo>
                  <a:pt x="3753742" y="153543"/>
                </a:lnTo>
                <a:close/>
              </a:path>
              <a:path w="3782695" h="906779">
                <a:moveTo>
                  <a:pt x="528986" y="153670"/>
                </a:moveTo>
                <a:close/>
              </a:path>
              <a:path w="3782695" h="906779">
                <a:moveTo>
                  <a:pt x="3782294" y="753110"/>
                </a:moveTo>
                <a:lnTo>
                  <a:pt x="3753713" y="753110"/>
                </a:lnTo>
                <a:lnTo>
                  <a:pt x="3753751" y="751839"/>
                </a:lnTo>
                <a:lnTo>
                  <a:pt x="3753904" y="745489"/>
                </a:lnTo>
                <a:lnTo>
                  <a:pt x="3753904" y="160020"/>
                </a:lnTo>
                <a:lnTo>
                  <a:pt x="3753742" y="153543"/>
                </a:lnTo>
                <a:lnTo>
                  <a:pt x="3782299" y="153670"/>
                </a:lnTo>
                <a:lnTo>
                  <a:pt x="3782479" y="160020"/>
                </a:lnTo>
                <a:lnTo>
                  <a:pt x="3782479" y="745489"/>
                </a:lnTo>
                <a:lnTo>
                  <a:pt x="3782294" y="753110"/>
                </a:lnTo>
                <a:close/>
              </a:path>
              <a:path w="3782695" h="906779">
                <a:moveTo>
                  <a:pt x="63296" y="252729"/>
                </a:moveTo>
                <a:lnTo>
                  <a:pt x="65112" y="224789"/>
                </a:lnTo>
                <a:lnTo>
                  <a:pt x="122186" y="242608"/>
                </a:lnTo>
                <a:lnTo>
                  <a:pt x="63296" y="252729"/>
                </a:lnTo>
                <a:close/>
              </a:path>
              <a:path w="3782695" h="906779">
                <a:moveTo>
                  <a:pt x="122186" y="242608"/>
                </a:moveTo>
                <a:lnTo>
                  <a:pt x="65112" y="224789"/>
                </a:lnTo>
                <a:lnTo>
                  <a:pt x="225867" y="224789"/>
                </a:lnTo>
                <a:lnTo>
                  <a:pt x="122186" y="242608"/>
                </a:lnTo>
                <a:close/>
              </a:path>
              <a:path w="3782695" h="906779">
                <a:moveTo>
                  <a:pt x="154604" y="252729"/>
                </a:moveTo>
                <a:lnTo>
                  <a:pt x="63296" y="252729"/>
                </a:lnTo>
                <a:lnTo>
                  <a:pt x="122186" y="242608"/>
                </a:lnTo>
                <a:lnTo>
                  <a:pt x="154604" y="252729"/>
                </a:lnTo>
                <a:close/>
              </a:path>
              <a:path w="3782695" h="906779">
                <a:moveTo>
                  <a:pt x="510298" y="393700"/>
                </a:moveTo>
                <a:lnTo>
                  <a:pt x="500265" y="390578"/>
                </a:lnTo>
                <a:lnTo>
                  <a:pt x="500265" y="379729"/>
                </a:lnTo>
                <a:lnTo>
                  <a:pt x="510298" y="393700"/>
                </a:lnTo>
                <a:close/>
              </a:path>
              <a:path w="3782695" h="906779">
                <a:moveTo>
                  <a:pt x="528840" y="393700"/>
                </a:moveTo>
                <a:lnTo>
                  <a:pt x="510298" y="393700"/>
                </a:lnTo>
                <a:lnTo>
                  <a:pt x="500265" y="379729"/>
                </a:lnTo>
                <a:lnTo>
                  <a:pt x="528840" y="379729"/>
                </a:lnTo>
                <a:lnTo>
                  <a:pt x="528840" y="393700"/>
                </a:lnTo>
                <a:close/>
              </a:path>
              <a:path w="3782695" h="906779">
                <a:moveTo>
                  <a:pt x="3630028" y="906780"/>
                </a:moveTo>
                <a:lnTo>
                  <a:pt x="652703" y="906780"/>
                </a:lnTo>
                <a:lnTo>
                  <a:pt x="620814" y="901700"/>
                </a:lnTo>
                <a:lnTo>
                  <a:pt x="584352" y="886460"/>
                </a:lnTo>
                <a:lnTo>
                  <a:pt x="552907" y="864869"/>
                </a:lnTo>
                <a:lnTo>
                  <a:pt x="542010" y="853439"/>
                </a:lnTo>
                <a:lnTo>
                  <a:pt x="536955" y="848360"/>
                </a:lnTo>
                <a:lnTo>
                  <a:pt x="516115" y="815339"/>
                </a:lnTo>
                <a:lnTo>
                  <a:pt x="512889" y="807720"/>
                </a:lnTo>
                <a:lnTo>
                  <a:pt x="510006" y="801370"/>
                </a:lnTo>
                <a:lnTo>
                  <a:pt x="501091" y="762000"/>
                </a:lnTo>
                <a:lnTo>
                  <a:pt x="500265" y="745489"/>
                </a:lnTo>
                <a:lnTo>
                  <a:pt x="500265" y="390578"/>
                </a:lnTo>
                <a:lnTo>
                  <a:pt x="510298" y="393700"/>
                </a:lnTo>
                <a:lnTo>
                  <a:pt x="528840" y="393700"/>
                </a:lnTo>
                <a:lnTo>
                  <a:pt x="528827" y="745489"/>
                </a:lnTo>
                <a:lnTo>
                  <a:pt x="528986" y="751839"/>
                </a:lnTo>
                <a:lnTo>
                  <a:pt x="529551" y="759460"/>
                </a:lnTo>
                <a:lnTo>
                  <a:pt x="530402" y="765810"/>
                </a:lnTo>
                <a:lnTo>
                  <a:pt x="531583" y="772160"/>
                </a:lnTo>
                <a:lnTo>
                  <a:pt x="531444" y="772160"/>
                </a:lnTo>
                <a:lnTo>
                  <a:pt x="533082" y="779779"/>
                </a:lnTo>
                <a:lnTo>
                  <a:pt x="533298" y="779779"/>
                </a:lnTo>
                <a:lnTo>
                  <a:pt x="534873" y="784860"/>
                </a:lnTo>
                <a:lnTo>
                  <a:pt x="534669" y="784860"/>
                </a:lnTo>
                <a:lnTo>
                  <a:pt x="536968" y="791210"/>
                </a:lnTo>
                <a:lnTo>
                  <a:pt x="536727" y="791210"/>
                </a:lnTo>
                <a:lnTo>
                  <a:pt x="539343" y="797560"/>
                </a:lnTo>
                <a:lnTo>
                  <a:pt x="539565" y="797560"/>
                </a:lnTo>
                <a:lnTo>
                  <a:pt x="542010" y="803910"/>
                </a:lnTo>
                <a:lnTo>
                  <a:pt x="542350" y="803910"/>
                </a:lnTo>
                <a:lnTo>
                  <a:pt x="544931" y="808989"/>
                </a:lnTo>
                <a:lnTo>
                  <a:pt x="544601" y="808989"/>
                </a:lnTo>
                <a:lnTo>
                  <a:pt x="548131" y="814069"/>
                </a:lnTo>
                <a:lnTo>
                  <a:pt x="547776" y="814069"/>
                </a:lnTo>
                <a:lnTo>
                  <a:pt x="551586" y="820419"/>
                </a:lnTo>
                <a:lnTo>
                  <a:pt x="552010" y="820419"/>
                </a:lnTo>
                <a:lnTo>
                  <a:pt x="555282" y="825500"/>
                </a:lnTo>
                <a:lnTo>
                  <a:pt x="555744" y="825500"/>
                </a:lnTo>
                <a:lnTo>
                  <a:pt x="559219" y="830580"/>
                </a:lnTo>
                <a:lnTo>
                  <a:pt x="559936" y="830580"/>
                </a:lnTo>
                <a:lnTo>
                  <a:pt x="563384" y="834389"/>
                </a:lnTo>
                <a:lnTo>
                  <a:pt x="562927" y="834389"/>
                </a:lnTo>
                <a:lnTo>
                  <a:pt x="567778" y="839469"/>
                </a:lnTo>
                <a:lnTo>
                  <a:pt x="567296" y="839469"/>
                </a:lnTo>
                <a:lnTo>
                  <a:pt x="572376" y="843280"/>
                </a:lnTo>
                <a:lnTo>
                  <a:pt x="571868" y="843280"/>
                </a:lnTo>
                <a:lnTo>
                  <a:pt x="577189" y="848360"/>
                </a:lnTo>
                <a:lnTo>
                  <a:pt x="578040" y="848360"/>
                </a:lnTo>
                <a:lnTo>
                  <a:pt x="582193" y="852169"/>
                </a:lnTo>
                <a:lnTo>
                  <a:pt x="583082" y="852169"/>
                </a:lnTo>
                <a:lnTo>
                  <a:pt x="587387" y="855980"/>
                </a:lnTo>
                <a:lnTo>
                  <a:pt x="588797" y="855980"/>
                </a:lnTo>
                <a:lnTo>
                  <a:pt x="592759" y="858519"/>
                </a:lnTo>
                <a:lnTo>
                  <a:pt x="592162" y="858519"/>
                </a:lnTo>
                <a:lnTo>
                  <a:pt x="598297" y="862330"/>
                </a:lnTo>
                <a:lnTo>
                  <a:pt x="597687" y="862330"/>
                </a:lnTo>
                <a:lnTo>
                  <a:pt x="603999" y="864869"/>
                </a:lnTo>
                <a:lnTo>
                  <a:pt x="603376" y="864869"/>
                </a:lnTo>
                <a:lnTo>
                  <a:pt x="609853" y="867410"/>
                </a:lnTo>
                <a:lnTo>
                  <a:pt x="609218" y="867410"/>
                </a:lnTo>
                <a:lnTo>
                  <a:pt x="615861" y="869950"/>
                </a:lnTo>
                <a:lnTo>
                  <a:pt x="615200" y="869950"/>
                </a:lnTo>
                <a:lnTo>
                  <a:pt x="622007" y="872489"/>
                </a:lnTo>
                <a:lnTo>
                  <a:pt x="621322" y="872489"/>
                </a:lnTo>
                <a:lnTo>
                  <a:pt x="628281" y="873760"/>
                </a:lnTo>
                <a:lnTo>
                  <a:pt x="627583" y="873760"/>
                </a:lnTo>
                <a:lnTo>
                  <a:pt x="634669" y="875030"/>
                </a:lnTo>
                <a:lnTo>
                  <a:pt x="633971" y="875030"/>
                </a:lnTo>
                <a:lnTo>
                  <a:pt x="641184" y="876300"/>
                </a:lnTo>
                <a:lnTo>
                  <a:pt x="640473" y="876300"/>
                </a:lnTo>
                <a:lnTo>
                  <a:pt x="647801" y="877569"/>
                </a:lnTo>
                <a:lnTo>
                  <a:pt x="3713729" y="877569"/>
                </a:lnTo>
                <a:lnTo>
                  <a:pt x="3711625" y="878839"/>
                </a:lnTo>
                <a:lnTo>
                  <a:pt x="3669550" y="899160"/>
                </a:lnTo>
                <a:lnTo>
                  <a:pt x="3661917" y="901700"/>
                </a:lnTo>
                <a:lnTo>
                  <a:pt x="3630028" y="906780"/>
                </a:lnTo>
                <a:close/>
              </a:path>
              <a:path w="3782695" h="906779">
                <a:moveTo>
                  <a:pt x="3753742" y="751966"/>
                </a:moveTo>
                <a:close/>
              </a:path>
              <a:path w="3782695" h="906779">
                <a:moveTo>
                  <a:pt x="529075" y="753110"/>
                </a:moveTo>
                <a:lnTo>
                  <a:pt x="528989" y="751966"/>
                </a:lnTo>
                <a:lnTo>
                  <a:pt x="529075" y="753110"/>
                </a:lnTo>
                <a:close/>
              </a:path>
              <a:path w="3782695" h="906779">
                <a:moveTo>
                  <a:pt x="3778914" y="779779"/>
                </a:moveTo>
                <a:lnTo>
                  <a:pt x="3749649" y="779779"/>
                </a:lnTo>
                <a:lnTo>
                  <a:pt x="3751287" y="772160"/>
                </a:lnTo>
                <a:lnTo>
                  <a:pt x="3751148" y="772160"/>
                </a:lnTo>
                <a:lnTo>
                  <a:pt x="3752430" y="765810"/>
                </a:lnTo>
                <a:lnTo>
                  <a:pt x="3753256" y="759460"/>
                </a:lnTo>
                <a:lnTo>
                  <a:pt x="3753742" y="751966"/>
                </a:lnTo>
                <a:lnTo>
                  <a:pt x="3753713" y="753110"/>
                </a:lnTo>
                <a:lnTo>
                  <a:pt x="3782294" y="753110"/>
                </a:lnTo>
                <a:lnTo>
                  <a:pt x="3782263" y="754379"/>
                </a:lnTo>
                <a:lnTo>
                  <a:pt x="3781653" y="762000"/>
                </a:lnTo>
                <a:lnTo>
                  <a:pt x="3780624" y="769620"/>
                </a:lnTo>
                <a:lnTo>
                  <a:pt x="3779215" y="778510"/>
                </a:lnTo>
                <a:lnTo>
                  <a:pt x="3778914" y="779779"/>
                </a:lnTo>
                <a:close/>
              </a:path>
              <a:path w="3782695" h="906779">
                <a:moveTo>
                  <a:pt x="533298" y="779779"/>
                </a:moveTo>
                <a:lnTo>
                  <a:pt x="533082" y="779779"/>
                </a:lnTo>
                <a:lnTo>
                  <a:pt x="532904" y="778510"/>
                </a:lnTo>
                <a:lnTo>
                  <a:pt x="533298" y="779779"/>
                </a:lnTo>
                <a:close/>
              </a:path>
              <a:path w="3782695" h="906779">
                <a:moveTo>
                  <a:pt x="3773989" y="797560"/>
                </a:moveTo>
                <a:lnTo>
                  <a:pt x="3743388" y="797560"/>
                </a:lnTo>
                <a:lnTo>
                  <a:pt x="3746004" y="791210"/>
                </a:lnTo>
                <a:lnTo>
                  <a:pt x="3745763" y="791210"/>
                </a:lnTo>
                <a:lnTo>
                  <a:pt x="3748074" y="784860"/>
                </a:lnTo>
                <a:lnTo>
                  <a:pt x="3747858" y="784860"/>
                </a:lnTo>
                <a:lnTo>
                  <a:pt x="3749827" y="778510"/>
                </a:lnTo>
                <a:lnTo>
                  <a:pt x="3749649" y="779779"/>
                </a:lnTo>
                <a:lnTo>
                  <a:pt x="3778914" y="779779"/>
                </a:lnTo>
                <a:lnTo>
                  <a:pt x="3777411" y="786129"/>
                </a:lnTo>
                <a:lnTo>
                  <a:pt x="3775252" y="793750"/>
                </a:lnTo>
                <a:lnTo>
                  <a:pt x="3773989" y="797560"/>
                </a:lnTo>
                <a:close/>
              </a:path>
              <a:path w="3782695" h="906779">
                <a:moveTo>
                  <a:pt x="539565" y="797560"/>
                </a:moveTo>
                <a:lnTo>
                  <a:pt x="539343" y="797560"/>
                </a:lnTo>
                <a:lnTo>
                  <a:pt x="539076" y="796289"/>
                </a:lnTo>
                <a:lnTo>
                  <a:pt x="539565" y="797560"/>
                </a:lnTo>
                <a:close/>
              </a:path>
              <a:path w="3782695" h="906779">
                <a:moveTo>
                  <a:pt x="3771572" y="803910"/>
                </a:moveTo>
                <a:lnTo>
                  <a:pt x="3740734" y="803910"/>
                </a:lnTo>
                <a:lnTo>
                  <a:pt x="3743655" y="796289"/>
                </a:lnTo>
                <a:lnTo>
                  <a:pt x="3743388" y="797560"/>
                </a:lnTo>
                <a:lnTo>
                  <a:pt x="3773989" y="797560"/>
                </a:lnTo>
                <a:lnTo>
                  <a:pt x="3772725" y="801370"/>
                </a:lnTo>
                <a:lnTo>
                  <a:pt x="3771572" y="803910"/>
                </a:lnTo>
                <a:close/>
              </a:path>
              <a:path w="3782695" h="906779">
                <a:moveTo>
                  <a:pt x="542350" y="803910"/>
                </a:moveTo>
                <a:lnTo>
                  <a:pt x="542010" y="803910"/>
                </a:lnTo>
                <a:lnTo>
                  <a:pt x="541705" y="802639"/>
                </a:lnTo>
                <a:lnTo>
                  <a:pt x="542350" y="803910"/>
                </a:lnTo>
                <a:close/>
              </a:path>
              <a:path w="3782695" h="906779">
                <a:moveTo>
                  <a:pt x="3764258" y="820419"/>
                </a:moveTo>
                <a:lnTo>
                  <a:pt x="3731158" y="820419"/>
                </a:lnTo>
                <a:lnTo>
                  <a:pt x="3734955" y="814069"/>
                </a:lnTo>
                <a:lnTo>
                  <a:pt x="3734600" y="814069"/>
                </a:lnTo>
                <a:lnTo>
                  <a:pt x="3738130" y="808989"/>
                </a:lnTo>
                <a:lnTo>
                  <a:pt x="3737800" y="808989"/>
                </a:lnTo>
                <a:lnTo>
                  <a:pt x="3741026" y="802639"/>
                </a:lnTo>
                <a:lnTo>
                  <a:pt x="3740734" y="803910"/>
                </a:lnTo>
                <a:lnTo>
                  <a:pt x="3771572" y="803910"/>
                </a:lnTo>
                <a:lnTo>
                  <a:pt x="3769842" y="807720"/>
                </a:lnTo>
                <a:lnTo>
                  <a:pt x="3766629" y="815339"/>
                </a:lnTo>
                <a:lnTo>
                  <a:pt x="3764258" y="820419"/>
                </a:lnTo>
                <a:close/>
              </a:path>
              <a:path w="3782695" h="906779">
                <a:moveTo>
                  <a:pt x="552010" y="820419"/>
                </a:moveTo>
                <a:lnTo>
                  <a:pt x="551586" y="820419"/>
                </a:lnTo>
                <a:lnTo>
                  <a:pt x="551192" y="819150"/>
                </a:lnTo>
                <a:lnTo>
                  <a:pt x="552010" y="820419"/>
                </a:lnTo>
                <a:close/>
              </a:path>
              <a:path w="3782695" h="906779">
                <a:moveTo>
                  <a:pt x="3761524" y="825500"/>
                </a:moveTo>
                <a:lnTo>
                  <a:pt x="3727449" y="825500"/>
                </a:lnTo>
                <a:lnTo>
                  <a:pt x="3731539" y="819150"/>
                </a:lnTo>
                <a:lnTo>
                  <a:pt x="3731158" y="820419"/>
                </a:lnTo>
                <a:lnTo>
                  <a:pt x="3764258" y="820419"/>
                </a:lnTo>
                <a:lnTo>
                  <a:pt x="3763073" y="822960"/>
                </a:lnTo>
                <a:lnTo>
                  <a:pt x="3761524" y="825500"/>
                </a:lnTo>
                <a:close/>
              </a:path>
              <a:path w="3782695" h="906779">
                <a:moveTo>
                  <a:pt x="555744" y="825500"/>
                </a:moveTo>
                <a:lnTo>
                  <a:pt x="555282" y="825500"/>
                </a:lnTo>
                <a:lnTo>
                  <a:pt x="554875" y="824230"/>
                </a:lnTo>
                <a:lnTo>
                  <a:pt x="555744" y="825500"/>
                </a:lnTo>
                <a:close/>
              </a:path>
              <a:path w="3782695" h="906779">
                <a:moveTo>
                  <a:pt x="3758364" y="830580"/>
                </a:moveTo>
                <a:lnTo>
                  <a:pt x="3723513" y="830580"/>
                </a:lnTo>
                <a:lnTo>
                  <a:pt x="3727869" y="824230"/>
                </a:lnTo>
                <a:lnTo>
                  <a:pt x="3727449" y="825500"/>
                </a:lnTo>
                <a:lnTo>
                  <a:pt x="3761524" y="825500"/>
                </a:lnTo>
                <a:lnTo>
                  <a:pt x="3759199" y="829310"/>
                </a:lnTo>
                <a:lnTo>
                  <a:pt x="3758364" y="830580"/>
                </a:lnTo>
                <a:close/>
              </a:path>
              <a:path w="3782695" h="906779">
                <a:moveTo>
                  <a:pt x="559936" y="830580"/>
                </a:moveTo>
                <a:lnTo>
                  <a:pt x="559219" y="830580"/>
                </a:lnTo>
                <a:lnTo>
                  <a:pt x="558787" y="829310"/>
                </a:lnTo>
                <a:lnTo>
                  <a:pt x="559936" y="830580"/>
                </a:lnTo>
                <a:close/>
              </a:path>
              <a:path w="3782695" h="906779">
                <a:moveTo>
                  <a:pt x="3745776" y="848360"/>
                </a:moveTo>
                <a:lnTo>
                  <a:pt x="3705555" y="848360"/>
                </a:lnTo>
                <a:lnTo>
                  <a:pt x="3710863" y="843280"/>
                </a:lnTo>
                <a:lnTo>
                  <a:pt x="3710355" y="843280"/>
                </a:lnTo>
                <a:lnTo>
                  <a:pt x="3715435" y="839469"/>
                </a:lnTo>
                <a:lnTo>
                  <a:pt x="3714965" y="839469"/>
                </a:lnTo>
                <a:lnTo>
                  <a:pt x="3719804" y="834389"/>
                </a:lnTo>
                <a:lnTo>
                  <a:pt x="3719347" y="834389"/>
                </a:lnTo>
                <a:lnTo>
                  <a:pt x="3723957" y="829310"/>
                </a:lnTo>
                <a:lnTo>
                  <a:pt x="3723513" y="830580"/>
                </a:lnTo>
                <a:lnTo>
                  <a:pt x="3758364" y="830580"/>
                </a:lnTo>
                <a:lnTo>
                  <a:pt x="3755021" y="835660"/>
                </a:lnTo>
                <a:lnTo>
                  <a:pt x="3750538" y="842010"/>
                </a:lnTo>
                <a:lnTo>
                  <a:pt x="3745776" y="848360"/>
                </a:lnTo>
                <a:close/>
              </a:path>
              <a:path w="3782695" h="906779">
                <a:moveTo>
                  <a:pt x="578040" y="848360"/>
                </a:moveTo>
                <a:lnTo>
                  <a:pt x="577189" y="848360"/>
                </a:lnTo>
                <a:lnTo>
                  <a:pt x="576656" y="847089"/>
                </a:lnTo>
                <a:lnTo>
                  <a:pt x="578040" y="848360"/>
                </a:lnTo>
                <a:close/>
              </a:path>
              <a:path w="3782695" h="906779">
                <a:moveTo>
                  <a:pt x="3741985" y="852169"/>
                </a:moveTo>
                <a:lnTo>
                  <a:pt x="3700538" y="852169"/>
                </a:lnTo>
                <a:lnTo>
                  <a:pt x="3706075" y="847089"/>
                </a:lnTo>
                <a:lnTo>
                  <a:pt x="3705555" y="848360"/>
                </a:lnTo>
                <a:lnTo>
                  <a:pt x="3745776" y="848360"/>
                </a:lnTo>
                <a:lnTo>
                  <a:pt x="3741985" y="852169"/>
                </a:lnTo>
                <a:close/>
              </a:path>
              <a:path w="3782695" h="906779">
                <a:moveTo>
                  <a:pt x="583082" y="852169"/>
                </a:moveTo>
                <a:lnTo>
                  <a:pt x="582193" y="852169"/>
                </a:lnTo>
                <a:lnTo>
                  <a:pt x="581647" y="850900"/>
                </a:lnTo>
                <a:lnTo>
                  <a:pt x="583082" y="852169"/>
                </a:lnTo>
                <a:close/>
              </a:path>
              <a:path w="3782695" h="906779">
                <a:moveTo>
                  <a:pt x="3738598" y="855980"/>
                </a:moveTo>
                <a:lnTo>
                  <a:pt x="3695357" y="855980"/>
                </a:lnTo>
                <a:lnTo>
                  <a:pt x="3701097" y="850900"/>
                </a:lnTo>
                <a:lnTo>
                  <a:pt x="3700538" y="852169"/>
                </a:lnTo>
                <a:lnTo>
                  <a:pt x="3741985" y="852169"/>
                </a:lnTo>
                <a:lnTo>
                  <a:pt x="3740721" y="853439"/>
                </a:lnTo>
                <a:lnTo>
                  <a:pt x="3738598" y="855980"/>
                </a:lnTo>
                <a:close/>
              </a:path>
              <a:path w="3782695" h="906779">
                <a:moveTo>
                  <a:pt x="588797" y="855980"/>
                </a:moveTo>
                <a:lnTo>
                  <a:pt x="587387" y="855980"/>
                </a:lnTo>
                <a:lnTo>
                  <a:pt x="586816" y="854710"/>
                </a:lnTo>
                <a:lnTo>
                  <a:pt x="588797" y="855980"/>
                </a:lnTo>
                <a:close/>
              </a:path>
              <a:path w="3782695" h="906779">
                <a:moveTo>
                  <a:pt x="3713729" y="877569"/>
                </a:moveTo>
                <a:lnTo>
                  <a:pt x="3634943" y="877569"/>
                </a:lnTo>
                <a:lnTo>
                  <a:pt x="3642271" y="876300"/>
                </a:lnTo>
                <a:lnTo>
                  <a:pt x="3641559" y="876300"/>
                </a:lnTo>
                <a:lnTo>
                  <a:pt x="3648760" y="875030"/>
                </a:lnTo>
                <a:lnTo>
                  <a:pt x="3648062" y="875030"/>
                </a:lnTo>
                <a:lnTo>
                  <a:pt x="3655148" y="873760"/>
                </a:lnTo>
                <a:lnTo>
                  <a:pt x="3654463" y="873760"/>
                </a:lnTo>
                <a:lnTo>
                  <a:pt x="3661410" y="872489"/>
                </a:lnTo>
                <a:lnTo>
                  <a:pt x="3660724" y="872489"/>
                </a:lnTo>
                <a:lnTo>
                  <a:pt x="3667531" y="869950"/>
                </a:lnTo>
                <a:lnTo>
                  <a:pt x="3666870" y="869950"/>
                </a:lnTo>
                <a:lnTo>
                  <a:pt x="3673525" y="867410"/>
                </a:lnTo>
                <a:lnTo>
                  <a:pt x="3672878" y="867410"/>
                </a:lnTo>
                <a:lnTo>
                  <a:pt x="3679355" y="864869"/>
                </a:lnTo>
                <a:lnTo>
                  <a:pt x="3678732" y="864869"/>
                </a:lnTo>
                <a:lnTo>
                  <a:pt x="3685044" y="862330"/>
                </a:lnTo>
                <a:lnTo>
                  <a:pt x="3684435" y="862330"/>
                </a:lnTo>
                <a:lnTo>
                  <a:pt x="3690569" y="858519"/>
                </a:lnTo>
                <a:lnTo>
                  <a:pt x="3689985" y="858519"/>
                </a:lnTo>
                <a:lnTo>
                  <a:pt x="3695915" y="854710"/>
                </a:lnTo>
                <a:lnTo>
                  <a:pt x="3695357" y="855980"/>
                </a:lnTo>
                <a:lnTo>
                  <a:pt x="3738598" y="855980"/>
                </a:lnTo>
                <a:lnTo>
                  <a:pt x="3735412" y="859789"/>
                </a:lnTo>
                <a:lnTo>
                  <a:pt x="3729824" y="864869"/>
                </a:lnTo>
                <a:lnTo>
                  <a:pt x="3723995" y="869950"/>
                </a:lnTo>
                <a:lnTo>
                  <a:pt x="3717937" y="875030"/>
                </a:lnTo>
                <a:lnTo>
                  <a:pt x="3713729" y="877569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078044" y="3297593"/>
            <a:ext cx="298894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289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输入缓冲器满信号</a:t>
            </a:r>
            <a:r>
              <a:rPr sz="2400" dirty="0">
                <a:solidFill>
                  <a:srgbClr val="0000CC"/>
                </a:solidFill>
                <a:latin typeface="Droid Sans Fallback"/>
                <a:cs typeface="Droid Sans Fallback"/>
              </a:rPr>
              <a:t>表示</a:t>
            </a:r>
            <a:r>
              <a:rPr sz="24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口已经接收数据</a:t>
            </a:r>
            <a:endParaRPr sz="2400">
              <a:latin typeface="Droid Sans Fallback"/>
              <a:cs typeface="Droid Sans Fallb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68596" y="4621619"/>
            <a:ext cx="3044190" cy="906780"/>
          </a:xfrm>
          <a:custGeom>
            <a:avLst/>
            <a:gdLst/>
            <a:ahLst/>
            <a:cxnLst/>
            <a:rect l="l" t="t" r="r" b="b"/>
            <a:pathLst>
              <a:path w="3044190" h="906779">
                <a:moveTo>
                  <a:pt x="291947" y="160020"/>
                </a:moveTo>
                <a:lnTo>
                  <a:pt x="263385" y="160020"/>
                </a:lnTo>
                <a:lnTo>
                  <a:pt x="282917" y="147320"/>
                </a:lnTo>
                <a:lnTo>
                  <a:pt x="264664" y="140109"/>
                </a:lnTo>
                <a:lnTo>
                  <a:pt x="273126" y="105410"/>
                </a:lnTo>
                <a:lnTo>
                  <a:pt x="276009" y="97789"/>
                </a:lnTo>
                <a:lnTo>
                  <a:pt x="279234" y="90170"/>
                </a:lnTo>
                <a:lnTo>
                  <a:pt x="282778" y="83820"/>
                </a:lnTo>
                <a:lnTo>
                  <a:pt x="286651" y="76200"/>
                </a:lnTo>
                <a:lnTo>
                  <a:pt x="290829" y="69850"/>
                </a:lnTo>
                <a:lnTo>
                  <a:pt x="295313" y="63500"/>
                </a:lnTo>
                <a:lnTo>
                  <a:pt x="300075" y="58420"/>
                </a:lnTo>
                <a:lnTo>
                  <a:pt x="305130" y="52070"/>
                </a:lnTo>
                <a:lnTo>
                  <a:pt x="310451" y="46989"/>
                </a:lnTo>
                <a:lnTo>
                  <a:pt x="316026" y="40639"/>
                </a:lnTo>
                <a:lnTo>
                  <a:pt x="321856" y="35560"/>
                </a:lnTo>
                <a:lnTo>
                  <a:pt x="327926" y="31750"/>
                </a:lnTo>
                <a:lnTo>
                  <a:pt x="334225" y="26670"/>
                </a:lnTo>
                <a:lnTo>
                  <a:pt x="340740" y="22860"/>
                </a:lnTo>
                <a:lnTo>
                  <a:pt x="383933" y="3810"/>
                </a:lnTo>
                <a:lnTo>
                  <a:pt x="407670" y="0"/>
                </a:lnTo>
                <a:lnTo>
                  <a:pt x="2899384" y="0"/>
                </a:lnTo>
                <a:lnTo>
                  <a:pt x="2938221" y="8889"/>
                </a:lnTo>
                <a:lnTo>
                  <a:pt x="2972828" y="26670"/>
                </a:lnTo>
                <a:lnTo>
                  <a:pt x="2974403" y="27939"/>
                </a:lnTo>
                <a:lnTo>
                  <a:pt x="417639" y="27939"/>
                </a:lnTo>
                <a:lnTo>
                  <a:pt x="410197" y="29210"/>
                </a:lnTo>
                <a:lnTo>
                  <a:pt x="404304" y="29210"/>
                </a:lnTo>
                <a:lnTo>
                  <a:pt x="397090" y="30479"/>
                </a:lnTo>
                <a:lnTo>
                  <a:pt x="397789" y="30479"/>
                </a:lnTo>
                <a:lnTo>
                  <a:pt x="390702" y="31750"/>
                </a:lnTo>
                <a:lnTo>
                  <a:pt x="391401" y="31750"/>
                </a:lnTo>
                <a:lnTo>
                  <a:pt x="384441" y="34289"/>
                </a:lnTo>
                <a:lnTo>
                  <a:pt x="385127" y="34289"/>
                </a:lnTo>
                <a:lnTo>
                  <a:pt x="378320" y="35560"/>
                </a:lnTo>
                <a:lnTo>
                  <a:pt x="378980" y="35560"/>
                </a:lnTo>
                <a:lnTo>
                  <a:pt x="372338" y="38100"/>
                </a:lnTo>
                <a:lnTo>
                  <a:pt x="372973" y="38100"/>
                </a:lnTo>
                <a:lnTo>
                  <a:pt x="366496" y="40639"/>
                </a:lnTo>
                <a:lnTo>
                  <a:pt x="367118" y="40639"/>
                </a:lnTo>
                <a:lnTo>
                  <a:pt x="362910" y="43179"/>
                </a:lnTo>
                <a:lnTo>
                  <a:pt x="361416" y="43179"/>
                </a:lnTo>
                <a:lnTo>
                  <a:pt x="355282" y="46989"/>
                </a:lnTo>
                <a:lnTo>
                  <a:pt x="355879" y="46989"/>
                </a:lnTo>
                <a:lnTo>
                  <a:pt x="349935" y="50800"/>
                </a:lnTo>
                <a:lnTo>
                  <a:pt x="350507" y="50800"/>
                </a:lnTo>
                <a:lnTo>
                  <a:pt x="344766" y="54610"/>
                </a:lnTo>
                <a:lnTo>
                  <a:pt x="345313" y="54610"/>
                </a:lnTo>
                <a:lnTo>
                  <a:pt x="339775" y="58420"/>
                </a:lnTo>
                <a:lnTo>
                  <a:pt x="340309" y="58420"/>
                </a:lnTo>
                <a:lnTo>
                  <a:pt x="334987" y="62229"/>
                </a:lnTo>
                <a:lnTo>
                  <a:pt x="335495" y="62229"/>
                </a:lnTo>
                <a:lnTo>
                  <a:pt x="331685" y="66039"/>
                </a:lnTo>
                <a:lnTo>
                  <a:pt x="330898" y="66039"/>
                </a:lnTo>
                <a:lnTo>
                  <a:pt x="326047" y="71120"/>
                </a:lnTo>
                <a:lnTo>
                  <a:pt x="326504" y="71120"/>
                </a:lnTo>
                <a:lnTo>
                  <a:pt x="321906" y="76200"/>
                </a:lnTo>
                <a:lnTo>
                  <a:pt x="322338" y="76200"/>
                </a:lnTo>
                <a:lnTo>
                  <a:pt x="317995" y="81279"/>
                </a:lnTo>
                <a:lnTo>
                  <a:pt x="318401" y="81279"/>
                </a:lnTo>
                <a:lnTo>
                  <a:pt x="314312" y="86360"/>
                </a:lnTo>
                <a:lnTo>
                  <a:pt x="314706" y="86360"/>
                </a:lnTo>
                <a:lnTo>
                  <a:pt x="310896" y="91439"/>
                </a:lnTo>
                <a:lnTo>
                  <a:pt x="311251" y="91439"/>
                </a:lnTo>
                <a:lnTo>
                  <a:pt x="308427" y="96520"/>
                </a:lnTo>
                <a:lnTo>
                  <a:pt x="308051" y="96520"/>
                </a:lnTo>
                <a:lnTo>
                  <a:pt x="304825" y="102870"/>
                </a:lnTo>
                <a:lnTo>
                  <a:pt x="305130" y="102870"/>
                </a:lnTo>
                <a:lnTo>
                  <a:pt x="302783" y="107950"/>
                </a:lnTo>
                <a:lnTo>
                  <a:pt x="302463" y="107950"/>
                </a:lnTo>
                <a:lnTo>
                  <a:pt x="300283" y="114300"/>
                </a:lnTo>
                <a:lnTo>
                  <a:pt x="300088" y="114300"/>
                </a:lnTo>
                <a:lnTo>
                  <a:pt x="297789" y="120650"/>
                </a:lnTo>
                <a:lnTo>
                  <a:pt x="297992" y="120650"/>
                </a:lnTo>
                <a:lnTo>
                  <a:pt x="296024" y="127000"/>
                </a:lnTo>
                <a:lnTo>
                  <a:pt x="296202" y="127000"/>
                </a:lnTo>
                <a:lnTo>
                  <a:pt x="294563" y="133350"/>
                </a:lnTo>
                <a:lnTo>
                  <a:pt x="294703" y="133350"/>
                </a:lnTo>
                <a:lnTo>
                  <a:pt x="293420" y="139700"/>
                </a:lnTo>
                <a:lnTo>
                  <a:pt x="292749" y="146050"/>
                </a:lnTo>
                <a:lnTo>
                  <a:pt x="292195" y="152400"/>
                </a:lnTo>
                <a:lnTo>
                  <a:pt x="291947" y="160020"/>
                </a:lnTo>
                <a:close/>
              </a:path>
              <a:path w="3044190" h="906779">
                <a:moveTo>
                  <a:pt x="2946247" y="44450"/>
                </a:moveTo>
                <a:lnTo>
                  <a:pt x="2939935" y="40639"/>
                </a:lnTo>
                <a:lnTo>
                  <a:pt x="2940557" y="40639"/>
                </a:lnTo>
                <a:lnTo>
                  <a:pt x="2934068" y="38100"/>
                </a:lnTo>
                <a:lnTo>
                  <a:pt x="2934716" y="38100"/>
                </a:lnTo>
                <a:lnTo>
                  <a:pt x="2928073" y="35560"/>
                </a:lnTo>
                <a:lnTo>
                  <a:pt x="2928734" y="35560"/>
                </a:lnTo>
                <a:lnTo>
                  <a:pt x="2921927" y="34289"/>
                </a:lnTo>
                <a:lnTo>
                  <a:pt x="2922600" y="34289"/>
                </a:lnTo>
                <a:lnTo>
                  <a:pt x="2915653" y="31750"/>
                </a:lnTo>
                <a:lnTo>
                  <a:pt x="2916351" y="31750"/>
                </a:lnTo>
                <a:lnTo>
                  <a:pt x="2909265" y="30479"/>
                </a:lnTo>
                <a:lnTo>
                  <a:pt x="2909963" y="30479"/>
                </a:lnTo>
                <a:lnTo>
                  <a:pt x="2902750" y="29210"/>
                </a:lnTo>
                <a:lnTo>
                  <a:pt x="2896857" y="29210"/>
                </a:lnTo>
                <a:lnTo>
                  <a:pt x="2889415" y="27939"/>
                </a:lnTo>
                <a:lnTo>
                  <a:pt x="2974403" y="27939"/>
                </a:lnTo>
                <a:lnTo>
                  <a:pt x="2979127" y="31750"/>
                </a:lnTo>
                <a:lnTo>
                  <a:pt x="2985198" y="35560"/>
                </a:lnTo>
                <a:lnTo>
                  <a:pt x="2991027" y="40639"/>
                </a:lnTo>
                <a:lnTo>
                  <a:pt x="2993257" y="43179"/>
                </a:lnTo>
                <a:lnTo>
                  <a:pt x="2945638" y="43179"/>
                </a:lnTo>
                <a:lnTo>
                  <a:pt x="2946247" y="44450"/>
                </a:lnTo>
                <a:close/>
              </a:path>
              <a:path w="3044190" h="906779">
                <a:moveTo>
                  <a:pt x="263385" y="384814"/>
                </a:moveTo>
                <a:lnTo>
                  <a:pt x="0" y="35560"/>
                </a:lnTo>
                <a:lnTo>
                  <a:pt x="57869" y="58420"/>
                </a:lnTo>
                <a:lnTo>
                  <a:pt x="53365" y="58420"/>
                </a:lnTo>
                <a:lnTo>
                  <a:pt x="36702" y="80010"/>
                </a:lnTo>
                <a:lnTo>
                  <a:pt x="83798" y="98755"/>
                </a:lnTo>
                <a:lnTo>
                  <a:pt x="291960" y="374650"/>
                </a:lnTo>
                <a:lnTo>
                  <a:pt x="291960" y="379729"/>
                </a:lnTo>
                <a:lnTo>
                  <a:pt x="263385" y="379729"/>
                </a:lnTo>
                <a:lnTo>
                  <a:pt x="263385" y="384814"/>
                </a:lnTo>
                <a:close/>
              </a:path>
              <a:path w="3044190" h="906779">
                <a:moveTo>
                  <a:pt x="360807" y="44450"/>
                </a:moveTo>
                <a:lnTo>
                  <a:pt x="361416" y="43179"/>
                </a:lnTo>
                <a:lnTo>
                  <a:pt x="362910" y="43179"/>
                </a:lnTo>
                <a:lnTo>
                  <a:pt x="360807" y="44450"/>
                </a:lnTo>
                <a:close/>
              </a:path>
              <a:path w="3044190" h="906779">
                <a:moveTo>
                  <a:pt x="2976638" y="67310"/>
                </a:moveTo>
                <a:lnTo>
                  <a:pt x="2971558" y="62229"/>
                </a:lnTo>
                <a:lnTo>
                  <a:pt x="2972054" y="62229"/>
                </a:lnTo>
                <a:lnTo>
                  <a:pt x="2966745" y="58420"/>
                </a:lnTo>
                <a:lnTo>
                  <a:pt x="2967278" y="58420"/>
                </a:lnTo>
                <a:lnTo>
                  <a:pt x="2961741" y="54610"/>
                </a:lnTo>
                <a:lnTo>
                  <a:pt x="2962287" y="54610"/>
                </a:lnTo>
                <a:lnTo>
                  <a:pt x="2956547" y="50800"/>
                </a:lnTo>
                <a:lnTo>
                  <a:pt x="2957118" y="50800"/>
                </a:lnTo>
                <a:lnTo>
                  <a:pt x="2951175" y="46989"/>
                </a:lnTo>
                <a:lnTo>
                  <a:pt x="2951772" y="46989"/>
                </a:lnTo>
                <a:lnTo>
                  <a:pt x="2945638" y="43179"/>
                </a:lnTo>
                <a:lnTo>
                  <a:pt x="2993257" y="43179"/>
                </a:lnTo>
                <a:lnTo>
                  <a:pt x="2996603" y="46989"/>
                </a:lnTo>
                <a:lnTo>
                  <a:pt x="3001924" y="52070"/>
                </a:lnTo>
                <a:lnTo>
                  <a:pt x="3006966" y="58420"/>
                </a:lnTo>
                <a:lnTo>
                  <a:pt x="3011741" y="63500"/>
                </a:lnTo>
                <a:lnTo>
                  <a:pt x="3013534" y="66039"/>
                </a:lnTo>
                <a:lnTo>
                  <a:pt x="2976156" y="66039"/>
                </a:lnTo>
                <a:lnTo>
                  <a:pt x="2976638" y="67310"/>
                </a:lnTo>
                <a:close/>
              </a:path>
              <a:path w="3044190" h="906779">
                <a:moveTo>
                  <a:pt x="83798" y="98755"/>
                </a:moveTo>
                <a:lnTo>
                  <a:pt x="36702" y="80010"/>
                </a:lnTo>
                <a:lnTo>
                  <a:pt x="53365" y="58420"/>
                </a:lnTo>
                <a:lnTo>
                  <a:pt x="83798" y="98755"/>
                </a:lnTo>
                <a:close/>
              </a:path>
              <a:path w="3044190" h="906779">
                <a:moveTo>
                  <a:pt x="291960" y="181610"/>
                </a:moveTo>
                <a:lnTo>
                  <a:pt x="83798" y="98755"/>
                </a:lnTo>
                <a:lnTo>
                  <a:pt x="53365" y="58420"/>
                </a:lnTo>
                <a:lnTo>
                  <a:pt x="57869" y="58420"/>
                </a:lnTo>
                <a:lnTo>
                  <a:pt x="264664" y="140109"/>
                </a:lnTo>
                <a:lnTo>
                  <a:pt x="264210" y="143510"/>
                </a:lnTo>
                <a:lnTo>
                  <a:pt x="263588" y="152400"/>
                </a:lnTo>
                <a:lnTo>
                  <a:pt x="263385" y="160020"/>
                </a:lnTo>
                <a:lnTo>
                  <a:pt x="291960" y="160020"/>
                </a:lnTo>
                <a:lnTo>
                  <a:pt x="291960" y="181610"/>
                </a:lnTo>
                <a:close/>
              </a:path>
              <a:path w="3044190" h="906779">
                <a:moveTo>
                  <a:pt x="330415" y="67310"/>
                </a:moveTo>
                <a:lnTo>
                  <a:pt x="330898" y="66039"/>
                </a:lnTo>
                <a:lnTo>
                  <a:pt x="331685" y="66039"/>
                </a:lnTo>
                <a:lnTo>
                  <a:pt x="330415" y="67310"/>
                </a:lnTo>
                <a:close/>
              </a:path>
              <a:path w="3044190" h="906779">
                <a:moveTo>
                  <a:pt x="2999320" y="97789"/>
                </a:moveTo>
                <a:lnTo>
                  <a:pt x="2995803" y="91439"/>
                </a:lnTo>
                <a:lnTo>
                  <a:pt x="2996158" y="91439"/>
                </a:lnTo>
                <a:lnTo>
                  <a:pt x="2992348" y="86360"/>
                </a:lnTo>
                <a:lnTo>
                  <a:pt x="2992729" y="86360"/>
                </a:lnTo>
                <a:lnTo>
                  <a:pt x="2988652" y="81279"/>
                </a:lnTo>
                <a:lnTo>
                  <a:pt x="2989059" y="81279"/>
                </a:lnTo>
                <a:lnTo>
                  <a:pt x="2984715" y="76200"/>
                </a:lnTo>
                <a:lnTo>
                  <a:pt x="2985147" y="76200"/>
                </a:lnTo>
                <a:lnTo>
                  <a:pt x="2980550" y="71120"/>
                </a:lnTo>
                <a:lnTo>
                  <a:pt x="2981007" y="71120"/>
                </a:lnTo>
                <a:lnTo>
                  <a:pt x="2976156" y="66039"/>
                </a:lnTo>
                <a:lnTo>
                  <a:pt x="3013534" y="66039"/>
                </a:lnTo>
                <a:lnTo>
                  <a:pt x="3016224" y="69850"/>
                </a:lnTo>
                <a:lnTo>
                  <a:pt x="3020402" y="76200"/>
                </a:lnTo>
                <a:lnTo>
                  <a:pt x="3024276" y="83820"/>
                </a:lnTo>
                <a:lnTo>
                  <a:pt x="3027819" y="90170"/>
                </a:lnTo>
                <a:lnTo>
                  <a:pt x="3030507" y="96520"/>
                </a:lnTo>
                <a:lnTo>
                  <a:pt x="2998990" y="96520"/>
                </a:lnTo>
                <a:lnTo>
                  <a:pt x="2999320" y="97789"/>
                </a:lnTo>
                <a:close/>
              </a:path>
              <a:path w="3044190" h="906779">
                <a:moveTo>
                  <a:pt x="307721" y="97789"/>
                </a:moveTo>
                <a:lnTo>
                  <a:pt x="308051" y="96520"/>
                </a:lnTo>
                <a:lnTo>
                  <a:pt x="308427" y="96520"/>
                </a:lnTo>
                <a:lnTo>
                  <a:pt x="307721" y="97789"/>
                </a:lnTo>
                <a:close/>
              </a:path>
              <a:path w="3044190" h="906779">
                <a:moveTo>
                  <a:pt x="3004858" y="109220"/>
                </a:moveTo>
                <a:lnTo>
                  <a:pt x="3001924" y="102870"/>
                </a:lnTo>
                <a:lnTo>
                  <a:pt x="3002229" y="102870"/>
                </a:lnTo>
                <a:lnTo>
                  <a:pt x="2998990" y="96520"/>
                </a:lnTo>
                <a:lnTo>
                  <a:pt x="3030507" y="96520"/>
                </a:lnTo>
                <a:lnTo>
                  <a:pt x="3031045" y="97789"/>
                </a:lnTo>
                <a:lnTo>
                  <a:pt x="3033915" y="105410"/>
                </a:lnTo>
                <a:lnTo>
                  <a:pt x="3034926" y="107950"/>
                </a:lnTo>
                <a:lnTo>
                  <a:pt x="3004591" y="107950"/>
                </a:lnTo>
                <a:lnTo>
                  <a:pt x="3004858" y="109220"/>
                </a:lnTo>
                <a:close/>
              </a:path>
              <a:path w="3044190" h="906779">
                <a:moveTo>
                  <a:pt x="302196" y="109220"/>
                </a:moveTo>
                <a:lnTo>
                  <a:pt x="302463" y="107950"/>
                </a:lnTo>
                <a:lnTo>
                  <a:pt x="302783" y="107950"/>
                </a:lnTo>
                <a:lnTo>
                  <a:pt x="302196" y="109220"/>
                </a:lnTo>
                <a:close/>
              </a:path>
              <a:path w="3044190" h="906779">
                <a:moveTo>
                  <a:pt x="3007207" y="115570"/>
                </a:moveTo>
                <a:lnTo>
                  <a:pt x="3004591" y="107950"/>
                </a:lnTo>
                <a:lnTo>
                  <a:pt x="3034926" y="107950"/>
                </a:lnTo>
                <a:lnTo>
                  <a:pt x="3036443" y="111760"/>
                </a:lnTo>
                <a:lnTo>
                  <a:pt x="3037166" y="114300"/>
                </a:lnTo>
                <a:lnTo>
                  <a:pt x="3006966" y="114300"/>
                </a:lnTo>
                <a:lnTo>
                  <a:pt x="3007207" y="115570"/>
                </a:lnTo>
                <a:close/>
              </a:path>
              <a:path w="3044190" h="906779">
                <a:moveTo>
                  <a:pt x="299847" y="115570"/>
                </a:moveTo>
                <a:lnTo>
                  <a:pt x="300088" y="114300"/>
                </a:lnTo>
                <a:lnTo>
                  <a:pt x="300283" y="114300"/>
                </a:lnTo>
                <a:lnTo>
                  <a:pt x="299847" y="115570"/>
                </a:lnTo>
                <a:close/>
              </a:path>
              <a:path w="3044190" h="906779">
                <a:moveTo>
                  <a:pt x="3043499" y="153670"/>
                </a:moveTo>
                <a:lnTo>
                  <a:pt x="3014941" y="153670"/>
                </a:lnTo>
                <a:lnTo>
                  <a:pt x="3014903" y="152400"/>
                </a:lnTo>
                <a:lnTo>
                  <a:pt x="3014383" y="146050"/>
                </a:lnTo>
                <a:lnTo>
                  <a:pt x="3013519" y="139700"/>
                </a:lnTo>
                <a:lnTo>
                  <a:pt x="3012338" y="133350"/>
                </a:lnTo>
                <a:lnTo>
                  <a:pt x="3012490" y="133350"/>
                </a:lnTo>
                <a:lnTo>
                  <a:pt x="3010852" y="127000"/>
                </a:lnTo>
                <a:lnTo>
                  <a:pt x="3011030" y="127000"/>
                </a:lnTo>
                <a:lnTo>
                  <a:pt x="3009061" y="120650"/>
                </a:lnTo>
                <a:lnTo>
                  <a:pt x="3009265" y="120650"/>
                </a:lnTo>
                <a:lnTo>
                  <a:pt x="3006966" y="114300"/>
                </a:lnTo>
                <a:lnTo>
                  <a:pt x="3037166" y="114300"/>
                </a:lnTo>
                <a:lnTo>
                  <a:pt x="3043466" y="152400"/>
                </a:lnTo>
                <a:lnTo>
                  <a:pt x="3043499" y="153670"/>
                </a:lnTo>
                <a:close/>
              </a:path>
              <a:path w="3044190" h="906779">
                <a:moveTo>
                  <a:pt x="263385" y="160020"/>
                </a:moveTo>
                <a:lnTo>
                  <a:pt x="263588" y="152400"/>
                </a:lnTo>
                <a:lnTo>
                  <a:pt x="264210" y="143510"/>
                </a:lnTo>
                <a:lnTo>
                  <a:pt x="264664" y="140109"/>
                </a:lnTo>
                <a:lnTo>
                  <a:pt x="282917" y="147320"/>
                </a:lnTo>
                <a:lnTo>
                  <a:pt x="263385" y="160020"/>
                </a:lnTo>
                <a:close/>
              </a:path>
              <a:path w="3044190" h="906779">
                <a:moveTo>
                  <a:pt x="292595" y="147320"/>
                </a:moveTo>
                <a:lnTo>
                  <a:pt x="292671" y="146050"/>
                </a:lnTo>
                <a:lnTo>
                  <a:pt x="292595" y="147320"/>
                </a:lnTo>
                <a:close/>
              </a:path>
              <a:path w="3044190" h="906779">
                <a:moveTo>
                  <a:pt x="3014459" y="147320"/>
                </a:moveTo>
                <a:lnTo>
                  <a:pt x="3014302" y="146050"/>
                </a:lnTo>
                <a:lnTo>
                  <a:pt x="3014459" y="147320"/>
                </a:lnTo>
                <a:close/>
              </a:path>
              <a:path w="3044190" h="906779">
                <a:moveTo>
                  <a:pt x="292109" y="153543"/>
                </a:moveTo>
                <a:lnTo>
                  <a:pt x="292138" y="152400"/>
                </a:lnTo>
                <a:lnTo>
                  <a:pt x="292109" y="153543"/>
                </a:lnTo>
                <a:close/>
              </a:path>
              <a:path w="3044190" h="906779">
                <a:moveTo>
                  <a:pt x="3014935" y="153579"/>
                </a:moveTo>
                <a:lnTo>
                  <a:pt x="3014848" y="152400"/>
                </a:lnTo>
                <a:lnTo>
                  <a:pt x="3014935" y="153579"/>
                </a:lnTo>
                <a:close/>
              </a:path>
              <a:path w="3044190" h="906779">
                <a:moveTo>
                  <a:pt x="292106" y="153670"/>
                </a:moveTo>
                <a:close/>
              </a:path>
              <a:path w="3044190" h="906779">
                <a:moveTo>
                  <a:pt x="3043495" y="753110"/>
                </a:moveTo>
                <a:lnTo>
                  <a:pt x="3014903" y="753110"/>
                </a:lnTo>
                <a:lnTo>
                  <a:pt x="3014941" y="751839"/>
                </a:lnTo>
                <a:lnTo>
                  <a:pt x="3015106" y="745489"/>
                </a:lnTo>
                <a:lnTo>
                  <a:pt x="3015094" y="160020"/>
                </a:lnTo>
                <a:lnTo>
                  <a:pt x="3014935" y="153579"/>
                </a:lnTo>
                <a:lnTo>
                  <a:pt x="3043499" y="153670"/>
                </a:lnTo>
                <a:lnTo>
                  <a:pt x="3043669" y="160020"/>
                </a:lnTo>
                <a:lnTo>
                  <a:pt x="3043669" y="745489"/>
                </a:lnTo>
                <a:lnTo>
                  <a:pt x="3043495" y="753110"/>
                </a:lnTo>
                <a:close/>
              </a:path>
              <a:path w="3044190" h="906779">
                <a:moveTo>
                  <a:pt x="266255" y="388620"/>
                </a:moveTo>
                <a:lnTo>
                  <a:pt x="263385" y="384814"/>
                </a:lnTo>
                <a:lnTo>
                  <a:pt x="263385" y="379729"/>
                </a:lnTo>
                <a:lnTo>
                  <a:pt x="266255" y="388620"/>
                </a:lnTo>
                <a:close/>
              </a:path>
              <a:path w="3044190" h="906779">
                <a:moveTo>
                  <a:pt x="291960" y="388620"/>
                </a:moveTo>
                <a:lnTo>
                  <a:pt x="266255" y="388620"/>
                </a:lnTo>
                <a:lnTo>
                  <a:pt x="263385" y="379729"/>
                </a:lnTo>
                <a:lnTo>
                  <a:pt x="291960" y="379729"/>
                </a:lnTo>
                <a:lnTo>
                  <a:pt x="291960" y="388620"/>
                </a:lnTo>
                <a:close/>
              </a:path>
              <a:path w="3044190" h="906779">
                <a:moveTo>
                  <a:pt x="2891218" y="906780"/>
                </a:moveTo>
                <a:lnTo>
                  <a:pt x="415823" y="906780"/>
                </a:lnTo>
                <a:lnTo>
                  <a:pt x="383933" y="901700"/>
                </a:lnTo>
                <a:lnTo>
                  <a:pt x="347472" y="886460"/>
                </a:lnTo>
                <a:lnTo>
                  <a:pt x="316026" y="864869"/>
                </a:lnTo>
                <a:lnTo>
                  <a:pt x="305130" y="853439"/>
                </a:lnTo>
                <a:lnTo>
                  <a:pt x="300075" y="848360"/>
                </a:lnTo>
                <a:lnTo>
                  <a:pt x="279234" y="815339"/>
                </a:lnTo>
                <a:lnTo>
                  <a:pt x="276009" y="807720"/>
                </a:lnTo>
                <a:lnTo>
                  <a:pt x="273126" y="801370"/>
                </a:lnTo>
                <a:lnTo>
                  <a:pt x="264210" y="762000"/>
                </a:lnTo>
                <a:lnTo>
                  <a:pt x="263385" y="745489"/>
                </a:lnTo>
                <a:lnTo>
                  <a:pt x="263385" y="384814"/>
                </a:lnTo>
                <a:lnTo>
                  <a:pt x="266255" y="388620"/>
                </a:lnTo>
                <a:lnTo>
                  <a:pt x="291960" y="388620"/>
                </a:lnTo>
                <a:lnTo>
                  <a:pt x="291947" y="745489"/>
                </a:lnTo>
                <a:lnTo>
                  <a:pt x="292106" y="751839"/>
                </a:lnTo>
                <a:lnTo>
                  <a:pt x="292671" y="759460"/>
                </a:lnTo>
                <a:lnTo>
                  <a:pt x="293522" y="765810"/>
                </a:lnTo>
                <a:lnTo>
                  <a:pt x="294703" y="772160"/>
                </a:lnTo>
                <a:lnTo>
                  <a:pt x="294563" y="772160"/>
                </a:lnTo>
                <a:lnTo>
                  <a:pt x="296202" y="779779"/>
                </a:lnTo>
                <a:lnTo>
                  <a:pt x="296418" y="779779"/>
                </a:lnTo>
                <a:lnTo>
                  <a:pt x="297992" y="784860"/>
                </a:lnTo>
                <a:lnTo>
                  <a:pt x="297789" y="784860"/>
                </a:lnTo>
                <a:lnTo>
                  <a:pt x="300088" y="791210"/>
                </a:lnTo>
                <a:lnTo>
                  <a:pt x="299847" y="791210"/>
                </a:lnTo>
                <a:lnTo>
                  <a:pt x="302463" y="797560"/>
                </a:lnTo>
                <a:lnTo>
                  <a:pt x="302685" y="797560"/>
                </a:lnTo>
                <a:lnTo>
                  <a:pt x="305130" y="803910"/>
                </a:lnTo>
                <a:lnTo>
                  <a:pt x="305470" y="803910"/>
                </a:lnTo>
                <a:lnTo>
                  <a:pt x="308051" y="808989"/>
                </a:lnTo>
                <a:lnTo>
                  <a:pt x="307721" y="808989"/>
                </a:lnTo>
                <a:lnTo>
                  <a:pt x="311251" y="814069"/>
                </a:lnTo>
                <a:lnTo>
                  <a:pt x="310896" y="814069"/>
                </a:lnTo>
                <a:lnTo>
                  <a:pt x="314706" y="820419"/>
                </a:lnTo>
                <a:lnTo>
                  <a:pt x="315130" y="820419"/>
                </a:lnTo>
                <a:lnTo>
                  <a:pt x="318401" y="825500"/>
                </a:lnTo>
                <a:lnTo>
                  <a:pt x="318863" y="825500"/>
                </a:lnTo>
                <a:lnTo>
                  <a:pt x="322338" y="830580"/>
                </a:lnTo>
                <a:lnTo>
                  <a:pt x="323056" y="830580"/>
                </a:lnTo>
                <a:lnTo>
                  <a:pt x="326504" y="834389"/>
                </a:lnTo>
                <a:lnTo>
                  <a:pt x="326047" y="834389"/>
                </a:lnTo>
                <a:lnTo>
                  <a:pt x="330898" y="839469"/>
                </a:lnTo>
                <a:lnTo>
                  <a:pt x="330415" y="839469"/>
                </a:lnTo>
                <a:lnTo>
                  <a:pt x="335495" y="843280"/>
                </a:lnTo>
                <a:lnTo>
                  <a:pt x="334987" y="843280"/>
                </a:lnTo>
                <a:lnTo>
                  <a:pt x="340309" y="848360"/>
                </a:lnTo>
                <a:lnTo>
                  <a:pt x="341160" y="848360"/>
                </a:lnTo>
                <a:lnTo>
                  <a:pt x="345313" y="852169"/>
                </a:lnTo>
                <a:lnTo>
                  <a:pt x="346201" y="852169"/>
                </a:lnTo>
                <a:lnTo>
                  <a:pt x="350507" y="855980"/>
                </a:lnTo>
                <a:lnTo>
                  <a:pt x="351917" y="855980"/>
                </a:lnTo>
                <a:lnTo>
                  <a:pt x="355879" y="858519"/>
                </a:lnTo>
                <a:lnTo>
                  <a:pt x="355282" y="858519"/>
                </a:lnTo>
                <a:lnTo>
                  <a:pt x="361416" y="862330"/>
                </a:lnTo>
                <a:lnTo>
                  <a:pt x="360807" y="862330"/>
                </a:lnTo>
                <a:lnTo>
                  <a:pt x="367118" y="864869"/>
                </a:lnTo>
                <a:lnTo>
                  <a:pt x="366496" y="864869"/>
                </a:lnTo>
                <a:lnTo>
                  <a:pt x="372973" y="867410"/>
                </a:lnTo>
                <a:lnTo>
                  <a:pt x="372338" y="867410"/>
                </a:lnTo>
                <a:lnTo>
                  <a:pt x="378980" y="869950"/>
                </a:lnTo>
                <a:lnTo>
                  <a:pt x="378320" y="869950"/>
                </a:lnTo>
                <a:lnTo>
                  <a:pt x="385127" y="872489"/>
                </a:lnTo>
                <a:lnTo>
                  <a:pt x="384441" y="872489"/>
                </a:lnTo>
                <a:lnTo>
                  <a:pt x="391401" y="873760"/>
                </a:lnTo>
                <a:lnTo>
                  <a:pt x="390702" y="873760"/>
                </a:lnTo>
                <a:lnTo>
                  <a:pt x="397789" y="875030"/>
                </a:lnTo>
                <a:lnTo>
                  <a:pt x="397090" y="875030"/>
                </a:lnTo>
                <a:lnTo>
                  <a:pt x="404304" y="876300"/>
                </a:lnTo>
                <a:lnTo>
                  <a:pt x="403593" y="876300"/>
                </a:lnTo>
                <a:lnTo>
                  <a:pt x="410921" y="877569"/>
                </a:lnTo>
                <a:lnTo>
                  <a:pt x="2974928" y="877569"/>
                </a:lnTo>
                <a:lnTo>
                  <a:pt x="2972828" y="878839"/>
                </a:lnTo>
                <a:lnTo>
                  <a:pt x="2930753" y="899160"/>
                </a:lnTo>
                <a:lnTo>
                  <a:pt x="2923120" y="901700"/>
                </a:lnTo>
                <a:lnTo>
                  <a:pt x="2891218" y="906780"/>
                </a:lnTo>
                <a:close/>
              </a:path>
              <a:path w="3044190" h="906779">
                <a:moveTo>
                  <a:pt x="3014935" y="751930"/>
                </a:moveTo>
                <a:close/>
              </a:path>
              <a:path w="3044190" h="906779">
                <a:moveTo>
                  <a:pt x="3040106" y="779779"/>
                </a:moveTo>
                <a:lnTo>
                  <a:pt x="3010852" y="779779"/>
                </a:lnTo>
                <a:lnTo>
                  <a:pt x="3012490" y="772160"/>
                </a:lnTo>
                <a:lnTo>
                  <a:pt x="3012338" y="772160"/>
                </a:lnTo>
                <a:lnTo>
                  <a:pt x="3013633" y="765810"/>
                </a:lnTo>
                <a:lnTo>
                  <a:pt x="3014459" y="759460"/>
                </a:lnTo>
                <a:lnTo>
                  <a:pt x="3014935" y="751930"/>
                </a:lnTo>
                <a:lnTo>
                  <a:pt x="3014903" y="753110"/>
                </a:lnTo>
                <a:lnTo>
                  <a:pt x="3043495" y="753110"/>
                </a:lnTo>
                <a:lnTo>
                  <a:pt x="3043466" y="754379"/>
                </a:lnTo>
                <a:lnTo>
                  <a:pt x="3042843" y="762000"/>
                </a:lnTo>
                <a:lnTo>
                  <a:pt x="3041827" y="769620"/>
                </a:lnTo>
                <a:lnTo>
                  <a:pt x="3040405" y="778510"/>
                </a:lnTo>
                <a:lnTo>
                  <a:pt x="3040106" y="779779"/>
                </a:lnTo>
                <a:close/>
              </a:path>
              <a:path w="3044190" h="906779">
                <a:moveTo>
                  <a:pt x="292195" y="753110"/>
                </a:moveTo>
                <a:lnTo>
                  <a:pt x="292109" y="751966"/>
                </a:lnTo>
                <a:lnTo>
                  <a:pt x="292195" y="753110"/>
                </a:lnTo>
                <a:close/>
              </a:path>
              <a:path w="3044190" h="906779">
                <a:moveTo>
                  <a:pt x="296418" y="779779"/>
                </a:moveTo>
                <a:lnTo>
                  <a:pt x="296202" y="779779"/>
                </a:lnTo>
                <a:lnTo>
                  <a:pt x="296024" y="778510"/>
                </a:lnTo>
                <a:lnTo>
                  <a:pt x="296418" y="779779"/>
                </a:lnTo>
                <a:close/>
              </a:path>
              <a:path w="3044190" h="906779">
                <a:moveTo>
                  <a:pt x="3035179" y="797560"/>
                </a:moveTo>
                <a:lnTo>
                  <a:pt x="3004591" y="797560"/>
                </a:lnTo>
                <a:lnTo>
                  <a:pt x="3007207" y="791210"/>
                </a:lnTo>
                <a:lnTo>
                  <a:pt x="3006966" y="791210"/>
                </a:lnTo>
                <a:lnTo>
                  <a:pt x="3009265" y="784860"/>
                </a:lnTo>
                <a:lnTo>
                  <a:pt x="3009061" y="784860"/>
                </a:lnTo>
                <a:lnTo>
                  <a:pt x="3011030" y="778510"/>
                </a:lnTo>
                <a:lnTo>
                  <a:pt x="3010852" y="779779"/>
                </a:lnTo>
                <a:lnTo>
                  <a:pt x="3040106" y="779779"/>
                </a:lnTo>
                <a:lnTo>
                  <a:pt x="3038614" y="786129"/>
                </a:lnTo>
                <a:lnTo>
                  <a:pt x="3036443" y="793750"/>
                </a:lnTo>
                <a:lnTo>
                  <a:pt x="3035179" y="797560"/>
                </a:lnTo>
                <a:close/>
              </a:path>
              <a:path w="3044190" h="906779">
                <a:moveTo>
                  <a:pt x="302685" y="797560"/>
                </a:moveTo>
                <a:lnTo>
                  <a:pt x="302463" y="797560"/>
                </a:lnTo>
                <a:lnTo>
                  <a:pt x="302196" y="796289"/>
                </a:lnTo>
                <a:lnTo>
                  <a:pt x="302685" y="797560"/>
                </a:lnTo>
                <a:close/>
              </a:path>
              <a:path w="3044190" h="906779">
                <a:moveTo>
                  <a:pt x="3032767" y="803910"/>
                </a:moveTo>
                <a:lnTo>
                  <a:pt x="3001924" y="803910"/>
                </a:lnTo>
                <a:lnTo>
                  <a:pt x="3004858" y="796289"/>
                </a:lnTo>
                <a:lnTo>
                  <a:pt x="3004591" y="797560"/>
                </a:lnTo>
                <a:lnTo>
                  <a:pt x="3035179" y="797560"/>
                </a:lnTo>
                <a:lnTo>
                  <a:pt x="3033915" y="801370"/>
                </a:lnTo>
                <a:lnTo>
                  <a:pt x="3032767" y="803910"/>
                </a:lnTo>
                <a:close/>
              </a:path>
              <a:path w="3044190" h="906779">
                <a:moveTo>
                  <a:pt x="305470" y="803910"/>
                </a:moveTo>
                <a:lnTo>
                  <a:pt x="305130" y="803910"/>
                </a:lnTo>
                <a:lnTo>
                  <a:pt x="304825" y="802639"/>
                </a:lnTo>
                <a:lnTo>
                  <a:pt x="305470" y="803910"/>
                </a:lnTo>
                <a:close/>
              </a:path>
              <a:path w="3044190" h="906779">
                <a:moveTo>
                  <a:pt x="3025457" y="820419"/>
                </a:moveTo>
                <a:lnTo>
                  <a:pt x="2992348" y="820419"/>
                </a:lnTo>
                <a:lnTo>
                  <a:pt x="2996158" y="814069"/>
                </a:lnTo>
                <a:lnTo>
                  <a:pt x="2995803" y="814069"/>
                </a:lnTo>
                <a:lnTo>
                  <a:pt x="2999320" y="808989"/>
                </a:lnTo>
                <a:lnTo>
                  <a:pt x="2998990" y="808989"/>
                </a:lnTo>
                <a:lnTo>
                  <a:pt x="3002229" y="802639"/>
                </a:lnTo>
                <a:lnTo>
                  <a:pt x="3001924" y="803910"/>
                </a:lnTo>
                <a:lnTo>
                  <a:pt x="3032767" y="803910"/>
                </a:lnTo>
                <a:lnTo>
                  <a:pt x="3031045" y="807720"/>
                </a:lnTo>
                <a:lnTo>
                  <a:pt x="3027819" y="815339"/>
                </a:lnTo>
                <a:lnTo>
                  <a:pt x="3025457" y="820419"/>
                </a:lnTo>
                <a:close/>
              </a:path>
              <a:path w="3044190" h="906779">
                <a:moveTo>
                  <a:pt x="315130" y="820419"/>
                </a:moveTo>
                <a:lnTo>
                  <a:pt x="314706" y="820419"/>
                </a:lnTo>
                <a:lnTo>
                  <a:pt x="314312" y="819150"/>
                </a:lnTo>
                <a:lnTo>
                  <a:pt x="315130" y="820419"/>
                </a:lnTo>
                <a:close/>
              </a:path>
              <a:path w="3044190" h="906779">
                <a:moveTo>
                  <a:pt x="3022727" y="825500"/>
                </a:moveTo>
                <a:lnTo>
                  <a:pt x="2988652" y="825500"/>
                </a:lnTo>
                <a:lnTo>
                  <a:pt x="2992729" y="819150"/>
                </a:lnTo>
                <a:lnTo>
                  <a:pt x="2992348" y="820419"/>
                </a:lnTo>
                <a:lnTo>
                  <a:pt x="3025457" y="820419"/>
                </a:lnTo>
                <a:lnTo>
                  <a:pt x="3024276" y="822960"/>
                </a:lnTo>
                <a:lnTo>
                  <a:pt x="3022727" y="825500"/>
                </a:lnTo>
                <a:close/>
              </a:path>
              <a:path w="3044190" h="906779">
                <a:moveTo>
                  <a:pt x="318863" y="825500"/>
                </a:moveTo>
                <a:lnTo>
                  <a:pt x="318401" y="825500"/>
                </a:lnTo>
                <a:lnTo>
                  <a:pt x="317995" y="824230"/>
                </a:lnTo>
                <a:lnTo>
                  <a:pt x="318863" y="825500"/>
                </a:lnTo>
                <a:close/>
              </a:path>
              <a:path w="3044190" h="906779">
                <a:moveTo>
                  <a:pt x="3019567" y="830580"/>
                </a:moveTo>
                <a:lnTo>
                  <a:pt x="2984715" y="830580"/>
                </a:lnTo>
                <a:lnTo>
                  <a:pt x="2989059" y="824230"/>
                </a:lnTo>
                <a:lnTo>
                  <a:pt x="2988652" y="825500"/>
                </a:lnTo>
                <a:lnTo>
                  <a:pt x="3022727" y="825500"/>
                </a:lnTo>
                <a:lnTo>
                  <a:pt x="3020402" y="829310"/>
                </a:lnTo>
                <a:lnTo>
                  <a:pt x="3019567" y="830580"/>
                </a:lnTo>
                <a:close/>
              </a:path>
              <a:path w="3044190" h="906779">
                <a:moveTo>
                  <a:pt x="323056" y="830580"/>
                </a:moveTo>
                <a:lnTo>
                  <a:pt x="322338" y="830580"/>
                </a:lnTo>
                <a:lnTo>
                  <a:pt x="321906" y="829310"/>
                </a:lnTo>
                <a:lnTo>
                  <a:pt x="323056" y="830580"/>
                </a:lnTo>
                <a:close/>
              </a:path>
              <a:path w="3044190" h="906779">
                <a:moveTo>
                  <a:pt x="3006966" y="848360"/>
                </a:moveTo>
                <a:lnTo>
                  <a:pt x="2966745" y="848360"/>
                </a:lnTo>
                <a:lnTo>
                  <a:pt x="2972054" y="843280"/>
                </a:lnTo>
                <a:lnTo>
                  <a:pt x="2971558" y="843280"/>
                </a:lnTo>
                <a:lnTo>
                  <a:pt x="2976638" y="839469"/>
                </a:lnTo>
                <a:lnTo>
                  <a:pt x="2976156" y="839469"/>
                </a:lnTo>
                <a:lnTo>
                  <a:pt x="2981007" y="834389"/>
                </a:lnTo>
                <a:lnTo>
                  <a:pt x="2980550" y="834389"/>
                </a:lnTo>
                <a:lnTo>
                  <a:pt x="2985147" y="829310"/>
                </a:lnTo>
                <a:lnTo>
                  <a:pt x="2984715" y="830580"/>
                </a:lnTo>
                <a:lnTo>
                  <a:pt x="3019567" y="830580"/>
                </a:lnTo>
                <a:lnTo>
                  <a:pt x="3016224" y="835660"/>
                </a:lnTo>
                <a:lnTo>
                  <a:pt x="3011741" y="842010"/>
                </a:lnTo>
                <a:lnTo>
                  <a:pt x="3006966" y="848360"/>
                </a:lnTo>
                <a:close/>
              </a:path>
              <a:path w="3044190" h="906779">
                <a:moveTo>
                  <a:pt x="341160" y="848360"/>
                </a:moveTo>
                <a:lnTo>
                  <a:pt x="340309" y="848360"/>
                </a:lnTo>
                <a:lnTo>
                  <a:pt x="339775" y="847089"/>
                </a:lnTo>
                <a:lnTo>
                  <a:pt x="341160" y="848360"/>
                </a:lnTo>
                <a:close/>
              </a:path>
              <a:path w="3044190" h="906779">
                <a:moveTo>
                  <a:pt x="3003184" y="852169"/>
                </a:moveTo>
                <a:lnTo>
                  <a:pt x="2961741" y="852169"/>
                </a:lnTo>
                <a:lnTo>
                  <a:pt x="2967278" y="847089"/>
                </a:lnTo>
                <a:lnTo>
                  <a:pt x="2966745" y="848360"/>
                </a:lnTo>
                <a:lnTo>
                  <a:pt x="3006966" y="848360"/>
                </a:lnTo>
                <a:lnTo>
                  <a:pt x="3003184" y="852169"/>
                </a:lnTo>
                <a:close/>
              </a:path>
              <a:path w="3044190" h="906779">
                <a:moveTo>
                  <a:pt x="346201" y="852169"/>
                </a:moveTo>
                <a:lnTo>
                  <a:pt x="345313" y="852169"/>
                </a:lnTo>
                <a:lnTo>
                  <a:pt x="344766" y="850900"/>
                </a:lnTo>
                <a:lnTo>
                  <a:pt x="346201" y="852169"/>
                </a:lnTo>
                <a:close/>
              </a:path>
              <a:path w="3044190" h="906779">
                <a:moveTo>
                  <a:pt x="2999795" y="855980"/>
                </a:moveTo>
                <a:lnTo>
                  <a:pt x="2956547" y="855980"/>
                </a:lnTo>
                <a:lnTo>
                  <a:pt x="2962287" y="850900"/>
                </a:lnTo>
                <a:lnTo>
                  <a:pt x="2961741" y="852169"/>
                </a:lnTo>
                <a:lnTo>
                  <a:pt x="3003184" y="852169"/>
                </a:lnTo>
                <a:lnTo>
                  <a:pt x="3001924" y="853439"/>
                </a:lnTo>
                <a:lnTo>
                  <a:pt x="2999795" y="855980"/>
                </a:lnTo>
                <a:close/>
              </a:path>
              <a:path w="3044190" h="906779">
                <a:moveTo>
                  <a:pt x="351917" y="855980"/>
                </a:moveTo>
                <a:lnTo>
                  <a:pt x="350507" y="855980"/>
                </a:lnTo>
                <a:lnTo>
                  <a:pt x="349935" y="854710"/>
                </a:lnTo>
                <a:lnTo>
                  <a:pt x="351917" y="855980"/>
                </a:lnTo>
                <a:close/>
              </a:path>
              <a:path w="3044190" h="906779">
                <a:moveTo>
                  <a:pt x="2974928" y="877569"/>
                </a:moveTo>
                <a:lnTo>
                  <a:pt x="2896133" y="877569"/>
                </a:lnTo>
                <a:lnTo>
                  <a:pt x="2903461" y="876300"/>
                </a:lnTo>
                <a:lnTo>
                  <a:pt x="2902750" y="876300"/>
                </a:lnTo>
                <a:lnTo>
                  <a:pt x="2909963" y="875030"/>
                </a:lnTo>
                <a:lnTo>
                  <a:pt x="2909265" y="875030"/>
                </a:lnTo>
                <a:lnTo>
                  <a:pt x="2916351" y="873760"/>
                </a:lnTo>
                <a:lnTo>
                  <a:pt x="2915653" y="873760"/>
                </a:lnTo>
                <a:lnTo>
                  <a:pt x="2922600" y="872489"/>
                </a:lnTo>
                <a:lnTo>
                  <a:pt x="2921927" y="872489"/>
                </a:lnTo>
                <a:lnTo>
                  <a:pt x="2928734" y="869950"/>
                </a:lnTo>
                <a:lnTo>
                  <a:pt x="2928073" y="869950"/>
                </a:lnTo>
                <a:lnTo>
                  <a:pt x="2934716" y="867410"/>
                </a:lnTo>
                <a:lnTo>
                  <a:pt x="2934068" y="867410"/>
                </a:lnTo>
                <a:lnTo>
                  <a:pt x="2940557" y="864869"/>
                </a:lnTo>
                <a:lnTo>
                  <a:pt x="2939935" y="864869"/>
                </a:lnTo>
                <a:lnTo>
                  <a:pt x="2946247" y="862330"/>
                </a:lnTo>
                <a:lnTo>
                  <a:pt x="2945638" y="862330"/>
                </a:lnTo>
                <a:lnTo>
                  <a:pt x="2951772" y="858519"/>
                </a:lnTo>
                <a:lnTo>
                  <a:pt x="2951175" y="858519"/>
                </a:lnTo>
                <a:lnTo>
                  <a:pt x="2957118" y="854710"/>
                </a:lnTo>
                <a:lnTo>
                  <a:pt x="2956547" y="855980"/>
                </a:lnTo>
                <a:lnTo>
                  <a:pt x="2999795" y="855980"/>
                </a:lnTo>
                <a:lnTo>
                  <a:pt x="2996603" y="859789"/>
                </a:lnTo>
                <a:lnTo>
                  <a:pt x="2991027" y="864869"/>
                </a:lnTo>
                <a:lnTo>
                  <a:pt x="2985198" y="869950"/>
                </a:lnTo>
                <a:lnTo>
                  <a:pt x="2979127" y="875030"/>
                </a:lnTo>
                <a:lnTo>
                  <a:pt x="2974928" y="877569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98364" y="4664189"/>
            <a:ext cx="2447290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654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Droid Sans Fallback"/>
                <a:cs typeface="Droid Sans Fallback"/>
              </a:rPr>
              <a:t>中断请求信号</a:t>
            </a:r>
            <a:r>
              <a:rPr sz="2400" dirty="0">
                <a:solidFill>
                  <a:srgbClr val="0000CC"/>
                </a:solidFill>
                <a:latin typeface="Droid Sans Fallback"/>
                <a:cs typeface="Droid Sans Fallback"/>
              </a:rPr>
              <a:t>请求</a:t>
            </a:r>
            <a:r>
              <a:rPr sz="2400" spc="-2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400" spc="-15" dirty="0">
                <a:solidFill>
                  <a:srgbClr val="0000CC"/>
                </a:solidFill>
                <a:latin typeface="Droid Sans Fallback"/>
                <a:cs typeface="Droid Sans Fallback"/>
              </a:rPr>
              <a:t>接收数据</a:t>
            </a:r>
            <a:endParaRPr sz="2400">
              <a:latin typeface="Droid Sans Fallback"/>
              <a:cs typeface="Droid Sans Fallb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47712" y="5356225"/>
            <a:ext cx="2379980" cy="454025"/>
          </a:xfrm>
          <a:custGeom>
            <a:avLst/>
            <a:gdLst/>
            <a:ahLst/>
            <a:cxnLst/>
            <a:rect l="l" t="t" r="r" b="b"/>
            <a:pathLst>
              <a:path w="2379980" h="454025">
                <a:moveTo>
                  <a:pt x="2379662" y="454025"/>
                </a:moveTo>
                <a:lnTo>
                  <a:pt x="0" y="454025"/>
                </a:lnTo>
                <a:lnTo>
                  <a:pt x="0" y="0"/>
                </a:lnTo>
                <a:lnTo>
                  <a:pt x="2379662" y="0"/>
                </a:lnTo>
                <a:lnTo>
                  <a:pt x="2379662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25450"/>
                </a:lnTo>
                <a:lnTo>
                  <a:pt x="14287" y="425450"/>
                </a:lnTo>
                <a:lnTo>
                  <a:pt x="28575" y="439737"/>
                </a:lnTo>
                <a:lnTo>
                  <a:pt x="2379662" y="439737"/>
                </a:lnTo>
                <a:lnTo>
                  <a:pt x="2379662" y="454025"/>
                </a:lnTo>
                <a:close/>
              </a:path>
              <a:path w="2379980" h="45402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2379980" h="454025">
                <a:moveTo>
                  <a:pt x="2351087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2351087" y="14287"/>
                </a:lnTo>
                <a:lnTo>
                  <a:pt x="2351087" y="28575"/>
                </a:lnTo>
                <a:close/>
              </a:path>
              <a:path w="2379980" h="454025">
                <a:moveTo>
                  <a:pt x="2351087" y="439737"/>
                </a:moveTo>
                <a:lnTo>
                  <a:pt x="2351087" y="14287"/>
                </a:lnTo>
                <a:lnTo>
                  <a:pt x="2365375" y="28575"/>
                </a:lnTo>
                <a:lnTo>
                  <a:pt x="2379662" y="28575"/>
                </a:lnTo>
                <a:lnTo>
                  <a:pt x="2379662" y="425450"/>
                </a:lnTo>
                <a:lnTo>
                  <a:pt x="2365375" y="425450"/>
                </a:lnTo>
                <a:lnTo>
                  <a:pt x="2351087" y="439737"/>
                </a:lnTo>
                <a:close/>
              </a:path>
              <a:path w="2379980" h="454025">
                <a:moveTo>
                  <a:pt x="2379662" y="28575"/>
                </a:moveTo>
                <a:lnTo>
                  <a:pt x="2365375" y="28575"/>
                </a:lnTo>
                <a:lnTo>
                  <a:pt x="2351087" y="14287"/>
                </a:lnTo>
                <a:lnTo>
                  <a:pt x="2379662" y="14287"/>
                </a:lnTo>
                <a:lnTo>
                  <a:pt x="2379662" y="28575"/>
                </a:lnTo>
                <a:close/>
              </a:path>
              <a:path w="2379980" h="454025">
                <a:moveTo>
                  <a:pt x="28575" y="439737"/>
                </a:moveTo>
                <a:lnTo>
                  <a:pt x="14287" y="425450"/>
                </a:lnTo>
                <a:lnTo>
                  <a:pt x="28575" y="425450"/>
                </a:lnTo>
                <a:lnTo>
                  <a:pt x="28575" y="439737"/>
                </a:lnTo>
                <a:close/>
              </a:path>
              <a:path w="2379980" h="454025">
                <a:moveTo>
                  <a:pt x="2351087" y="439737"/>
                </a:moveTo>
                <a:lnTo>
                  <a:pt x="28575" y="439737"/>
                </a:lnTo>
                <a:lnTo>
                  <a:pt x="28575" y="425450"/>
                </a:lnTo>
                <a:lnTo>
                  <a:pt x="2351087" y="425450"/>
                </a:lnTo>
                <a:lnTo>
                  <a:pt x="2351087" y="439737"/>
                </a:lnTo>
                <a:close/>
              </a:path>
              <a:path w="2379980" h="454025">
                <a:moveTo>
                  <a:pt x="2379662" y="439737"/>
                </a:moveTo>
                <a:lnTo>
                  <a:pt x="2351087" y="439737"/>
                </a:lnTo>
                <a:lnTo>
                  <a:pt x="2365375" y="425450"/>
                </a:lnTo>
                <a:lnTo>
                  <a:pt x="2379662" y="425450"/>
                </a:lnTo>
                <a:lnTo>
                  <a:pt x="2379662" y="439737"/>
                </a:lnTo>
                <a:close/>
              </a:path>
            </a:pathLst>
          </a:custGeom>
          <a:solidFill>
            <a:srgbClr val="2876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40739" y="5355907"/>
            <a:ext cx="2166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Noto Sans Mono CJK HK"/>
                <a:cs typeface="Noto Sans Mono CJK HK"/>
              </a:rPr>
              <a:t>中断允许触发器</a:t>
            </a:r>
            <a:endParaRPr sz="2400">
              <a:latin typeface="Noto Sans Mono CJK HK"/>
              <a:cs typeface="Noto Sans Mono CJK H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2211" y="1662112"/>
            <a:ext cx="2764155" cy="3913504"/>
            <a:chOff x="222211" y="1662112"/>
            <a:chExt cx="2764155" cy="3913504"/>
          </a:xfrm>
        </p:grpSpPr>
        <p:sp>
          <p:nvSpPr>
            <p:cNvPr id="13" name="object 13"/>
            <p:cNvSpPr/>
            <p:nvPr/>
          </p:nvSpPr>
          <p:spPr>
            <a:xfrm>
              <a:off x="222211" y="1662112"/>
              <a:ext cx="2764155" cy="3913504"/>
            </a:xfrm>
            <a:custGeom>
              <a:avLst/>
              <a:gdLst/>
              <a:ahLst/>
              <a:cxnLst/>
              <a:rect l="l" t="t" r="r" b="b"/>
              <a:pathLst>
                <a:path w="2764155" h="3913504">
                  <a:moveTo>
                    <a:pt x="317576" y="3887711"/>
                  </a:moveTo>
                  <a:lnTo>
                    <a:pt x="12776" y="3735311"/>
                  </a:lnTo>
                  <a:lnTo>
                    <a:pt x="0" y="3760863"/>
                  </a:lnTo>
                  <a:lnTo>
                    <a:pt x="304800" y="3913263"/>
                  </a:lnTo>
                  <a:lnTo>
                    <a:pt x="317576" y="3887711"/>
                  </a:lnTo>
                  <a:close/>
                </a:path>
                <a:path w="2764155" h="3913504">
                  <a:moveTo>
                    <a:pt x="2763875" y="0"/>
                  </a:moveTo>
                  <a:lnTo>
                    <a:pt x="2735300" y="0"/>
                  </a:lnTo>
                  <a:lnTo>
                    <a:pt x="2735300" y="28575"/>
                  </a:lnTo>
                  <a:lnTo>
                    <a:pt x="2735300" y="3276600"/>
                  </a:lnTo>
                  <a:lnTo>
                    <a:pt x="630275" y="3276600"/>
                  </a:lnTo>
                  <a:lnTo>
                    <a:pt x="630275" y="28575"/>
                  </a:lnTo>
                  <a:lnTo>
                    <a:pt x="2735300" y="28575"/>
                  </a:lnTo>
                  <a:lnTo>
                    <a:pt x="2735300" y="0"/>
                  </a:lnTo>
                  <a:lnTo>
                    <a:pt x="601700" y="0"/>
                  </a:lnTo>
                  <a:lnTo>
                    <a:pt x="601700" y="3305175"/>
                  </a:lnTo>
                  <a:lnTo>
                    <a:pt x="2763875" y="3305175"/>
                  </a:lnTo>
                  <a:lnTo>
                    <a:pt x="2763875" y="3290887"/>
                  </a:lnTo>
                  <a:lnTo>
                    <a:pt x="2763875" y="3276600"/>
                  </a:lnTo>
                  <a:lnTo>
                    <a:pt x="2763875" y="28575"/>
                  </a:lnTo>
                  <a:lnTo>
                    <a:pt x="2763875" y="14287"/>
                  </a:lnTo>
                  <a:lnTo>
                    <a:pt x="2763875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72284" y="2545080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4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57425" y="25304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5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5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54262" y="2493327"/>
            <a:ext cx="43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60662" y="2660967"/>
            <a:ext cx="12446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4</a:t>
            </a:r>
            <a:endParaRPr sz="155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259012" y="3140075"/>
            <a:ext cx="725805" cy="454025"/>
            <a:chOff x="2259012" y="3140075"/>
            <a:chExt cx="725805" cy="454025"/>
          </a:xfrm>
        </p:grpSpPr>
        <p:sp>
          <p:nvSpPr>
            <p:cNvPr id="19" name="object 19"/>
            <p:cNvSpPr/>
            <p:nvPr/>
          </p:nvSpPr>
          <p:spPr>
            <a:xfrm>
              <a:off x="2273807" y="3154679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4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59012" y="31400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5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5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330450" y="3102927"/>
            <a:ext cx="581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262187" y="4283075"/>
            <a:ext cx="725805" cy="454025"/>
            <a:chOff x="2262187" y="4283075"/>
            <a:chExt cx="725805" cy="454025"/>
          </a:xfrm>
        </p:grpSpPr>
        <p:sp>
          <p:nvSpPr>
            <p:cNvPr id="23" name="object 23"/>
            <p:cNvSpPr/>
            <p:nvPr/>
          </p:nvSpPr>
          <p:spPr>
            <a:xfrm>
              <a:off x="2276855" y="4297679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4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62187" y="42830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5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5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5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5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2333625" y="4245927"/>
            <a:ext cx="581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954240" y="1850898"/>
            <a:ext cx="794385" cy="557530"/>
          </a:xfrm>
          <a:custGeom>
            <a:avLst/>
            <a:gdLst/>
            <a:ahLst/>
            <a:cxnLst/>
            <a:rect l="l" t="t" r="r" b="b"/>
            <a:pathLst>
              <a:path w="794385" h="557530">
                <a:moveTo>
                  <a:pt x="199093" y="557479"/>
                </a:moveTo>
                <a:lnTo>
                  <a:pt x="0" y="278733"/>
                </a:lnTo>
                <a:lnTo>
                  <a:pt x="199093" y="0"/>
                </a:lnTo>
                <a:lnTo>
                  <a:pt x="199093" y="44576"/>
                </a:lnTo>
                <a:lnTo>
                  <a:pt x="170518" y="44576"/>
                </a:lnTo>
                <a:lnTo>
                  <a:pt x="170518" y="89169"/>
                </a:lnTo>
                <a:lnTo>
                  <a:pt x="41037" y="270433"/>
                </a:lnTo>
                <a:lnTo>
                  <a:pt x="29180" y="270433"/>
                </a:lnTo>
                <a:lnTo>
                  <a:pt x="29180" y="287032"/>
                </a:lnTo>
                <a:lnTo>
                  <a:pt x="41037" y="287032"/>
                </a:lnTo>
                <a:lnTo>
                  <a:pt x="170518" y="468296"/>
                </a:lnTo>
                <a:lnTo>
                  <a:pt x="170518" y="512889"/>
                </a:lnTo>
                <a:lnTo>
                  <a:pt x="199093" y="512889"/>
                </a:lnTo>
                <a:lnTo>
                  <a:pt x="199093" y="557479"/>
                </a:lnTo>
                <a:close/>
              </a:path>
              <a:path w="794385" h="557530">
                <a:moveTo>
                  <a:pt x="170518" y="89169"/>
                </a:moveTo>
                <a:lnTo>
                  <a:pt x="170518" y="44576"/>
                </a:lnTo>
                <a:lnTo>
                  <a:pt x="196439" y="52882"/>
                </a:lnTo>
                <a:lnTo>
                  <a:pt x="170518" y="89169"/>
                </a:lnTo>
                <a:close/>
              </a:path>
              <a:path w="794385" h="557530">
                <a:moveTo>
                  <a:pt x="765272" y="175945"/>
                </a:moveTo>
                <a:lnTo>
                  <a:pt x="170518" y="175945"/>
                </a:lnTo>
                <a:lnTo>
                  <a:pt x="170518" y="89169"/>
                </a:lnTo>
                <a:lnTo>
                  <a:pt x="196439" y="52882"/>
                </a:lnTo>
                <a:lnTo>
                  <a:pt x="170518" y="44576"/>
                </a:lnTo>
                <a:lnTo>
                  <a:pt x="199093" y="44576"/>
                </a:lnTo>
                <a:lnTo>
                  <a:pt x="199093" y="147370"/>
                </a:lnTo>
                <a:lnTo>
                  <a:pt x="184805" y="147370"/>
                </a:lnTo>
                <a:lnTo>
                  <a:pt x="199093" y="161658"/>
                </a:lnTo>
                <a:lnTo>
                  <a:pt x="765272" y="161658"/>
                </a:lnTo>
                <a:lnTo>
                  <a:pt x="765272" y="175945"/>
                </a:lnTo>
                <a:close/>
              </a:path>
              <a:path w="794385" h="557530">
                <a:moveTo>
                  <a:pt x="199093" y="161658"/>
                </a:moveTo>
                <a:lnTo>
                  <a:pt x="184805" y="147370"/>
                </a:lnTo>
                <a:lnTo>
                  <a:pt x="199093" y="147370"/>
                </a:lnTo>
                <a:lnTo>
                  <a:pt x="199093" y="161658"/>
                </a:lnTo>
                <a:close/>
              </a:path>
              <a:path w="794385" h="557530">
                <a:moveTo>
                  <a:pt x="793847" y="175945"/>
                </a:moveTo>
                <a:lnTo>
                  <a:pt x="779559" y="175945"/>
                </a:lnTo>
                <a:lnTo>
                  <a:pt x="765272" y="161658"/>
                </a:lnTo>
                <a:lnTo>
                  <a:pt x="199093" y="161658"/>
                </a:lnTo>
                <a:lnTo>
                  <a:pt x="199093" y="147370"/>
                </a:lnTo>
                <a:lnTo>
                  <a:pt x="793847" y="147370"/>
                </a:lnTo>
                <a:lnTo>
                  <a:pt x="793847" y="175945"/>
                </a:lnTo>
                <a:close/>
              </a:path>
              <a:path w="794385" h="557530">
                <a:moveTo>
                  <a:pt x="765272" y="395808"/>
                </a:moveTo>
                <a:lnTo>
                  <a:pt x="765272" y="161658"/>
                </a:lnTo>
                <a:lnTo>
                  <a:pt x="779559" y="175945"/>
                </a:lnTo>
                <a:lnTo>
                  <a:pt x="793847" y="175945"/>
                </a:lnTo>
                <a:lnTo>
                  <a:pt x="793847" y="381520"/>
                </a:lnTo>
                <a:lnTo>
                  <a:pt x="779559" y="381520"/>
                </a:lnTo>
                <a:lnTo>
                  <a:pt x="765272" y="395808"/>
                </a:lnTo>
                <a:close/>
              </a:path>
              <a:path w="794385" h="557530">
                <a:moveTo>
                  <a:pt x="29180" y="287032"/>
                </a:moveTo>
                <a:lnTo>
                  <a:pt x="29180" y="270433"/>
                </a:lnTo>
                <a:lnTo>
                  <a:pt x="35104" y="278739"/>
                </a:lnTo>
                <a:lnTo>
                  <a:pt x="29180" y="287032"/>
                </a:lnTo>
                <a:close/>
              </a:path>
              <a:path w="794385" h="557530">
                <a:moveTo>
                  <a:pt x="35108" y="278733"/>
                </a:moveTo>
                <a:lnTo>
                  <a:pt x="29180" y="270433"/>
                </a:lnTo>
                <a:lnTo>
                  <a:pt x="41037" y="270433"/>
                </a:lnTo>
                <a:lnTo>
                  <a:pt x="35108" y="278733"/>
                </a:lnTo>
                <a:close/>
              </a:path>
              <a:path w="794385" h="557530">
                <a:moveTo>
                  <a:pt x="41037" y="287032"/>
                </a:moveTo>
                <a:lnTo>
                  <a:pt x="29180" y="287032"/>
                </a:lnTo>
                <a:lnTo>
                  <a:pt x="35108" y="278733"/>
                </a:lnTo>
                <a:lnTo>
                  <a:pt x="41037" y="287032"/>
                </a:lnTo>
                <a:close/>
              </a:path>
              <a:path w="794385" h="557530">
                <a:moveTo>
                  <a:pt x="199093" y="512889"/>
                </a:moveTo>
                <a:lnTo>
                  <a:pt x="170518" y="512889"/>
                </a:lnTo>
                <a:lnTo>
                  <a:pt x="196439" y="504583"/>
                </a:lnTo>
                <a:lnTo>
                  <a:pt x="170518" y="468296"/>
                </a:lnTo>
                <a:lnTo>
                  <a:pt x="170518" y="381520"/>
                </a:lnTo>
                <a:lnTo>
                  <a:pt x="765272" y="381520"/>
                </a:lnTo>
                <a:lnTo>
                  <a:pt x="765272" y="395808"/>
                </a:lnTo>
                <a:lnTo>
                  <a:pt x="199093" y="395808"/>
                </a:lnTo>
                <a:lnTo>
                  <a:pt x="184805" y="410095"/>
                </a:lnTo>
                <a:lnTo>
                  <a:pt x="199093" y="410095"/>
                </a:lnTo>
                <a:lnTo>
                  <a:pt x="199093" y="512889"/>
                </a:lnTo>
                <a:close/>
              </a:path>
              <a:path w="794385" h="557530">
                <a:moveTo>
                  <a:pt x="793847" y="410095"/>
                </a:moveTo>
                <a:lnTo>
                  <a:pt x="199093" y="410095"/>
                </a:lnTo>
                <a:lnTo>
                  <a:pt x="199093" y="395808"/>
                </a:lnTo>
                <a:lnTo>
                  <a:pt x="765272" y="395808"/>
                </a:lnTo>
                <a:lnTo>
                  <a:pt x="779559" y="381520"/>
                </a:lnTo>
                <a:lnTo>
                  <a:pt x="793847" y="381520"/>
                </a:lnTo>
                <a:lnTo>
                  <a:pt x="793847" y="410095"/>
                </a:lnTo>
                <a:close/>
              </a:path>
              <a:path w="794385" h="557530">
                <a:moveTo>
                  <a:pt x="199093" y="410095"/>
                </a:moveTo>
                <a:lnTo>
                  <a:pt x="184805" y="410095"/>
                </a:lnTo>
                <a:lnTo>
                  <a:pt x="199093" y="395808"/>
                </a:lnTo>
                <a:lnTo>
                  <a:pt x="199093" y="410095"/>
                </a:lnTo>
                <a:close/>
              </a:path>
              <a:path w="794385" h="557530">
                <a:moveTo>
                  <a:pt x="170518" y="512889"/>
                </a:moveTo>
                <a:lnTo>
                  <a:pt x="170518" y="468296"/>
                </a:lnTo>
                <a:lnTo>
                  <a:pt x="196439" y="504583"/>
                </a:lnTo>
                <a:lnTo>
                  <a:pt x="170518" y="512889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660842" y="1871979"/>
            <a:ext cx="12763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PA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~PA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76312" y="2500312"/>
            <a:ext cx="1233805" cy="2009775"/>
          </a:xfrm>
          <a:custGeom>
            <a:avLst/>
            <a:gdLst/>
            <a:ahLst/>
            <a:cxnLst/>
            <a:rect l="l" t="t" r="r" b="b"/>
            <a:pathLst>
              <a:path w="1233805" h="2009775">
                <a:moveTo>
                  <a:pt x="866775" y="0"/>
                </a:moveTo>
                <a:lnTo>
                  <a:pt x="838200" y="0"/>
                </a:lnTo>
                <a:lnTo>
                  <a:pt x="838200" y="28575"/>
                </a:lnTo>
                <a:lnTo>
                  <a:pt x="838200" y="533400"/>
                </a:lnTo>
                <a:lnTo>
                  <a:pt x="28575" y="533400"/>
                </a:lnTo>
                <a:lnTo>
                  <a:pt x="28575" y="28575"/>
                </a:lnTo>
                <a:lnTo>
                  <a:pt x="838200" y="28575"/>
                </a:lnTo>
                <a:lnTo>
                  <a:pt x="838200" y="0"/>
                </a:lnTo>
                <a:lnTo>
                  <a:pt x="0" y="0"/>
                </a:lnTo>
                <a:lnTo>
                  <a:pt x="0" y="561975"/>
                </a:lnTo>
                <a:lnTo>
                  <a:pt x="866775" y="561975"/>
                </a:lnTo>
                <a:lnTo>
                  <a:pt x="866775" y="547687"/>
                </a:lnTo>
                <a:lnTo>
                  <a:pt x="866775" y="533400"/>
                </a:lnTo>
                <a:lnTo>
                  <a:pt x="866775" y="28575"/>
                </a:lnTo>
                <a:lnTo>
                  <a:pt x="866775" y="14287"/>
                </a:lnTo>
                <a:lnTo>
                  <a:pt x="866775" y="0"/>
                </a:lnTo>
                <a:close/>
              </a:path>
              <a:path w="1233805" h="2009775">
                <a:moveTo>
                  <a:pt x="1233487" y="1981200"/>
                </a:moveTo>
                <a:lnTo>
                  <a:pt x="561975" y="1981200"/>
                </a:lnTo>
                <a:lnTo>
                  <a:pt x="561975" y="1780540"/>
                </a:lnTo>
                <a:lnTo>
                  <a:pt x="564095" y="1780540"/>
                </a:lnTo>
                <a:lnTo>
                  <a:pt x="572223" y="1779270"/>
                </a:lnTo>
                <a:lnTo>
                  <a:pt x="580288" y="1779270"/>
                </a:lnTo>
                <a:lnTo>
                  <a:pt x="619734" y="1772920"/>
                </a:lnTo>
                <a:lnTo>
                  <a:pt x="635038" y="1767840"/>
                </a:lnTo>
                <a:lnTo>
                  <a:pt x="642569" y="1766570"/>
                </a:lnTo>
                <a:lnTo>
                  <a:pt x="664692" y="1758950"/>
                </a:lnTo>
                <a:lnTo>
                  <a:pt x="671893" y="1755140"/>
                </a:lnTo>
                <a:lnTo>
                  <a:pt x="679005" y="1752600"/>
                </a:lnTo>
                <a:lnTo>
                  <a:pt x="686028" y="1748790"/>
                </a:lnTo>
                <a:lnTo>
                  <a:pt x="692962" y="1746250"/>
                </a:lnTo>
                <a:lnTo>
                  <a:pt x="699795" y="1742440"/>
                </a:lnTo>
                <a:lnTo>
                  <a:pt x="708723" y="1737360"/>
                </a:lnTo>
                <a:lnTo>
                  <a:pt x="713155" y="1734820"/>
                </a:lnTo>
                <a:lnTo>
                  <a:pt x="719683" y="1729740"/>
                </a:lnTo>
                <a:lnTo>
                  <a:pt x="732409" y="1722120"/>
                </a:lnTo>
                <a:lnTo>
                  <a:pt x="733958" y="1720850"/>
                </a:lnTo>
                <a:lnTo>
                  <a:pt x="738606" y="1717040"/>
                </a:lnTo>
                <a:lnTo>
                  <a:pt x="744689" y="1711960"/>
                </a:lnTo>
                <a:lnTo>
                  <a:pt x="750658" y="1708150"/>
                </a:lnTo>
                <a:lnTo>
                  <a:pt x="752119" y="1706880"/>
                </a:lnTo>
                <a:lnTo>
                  <a:pt x="756513" y="1703070"/>
                </a:lnTo>
                <a:lnTo>
                  <a:pt x="762241" y="1697990"/>
                </a:lnTo>
                <a:lnTo>
                  <a:pt x="767842" y="1692910"/>
                </a:lnTo>
                <a:lnTo>
                  <a:pt x="773315" y="1686560"/>
                </a:lnTo>
                <a:lnTo>
                  <a:pt x="778662" y="1681480"/>
                </a:lnTo>
                <a:lnTo>
                  <a:pt x="783882" y="1676400"/>
                </a:lnTo>
                <a:lnTo>
                  <a:pt x="788962" y="1670050"/>
                </a:lnTo>
                <a:lnTo>
                  <a:pt x="791425" y="1667510"/>
                </a:lnTo>
                <a:lnTo>
                  <a:pt x="793902" y="1664970"/>
                </a:lnTo>
                <a:lnTo>
                  <a:pt x="795820" y="1662430"/>
                </a:lnTo>
                <a:lnTo>
                  <a:pt x="798715" y="1658620"/>
                </a:lnTo>
                <a:lnTo>
                  <a:pt x="799642" y="1657350"/>
                </a:lnTo>
                <a:lnTo>
                  <a:pt x="803376" y="1652270"/>
                </a:lnTo>
                <a:lnTo>
                  <a:pt x="807897" y="1645920"/>
                </a:lnTo>
                <a:lnTo>
                  <a:pt x="831862" y="1606550"/>
                </a:lnTo>
                <a:lnTo>
                  <a:pt x="835304" y="1600200"/>
                </a:lnTo>
                <a:lnTo>
                  <a:pt x="838581" y="1592580"/>
                </a:lnTo>
                <a:lnTo>
                  <a:pt x="841692" y="1586230"/>
                </a:lnTo>
                <a:lnTo>
                  <a:pt x="844638" y="1578610"/>
                </a:lnTo>
                <a:lnTo>
                  <a:pt x="847407" y="1570990"/>
                </a:lnTo>
                <a:lnTo>
                  <a:pt x="850011" y="1563370"/>
                </a:lnTo>
                <a:lnTo>
                  <a:pt x="850404" y="1562100"/>
                </a:lnTo>
                <a:lnTo>
                  <a:pt x="852424" y="1555750"/>
                </a:lnTo>
                <a:lnTo>
                  <a:pt x="854671" y="1549400"/>
                </a:lnTo>
                <a:lnTo>
                  <a:pt x="856729" y="1541780"/>
                </a:lnTo>
                <a:lnTo>
                  <a:pt x="858608" y="1532890"/>
                </a:lnTo>
                <a:lnTo>
                  <a:pt x="859726" y="1527810"/>
                </a:lnTo>
                <a:lnTo>
                  <a:pt x="860298" y="1525270"/>
                </a:lnTo>
                <a:lnTo>
                  <a:pt x="861796" y="1517650"/>
                </a:lnTo>
                <a:lnTo>
                  <a:pt x="863104" y="1510030"/>
                </a:lnTo>
                <a:lnTo>
                  <a:pt x="863650" y="1506220"/>
                </a:lnTo>
                <a:lnTo>
                  <a:pt x="864209" y="1502410"/>
                </a:lnTo>
                <a:lnTo>
                  <a:pt x="865124" y="1493520"/>
                </a:lnTo>
                <a:lnTo>
                  <a:pt x="865847" y="1485900"/>
                </a:lnTo>
                <a:lnTo>
                  <a:pt x="866355" y="1478280"/>
                </a:lnTo>
                <a:lnTo>
                  <a:pt x="866394" y="1477010"/>
                </a:lnTo>
                <a:lnTo>
                  <a:pt x="866673" y="1469390"/>
                </a:lnTo>
                <a:lnTo>
                  <a:pt x="866775" y="1170940"/>
                </a:lnTo>
                <a:lnTo>
                  <a:pt x="866775" y="1156970"/>
                </a:lnTo>
                <a:lnTo>
                  <a:pt x="866775" y="1143000"/>
                </a:lnTo>
                <a:lnTo>
                  <a:pt x="838187" y="1143000"/>
                </a:lnTo>
                <a:lnTo>
                  <a:pt x="838187" y="1170940"/>
                </a:lnTo>
                <a:lnTo>
                  <a:pt x="838111" y="1469390"/>
                </a:lnTo>
                <a:lnTo>
                  <a:pt x="837819" y="1477010"/>
                </a:lnTo>
                <a:lnTo>
                  <a:pt x="837831" y="1475740"/>
                </a:lnTo>
                <a:lnTo>
                  <a:pt x="837336" y="1483360"/>
                </a:lnTo>
                <a:lnTo>
                  <a:pt x="836676" y="1490980"/>
                </a:lnTo>
                <a:lnTo>
                  <a:pt x="835837" y="1498600"/>
                </a:lnTo>
                <a:lnTo>
                  <a:pt x="834821" y="1506220"/>
                </a:lnTo>
                <a:lnTo>
                  <a:pt x="834885" y="1504950"/>
                </a:lnTo>
                <a:lnTo>
                  <a:pt x="833628" y="1512570"/>
                </a:lnTo>
                <a:lnTo>
                  <a:pt x="832256" y="1520190"/>
                </a:lnTo>
                <a:lnTo>
                  <a:pt x="830719" y="1527810"/>
                </a:lnTo>
                <a:lnTo>
                  <a:pt x="830795" y="1526540"/>
                </a:lnTo>
                <a:lnTo>
                  <a:pt x="829005" y="1534160"/>
                </a:lnTo>
                <a:lnTo>
                  <a:pt x="827138" y="1541780"/>
                </a:lnTo>
                <a:lnTo>
                  <a:pt x="827227" y="1540510"/>
                </a:lnTo>
                <a:lnTo>
                  <a:pt x="825093" y="1548130"/>
                </a:lnTo>
                <a:lnTo>
                  <a:pt x="822883" y="1554480"/>
                </a:lnTo>
                <a:lnTo>
                  <a:pt x="820521" y="1562100"/>
                </a:lnTo>
                <a:lnTo>
                  <a:pt x="820635" y="1560830"/>
                </a:lnTo>
                <a:lnTo>
                  <a:pt x="817994" y="1568450"/>
                </a:lnTo>
                <a:lnTo>
                  <a:pt x="818121" y="1568450"/>
                </a:lnTo>
                <a:lnTo>
                  <a:pt x="815301" y="1574800"/>
                </a:lnTo>
                <a:lnTo>
                  <a:pt x="815441" y="1574800"/>
                </a:lnTo>
                <a:lnTo>
                  <a:pt x="812469" y="1581150"/>
                </a:lnTo>
                <a:lnTo>
                  <a:pt x="812622" y="1581150"/>
                </a:lnTo>
                <a:lnTo>
                  <a:pt x="809485" y="1587500"/>
                </a:lnTo>
                <a:lnTo>
                  <a:pt x="809637" y="1587500"/>
                </a:lnTo>
                <a:lnTo>
                  <a:pt x="806348" y="1593850"/>
                </a:lnTo>
                <a:lnTo>
                  <a:pt x="806500" y="1593850"/>
                </a:lnTo>
                <a:lnTo>
                  <a:pt x="803059" y="1600200"/>
                </a:lnTo>
                <a:lnTo>
                  <a:pt x="803224" y="1600200"/>
                </a:lnTo>
                <a:lnTo>
                  <a:pt x="799630" y="1606550"/>
                </a:lnTo>
                <a:lnTo>
                  <a:pt x="799807" y="1605280"/>
                </a:lnTo>
                <a:lnTo>
                  <a:pt x="796061" y="1611630"/>
                </a:lnTo>
                <a:lnTo>
                  <a:pt x="796239" y="1611630"/>
                </a:lnTo>
                <a:lnTo>
                  <a:pt x="792353" y="1617980"/>
                </a:lnTo>
                <a:lnTo>
                  <a:pt x="792530" y="1617980"/>
                </a:lnTo>
                <a:lnTo>
                  <a:pt x="788492" y="1624330"/>
                </a:lnTo>
                <a:lnTo>
                  <a:pt x="788695" y="1624330"/>
                </a:lnTo>
                <a:lnTo>
                  <a:pt x="784517" y="1629410"/>
                </a:lnTo>
                <a:lnTo>
                  <a:pt x="784707" y="1629410"/>
                </a:lnTo>
                <a:lnTo>
                  <a:pt x="780389" y="1635760"/>
                </a:lnTo>
                <a:lnTo>
                  <a:pt x="780592" y="1635760"/>
                </a:lnTo>
                <a:lnTo>
                  <a:pt x="776135" y="1640840"/>
                </a:lnTo>
                <a:lnTo>
                  <a:pt x="776351" y="1640840"/>
                </a:lnTo>
                <a:lnTo>
                  <a:pt x="771753" y="1645920"/>
                </a:lnTo>
                <a:lnTo>
                  <a:pt x="771969" y="1645920"/>
                </a:lnTo>
                <a:lnTo>
                  <a:pt x="767245" y="1652270"/>
                </a:lnTo>
                <a:lnTo>
                  <a:pt x="767473" y="1651000"/>
                </a:lnTo>
                <a:lnTo>
                  <a:pt x="762622" y="1657350"/>
                </a:lnTo>
                <a:lnTo>
                  <a:pt x="762850" y="1656080"/>
                </a:lnTo>
                <a:lnTo>
                  <a:pt x="757859" y="1662430"/>
                </a:lnTo>
                <a:lnTo>
                  <a:pt x="758101" y="1661160"/>
                </a:lnTo>
                <a:lnTo>
                  <a:pt x="752995" y="1667510"/>
                </a:lnTo>
                <a:lnTo>
                  <a:pt x="753237" y="1666240"/>
                </a:lnTo>
                <a:lnTo>
                  <a:pt x="748004" y="1671320"/>
                </a:lnTo>
                <a:lnTo>
                  <a:pt x="748245" y="1671320"/>
                </a:lnTo>
                <a:lnTo>
                  <a:pt x="742886" y="1676400"/>
                </a:lnTo>
                <a:lnTo>
                  <a:pt x="743140" y="1676400"/>
                </a:lnTo>
                <a:lnTo>
                  <a:pt x="737666" y="1681480"/>
                </a:lnTo>
                <a:lnTo>
                  <a:pt x="737933" y="1681480"/>
                </a:lnTo>
                <a:lnTo>
                  <a:pt x="732345" y="1685290"/>
                </a:lnTo>
                <a:lnTo>
                  <a:pt x="732612" y="1685290"/>
                </a:lnTo>
                <a:lnTo>
                  <a:pt x="726909" y="1690370"/>
                </a:lnTo>
                <a:lnTo>
                  <a:pt x="727176" y="1690370"/>
                </a:lnTo>
                <a:lnTo>
                  <a:pt x="721360" y="1694180"/>
                </a:lnTo>
                <a:lnTo>
                  <a:pt x="721639" y="1694180"/>
                </a:lnTo>
                <a:lnTo>
                  <a:pt x="715708" y="1697990"/>
                </a:lnTo>
                <a:lnTo>
                  <a:pt x="715987" y="1697990"/>
                </a:lnTo>
                <a:lnTo>
                  <a:pt x="709968" y="1703070"/>
                </a:lnTo>
                <a:lnTo>
                  <a:pt x="710247" y="1701800"/>
                </a:lnTo>
                <a:lnTo>
                  <a:pt x="704113" y="1706880"/>
                </a:lnTo>
                <a:lnTo>
                  <a:pt x="704405" y="1705610"/>
                </a:lnTo>
                <a:lnTo>
                  <a:pt x="698169" y="1709420"/>
                </a:lnTo>
                <a:lnTo>
                  <a:pt x="698461" y="1709420"/>
                </a:lnTo>
                <a:lnTo>
                  <a:pt x="692137" y="1713230"/>
                </a:lnTo>
                <a:lnTo>
                  <a:pt x="692429" y="1713230"/>
                </a:lnTo>
                <a:lnTo>
                  <a:pt x="685990" y="1717040"/>
                </a:lnTo>
                <a:lnTo>
                  <a:pt x="686295" y="1717040"/>
                </a:lnTo>
                <a:lnTo>
                  <a:pt x="679780" y="1720850"/>
                </a:lnTo>
                <a:lnTo>
                  <a:pt x="680085" y="1719580"/>
                </a:lnTo>
                <a:lnTo>
                  <a:pt x="673468" y="1723390"/>
                </a:lnTo>
                <a:lnTo>
                  <a:pt x="673785" y="1723390"/>
                </a:lnTo>
                <a:lnTo>
                  <a:pt x="667080" y="1725930"/>
                </a:lnTo>
                <a:lnTo>
                  <a:pt x="667385" y="1725930"/>
                </a:lnTo>
                <a:lnTo>
                  <a:pt x="660590" y="1729740"/>
                </a:lnTo>
                <a:lnTo>
                  <a:pt x="660920" y="1728470"/>
                </a:lnTo>
                <a:lnTo>
                  <a:pt x="654050" y="1732280"/>
                </a:lnTo>
                <a:lnTo>
                  <a:pt x="654367" y="1732280"/>
                </a:lnTo>
                <a:lnTo>
                  <a:pt x="647407" y="1734820"/>
                </a:lnTo>
                <a:lnTo>
                  <a:pt x="647738" y="1734820"/>
                </a:lnTo>
                <a:lnTo>
                  <a:pt x="640702" y="1737360"/>
                </a:lnTo>
                <a:lnTo>
                  <a:pt x="641032" y="1736090"/>
                </a:lnTo>
                <a:lnTo>
                  <a:pt x="633907" y="1738630"/>
                </a:lnTo>
                <a:lnTo>
                  <a:pt x="634250" y="1738630"/>
                </a:lnTo>
                <a:lnTo>
                  <a:pt x="627049" y="1741170"/>
                </a:lnTo>
                <a:lnTo>
                  <a:pt x="627392" y="1741170"/>
                </a:lnTo>
                <a:lnTo>
                  <a:pt x="620128" y="1742440"/>
                </a:lnTo>
                <a:lnTo>
                  <a:pt x="620471" y="1742440"/>
                </a:lnTo>
                <a:lnTo>
                  <a:pt x="613130" y="1744980"/>
                </a:lnTo>
                <a:lnTo>
                  <a:pt x="613486" y="1744980"/>
                </a:lnTo>
                <a:lnTo>
                  <a:pt x="606069" y="1746250"/>
                </a:lnTo>
                <a:lnTo>
                  <a:pt x="606425" y="1746250"/>
                </a:lnTo>
                <a:lnTo>
                  <a:pt x="598957" y="1747520"/>
                </a:lnTo>
                <a:lnTo>
                  <a:pt x="599300" y="1747520"/>
                </a:lnTo>
                <a:lnTo>
                  <a:pt x="591769" y="1748790"/>
                </a:lnTo>
                <a:lnTo>
                  <a:pt x="592124" y="1748790"/>
                </a:lnTo>
                <a:lnTo>
                  <a:pt x="584530" y="1750060"/>
                </a:lnTo>
                <a:lnTo>
                  <a:pt x="577583" y="1750060"/>
                </a:lnTo>
                <a:lnTo>
                  <a:pt x="569874" y="1751330"/>
                </a:lnTo>
                <a:lnTo>
                  <a:pt x="555371" y="1751330"/>
                </a:lnTo>
                <a:lnTo>
                  <a:pt x="547687" y="1752574"/>
                </a:lnTo>
                <a:lnTo>
                  <a:pt x="540004" y="1751330"/>
                </a:lnTo>
                <a:lnTo>
                  <a:pt x="525500" y="1751330"/>
                </a:lnTo>
                <a:lnTo>
                  <a:pt x="517791" y="1750060"/>
                </a:lnTo>
                <a:lnTo>
                  <a:pt x="510844" y="1750060"/>
                </a:lnTo>
                <a:lnTo>
                  <a:pt x="503250" y="1748790"/>
                </a:lnTo>
                <a:lnTo>
                  <a:pt x="503605" y="1748790"/>
                </a:lnTo>
                <a:lnTo>
                  <a:pt x="496062" y="1747520"/>
                </a:lnTo>
                <a:lnTo>
                  <a:pt x="496417" y="1747520"/>
                </a:lnTo>
                <a:lnTo>
                  <a:pt x="488950" y="1746250"/>
                </a:lnTo>
                <a:lnTo>
                  <a:pt x="489292" y="1746250"/>
                </a:lnTo>
                <a:lnTo>
                  <a:pt x="481888" y="1744980"/>
                </a:lnTo>
                <a:lnTo>
                  <a:pt x="482244" y="1744980"/>
                </a:lnTo>
                <a:lnTo>
                  <a:pt x="474903" y="1742440"/>
                </a:lnTo>
                <a:lnTo>
                  <a:pt x="475246" y="1742440"/>
                </a:lnTo>
                <a:lnTo>
                  <a:pt x="467982" y="1741170"/>
                </a:lnTo>
                <a:lnTo>
                  <a:pt x="468312" y="1741170"/>
                </a:lnTo>
                <a:lnTo>
                  <a:pt x="461124" y="1738630"/>
                </a:lnTo>
                <a:lnTo>
                  <a:pt x="461454" y="1738630"/>
                </a:lnTo>
                <a:lnTo>
                  <a:pt x="457898" y="1737360"/>
                </a:lnTo>
                <a:lnTo>
                  <a:pt x="454342" y="1736090"/>
                </a:lnTo>
                <a:lnTo>
                  <a:pt x="454672" y="1737360"/>
                </a:lnTo>
                <a:lnTo>
                  <a:pt x="447636" y="1734820"/>
                </a:lnTo>
                <a:lnTo>
                  <a:pt x="447967" y="1734820"/>
                </a:lnTo>
                <a:lnTo>
                  <a:pt x="441007" y="1732280"/>
                </a:lnTo>
                <a:lnTo>
                  <a:pt x="441325" y="1732280"/>
                </a:lnTo>
                <a:lnTo>
                  <a:pt x="436740" y="1729740"/>
                </a:lnTo>
                <a:lnTo>
                  <a:pt x="434454" y="1728470"/>
                </a:lnTo>
                <a:lnTo>
                  <a:pt x="434771" y="1729740"/>
                </a:lnTo>
                <a:lnTo>
                  <a:pt x="427977" y="1725930"/>
                </a:lnTo>
                <a:lnTo>
                  <a:pt x="428294" y="1725930"/>
                </a:lnTo>
                <a:lnTo>
                  <a:pt x="421589" y="1723390"/>
                </a:lnTo>
                <a:lnTo>
                  <a:pt x="421906" y="1723390"/>
                </a:lnTo>
                <a:lnTo>
                  <a:pt x="417487" y="1720850"/>
                </a:lnTo>
                <a:lnTo>
                  <a:pt x="415290" y="1719580"/>
                </a:lnTo>
                <a:lnTo>
                  <a:pt x="415594" y="1720850"/>
                </a:lnTo>
                <a:lnTo>
                  <a:pt x="409067" y="1717040"/>
                </a:lnTo>
                <a:lnTo>
                  <a:pt x="409371" y="1717040"/>
                </a:lnTo>
                <a:lnTo>
                  <a:pt x="402945" y="1713230"/>
                </a:lnTo>
                <a:lnTo>
                  <a:pt x="403237" y="1713230"/>
                </a:lnTo>
                <a:lnTo>
                  <a:pt x="396913" y="1709420"/>
                </a:lnTo>
                <a:lnTo>
                  <a:pt x="397205" y="1709420"/>
                </a:lnTo>
                <a:lnTo>
                  <a:pt x="393039" y="1706880"/>
                </a:lnTo>
                <a:lnTo>
                  <a:pt x="390969" y="1705610"/>
                </a:lnTo>
                <a:lnTo>
                  <a:pt x="391261" y="1706880"/>
                </a:lnTo>
                <a:lnTo>
                  <a:pt x="386651" y="1703070"/>
                </a:lnTo>
                <a:lnTo>
                  <a:pt x="385127" y="1701800"/>
                </a:lnTo>
                <a:lnTo>
                  <a:pt x="385406" y="1703070"/>
                </a:lnTo>
                <a:lnTo>
                  <a:pt x="379387" y="1697990"/>
                </a:lnTo>
                <a:lnTo>
                  <a:pt x="379666" y="1697990"/>
                </a:lnTo>
                <a:lnTo>
                  <a:pt x="373735" y="1694180"/>
                </a:lnTo>
                <a:lnTo>
                  <a:pt x="374015" y="1694180"/>
                </a:lnTo>
                <a:lnTo>
                  <a:pt x="368198" y="1690370"/>
                </a:lnTo>
                <a:lnTo>
                  <a:pt x="368465" y="1690370"/>
                </a:lnTo>
                <a:lnTo>
                  <a:pt x="362762" y="1685290"/>
                </a:lnTo>
                <a:lnTo>
                  <a:pt x="363029" y="1685290"/>
                </a:lnTo>
                <a:lnTo>
                  <a:pt x="357441" y="1681480"/>
                </a:lnTo>
                <a:lnTo>
                  <a:pt x="357695" y="1681480"/>
                </a:lnTo>
                <a:lnTo>
                  <a:pt x="352234" y="1676400"/>
                </a:lnTo>
                <a:lnTo>
                  <a:pt x="352475" y="1676400"/>
                </a:lnTo>
                <a:lnTo>
                  <a:pt x="347129" y="1671320"/>
                </a:lnTo>
                <a:lnTo>
                  <a:pt x="347370" y="1671320"/>
                </a:lnTo>
                <a:lnTo>
                  <a:pt x="343446" y="1667510"/>
                </a:lnTo>
                <a:lnTo>
                  <a:pt x="342138" y="1666240"/>
                </a:lnTo>
                <a:lnTo>
                  <a:pt x="342379" y="1667510"/>
                </a:lnTo>
                <a:lnTo>
                  <a:pt x="338289" y="1662430"/>
                </a:lnTo>
                <a:lnTo>
                  <a:pt x="337273" y="1661160"/>
                </a:lnTo>
                <a:lnTo>
                  <a:pt x="337515" y="1662430"/>
                </a:lnTo>
                <a:lnTo>
                  <a:pt x="333514" y="1657350"/>
                </a:lnTo>
                <a:lnTo>
                  <a:pt x="332524" y="1656080"/>
                </a:lnTo>
                <a:lnTo>
                  <a:pt x="332752" y="1657350"/>
                </a:lnTo>
                <a:lnTo>
                  <a:pt x="328866" y="1652270"/>
                </a:lnTo>
                <a:lnTo>
                  <a:pt x="327901" y="1651000"/>
                </a:lnTo>
                <a:lnTo>
                  <a:pt x="328117" y="1652270"/>
                </a:lnTo>
                <a:lnTo>
                  <a:pt x="323392" y="1645920"/>
                </a:lnTo>
                <a:lnTo>
                  <a:pt x="323621" y="1645920"/>
                </a:lnTo>
                <a:lnTo>
                  <a:pt x="319024" y="1640840"/>
                </a:lnTo>
                <a:lnTo>
                  <a:pt x="319239" y="1640840"/>
                </a:lnTo>
                <a:lnTo>
                  <a:pt x="314782" y="1635760"/>
                </a:lnTo>
                <a:lnTo>
                  <a:pt x="314985" y="1635760"/>
                </a:lnTo>
                <a:lnTo>
                  <a:pt x="310667" y="1629410"/>
                </a:lnTo>
                <a:lnTo>
                  <a:pt x="310857" y="1629410"/>
                </a:lnTo>
                <a:lnTo>
                  <a:pt x="306679" y="1624330"/>
                </a:lnTo>
                <a:lnTo>
                  <a:pt x="306870" y="1624330"/>
                </a:lnTo>
                <a:lnTo>
                  <a:pt x="302844" y="1617980"/>
                </a:lnTo>
                <a:lnTo>
                  <a:pt x="303022" y="1617980"/>
                </a:lnTo>
                <a:lnTo>
                  <a:pt x="299135" y="1611630"/>
                </a:lnTo>
                <a:lnTo>
                  <a:pt x="299313" y="1611630"/>
                </a:lnTo>
                <a:lnTo>
                  <a:pt x="296316" y="1606550"/>
                </a:lnTo>
                <a:lnTo>
                  <a:pt x="295567" y="1605280"/>
                </a:lnTo>
                <a:lnTo>
                  <a:pt x="295744" y="1606550"/>
                </a:lnTo>
                <a:lnTo>
                  <a:pt x="292150" y="1600200"/>
                </a:lnTo>
                <a:lnTo>
                  <a:pt x="292315" y="1600200"/>
                </a:lnTo>
                <a:lnTo>
                  <a:pt x="288874" y="1593850"/>
                </a:lnTo>
                <a:lnTo>
                  <a:pt x="289026" y="1593850"/>
                </a:lnTo>
                <a:lnTo>
                  <a:pt x="285737" y="1587500"/>
                </a:lnTo>
                <a:lnTo>
                  <a:pt x="285889" y="1587500"/>
                </a:lnTo>
                <a:lnTo>
                  <a:pt x="282752" y="1581150"/>
                </a:lnTo>
                <a:lnTo>
                  <a:pt x="282905" y="1581150"/>
                </a:lnTo>
                <a:lnTo>
                  <a:pt x="279933" y="1574800"/>
                </a:lnTo>
                <a:lnTo>
                  <a:pt x="280060" y="1574800"/>
                </a:lnTo>
                <a:lnTo>
                  <a:pt x="277253" y="1568450"/>
                </a:lnTo>
                <a:lnTo>
                  <a:pt x="277380" y="1568450"/>
                </a:lnTo>
                <a:lnTo>
                  <a:pt x="275170" y="1562100"/>
                </a:lnTo>
                <a:lnTo>
                  <a:pt x="274739" y="1560830"/>
                </a:lnTo>
                <a:lnTo>
                  <a:pt x="274853" y="1562100"/>
                </a:lnTo>
                <a:lnTo>
                  <a:pt x="272376" y="1554480"/>
                </a:lnTo>
                <a:lnTo>
                  <a:pt x="270179" y="1548130"/>
                </a:lnTo>
                <a:lnTo>
                  <a:pt x="268503" y="1541780"/>
                </a:lnTo>
                <a:lnTo>
                  <a:pt x="268147" y="1540510"/>
                </a:lnTo>
                <a:lnTo>
                  <a:pt x="268236" y="1541780"/>
                </a:lnTo>
                <a:lnTo>
                  <a:pt x="266268" y="1534160"/>
                </a:lnTo>
                <a:lnTo>
                  <a:pt x="264858" y="1527810"/>
                </a:lnTo>
                <a:lnTo>
                  <a:pt x="264566" y="1526540"/>
                </a:lnTo>
                <a:lnTo>
                  <a:pt x="264655" y="1527810"/>
                </a:lnTo>
                <a:lnTo>
                  <a:pt x="263042" y="1520190"/>
                </a:lnTo>
                <a:lnTo>
                  <a:pt x="261683" y="1512570"/>
                </a:lnTo>
                <a:lnTo>
                  <a:pt x="260692" y="1506220"/>
                </a:lnTo>
                <a:lnTo>
                  <a:pt x="260489" y="1504950"/>
                </a:lnTo>
                <a:lnTo>
                  <a:pt x="260553" y="1506220"/>
                </a:lnTo>
                <a:lnTo>
                  <a:pt x="259486" y="1498600"/>
                </a:lnTo>
                <a:lnTo>
                  <a:pt x="258660" y="1490980"/>
                </a:lnTo>
                <a:lnTo>
                  <a:pt x="258013" y="1483360"/>
                </a:lnTo>
                <a:lnTo>
                  <a:pt x="257619" y="1477010"/>
                </a:lnTo>
                <a:lnTo>
                  <a:pt x="257543" y="1475740"/>
                </a:lnTo>
                <a:lnTo>
                  <a:pt x="257543" y="1476222"/>
                </a:lnTo>
                <a:lnTo>
                  <a:pt x="257505" y="1475740"/>
                </a:lnTo>
                <a:lnTo>
                  <a:pt x="257263" y="1469390"/>
                </a:lnTo>
                <a:lnTo>
                  <a:pt x="257175" y="1170940"/>
                </a:lnTo>
                <a:lnTo>
                  <a:pt x="838187" y="1170940"/>
                </a:lnTo>
                <a:lnTo>
                  <a:pt x="838187" y="1143000"/>
                </a:lnTo>
                <a:lnTo>
                  <a:pt x="228600" y="1143000"/>
                </a:lnTo>
                <a:lnTo>
                  <a:pt x="228701" y="1469390"/>
                </a:lnTo>
                <a:lnTo>
                  <a:pt x="232270" y="1510030"/>
                </a:lnTo>
                <a:lnTo>
                  <a:pt x="236766" y="1532890"/>
                </a:lnTo>
                <a:lnTo>
                  <a:pt x="238645" y="1541780"/>
                </a:lnTo>
                <a:lnTo>
                  <a:pt x="240703" y="1549400"/>
                </a:lnTo>
                <a:lnTo>
                  <a:pt x="242951" y="1555750"/>
                </a:lnTo>
                <a:lnTo>
                  <a:pt x="245364" y="1563370"/>
                </a:lnTo>
                <a:lnTo>
                  <a:pt x="247967" y="1570990"/>
                </a:lnTo>
                <a:lnTo>
                  <a:pt x="250736" y="1578610"/>
                </a:lnTo>
                <a:lnTo>
                  <a:pt x="253682" y="1586230"/>
                </a:lnTo>
                <a:lnTo>
                  <a:pt x="256794" y="1592580"/>
                </a:lnTo>
                <a:lnTo>
                  <a:pt x="260070" y="1600200"/>
                </a:lnTo>
                <a:lnTo>
                  <a:pt x="263512" y="1606550"/>
                </a:lnTo>
                <a:lnTo>
                  <a:pt x="267119" y="1614170"/>
                </a:lnTo>
                <a:lnTo>
                  <a:pt x="270878" y="1620520"/>
                </a:lnTo>
                <a:lnTo>
                  <a:pt x="291998" y="1652270"/>
                </a:lnTo>
                <a:lnTo>
                  <a:pt x="306412" y="1670050"/>
                </a:lnTo>
                <a:lnTo>
                  <a:pt x="311492" y="1676400"/>
                </a:lnTo>
                <a:lnTo>
                  <a:pt x="316712" y="1681480"/>
                </a:lnTo>
                <a:lnTo>
                  <a:pt x="322059" y="1686560"/>
                </a:lnTo>
                <a:lnTo>
                  <a:pt x="327533" y="1692910"/>
                </a:lnTo>
                <a:lnTo>
                  <a:pt x="333133" y="1697990"/>
                </a:lnTo>
                <a:lnTo>
                  <a:pt x="338861" y="1703070"/>
                </a:lnTo>
                <a:lnTo>
                  <a:pt x="344716" y="1708150"/>
                </a:lnTo>
                <a:lnTo>
                  <a:pt x="350672" y="1711960"/>
                </a:lnTo>
                <a:lnTo>
                  <a:pt x="356768" y="1717040"/>
                </a:lnTo>
                <a:lnTo>
                  <a:pt x="362966" y="1722120"/>
                </a:lnTo>
                <a:lnTo>
                  <a:pt x="369265" y="1725930"/>
                </a:lnTo>
                <a:lnTo>
                  <a:pt x="375691" y="1729740"/>
                </a:lnTo>
                <a:lnTo>
                  <a:pt x="382219" y="1734820"/>
                </a:lnTo>
                <a:lnTo>
                  <a:pt x="395579" y="1742440"/>
                </a:lnTo>
                <a:lnTo>
                  <a:pt x="402412" y="1746250"/>
                </a:lnTo>
                <a:lnTo>
                  <a:pt x="409346" y="1748790"/>
                </a:lnTo>
                <a:lnTo>
                  <a:pt x="416306" y="1752574"/>
                </a:lnTo>
                <a:lnTo>
                  <a:pt x="423481" y="1755140"/>
                </a:lnTo>
                <a:lnTo>
                  <a:pt x="430682" y="1758950"/>
                </a:lnTo>
                <a:lnTo>
                  <a:pt x="452805" y="1766570"/>
                </a:lnTo>
                <a:lnTo>
                  <a:pt x="460336" y="1767840"/>
                </a:lnTo>
                <a:lnTo>
                  <a:pt x="475640" y="1772920"/>
                </a:lnTo>
                <a:lnTo>
                  <a:pt x="515073" y="1779270"/>
                </a:lnTo>
                <a:lnTo>
                  <a:pt x="523151" y="1779270"/>
                </a:lnTo>
                <a:lnTo>
                  <a:pt x="531279" y="1780540"/>
                </a:lnTo>
                <a:lnTo>
                  <a:pt x="533400" y="1780540"/>
                </a:lnTo>
                <a:lnTo>
                  <a:pt x="533400" y="1995487"/>
                </a:lnTo>
                <a:lnTo>
                  <a:pt x="547687" y="1995487"/>
                </a:lnTo>
                <a:lnTo>
                  <a:pt x="547687" y="2009775"/>
                </a:lnTo>
                <a:lnTo>
                  <a:pt x="1233487" y="2009775"/>
                </a:lnTo>
                <a:lnTo>
                  <a:pt x="1233487" y="19812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66164" y="2568892"/>
            <a:ext cx="6045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44650" y="2709862"/>
            <a:ext cx="14478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1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357312" y="2698749"/>
            <a:ext cx="2376805" cy="1854200"/>
          </a:xfrm>
          <a:custGeom>
            <a:avLst/>
            <a:gdLst/>
            <a:ahLst/>
            <a:cxnLst/>
            <a:rect l="l" t="t" r="r" b="b"/>
            <a:pathLst>
              <a:path w="2376804" h="1854200">
                <a:moveTo>
                  <a:pt x="28575" y="349250"/>
                </a:moveTo>
                <a:lnTo>
                  <a:pt x="0" y="349250"/>
                </a:lnTo>
                <a:lnTo>
                  <a:pt x="0" y="958850"/>
                </a:lnTo>
                <a:lnTo>
                  <a:pt x="28575" y="958850"/>
                </a:lnTo>
                <a:lnTo>
                  <a:pt x="28575" y="349250"/>
                </a:lnTo>
                <a:close/>
              </a:path>
              <a:path w="2376804" h="1854200">
                <a:moveTo>
                  <a:pt x="919162" y="639762"/>
                </a:moveTo>
                <a:lnTo>
                  <a:pt x="319087" y="639762"/>
                </a:lnTo>
                <a:lnTo>
                  <a:pt x="319087" y="654050"/>
                </a:lnTo>
                <a:lnTo>
                  <a:pt x="304800" y="654050"/>
                </a:lnTo>
                <a:lnTo>
                  <a:pt x="304800" y="958850"/>
                </a:lnTo>
                <a:lnTo>
                  <a:pt x="333375" y="958850"/>
                </a:lnTo>
                <a:lnTo>
                  <a:pt x="333375" y="668337"/>
                </a:lnTo>
                <a:lnTo>
                  <a:pt x="919162" y="668337"/>
                </a:lnTo>
                <a:lnTo>
                  <a:pt x="919162" y="639762"/>
                </a:lnTo>
                <a:close/>
              </a:path>
              <a:path w="2376804" h="1854200">
                <a:moveTo>
                  <a:pt x="2376487" y="1797050"/>
                </a:moveTo>
                <a:lnTo>
                  <a:pt x="2338387" y="1778000"/>
                </a:lnTo>
                <a:lnTo>
                  <a:pt x="2262187" y="1739900"/>
                </a:lnTo>
                <a:lnTo>
                  <a:pt x="2262187" y="1778000"/>
                </a:lnTo>
                <a:lnTo>
                  <a:pt x="1614487" y="1778000"/>
                </a:lnTo>
                <a:lnTo>
                  <a:pt x="1614487" y="1816100"/>
                </a:lnTo>
                <a:lnTo>
                  <a:pt x="2262187" y="1816100"/>
                </a:lnTo>
                <a:lnTo>
                  <a:pt x="2262187" y="1854200"/>
                </a:lnTo>
                <a:lnTo>
                  <a:pt x="2338387" y="1816100"/>
                </a:lnTo>
                <a:lnTo>
                  <a:pt x="2376487" y="1797050"/>
                </a:lnTo>
                <a:close/>
              </a:path>
              <a:path w="2376804" h="1854200">
                <a:moveTo>
                  <a:pt x="2376487" y="665162"/>
                </a:moveTo>
                <a:lnTo>
                  <a:pt x="2338387" y="646112"/>
                </a:lnTo>
                <a:lnTo>
                  <a:pt x="2262187" y="608012"/>
                </a:lnTo>
                <a:lnTo>
                  <a:pt x="2262187" y="646112"/>
                </a:lnTo>
                <a:lnTo>
                  <a:pt x="1614487" y="646112"/>
                </a:lnTo>
                <a:lnTo>
                  <a:pt x="1614487" y="684212"/>
                </a:lnTo>
                <a:lnTo>
                  <a:pt x="2262187" y="684212"/>
                </a:lnTo>
                <a:lnTo>
                  <a:pt x="2262187" y="722312"/>
                </a:lnTo>
                <a:lnTo>
                  <a:pt x="2338387" y="684212"/>
                </a:lnTo>
                <a:lnTo>
                  <a:pt x="2376487" y="665162"/>
                </a:lnTo>
                <a:close/>
              </a:path>
              <a:path w="2376804" h="1854200">
                <a:moveTo>
                  <a:pt x="2376487" y="38100"/>
                </a:moveTo>
                <a:lnTo>
                  <a:pt x="1728787" y="38100"/>
                </a:lnTo>
                <a:lnTo>
                  <a:pt x="1728787" y="0"/>
                </a:lnTo>
                <a:lnTo>
                  <a:pt x="1614487" y="57150"/>
                </a:lnTo>
                <a:lnTo>
                  <a:pt x="1728787" y="114300"/>
                </a:lnTo>
                <a:lnTo>
                  <a:pt x="1728787" y="76200"/>
                </a:lnTo>
                <a:lnTo>
                  <a:pt x="2376487" y="76200"/>
                </a:lnTo>
                <a:lnTo>
                  <a:pt x="2376487" y="381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752215" y="3121342"/>
            <a:ext cx="710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IBF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62375" y="4234179"/>
            <a:ext cx="930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325" b="1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67454" y="2494279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STB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377054" y="2661920"/>
            <a:ext cx="16891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b="1" spc="-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47662" y="2541587"/>
            <a:ext cx="4173854" cy="803275"/>
            <a:chOff x="347662" y="2541587"/>
            <a:chExt cx="4173854" cy="803275"/>
          </a:xfrm>
        </p:grpSpPr>
        <p:sp>
          <p:nvSpPr>
            <p:cNvPr id="37" name="object 37"/>
            <p:cNvSpPr/>
            <p:nvPr/>
          </p:nvSpPr>
          <p:spPr>
            <a:xfrm>
              <a:off x="3759200" y="2541587"/>
              <a:ext cx="762000" cy="28575"/>
            </a:xfrm>
            <a:custGeom>
              <a:avLst/>
              <a:gdLst/>
              <a:ahLst/>
              <a:cxnLst/>
              <a:rect l="l" t="t" r="r" b="b"/>
              <a:pathLst>
                <a:path w="762000" h="28575">
                  <a:moveTo>
                    <a:pt x="762000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762000" y="0"/>
                  </a:lnTo>
                  <a:lnTo>
                    <a:pt x="762000" y="28575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662" y="3213100"/>
              <a:ext cx="490524" cy="131762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212090" y="2811462"/>
            <a:ext cx="466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RD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28600" y="1882190"/>
            <a:ext cx="622300" cy="981710"/>
            <a:chOff x="228600" y="1882190"/>
            <a:chExt cx="622300" cy="981710"/>
          </a:xfrm>
        </p:grpSpPr>
        <p:sp>
          <p:nvSpPr>
            <p:cNvPr id="41" name="object 41"/>
            <p:cNvSpPr/>
            <p:nvPr/>
          </p:nvSpPr>
          <p:spPr>
            <a:xfrm>
              <a:off x="228600" y="2835274"/>
              <a:ext cx="396875" cy="28575"/>
            </a:xfrm>
            <a:custGeom>
              <a:avLst/>
              <a:gdLst/>
              <a:ahLst/>
              <a:cxnLst/>
              <a:rect l="l" t="t" r="r" b="b"/>
              <a:pathLst>
                <a:path w="396875" h="28575">
                  <a:moveTo>
                    <a:pt x="396875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396875" y="0"/>
                  </a:lnTo>
                  <a:lnTo>
                    <a:pt x="396875" y="28575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3818" y="1882190"/>
              <a:ext cx="607695" cy="574675"/>
            </a:xfrm>
            <a:custGeom>
              <a:avLst/>
              <a:gdLst/>
              <a:ahLst/>
              <a:cxnLst/>
              <a:rect l="l" t="t" r="r" b="b"/>
              <a:pathLst>
                <a:path w="607694" h="574675">
                  <a:moveTo>
                    <a:pt x="167052" y="574255"/>
                  </a:moveTo>
                  <a:lnTo>
                    <a:pt x="0" y="287127"/>
                  </a:lnTo>
                  <a:lnTo>
                    <a:pt x="167052" y="0"/>
                  </a:lnTo>
                  <a:lnTo>
                    <a:pt x="167052" y="52971"/>
                  </a:lnTo>
                  <a:lnTo>
                    <a:pt x="138477" y="52971"/>
                  </a:lnTo>
                  <a:lnTo>
                    <a:pt x="138477" y="105950"/>
                  </a:lnTo>
                  <a:lnTo>
                    <a:pt x="37233" y="279946"/>
                  </a:lnTo>
                  <a:lnTo>
                    <a:pt x="28876" y="279946"/>
                  </a:lnTo>
                  <a:lnTo>
                    <a:pt x="28876" y="294309"/>
                  </a:lnTo>
                  <a:lnTo>
                    <a:pt x="37233" y="294309"/>
                  </a:lnTo>
                  <a:lnTo>
                    <a:pt x="138477" y="468304"/>
                  </a:lnTo>
                  <a:lnTo>
                    <a:pt x="138477" y="521284"/>
                  </a:lnTo>
                  <a:lnTo>
                    <a:pt x="167052" y="521284"/>
                  </a:lnTo>
                  <a:lnTo>
                    <a:pt x="167052" y="574255"/>
                  </a:lnTo>
                  <a:close/>
                </a:path>
                <a:path w="607694" h="574675">
                  <a:moveTo>
                    <a:pt x="138477" y="105950"/>
                  </a:moveTo>
                  <a:lnTo>
                    <a:pt x="138477" y="52971"/>
                  </a:lnTo>
                  <a:lnTo>
                    <a:pt x="165121" y="60159"/>
                  </a:lnTo>
                  <a:lnTo>
                    <a:pt x="138477" y="105950"/>
                  </a:lnTo>
                  <a:close/>
                </a:path>
                <a:path w="607694" h="574675">
                  <a:moveTo>
                    <a:pt x="578506" y="184340"/>
                  </a:moveTo>
                  <a:lnTo>
                    <a:pt x="138477" y="184340"/>
                  </a:lnTo>
                  <a:lnTo>
                    <a:pt x="138477" y="105950"/>
                  </a:lnTo>
                  <a:lnTo>
                    <a:pt x="165121" y="60159"/>
                  </a:lnTo>
                  <a:lnTo>
                    <a:pt x="138477" y="52971"/>
                  </a:lnTo>
                  <a:lnTo>
                    <a:pt x="167052" y="52971"/>
                  </a:lnTo>
                  <a:lnTo>
                    <a:pt x="167052" y="155765"/>
                  </a:lnTo>
                  <a:lnTo>
                    <a:pt x="152764" y="155765"/>
                  </a:lnTo>
                  <a:lnTo>
                    <a:pt x="167052" y="170052"/>
                  </a:lnTo>
                  <a:lnTo>
                    <a:pt x="578506" y="170052"/>
                  </a:lnTo>
                  <a:lnTo>
                    <a:pt x="578506" y="184340"/>
                  </a:lnTo>
                  <a:close/>
                </a:path>
                <a:path w="607694" h="574675">
                  <a:moveTo>
                    <a:pt x="167052" y="170052"/>
                  </a:moveTo>
                  <a:lnTo>
                    <a:pt x="152764" y="155765"/>
                  </a:lnTo>
                  <a:lnTo>
                    <a:pt x="167052" y="155765"/>
                  </a:lnTo>
                  <a:lnTo>
                    <a:pt x="167052" y="170052"/>
                  </a:lnTo>
                  <a:close/>
                </a:path>
                <a:path w="607694" h="574675">
                  <a:moveTo>
                    <a:pt x="607081" y="184340"/>
                  </a:moveTo>
                  <a:lnTo>
                    <a:pt x="592794" y="184340"/>
                  </a:lnTo>
                  <a:lnTo>
                    <a:pt x="578506" y="170052"/>
                  </a:lnTo>
                  <a:lnTo>
                    <a:pt x="167052" y="170052"/>
                  </a:lnTo>
                  <a:lnTo>
                    <a:pt x="167052" y="155765"/>
                  </a:lnTo>
                  <a:lnTo>
                    <a:pt x="607081" y="155765"/>
                  </a:lnTo>
                  <a:lnTo>
                    <a:pt x="607081" y="184340"/>
                  </a:lnTo>
                  <a:close/>
                </a:path>
                <a:path w="607694" h="574675">
                  <a:moveTo>
                    <a:pt x="578506" y="404202"/>
                  </a:moveTo>
                  <a:lnTo>
                    <a:pt x="578506" y="170052"/>
                  </a:lnTo>
                  <a:lnTo>
                    <a:pt x="592794" y="184340"/>
                  </a:lnTo>
                  <a:lnTo>
                    <a:pt x="607081" y="184340"/>
                  </a:lnTo>
                  <a:lnTo>
                    <a:pt x="607081" y="389915"/>
                  </a:lnTo>
                  <a:lnTo>
                    <a:pt x="592794" y="389915"/>
                  </a:lnTo>
                  <a:lnTo>
                    <a:pt x="578506" y="404202"/>
                  </a:lnTo>
                  <a:close/>
                </a:path>
                <a:path w="607694" h="574675">
                  <a:moveTo>
                    <a:pt x="28876" y="294309"/>
                  </a:moveTo>
                  <a:lnTo>
                    <a:pt x="28876" y="279946"/>
                  </a:lnTo>
                  <a:lnTo>
                    <a:pt x="33051" y="287134"/>
                  </a:lnTo>
                  <a:lnTo>
                    <a:pt x="28876" y="294309"/>
                  </a:lnTo>
                  <a:close/>
                </a:path>
                <a:path w="607694" h="574675">
                  <a:moveTo>
                    <a:pt x="33055" y="287127"/>
                  </a:moveTo>
                  <a:lnTo>
                    <a:pt x="28876" y="279946"/>
                  </a:lnTo>
                  <a:lnTo>
                    <a:pt x="37233" y="279946"/>
                  </a:lnTo>
                  <a:lnTo>
                    <a:pt x="33055" y="287127"/>
                  </a:lnTo>
                  <a:close/>
                </a:path>
                <a:path w="607694" h="574675">
                  <a:moveTo>
                    <a:pt x="37233" y="294309"/>
                  </a:moveTo>
                  <a:lnTo>
                    <a:pt x="28876" y="294309"/>
                  </a:lnTo>
                  <a:lnTo>
                    <a:pt x="33055" y="287127"/>
                  </a:lnTo>
                  <a:lnTo>
                    <a:pt x="37233" y="294309"/>
                  </a:lnTo>
                  <a:close/>
                </a:path>
                <a:path w="607694" h="574675">
                  <a:moveTo>
                    <a:pt x="167052" y="521284"/>
                  </a:moveTo>
                  <a:lnTo>
                    <a:pt x="138477" y="521284"/>
                  </a:lnTo>
                  <a:lnTo>
                    <a:pt x="165121" y="514095"/>
                  </a:lnTo>
                  <a:lnTo>
                    <a:pt x="138477" y="468304"/>
                  </a:lnTo>
                  <a:lnTo>
                    <a:pt x="138477" y="389915"/>
                  </a:lnTo>
                  <a:lnTo>
                    <a:pt x="578506" y="389915"/>
                  </a:lnTo>
                  <a:lnTo>
                    <a:pt x="578506" y="404202"/>
                  </a:lnTo>
                  <a:lnTo>
                    <a:pt x="167052" y="404202"/>
                  </a:lnTo>
                  <a:lnTo>
                    <a:pt x="152764" y="418490"/>
                  </a:lnTo>
                  <a:lnTo>
                    <a:pt x="167052" y="418490"/>
                  </a:lnTo>
                  <a:lnTo>
                    <a:pt x="167052" y="521284"/>
                  </a:lnTo>
                  <a:close/>
                </a:path>
                <a:path w="607694" h="574675">
                  <a:moveTo>
                    <a:pt x="607081" y="418490"/>
                  </a:moveTo>
                  <a:lnTo>
                    <a:pt x="167052" y="418490"/>
                  </a:lnTo>
                  <a:lnTo>
                    <a:pt x="167052" y="404202"/>
                  </a:lnTo>
                  <a:lnTo>
                    <a:pt x="578506" y="404202"/>
                  </a:lnTo>
                  <a:lnTo>
                    <a:pt x="592794" y="389915"/>
                  </a:lnTo>
                  <a:lnTo>
                    <a:pt x="607081" y="389915"/>
                  </a:lnTo>
                  <a:lnTo>
                    <a:pt x="607081" y="418490"/>
                  </a:lnTo>
                  <a:close/>
                </a:path>
                <a:path w="607694" h="574675">
                  <a:moveTo>
                    <a:pt x="167052" y="418490"/>
                  </a:moveTo>
                  <a:lnTo>
                    <a:pt x="152764" y="418490"/>
                  </a:lnTo>
                  <a:lnTo>
                    <a:pt x="167052" y="404202"/>
                  </a:lnTo>
                  <a:lnTo>
                    <a:pt x="167052" y="418490"/>
                  </a:lnTo>
                  <a:close/>
                </a:path>
                <a:path w="607694" h="574675">
                  <a:moveTo>
                    <a:pt x="138477" y="521284"/>
                  </a:moveTo>
                  <a:lnTo>
                    <a:pt x="138477" y="468304"/>
                  </a:lnTo>
                  <a:lnTo>
                    <a:pt x="165121" y="514095"/>
                  </a:lnTo>
                  <a:lnTo>
                    <a:pt x="138477" y="521284"/>
                  </a:lnTo>
                  <a:close/>
                </a:path>
              </a:pathLst>
            </a:custGeom>
            <a:solidFill>
              <a:srgbClr val="FF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-29209" y="1000565"/>
            <a:ext cx="3096895" cy="98933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858520">
              <a:lnSpc>
                <a:spcPct val="100000"/>
              </a:lnSpc>
              <a:spcBef>
                <a:spcPts val="825"/>
              </a:spcBef>
            </a:pPr>
            <a:r>
              <a:rPr sz="28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800" spc="-30" dirty="0">
                <a:solidFill>
                  <a:srgbClr val="0000CC"/>
                </a:solidFill>
                <a:latin typeface="Noto Serif CJK JP"/>
                <a:cs typeface="Noto Serif CJK JP"/>
              </a:rPr>
              <a:t>口方式</a:t>
            </a:r>
            <a:r>
              <a:rPr sz="28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800" spc="-40" dirty="0">
                <a:solidFill>
                  <a:srgbClr val="0000CC"/>
                </a:solidFill>
                <a:latin typeface="Noto Serif CJK JP"/>
                <a:cs typeface="Noto Serif CJK JP"/>
              </a:rPr>
              <a:t>输入</a:t>
            </a:r>
            <a:endParaRPr sz="2800">
              <a:latin typeface="Noto Serif CJK JP"/>
              <a:cs typeface="Noto Serif CJK JP"/>
            </a:endParaRPr>
          </a:p>
          <a:p>
            <a:pPr marL="50800">
              <a:lnSpc>
                <a:spcPct val="100000"/>
              </a:lnSpc>
              <a:spcBef>
                <a:spcPts val="625"/>
              </a:spcBef>
            </a:pP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~D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15188" y="3124200"/>
            <a:ext cx="862965" cy="2291080"/>
          </a:xfrm>
          <a:custGeom>
            <a:avLst/>
            <a:gdLst/>
            <a:ahLst/>
            <a:cxnLst/>
            <a:rect l="l" t="t" r="r" b="b"/>
            <a:pathLst>
              <a:path w="862965" h="2291079">
                <a:moveTo>
                  <a:pt x="808686" y="75568"/>
                </a:moveTo>
                <a:lnTo>
                  <a:pt x="781862" y="65735"/>
                </a:lnTo>
                <a:lnTo>
                  <a:pt x="851611" y="0"/>
                </a:lnTo>
                <a:lnTo>
                  <a:pt x="857859" y="55448"/>
                </a:lnTo>
                <a:lnTo>
                  <a:pt x="816063" y="55448"/>
                </a:lnTo>
                <a:lnTo>
                  <a:pt x="808686" y="75568"/>
                </a:lnTo>
                <a:close/>
              </a:path>
              <a:path w="862965" h="2291079">
                <a:moveTo>
                  <a:pt x="835508" y="85400"/>
                </a:moveTo>
                <a:lnTo>
                  <a:pt x="808686" y="75568"/>
                </a:lnTo>
                <a:lnTo>
                  <a:pt x="816063" y="55448"/>
                </a:lnTo>
                <a:lnTo>
                  <a:pt x="842886" y="65277"/>
                </a:lnTo>
                <a:lnTo>
                  <a:pt x="835508" y="85400"/>
                </a:lnTo>
                <a:close/>
              </a:path>
              <a:path w="862965" h="2291079">
                <a:moveTo>
                  <a:pt x="862342" y="95237"/>
                </a:moveTo>
                <a:lnTo>
                  <a:pt x="835508" y="85400"/>
                </a:lnTo>
                <a:lnTo>
                  <a:pt x="842886" y="65277"/>
                </a:lnTo>
                <a:lnTo>
                  <a:pt x="816063" y="55448"/>
                </a:lnTo>
                <a:lnTo>
                  <a:pt x="857859" y="55448"/>
                </a:lnTo>
                <a:lnTo>
                  <a:pt x="862342" y="95237"/>
                </a:lnTo>
                <a:close/>
              </a:path>
              <a:path w="862965" h="2291079">
                <a:moveTo>
                  <a:pt x="26822" y="2290914"/>
                </a:moveTo>
                <a:lnTo>
                  <a:pt x="0" y="2281085"/>
                </a:lnTo>
                <a:lnTo>
                  <a:pt x="808686" y="75568"/>
                </a:lnTo>
                <a:lnTo>
                  <a:pt x="835508" y="85400"/>
                </a:lnTo>
                <a:lnTo>
                  <a:pt x="26822" y="2290914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277" y="189230"/>
            <a:ext cx="39350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(4)8255</a:t>
            </a:r>
            <a:r>
              <a:rPr sz="2800" spc="-30" dirty="0">
                <a:solidFill>
                  <a:srgbClr val="003366"/>
                </a:solidFill>
                <a:latin typeface="Noto Serif CJK JP"/>
                <a:cs typeface="Noto Serif CJK JP"/>
              </a:rPr>
              <a:t>方式</a:t>
            </a:r>
            <a:r>
              <a:rPr sz="2800" spc="-25" dirty="0">
                <a:solidFill>
                  <a:srgbClr val="00336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800" spc="-35" dirty="0">
                <a:solidFill>
                  <a:srgbClr val="003366"/>
                </a:solidFill>
                <a:latin typeface="Noto Serif CJK JP"/>
                <a:cs typeface="Noto Serif CJK JP"/>
              </a:rPr>
              <a:t>的输入时序</a:t>
            </a:r>
            <a:endParaRPr sz="2800"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7882" y="287020"/>
            <a:ext cx="301624" cy="31432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07136" y="1118235"/>
            <a:ext cx="7754620" cy="4525645"/>
            <a:chOff x="707136" y="1118235"/>
            <a:chExt cx="7754620" cy="45256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136" y="1214628"/>
              <a:ext cx="7754111" cy="44287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941921" y="1118235"/>
              <a:ext cx="922019" cy="481330"/>
            </a:xfrm>
            <a:custGeom>
              <a:avLst/>
              <a:gdLst/>
              <a:ahLst/>
              <a:cxnLst/>
              <a:rect l="l" t="t" r="r" b="b"/>
              <a:pathLst>
                <a:path w="922020" h="481330">
                  <a:moveTo>
                    <a:pt x="854214" y="480059"/>
                  </a:moveTo>
                  <a:lnTo>
                    <a:pt x="67284" y="480059"/>
                  </a:lnTo>
                  <a:lnTo>
                    <a:pt x="59182" y="477519"/>
                  </a:lnTo>
                  <a:lnTo>
                    <a:pt x="51409" y="474979"/>
                  </a:lnTo>
                  <a:lnTo>
                    <a:pt x="47663" y="472439"/>
                  </a:lnTo>
                  <a:lnTo>
                    <a:pt x="44018" y="471169"/>
                  </a:lnTo>
                  <a:lnTo>
                    <a:pt x="24561" y="455929"/>
                  </a:lnTo>
                  <a:lnTo>
                    <a:pt x="21767" y="453389"/>
                  </a:lnTo>
                  <a:lnTo>
                    <a:pt x="19113" y="450849"/>
                  </a:lnTo>
                  <a:lnTo>
                    <a:pt x="16611" y="447039"/>
                  </a:lnTo>
                  <a:lnTo>
                    <a:pt x="14262" y="444499"/>
                  </a:lnTo>
                  <a:lnTo>
                    <a:pt x="12065" y="440689"/>
                  </a:lnTo>
                  <a:lnTo>
                    <a:pt x="10033" y="436879"/>
                  </a:lnTo>
                  <a:lnTo>
                    <a:pt x="8305" y="433069"/>
                  </a:lnTo>
                  <a:lnTo>
                    <a:pt x="6604" y="430529"/>
                  </a:lnTo>
                  <a:lnTo>
                    <a:pt x="4978" y="425449"/>
                  </a:lnTo>
                  <a:lnTo>
                    <a:pt x="3657" y="421639"/>
                  </a:lnTo>
                  <a:lnTo>
                    <a:pt x="2527" y="417829"/>
                  </a:lnTo>
                  <a:lnTo>
                    <a:pt x="1587" y="414019"/>
                  </a:lnTo>
                  <a:lnTo>
                    <a:pt x="317" y="405129"/>
                  </a:lnTo>
                  <a:lnTo>
                    <a:pt x="0" y="401319"/>
                  </a:lnTo>
                  <a:lnTo>
                    <a:pt x="0" y="80009"/>
                  </a:lnTo>
                  <a:lnTo>
                    <a:pt x="317" y="74929"/>
                  </a:lnTo>
                  <a:lnTo>
                    <a:pt x="901" y="71119"/>
                  </a:lnTo>
                  <a:lnTo>
                    <a:pt x="1651" y="67309"/>
                  </a:lnTo>
                  <a:lnTo>
                    <a:pt x="2603" y="62229"/>
                  </a:lnTo>
                  <a:lnTo>
                    <a:pt x="14439" y="36829"/>
                  </a:lnTo>
                  <a:lnTo>
                    <a:pt x="16802" y="33019"/>
                  </a:lnTo>
                  <a:lnTo>
                    <a:pt x="19316" y="30479"/>
                  </a:lnTo>
                  <a:lnTo>
                    <a:pt x="21971" y="26669"/>
                  </a:lnTo>
                  <a:lnTo>
                    <a:pt x="24777" y="24129"/>
                  </a:lnTo>
                  <a:lnTo>
                    <a:pt x="55549" y="5079"/>
                  </a:lnTo>
                  <a:lnTo>
                    <a:pt x="59474" y="2539"/>
                  </a:lnTo>
                  <a:lnTo>
                    <a:pt x="63500" y="2539"/>
                  </a:lnTo>
                  <a:lnTo>
                    <a:pt x="71767" y="0"/>
                  </a:lnTo>
                  <a:lnTo>
                    <a:pt x="850366" y="0"/>
                  </a:lnTo>
                  <a:lnTo>
                    <a:pt x="862634" y="3809"/>
                  </a:lnTo>
                  <a:lnTo>
                    <a:pt x="866267" y="5079"/>
                  </a:lnTo>
                  <a:lnTo>
                    <a:pt x="870407" y="6349"/>
                  </a:lnTo>
                  <a:lnTo>
                    <a:pt x="874153" y="7619"/>
                  </a:lnTo>
                  <a:lnTo>
                    <a:pt x="877798" y="10159"/>
                  </a:lnTo>
                  <a:lnTo>
                    <a:pt x="881329" y="11429"/>
                  </a:lnTo>
                  <a:lnTo>
                    <a:pt x="883043" y="12699"/>
                  </a:lnTo>
                  <a:lnTo>
                    <a:pt x="73685" y="12699"/>
                  </a:lnTo>
                  <a:lnTo>
                    <a:pt x="69824" y="13969"/>
                  </a:lnTo>
                  <a:lnTo>
                    <a:pt x="66662" y="13969"/>
                  </a:lnTo>
                  <a:lnTo>
                    <a:pt x="62953" y="15239"/>
                  </a:lnTo>
                  <a:lnTo>
                    <a:pt x="63246" y="15239"/>
                  </a:lnTo>
                  <a:lnTo>
                    <a:pt x="59613" y="16509"/>
                  </a:lnTo>
                  <a:lnTo>
                    <a:pt x="59905" y="16509"/>
                  </a:lnTo>
                  <a:lnTo>
                    <a:pt x="56362" y="17779"/>
                  </a:lnTo>
                  <a:lnTo>
                    <a:pt x="56642" y="17779"/>
                  </a:lnTo>
                  <a:lnTo>
                    <a:pt x="53174" y="19049"/>
                  </a:lnTo>
                  <a:lnTo>
                    <a:pt x="53454" y="19049"/>
                  </a:lnTo>
                  <a:lnTo>
                    <a:pt x="50088" y="20319"/>
                  </a:lnTo>
                  <a:lnTo>
                    <a:pt x="50355" y="20319"/>
                  </a:lnTo>
                  <a:lnTo>
                    <a:pt x="47078" y="22859"/>
                  </a:lnTo>
                  <a:lnTo>
                    <a:pt x="47345" y="22859"/>
                  </a:lnTo>
                  <a:lnTo>
                    <a:pt x="44170" y="24129"/>
                  </a:lnTo>
                  <a:lnTo>
                    <a:pt x="44424" y="24129"/>
                  </a:lnTo>
                  <a:lnTo>
                    <a:pt x="41351" y="26669"/>
                  </a:lnTo>
                  <a:lnTo>
                    <a:pt x="41592" y="26669"/>
                  </a:lnTo>
                  <a:lnTo>
                    <a:pt x="38646" y="27939"/>
                  </a:lnTo>
                  <a:lnTo>
                    <a:pt x="38874" y="27939"/>
                  </a:lnTo>
                  <a:lnTo>
                    <a:pt x="36029" y="30479"/>
                  </a:lnTo>
                  <a:lnTo>
                    <a:pt x="36258" y="30479"/>
                  </a:lnTo>
                  <a:lnTo>
                    <a:pt x="33540" y="33019"/>
                  </a:lnTo>
                  <a:lnTo>
                    <a:pt x="33756" y="33019"/>
                  </a:lnTo>
                  <a:lnTo>
                    <a:pt x="31165" y="35559"/>
                  </a:lnTo>
                  <a:lnTo>
                    <a:pt x="31369" y="35559"/>
                  </a:lnTo>
                  <a:lnTo>
                    <a:pt x="28917" y="38099"/>
                  </a:lnTo>
                  <a:lnTo>
                    <a:pt x="29108" y="38099"/>
                  </a:lnTo>
                  <a:lnTo>
                    <a:pt x="26784" y="40639"/>
                  </a:lnTo>
                  <a:lnTo>
                    <a:pt x="26962" y="40639"/>
                  </a:lnTo>
                  <a:lnTo>
                    <a:pt x="25505" y="43179"/>
                  </a:lnTo>
                  <a:lnTo>
                    <a:pt x="24955" y="43179"/>
                  </a:lnTo>
                  <a:lnTo>
                    <a:pt x="22923" y="46989"/>
                  </a:lnTo>
                  <a:lnTo>
                    <a:pt x="23075" y="46989"/>
                  </a:lnTo>
                  <a:lnTo>
                    <a:pt x="21196" y="49529"/>
                  </a:lnTo>
                  <a:lnTo>
                    <a:pt x="21336" y="49529"/>
                  </a:lnTo>
                  <a:lnTo>
                    <a:pt x="20184" y="52069"/>
                  </a:lnTo>
                  <a:lnTo>
                    <a:pt x="19748" y="52069"/>
                  </a:lnTo>
                  <a:lnTo>
                    <a:pt x="18186" y="55879"/>
                  </a:lnTo>
                  <a:lnTo>
                    <a:pt x="16903" y="59689"/>
                  </a:lnTo>
                  <a:lnTo>
                    <a:pt x="15786" y="62229"/>
                  </a:lnTo>
                  <a:lnTo>
                    <a:pt x="14820" y="66039"/>
                  </a:lnTo>
                  <a:lnTo>
                    <a:pt x="14020" y="69849"/>
                  </a:lnTo>
                  <a:lnTo>
                    <a:pt x="13627" y="72389"/>
                  </a:lnTo>
                  <a:lnTo>
                    <a:pt x="13449" y="72389"/>
                  </a:lnTo>
                  <a:lnTo>
                    <a:pt x="12954" y="76199"/>
                  </a:lnTo>
                  <a:lnTo>
                    <a:pt x="12687" y="80009"/>
                  </a:lnTo>
                  <a:lnTo>
                    <a:pt x="12784" y="401319"/>
                  </a:lnTo>
                  <a:lnTo>
                    <a:pt x="12979" y="403859"/>
                  </a:lnTo>
                  <a:lnTo>
                    <a:pt x="13449" y="407669"/>
                  </a:lnTo>
                  <a:lnTo>
                    <a:pt x="14084" y="411479"/>
                  </a:lnTo>
                  <a:lnTo>
                    <a:pt x="14897" y="415289"/>
                  </a:lnTo>
                  <a:lnTo>
                    <a:pt x="15875" y="417829"/>
                  </a:lnTo>
                  <a:lnTo>
                    <a:pt x="17005" y="421639"/>
                  </a:lnTo>
                  <a:lnTo>
                    <a:pt x="18300" y="425449"/>
                  </a:lnTo>
                  <a:lnTo>
                    <a:pt x="18707" y="425449"/>
                  </a:lnTo>
                  <a:lnTo>
                    <a:pt x="19748" y="427989"/>
                  </a:lnTo>
                  <a:lnTo>
                    <a:pt x="19608" y="427989"/>
                  </a:lnTo>
                  <a:lnTo>
                    <a:pt x="21336" y="431799"/>
                  </a:lnTo>
                  <a:lnTo>
                    <a:pt x="21822" y="431799"/>
                  </a:lnTo>
                  <a:lnTo>
                    <a:pt x="23075" y="434339"/>
                  </a:lnTo>
                  <a:lnTo>
                    <a:pt x="22923" y="434339"/>
                  </a:lnTo>
                  <a:lnTo>
                    <a:pt x="24955" y="436879"/>
                  </a:lnTo>
                  <a:lnTo>
                    <a:pt x="24777" y="436879"/>
                  </a:lnTo>
                  <a:lnTo>
                    <a:pt x="26962" y="439419"/>
                  </a:lnTo>
                  <a:lnTo>
                    <a:pt x="26784" y="439419"/>
                  </a:lnTo>
                  <a:lnTo>
                    <a:pt x="29108" y="443229"/>
                  </a:lnTo>
                  <a:lnTo>
                    <a:pt x="29734" y="443229"/>
                  </a:lnTo>
                  <a:lnTo>
                    <a:pt x="31369" y="445769"/>
                  </a:lnTo>
                  <a:lnTo>
                    <a:pt x="32029" y="445769"/>
                  </a:lnTo>
                  <a:lnTo>
                    <a:pt x="33756" y="448309"/>
                  </a:lnTo>
                  <a:lnTo>
                    <a:pt x="34899" y="448309"/>
                  </a:lnTo>
                  <a:lnTo>
                    <a:pt x="36258" y="449579"/>
                  </a:lnTo>
                  <a:lnTo>
                    <a:pt x="36029" y="449579"/>
                  </a:lnTo>
                  <a:lnTo>
                    <a:pt x="38874" y="452119"/>
                  </a:lnTo>
                  <a:lnTo>
                    <a:pt x="38646" y="452119"/>
                  </a:lnTo>
                  <a:lnTo>
                    <a:pt x="41592" y="454659"/>
                  </a:lnTo>
                  <a:lnTo>
                    <a:pt x="41351" y="454659"/>
                  </a:lnTo>
                  <a:lnTo>
                    <a:pt x="44424" y="455929"/>
                  </a:lnTo>
                  <a:lnTo>
                    <a:pt x="44170" y="455929"/>
                  </a:lnTo>
                  <a:lnTo>
                    <a:pt x="47345" y="458469"/>
                  </a:lnTo>
                  <a:lnTo>
                    <a:pt x="47078" y="458469"/>
                  </a:lnTo>
                  <a:lnTo>
                    <a:pt x="50355" y="459739"/>
                  </a:lnTo>
                  <a:lnTo>
                    <a:pt x="50088" y="459739"/>
                  </a:lnTo>
                  <a:lnTo>
                    <a:pt x="53454" y="462279"/>
                  </a:lnTo>
                  <a:lnTo>
                    <a:pt x="54908" y="462279"/>
                  </a:lnTo>
                  <a:lnTo>
                    <a:pt x="56642" y="463549"/>
                  </a:lnTo>
                  <a:lnTo>
                    <a:pt x="56362" y="463549"/>
                  </a:lnTo>
                  <a:lnTo>
                    <a:pt x="59905" y="464819"/>
                  </a:lnTo>
                  <a:lnTo>
                    <a:pt x="59613" y="464819"/>
                  </a:lnTo>
                  <a:lnTo>
                    <a:pt x="63246" y="466089"/>
                  </a:lnTo>
                  <a:lnTo>
                    <a:pt x="66357" y="466089"/>
                  </a:lnTo>
                  <a:lnTo>
                    <a:pt x="70142" y="467359"/>
                  </a:lnTo>
                  <a:lnTo>
                    <a:pt x="73367" y="467359"/>
                  </a:lnTo>
                  <a:lnTo>
                    <a:pt x="77279" y="468629"/>
                  </a:lnTo>
                  <a:lnTo>
                    <a:pt x="882783" y="468629"/>
                  </a:lnTo>
                  <a:lnTo>
                    <a:pt x="881062" y="469899"/>
                  </a:lnTo>
                  <a:lnTo>
                    <a:pt x="877519" y="471169"/>
                  </a:lnTo>
                  <a:lnTo>
                    <a:pt x="874153" y="472439"/>
                  </a:lnTo>
                  <a:lnTo>
                    <a:pt x="870407" y="474979"/>
                  </a:lnTo>
                  <a:lnTo>
                    <a:pt x="866267" y="476249"/>
                  </a:lnTo>
                  <a:lnTo>
                    <a:pt x="854214" y="480059"/>
                  </a:lnTo>
                  <a:close/>
                </a:path>
                <a:path w="922020" h="481330">
                  <a:moveTo>
                    <a:pt x="897026" y="44449"/>
                  </a:moveTo>
                  <a:lnTo>
                    <a:pt x="894854" y="40639"/>
                  </a:lnTo>
                  <a:lnTo>
                    <a:pt x="895032" y="40639"/>
                  </a:lnTo>
                  <a:lnTo>
                    <a:pt x="892708" y="38099"/>
                  </a:lnTo>
                  <a:lnTo>
                    <a:pt x="892898" y="38099"/>
                  </a:lnTo>
                  <a:lnTo>
                    <a:pt x="890447" y="35559"/>
                  </a:lnTo>
                  <a:lnTo>
                    <a:pt x="890651" y="35559"/>
                  </a:lnTo>
                  <a:lnTo>
                    <a:pt x="888060" y="33019"/>
                  </a:lnTo>
                  <a:lnTo>
                    <a:pt x="888276" y="33019"/>
                  </a:lnTo>
                  <a:lnTo>
                    <a:pt x="885558" y="30479"/>
                  </a:lnTo>
                  <a:lnTo>
                    <a:pt x="885774" y="30479"/>
                  </a:lnTo>
                  <a:lnTo>
                    <a:pt x="882942" y="27939"/>
                  </a:lnTo>
                  <a:lnTo>
                    <a:pt x="883170" y="27939"/>
                  </a:lnTo>
                  <a:lnTo>
                    <a:pt x="880224" y="26669"/>
                  </a:lnTo>
                  <a:lnTo>
                    <a:pt x="880465" y="26669"/>
                  </a:lnTo>
                  <a:lnTo>
                    <a:pt x="877392" y="24129"/>
                  </a:lnTo>
                  <a:lnTo>
                    <a:pt x="877646" y="24129"/>
                  </a:lnTo>
                  <a:lnTo>
                    <a:pt x="874471" y="22859"/>
                  </a:lnTo>
                  <a:lnTo>
                    <a:pt x="874737" y="22859"/>
                  </a:lnTo>
                  <a:lnTo>
                    <a:pt x="871461" y="20319"/>
                  </a:lnTo>
                  <a:lnTo>
                    <a:pt x="871728" y="20319"/>
                  </a:lnTo>
                  <a:lnTo>
                    <a:pt x="868362" y="19049"/>
                  </a:lnTo>
                  <a:lnTo>
                    <a:pt x="868641" y="19049"/>
                  </a:lnTo>
                  <a:lnTo>
                    <a:pt x="865174" y="17779"/>
                  </a:lnTo>
                  <a:lnTo>
                    <a:pt x="865454" y="17779"/>
                  </a:lnTo>
                  <a:lnTo>
                    <a:pt x="861910" y="16509"/>
                  </a:lnTo>
                  <a:lnTo>
                    <a:pt x="862203" y="16509"/>
                  </a:lnTo>
                  <a:lnTo>
                    <a:pt x="858570" y="15239"/>
                  </a:lnTo>
                  <a:lnTo>
                    <a:pt x="858862" y="15239"/>
                  </a:lnTo>
                  <a:lnTo>
                    <a:pt x="855154" y="13969"/>
                  </a:lnTo>
                  <a:lnTo>
                    <a:pt x="851992" y="13969"/>
                  </a:lnTo>
                  <a:lnTo>
                    <a:pt x="848131" y="12699"/>
                  </a:lnTo>
                  <a:lnTo>
                    <a:pt x="883043" y="12699"/>
                  </a:lnTo>
                  <a:lnTo>
                    <a:pt x="884758" y="13969"/>
                  </a:lnTo>
                  <a:lnTo>
                    <a:pt x="902703" y="30479"/>
                  </a:lnTo>
                  <a:lnTo>
                    <a:pt x="905205" y="33019"/>
                  </a:lnTo>
                  <a:lnTo>
                    <a:pt x="907554" y="36829"/>
                  </a:lnTo>
                  <a:lnTo>
                    <a:pt x="909751" y="40639"/>
                  </a:lnTo>
                  <a:lnTo>
                    <a:pt x="911783" y="43179"/>
                  </a:lnTo>
                  <a:lnTo>
                    <a:pt x="896861" y="43179"/>
                  </a:lnTo>
                  <a:lnTo>
                    <a:pt x="897026" y="44449"/>
                  </a:lnTo>
                  <a:close/>
                </a:path>
                <a:path w="922020" h="481330">
                  <a:moveTo>
                    <a:pt x="24777" y="44449"/>
                  </a:moveTo>
                  <a:lnTo>
                    <a:pt x="24955" y="43179"/>
                  </a:lnTo>
                  <a:lnTo>
                    <a:pt x="25505" y="43179"/>
                  </a:lnTo>
                  <a:lnTo>
                    <a:pt x="24777" y="44449"/>
                  </a:lnTo>
                  <a:close/>
                </a:path>
                <a:path w="922020" h="481330">
                  <a:moveTo>
                    <a:pt x="902208" y="53339"/>
                  </a:moveTo>
                  <a:lnTo>
                    <a:pt x="900468" y="49529"/>
                  </a:lnTo>
                  <a:lnTo>
                    <a:pt x="900620" y="49529"/>
                  </a:lnTo>
                  <a:lnTo>
                    <a:pt x="898740" y="46989"/>
                  </a:lnTo>
                  <a:lnTo>
                    <a:pt x="898893" y="46989"/>
                  </a:lnTo>
                  <a:lnTo>
                    <a:pt x="896861" y="43179"/>
                  </a:lnTo>
                  <a:lnTo>
                    <a:pt x="911783" y="43179"/>
                  </a:lnTo>
                  <a:lnTo>
                    <a:pt x="915212" y="50799"/>
                  </a:lnTo>
                  <a:lnTo>
                    <a:pt x="915754" y="52069"/>
                  </a:lnTo>
                  <a:lnTo>
                    <a:pt x="902068" y="52069"/>
                  </a:lnTo>
                  <a:lnTo>
                    <a:pt x="902208" y="53339"/>
                  </a:lnTo>
                  <a:close/>
                </a:path>
                <a:path w="922020" h="481330">
                  <a:moveTo>
                    <a:pt x="19608" y="53339"/>
                  </a:moveTo>
                  <a:lnTo>
                    <a:pt x="19748" y="52069"/>
                  </a:lnTo>
                  <a:lnTo>
                    <a:pt x="20184" y="52069"/>
                  </a:lnTo>
                  <a:lnTo>
                    <a:pt x="19608" y="53339"/>
                  </a:lnTo>
                  <a:close/>
                </a:path>
                <a:path w="922020" h="481330">
                  <a:moveTo>
                    <a:pt x="908418" y="73659"/>
                  </a:moveTo>
                  <a:lnTo>
                    <a:pt x="907732" y="69849"/>
                  </a:lnTo>
                  <a:lnTo>
                    <a:pt x="906919" y="66039"/>
                  </a:lnTo>
                  <a:lnTo>
                    <a:pt x="905941" y="62229"/>
                  </a:lnTo>
                  <a:lnTo>
                    <a:pt x="904811" y="59689"/>
                  </a:lnTo>
                  <a:lnTo>
                    <a:pt x="903516" y="55879"/>
                  </a:lnTo>
                  <a:lnTo>
                    <a:pt x="902068" y="52069"/>
                  </a:lnTo>
                  <a:lnTo>
                    <a:pt x="915754" y="52069"/>
                  </a:lnTo>
                  <a:lnTo>
                    <a:pt x="916838" y="54609"/>
                  </a:lnTo>
                  <a:lnTo>
                    <a:pt x="918159" y="58419"/>
                  </a:lnTo>
                  <a:lnTo>
                    <a:pt x="919289" y="63499"/>
                  </a:lnTo>
                  <a:lnTo>
                    <a:pt x="920229" y="67309"/>
                  </a:lnTo>
                  <a:lnTo>
                    <a:pt x="920965" y="71119"/>
                  </a:lnTo>
                  <a:lnTo>
                    <a:pt x="921143" y="72389"/>
                  </a:lnTo>
                  <a:lnTo>
                    <a:pt x="908367" y="72389"/>
                  </a:lnTo>
                  <a:lnTo>
                    <a:pt x="908418" y="73659"/>
                  </a:lnTo>
                  <a:close/>
                </a:path>
                <a:path w="922020" h="481330">
                  <a:moveTo>
                    <a:pt x="13398" y="73659"/>
                  </a:moveTo>
                  <a:lnTo>
                    <a:pt x="13449" y="72389"/>
                  </a:lnTo>
                  <a:lnTo>
                    <a:pt x="13627" y="72389"/>
                  </a:lnTo>
                  <a:lnTo>
                    <a:pt x="13398" y="73659"/>
                  </a:lnTo>
                  <a:close/>
                </a:path>
                <a:path w="922020" h="481330">
                  <a:moveTo>
                    <a:pt x="921816" y="401319"/>
                  </a:moveTo>
                  <a:lnTo>
                    <a:pt x="909116" y="401319"/>
                  </a:lnTo>
                  <a:lnTo>
                    <a:pt x="909116" y="80009"/>
                  </a:lnTo>
                  <a:lnTo>
                    <a:pt x="908837" y="76199"/>
                  </a:lnTo>
                  <a:lnTo>
                    <a:pt x="908367" y="72389"/>
                  </a:lnTo>
                  <a:lnTo>
                    <a:pt x="921143" y="72389"/>
                  </a:lnTo>
                  <a:lnTo>
                    <a:pt x="921499" y="74929"/>
                  </a:lnTo>
                  <a:lnTo>
                    <a:pt x="921816" y="80009"/>
                  </a:lnTo>
                  <a:lnTo>
                    <a:pt x="921816" y="401319"/>
                  </a:lnTo>
                  <a:close/>
                </a:path>
                <a:path w="922020" h="481330">
                  <a:moveTo>
                    <a:pt x="12784" y="401319"/>
                  </a:moveTo>
                  <a:lnTo>
                    <a:pt x="12687" y="400049"/>
                  </a:lnTo>
                  <a:lnTo>
                    <a:pt x="12784" y="401319"/>
                  </a:lnTo>
                  <a:close/>
                </a:path>
                <a:path w="922020" h="481330">
                  <a:moveTo>
                    <a:pt x="916845" y="425449"/>
                  </a:moveTo>
                  <a:lnTo>
                    <a:pt x="903516" y="425449"/>
                  </a:lnTo>
                  <a:lnTo>
                    <a:pt x="904913" y="421639"/>
                  </a:lnTo>
                  <a:lnTo>
                    <a:pt x="906030" y="417829"/>
                  </a:lnTo>
                  <a:lnTo>
                    <a:pt x="906995" y="415289"/>
                  </a:lnTo>
                  <a:lnTo>
                    <a:pt x="907796" y="411479"/>
                  </a:lnTo>
                  <a:lnTo>
                    <a:pt x="908418" y="407669"/>
                  </a:lnTo>
                  <a:lnTo>
                    <a:pt x="908862" y="403859"/>
                  </a:lnTo>
                  <a:lnTo>
                    <a:pt x="909129" y="400049"/>
                  </a:lnTo>
                  <a:lnTo>
                    <a:pt x="909116" y="401319"/>
                  </a:lnTo>
                  <a:lnTo>
                    <a:pt x="921816" y="401319"/>
                  </a:lnTo>
                  <a:lnTo>
                    <a:pt x="918070" y="421639"/>
                  </a:lnTo>
                  <a:lnTo>
                    <a:pt x="916845" y="425449"/>
                  </a:lnTo>
                  <a:close/>
                </a:path>
                <a:path w="922020" h="481330">
                  <a:moveTo>
                    <a:pt x="18707" y="425449"/>
                  </a:moveTo>
                  <a:lnTo>
                    <a:pt x="18300" y="425449"/>
                  </a:lnTo>
                  <a:lnTo>
                    <a:pt x="18186" y="424179"/>
                  </a:lnTo>
                  <a:lnTo>
                    <a:pt x="18707" y="425449"/>
                  </a:lnTo>
                  <a:close/>
                </a:path>
                <a:path w="922020" h="481330">
                  <a:moveTo>
                    <a:pt x="914361" y="431799"/>
                  </a:moveTo>
                  <a:lnTo>
                    <a:pt x="900468" y="431799"/>
                  </a:lnTo>
                  <a:lnTo>
                    <a:pt x="902208" y="427989"/>
                  </a:lnTo>
                  <a:lnTo>
                    <a:pt x="902068" y="427989"/>
                  </a:lnTo>
                  <a:lnTo>
                    <a:pt x="903630" y="424179"/>
                  </a:lnTo>
                  <a:lnTo>
                    <a:pt x="903516" y="425449"/>
                  </a:lnTo>
                  <a:lnTo>
                    <a:pt x="916845" y="425449"/>
                  </a:lnTo>
                  <a:lnTo>
                    <a:pt x="915212" y="430529"/>
                  </a:lnTo>
                  <a:lnTo>
                    <a:pt x="914361" y="431799"/>
                  </a:lnTo>
                  <a:close/>
                </a:path>
                <a:path w="922020" h="481330">
                  <a:moveTo>
                    <a:pt x="21822" y="431799"/>
                  </a:moveTo>
                  <a:lnTo>
                    <a:pt x="21336" y="431799"/>
                  </a:lnTo>
                  <a:lnTo>
                    <a:pt x="21196" y="430529"/>
                  </a:lnTo>
                  <a:lnTo>
                    <a:pt x="21822" y="431799"/>
                  </a:lnTo>
                  <a:close/>
                </a:path>
                <a:path w="922020" h="481330">
                  <a:moveTo>
                    <a:pt x="908168" y="443229"/>
                  </a:moveTo>
                  <a:lnTo>
                    <a:pt x="892708" y="443229"/>
                  </a:lnTo>
                  <a:lnTo>
                    <a:pt x="895032" y="439419"/>
                  </a:lnTo>
                  <a:lnTo>
                    <a:pt x="894854" y="439419"/>
                  </a:lnTo>
                  <a:lnTo>
                    <a:pt x="897026" y="436879"/>
                  </a:lnTo>
                  <a:lnTo>
                    <a:pt x="896861" y="436879"/>
                  </a:lnTo>
                  <a:lnTo>
                    <a:pt x="898893" y="434339"/>
                  </a:lnTo>
                  <a:lnTo>
                    <a:pt x="898740" y="434339"/>
                  </a:lnTo>
                  <a:lnTo>
                    <a:pt x="900620" y="430529"/>
                  </a:lnTo>
                  <a:lnTo>
                    <a:pt x="900468" y="431799"/>
                  </a:lnTo>
                  <a:lnTo>
                    <a:pt x="914361" y="431799"/>
                  </a:lnTo>
                  <a:lnTo>
                    <a:pt x="913511" y="433069"/>
                  </a:lnTo>
                  <a:lnTo>
                    <a:pt x="909751" y="440689"/>
                  </a:lnTo>
                  <a:lnTo>
                    <a:pt x="908168" y="443229"/>
                  </a:lnTo>
                  <a:close/>
                </a:path>
                <a:path w="922020" h="481330">
                  <a:moveTo>
                    <a:pt x="29734" y="443229"/>
                  </a:moveTo>
                  <a:lnTo>
                    <a:pt x="29108" y="443229"/>
                  </a:lnTo>
                  <a:lnTo>
                    <a:pt x="28917" y="441959"/>
                  </a:lnTo>
                  <a:lnTo>
                    <a:pt x="29734" y="443229"/>
                  </a:lnTo>
                  <a:close/>
                </a:path>
                <a:path w="922020" h="481330">
                  <a:moveTo>
                    <a:pt x="906291" y="445769"/>
                  </a:moveTo>
                  <a:lnTo>
                    <a:pt x="890447" y="445769"/>
                  </a:lnTo>
                  <a:lnTo>
                    <a:pt x="892898" y="441959"/>
                  </a:lnTo>
                  <a:lnTo>
                    <a:pt x="892708" y="443229"/>
                  </a:lnTo>
                  <a:lnTo>
                    <a:pt x="908168" y="443229"/>
                  </a:lnTo>
                  <a:lnTo>
                    <a:pt x="907376" y="444499"/>
                  </a:lnTo>
                  <a:lnTo>
                    <a:pt x="906291" y="445769"/>
                  </a:lnTo>
                  <a:close/>
                </a:path>
                <a:path w="922020" h="481330">
                  <a:moveTo>
                    <a:pt x="32029" y="445769"/>
                  </a:moveTo>
                  <a:lnTo>
                    <a:pt x="31369" y="445769"/>
                  </a:lnTo>
                  <a:lnTo>
                    <a:pt x="31165" y="444499"/>
                  </a:lnTo>
                  <a:lnTo>
                    <a:pt x="32029" y="445769"/>
                  </a:lnTo>
                  <a:close/>
                </a:path>
                <a:path w="922020" h="481330">
                  <a:moveTo>
                    <a:pt x="904371" y="448309"/>
                  </a:moveTo>
                  <a:lnTo>
                    <a:pt x="888060" y="448309"/>
                  </a:lnTo>
                  <a:lnTo>
                    <a:pt x="890651" y="444499"/>
                  </a:lnTo>
                  <a:lnTo>
                    <a:pt x="890447" y="445769"/>
                  </a:lnTo>
                  <a:lnTo>
                    <a:pt x="906291" y="445769"/>
                  </a:lnTo>
                  <a:lnTo>
                    <a:pt x="905205" y="447039"/>
                  </a:lnTo>
                  <a:lnTo>
                    <a:pt x="904371" y="448309"/>
                  </a:lnTo>
                  <a:close/>
                </a:path>
                <a:path w="922020" h="481330">
                  <a:moveTo>
                    <a:pt x="34899" y="448309"/>
                  </a:moveTo>
                  <a:lnTo>
                    <a:pt x="33756" y="448309"/>
                  </a:lnTo>
                  <a:lnTo>
                    <a:pt x="33540" y="447039"/>
                  </a:lnTo>
                  <a:lnTo>
                    <a:pt x="34899" y="448309"/>
                  </a:lnTo>
                  <a:close/>
                </a:path>
                <a:path w="922020" h="481330">
                  <a:moveTo>
                    <a:pt x="891260" y="462279"/>
                  </a:moveTo>
                  <a:lnTo>
                    <a:pt x="868362" y="462279"/>
                  </a:lnTo>
                  <a:lnTo>
                    <a:pt x="871728" y="459739"/>
                  </a:lnTo>
                  <a:lnTo>
                    <a:pt x="871461" y="459739"/>
                  </a:lnTo>
                  <a:lnTo>
                    <a:pt x="874737" y="458469"/>
                  </a:lnTo>
                  <a:lnTo>
                    <a:pt x="874471" y="458469"/>
                  </a:lnTo>
                  <a:lnTo>
                    <a:pt x="877646" y="455929"/>
                  </a:lnTo>
                  <a:lnTo>
                    <a:pt x="877392" y="455929"/>
                  </a:lnTo>
                  <a:lnTo>
                    <a:pt x="880465" y="454659"/>
                  </a:lnTo>
                  <a:lnTo>
                    <a:pt x="880224" y="454659"/>
                  </a:lnTo>
                  <a:lnTo>
                    <a:pt x="883170" y="452119"/>
                  </a:lnTo>
                  <a:lnTo>
                    <a:pt x="882942" y="452119"/>
                  </a:lnTo>
                  <a:lnTo>
                    <a:pt x="885774" y="449579"/>
                  </a:lnTo>
                  <a:lnTo>
                    <a:pt x="885558" y="449579"/>
                  </a:lnTo>
                  <a:lnTo>
                    <a:pt x="888276" y="447039"/>
                  </a:lnTo>
                  <a:lnTo>
                    <a:pt x="888060" y="448309"/>
                  </a:lnTo>
                  <a:lnTo>
                    <a:pt x="904371" y="448309"/>
                  </a:lnTo>
                  <a:lnTo>
                    <a:pt x="902703" y="450849"/>
                  </a:lnTo>
                  <a:lnTo>
                    <a:pt x="899845" y="453389"/>
                  </a:lnTo>
                  <a:lnTo>
                    <a:pt x="897039" y="457199"/>
                  </a:lnTo>
                  <a:lnTo>
                    <a:pt x="894092" y="459739"/>
                  </a:lnTo>
                  <a:lnTo>
                    <a:pt x="891260" y="462279"/>
                  </a:lnTo>
                  <a:close/>
                </a:path>
                <a:path w="922020" h="481330">
                  <a:moveTo>
                    <a:pt x="54908" y="462279"/>
                  </a:moveTo>
                  <a:lnTo>
                    <a:pt x="53454" y="462279"/>
                  </a:lnTo>
                  <a:lnTo>
                    <a:pt x="53174" y="461009"/>
                  </a:lnTo>
                  <a:lnTo>
                    <a:pt x="54908" y="462279"/>
                  </a:lnTo>
                  <a:close/>
                </a:path>
                <a:path w="922020" h="481330">
                  <a:moveTo>
                    <a:pt x="882783" y="468629"/>
                  </a:moveTo>
                  <a:lnTo>
                    <a:pt x="844537" y="468629"/>
                  </a:lnTo>
                  <a:lnTo>
                    <a:pt x="848448" y="467359"/>
                  </a:lnTo>
                  <a:lnTo>
                    <a:pt x="851674" y="467359"/>
                  </a:lnTo>
                  <a:lnTo>
                    <a:pt x="855459" y="466089"/>
                  </a:lnTo>
                  <a:lnTo>
                    <a:pt x="858570" y="466089"/>
                  </a:lnTo>
                  <a:lnTo>
                    <a:pt x="862203" y="464819"/>
                  </a:lnTo>
                  <a:lnTo>
                    <a:pt x="861910" y="464819"/>
                  </a:lnTo>
                  <a:lnTo>
                    <a:pt x="865454" y="463549"/>
                  </a:lnTo>
                  <a:lnTo>
                    <a:pt x="865174" y="463549"/>
                  </a:lnTo>
                  <a:lnTo>
                    <a:pt x="868641" y="461009"/>
                  </a:lnTo>
                  <a:lnTo>
                    <a:pt x="868362" y="462279"/>
                  </a:lnTo>
                  <a:lnTo>
                    <a:pt x="891260" y="462279"/>
                  </a:lnTo>
                  <a:lnTo>
                    <a:pt x="888072" y="464819"/>
                  </a:lnTo>
                  <a:lnTo>
                    <a:pt x="884504" y="467359"/>
                  </a:lnTo>
                  <a:lnTo>
                    <a:pt x="882783" y="468629"/>
                  </a:lnTo>
                  <a:close/>
                </a:path>
                <a:path w="922020" h="481330">
                  <a:moveTo>
                    <a:pt x="845820" y="481329"/>
                  </a:moveTo>
                  <a:lnTo>
                    <a:pt x="75679" y="481329"/>
                  </a:lnTo>
                  <a:lnTo>
                    <a:pt x="71450" y="480059"/>
                  </a:lnTo>
                  <a:lnTo>
                    <a:pt x="850049" y="480059"/>
                  </a:lnTo>
                  <a:lnTo>
                    <a:pt x="845820" y="48132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084745" y="113289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说明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652" y="983614"/>
            <a:ext cx="8154034" cy="414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30480" indent="-266700">
              <a:lnSpc>
                <a:spcPct val="125000"/>
              </a:lnSpc>
              <a:spcBef>
                <a:spcPts val="100"/>
              </a:spcBef>
              <a:buClr>
                <a:srgbClr val="003366"/>
              </a:buClr>
              <a:buSzPct val="96000"/>
              <a:buFont typeface="Wingdings" panose="05000000000000000000"/>
              <a:buChar char=""/>
              <a:tabLst>
                <a:tab pos="304800" algn="l"/>
                <a:tab pos="78295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	当外设数据准备好以后，发出一个负脉冲选通信号</a:t>
            </a:r>
            <a:r>
              <a:rPr sz="2400" spc="-17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STB*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，使数据存入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口锁存器。</a:t>
            </a:r>
            <a:endParaRPr sz="2400">
              <a:latin typeface="Noto Serif CJK JP"/>
              <a:cs typeface="Noto Serif CJK JP"/>
            </a:endParaRPr>
          </a:p>
          <a:p>
            <a:pPr marL="782955" indent="-744855">
              <a:lnSpc>
                <a:spcPct val="100000"/>
              </a:lnSpc>
              <a:spcBef>
                <a:spcPts val="1920"/>
              </a:spcBef>
              <a:buClr>
                <a:srgbClr val="003366"/>
              </a:buClr>
              <a:buSzPct val="96000"/>
              <a:buFont typeface="Wingdings" panose="05000000000000000000"/>
              <a:buChar char=""/>
              <a:tabLst>
                <a:tab pos="782955" algn="l"/>
              </a:tabLst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口接收到数据以后，发出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IBF</a:t>
            </a:r>
            <a:r>
              <a:rPr sz="232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，由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RD*</a:t>
            </a:r>
            <a:r>
              <a:rPr sz="2400" spc="-200" dirty="0">
                <a:solidFill>
                  <a:srgbClr val="0000CC"/>
                </a:solidFill>
                <a:latin typeface="Noto Serif CJK JP"/>
                <a:cs typeface="Noto Serif CJK JP"/>
              </a:rPr>
              <a:t>信号的上升沿使</a:t>
            </a:r>
            <a:endParaRPr sz="2400">
              <a:latin typeface="Noto Serif CJK JP"/>
              <a:cs typeface="Noto Serif CJK JP"/>
            </a:endParaRPr>
          </a:p>
          <a:p>
            <a:pPr marL="304800">
              <a:lnSpc>
                <a:spcPct val="100000"/>
              </a:lnSpc>
              <a:spcBef>
                <a:spcPts val="720"/>
              </a:spcBef>
            </a:pP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IBF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恢复低电平。</a:t>
            </a:r>
            <a:endParaRPr sz="2400">
              <a:latin typeface="Noto Serif CJK JP"/>
              <a:cs typeface="Noto Serif CJK JP"/>
            </a:endParaRPr>
          </a:p>
          <a:p>
            <a:pPr marL="304800" marR="302260" indent="-266700" algn="just">
              <a:lnSpc>
                <a:spcPct val="125000"/>
              </a:lnSpc>
              <a:spcBef>
                <a:spcPts val="1200"/>
              </a:spcBef>
              <a:buClr>
                <a:srgbClr val="003366"/>
              </a:buClr>
              <a:buSzPct val="96000"/>
              <a:buFont typeface="Wingdings" panose="05000000000000000000"/>
              <a:buChar char=""/>
              <a:tabLst>
                <a:tab pos="304800" algn="l"/>
                <a:tab pos="782955" algn="l"/>
              </a:tabLst>
            </a:pPr>
            <a:r>
              <a:rPr sz="2400" spc="13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STB*</a:t>
            </a:r>
            <a:r>
              <a:rPr sz="2400" spc="145" dirty="0">
                <a:solidFill>
                  <a:srgbClr val="0000CC"/>
                </a:solidFill>
                <a:latin typeface="Noto Serif CJK JP"/>
                <a:cs typeface="Noto Serif CJK JP"/>
              </a:rPr>
              <a:t>和</a:t>
            </a:r>
            <a:r>
              <a:rPr sz="2400" spc="14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IBF</a:t>
            </a:r>
            <a:r>
              <a:rPr sz="2325" spc="209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145" dirty="0">
                <a:solidFill>
                  <a:srgbClr val="0000CC"/>
                </a:solidFill>
                <a:latin typeface="Noto Serif CJK JP"/>
                <a:cs typeface="Noto Serif CJK JP"/>
              </a:rPr>
              <a:t>都变为高电平以后，如果</a:t>
            </a:r>
            <a:r>
              <a:rPr sz="2400" spc="13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2325" spc="202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315" dirty="0">
                <a:solidFill>
                  <a:srgbClr val="0000CC"/>
                </a:solidFill>
                <a:latin typeface="Noto Serif CJK JP"/>
                <a:cs typeface="Noto Serif CJK JP"/>
              </a:rPr>
              <a:t>允许，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则 </a:t>
            </a:r>
            <a:r>
              <a:rPr sz="2400" spc="6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80" dirty="0">
                <a:solidFill>
                  <a:srgbClr val="0000CC"/>
                </a:solidFill>
                <a:latin typeface="Noto Serif CJK JP"/>
                <a:cs typeface="Noto Serif CJK JP"/>
              </a:rPr>
              <a:t>发出中断请求信号，以便使</a:t>
            </a:r>
            <a:r>
              <a:rPr sz="2400" spc="6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70" dirty="0">
                <a:solidFill>
                  <a:srgbClr val="0000CC"/>
                </a:solidFill>
                <a:latin typeface="Noto Serif CJK JP"/>
                <a:cs typeface="Noto Serif CJK JP"/>
              </a:rPr>
              <a:t>接收数据。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RD*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信号的下降沿使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恢复低电平。</a:t>
            </a:r>
            <a:endParaRPr sz="2400">
              <a:latin typeface="Noto Serif CJK JP"/>
              <a:cs typeface="Noto Serif CJK JP"/>
            </a:endParaRPr>
          </a:p>
          <a:p>
            <a:pPr marL="782955" indent="-744855">
              <a:lnSpc>
                <a:spcPct val="100000"/>
              </a:lnSpc>
              <a:spcBef>
                <a:spcPts val="1920"/>
              </a:spcBef>
              <a:buClr>
                <a:srgbClr val="003366"/>
              </a:buClr>
              <a:buSzPct val="96000"/>
              <a:buFont typeface="Wingdings" panose="05000000000000000000"/>
              <a:buChar char=""/>
              <a:tabLst>
                <a:tab pos="78295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可以通过对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PC4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的置位和复位来设置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7141" y="153085"/>
            <a:ext cx="46462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latin typeface="Arial" panose="020B0604020202020204"/>
                <a:cs typeface="Arial" panose="020B0604020202020204"/>
              </a:rPr>
              <a:t>(4)8255</a:t>
            </a:r>
            <a:r>
              <a:rPr spc="-30" dirty="0"/>
              <a:t>方式</a:t>
            </a:r>
            <a:r>
              <a:rPr spc="-25" dirty="0">
                <a:latin typeface="Arial" panose="020B0604020202020204"/>
                <a:cs typeface="Arial" panose="020B0604020202020204"/>
              </a:rPr>
              <a:t>1</a:t>
            </a:r>
            <a:r>
              <a:rPr spc="-35" dirty="0"/>
              <a:t>的输入时序说明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9330" y="5454777"/>
            <a:ext cx="542925" cy="6000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0565" y="396151"/>
            <a:ext cx="301624" cy="3143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2610" y="298361"/>
            <a:ext cx="33826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14345" algn="l"/>
              </a:tabLst>
            </a:pPr>
            <a:r>
              <a:rPr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(5)B</a:t>
            </a:r>
            <a:r>
              <a:rPr spc="-30" dirty="0">
                <a:solidFill>
                  <a:srgbClr val="0000CC"/>
                </a:solidFill>
              </a:rPr>
              <a:t>口方式</a:t>
            </a:r>
            <a:r>
              <a:rPr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pc="-30" dirty="0">
                <a:solidFill>
                  <a:srgbClr val="0000CC"/>
                </a:solidFill>
              </a:rPr>
              <a:t>输</a:t>
            </a:r>
            <a:r>
              <a:rPr spc="-50" dirty="0">
                <a:solidFill>
                  <a:srgbClr val="0000CC"/>
                </a:solidFill>
              </a:rPr>
              <a:t>出</a:t>
            </a:r>
            <a:r>
              <a:rPr dirty="0">
                <a:solidFill>
                  <a:srgbClr val="0000CC"/>
                </a:solidFill>
              </a:rPr>
              <a:t>	</a:t>
            </a:r>
            <a:r>
              <a:rPr spc="-50" dirty="0">
                <a:solidFill>
                  <a:srgbClr val="0000CC"/>
                </a:solidFill>
              </a:rPr>
              <a:t>解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87920" y="396151"/>
            <a:ext cx="301624" cy="3143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133670" y="298361"/>
            <a:ext cx="294894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80640" algn="l"/>
              </a:tabLst>
            </a:pPr>
            <a:r>
              <a:rPr sz="28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800" spc="-30" dirty="0">
                <a:solidFill>
                  <a:srgbClr val="0000CC"/>
                </a:solidFill>
                <a:latin typeface="Noto Serif CJK JP"/>
                <a:cs typeface="Noto Serif CJK JP"/>
              </a:rPr>
              <a:t>口方式</a:t>
            </a:r>
            <a:r>
              <a:rPr sz="28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800" spc="-30" dirty="0">
                <a:solidFill>
                  <a:srgbClr val="0000CC"/>
                </a:solidFill>
                <a:latin typeface="Noto Serif CJK JP"/>
                <a:cs typeface="Noto Serif CJK JP"/>
              </a:rPr>
              <a:t>输</a:t>
            </a:r>
            <a:r>
              <a:rPr sz="28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入</a:t>
            </a:r>
            <a:r>
              <a:rPr sz="2800" dirty="0">
                <a:solidFill>
                  <a:srgbClr val="0000CC"/>
                </a:solidFill>
                <a:latin typeface="Noto Serif CJK JP"/>
                <a:cs typeface="Noto Serif CJK JP"/>
              </a:rPr>
              <a:t>	</a:t>
            </a:r>
            <a:r>
              <a:rPr sz="28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解</a:t>
            </a:r>
            <a:endParaRPr sz="2800">
              <a:latin typeface="Noto Serif CJK JP"/>
              <a:cs typeface="Noto Serif CJK JP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4295" y="1140980"/>
            <a:ext cx="192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FF0000"/>
                </a:solidFill>
                <a:latin typeface="Noto Serif CJK JP"/>
                <a:cs typeface="Noto Serif CJK JP"/>
              </a:rPr>
              <a:t>口方式</a:t>
            </a:r>
            <a:r>
              <a:rPr sz="2400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5" dirty="0">
                <a:solidFill>
                  <a:srgbClr val="FF0000"/>
                </a:solidFill>
                <a:latin typeface="Noto Serif CJK JP"/>
                <a:cs typeface="Noto Serif CJK JP"/>
              </a:rPr>
              <a:t>输出</a:t>
            </a:r>
            <a:endParaRPr sz="2400">
              <a:latin typeface="Noto Serif CJK JP"/>
              <a:cs typeface="Noto Serif CJK JP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83327" y="1662112"/>
            <a:ext cx="2029460" cy="3305175"/>
            <a:chOff x="5283327" y="1662112"/>
            <a:chExt cx="2029460" cy="3305175"/>
          </a:xfrm>
        </p:grpSpPr>
        <p:sp>
          <p:nvSpPr>
            <p:cNvPr id="8" name="object 8"/>
            <p:cNvSpPr/>
            <p:nvPr/>
          </p:nvSpPr>
          <p:spPr>
            <a:xfrm>
              <a:off x="5283327" y="1662112"/>
              <a:ext cx="2025014" cy="3305175"/>
            </a:xfrm>
            <a:custGeom>
              <a:avLst/>
              <a:gdLst/>
              <a:ahLst/>
              <a:cxnLst/>
              <a:rect l="l" t="t" r="r" b="b"/>
              <a:pathLst>
                <a:path w="2025015" h="3305175">
                  <a:moveTo>
                    <a:pt x="2024456" y="3305175"/>
                  </a:moveTo>
                  <a:lnTo>
                    <a:pt x="0" y="3305175"/>
                  </a:lnTo>
                  <a:lnTo>
                    <a:pt x="0" y="0"/>
                  </a:lnTo>
                  <a:lnTo>
                    <a:pt x="2024456" y="0"/>
                  </a:lnTo>
                  <a:lnTo>
                    <a:pt x="2024456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3276600"/>
                  </a:lnTo>
                  <a:lnTo>
                    <a:pt x="14287" y="3276600"/>
                  </a:lnTo>
                  <a:lnTo>
                    <a:pt x="28575" y="3290887"/>
                  </a:lnTo>
                  <a:lnTo>
                    <a:pt x="2024456" y="3290887"/>
                  </a:lnTo>
                  <a:lnTo>
                    <a:pt x="2024456" y="3305175"/>
                  </a:lnTo>
                  <a:close/>
                </a:path>
                <a:path w="2025015" h="330517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2025015" h="3305175">
                  <a:moveTo>
                    <a:pt x="1995881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1995881" y="14287"/>
                  </a:lnTo>
                  <a:lnTo>
                    <a:pt x="1995881" y="28575"/>
                  </a:lnTo>
                  <a:close/>
                </a:path>
                <a:path w="2025015" h="3305175">
                  <a:moveTo>
                    <a:pt x="1995881" y="3290887"/>
                  </a:moveTo>
                  <a:lnTo>
                    <a:pt x="1995881" y="14287"/>
                  </a:lnTo>
                  <a:lnTo>
                    <a:pt x="2010168" y="28575"/>
                  </a:lnTo>
                  <a:lnTo>
                    <a:pt x="2024456" y="28575"/>
                  </a:lnTo>
                  <a:lnTo>
                    <a:pt x="2024456" y="3276600"/>
                  </a:lnTo>
                  <a:lnTo>
                    <a:pt x="2010168" y="3276600"/>
                  </a:lnTo>
                  <a:lnTo>
                    <a:pt x="1995881" y="3290887"/>
                  </a:lnTo>
                  <a:close/>
                </a:path>
                <a:path w="2025015" h="3305175">
                  <a:moveTo>
                    <a:pt x="2024456" y="28575"/>
                  </a:moveTo>
                  <a:lnTo>
                    <a:pt x="2010168" y="28575"/>
                  </a:lnTo>
                  <a:lnTo>
                    <a:pt x="1995881" y="14287"/>
                  </a:lnTo>
                  <a:lnTo>
                    <a:pt x="2024456" y="14287"/>
                  </a:lnTo>
                  <a:lnTo>
                    <a:pt x="2024456" y="28575"/>
                  </a:lnTo>
                  <a:close/>
                </a:path>
                <a:path w="2025015" h="3305175">
                  <a:moveTo>
                    <a:pt x="28575" y="3290887"/>
                  </a:moveTo>
                  <a:lnTo>
                    <a:pt x="14287" y="3276600"/>
                  </a:lnTo>
                  <a:lnTo>
                    <a:pt x="28575" y="3276600"/>
                  </a:lnTo>
                  <a:lnTo>
                    <a:pt x="28575" y="3290887"/>
                  </a:lnTo>
                  <a:close/>
                </a:path>
                <a:path w="2025015" h="3305175">
                  <a:moveTo>
                    <a:pt x="1995881" y="3290887"/>
                  </a:moveTo>
                  <a:lnTo>
                    <a:pt x="28575" y="3290887"/>
                  </a:lnTo>
                  <a:lnTo>
                    <a:pt x="28575" y="3276600"/>
                  </a:lnTo>
                  <a:lnTo>
                    <a:pt x="1995881" y="3276600"/>
                  </a:lnTo>
                  <a:lnTo>
                    <a:pt x="1995881" y="3290887"/>
                  </a:lnTo>
                  <a:close/>
                </a:path>
                <a:path w="2025015" h="3305175">
                  <a:moveTo>
                    <a:pt x="2024456" y="3290887"/>
                  </a:moveTo>
                  <a:lnTo>
                    <a:pt x="1995881" y="3290887"/>
                  </a:lnTo>
                  <a:lnTo>
                    <a:pt x="2010168" y="3276600"/>
                  </a:lnTo>
                  <a:lnTo>
                    <a:pt x="2024456" y="3276600"/>
                  </a:lnTo>
                  <a:lnTo>
                    <a:pt x="2024456" y="329088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00444" y="2545080"/>
              <a:ext cx="698500" cy="425450"/>
            </a:xfrm>
            <a:custGeom>
              <a:avLst/>
              <a:gdLst/>
              <a:ahLst/>
              <a:cxnLst/>
              <a:rect l="l" t="t" r="r" b="b"/>
              <a:pathLst>
                <a:path w="698500" h="425450">
                  <a:moveTo>
                    <a:pt x="697992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7992" y="0"/>
                  </a:lnTo>
                  <a:lnTo>
                    <a:pt x="697992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85699" y="2530475"/>
              <a:ext cx="727075" cy="454025"/>
            </a:xfrm>
            <a:custGeom>
              <a:avLst/>
              <a:gdLst/>
              <a:ahLst/>
              <a:cxnLst/>
              <a:rect l="l" t="t" r="r" b="b"/>
              <a:pathLst>
                <a:path w="727075" h="454025">
                  <a:moveTo>
                    <a:pt x="726541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6541" y="0"/>
                  </a:lnTo>
                  <a:lnTo>
                    <a:pt x="726541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6541" y="439737"/>
                  </a:lnTo>
                  <a:lnTo>
                    <a:pt x="726541" y="454025"/>
                  </a:lnTo>
                  <a:close/>
                </a:path>
                <a:path w="72707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7075" h="454025">
                  <a:moveTo>
                    <a:pt x="697966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7966" y="14287"/>
                  </a:lnTo>
                  <a:lnTo>
                    <a:pt x="697966" y="28575"/>
                  </a:lnTo>
                  <a:close/>
                </a:path>
                <a:path w="727075" h="454025">
                  <a:moveTo>
                    <a:pt x="697966" y="439737"/>
                  </a:moveTo>
                  <a:lnTo>
                    <a:pt x="697966" y="14287"/>
                  </a:lnTo>
                  <a:lnTo>
                    <a:pt x="712254" y="28575"/>
                  </a:lnTo>
                  <a:lnTo>
                    <a:pt x="726541" y="28575"/>
                  </a:lnTo>
                  <a:lnTo>
                    <a:pt x="726541" y="425450"/>
                  </a:lnTo>
                  <a:lnTo>
                    <a:pt x="712254" y="425450"/>
                  </a:lnTo>
                  <a:lnTo>
                    <a:pt x="697966" y="439737"/>
                  </a:lnTo>
                  <a:close/>
                </a:path>
                <a:path w="727075" h="454025">
                  <a:moveTo>
                    <a:pt x="726541" y="28575"/>
                  </a:moveTo>
                  <a:lnTo>
                    <a:pt x="712254" y="28575"/>
                  </a:lnTo>
                  <a:lnTo>
                    <a:pt x="697966" y="14287"/>
                  </a:lnTo>
                  <a:lnTo>
                    <a:pt x="726541" y="14287"/>
                  </a:lnTo>
                  <a:lnTo>
                    <a:pt x="726541" y="28575"/>
                  </a:lnTo>
                  <a:close/>
                </a:path>
                <a:path w="72707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7075" h="454025">
                  <a:moveTo>
                    <a:pt x="697966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7966" y="425450"/>
                  </a:lnTo>
                  <a:lnTo>
                    <a:pt x="697966" y="439737"/>
                  </a:lnTo>
                  <a:close/>
                </a:path>
                <a:path w="727075" h="454025">
                  <a:moveTo>
                    <a:pt x="726541" y="439737"/>
                  </a:moveTo>
                  <a:lnTo>
                    <a:pt x="697966" y="439737"/>
                  </a:lnTo>
                  <a:lnTo>
                    <a:pt x="712254" y="425450"/>
                  </a:lnTo>
                  <a:lnTo>
                    <a:pt x="726541" y="425450"/>
                  </a:lnTo>
                  <a:lnTo>
                    <a:pt x="726541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00444" y="3154680"/>
              <a:ext cx="698500" cy="425450"/>
            </a:xfrm>
            <a:custGeom>
              <a:avLst/>
              <a:gdLst/>
              <a:ahLst/>
              <a:cxnLst/>
              <a:rect l="l" t="t" r="r" b="b"/>
              <a:pathLst>
                <a:path w="698500" h="425450">
                  <a:moveTo>
                    <a:pt x="697992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7992" y="0"/>
                  </a:lnTo>
                  <a:lnTo>
                    <a:pt x="697992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85699" y="3140075"/>
              <a:ext cx="727075" cy="454025"/>
            </a:xfrm>
            <a:custGeom>
              <a:avLst/>
              <a:gdLst/>
              <a:ahLst/>
              <a:cxnLst/>
              <a:rect l="l" t="t" r="r" b="b"/>
              <a:pathLst>
                <a:path w="727075" h="454025">
                  <a:moveTo>
                    <a:pt x="726541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6541" y="0"/>
                  </a:lnTo>
                  <a:lnTo>
                    <a:pt x="726541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6541" y="439737"/>
                  </a:lnTo>
                  <a:lnTo>
                    <a:pt x="726541" y="454025"/>
                  </a:lnTo>
                  <a:close/>
                </a:path>
                <a:path w="72707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7075" h="454025">
                  <a:moveTo>
                    <a:pt x="697966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7966" y="14287"/>
                  </a:lnTo>
                  <a:lnTo>
                    <a:pt x="697966" y="28575"/>
                  </a:lnTo>
                  <a:close/>
                </a:path>
                <a:path w="727075" h="454025">
                  <a:moveTo>
                    <a:pt x="697966" y="439737"/>
                  </a:moveTo>
                  <a:lnTo>
                    <a:pt x="697966" y="14287"/>
                  </a:lnTo>
                  <a:lnTo>
                    <a:pt x="712254" y="28575"/>
                  </a:lnTo>
                  <a:lnTo>
                    <a:pt x="726541" y="28575"/>
                  </a:lnTo>
                  <a:lnTo>
                    <a:pt x="726541" y="425450"/>
                  </a:lnTo>
                  <a:lnTo>
                    <a:pt x="712254" y="425450"/>
                  </a:lnTo>
                  <a:lnTo>
                    <a:pt x="697966" y="439737"/>
                  </a:lnTo>
                  <a:close/>
                </a:path>
                <a:path w="727075" h="454025">
                  <a:moveTo>
                    <a:pt x="726541" y="28575"/>
                  </a:moveTo>
                  <a:lnTo>
                    <a:pt x="712254" y="28575"/>
                  </a:lnTo>
                  <a:lnTo>
                    <a:pt x="697966" y="14287"/>
                  </a:lnTo>
                  <a:lnTo>
                    <a:pt x="726541" y="14287"/>
                  </a:lnTo>
                  <a:lnTo>
                    <a:pt x="726541" y="28575"/>
                  </a:lnTo>
                  <a:close/>
                </a:path>
                <a:path w="72707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7075" h="454025">
                  <a:moveTo>
                    <a:pt x="697966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7966" y="425450"/>
                  </a:lnTo>
                  <a:lnTo>
                    <a:pt x="697966" y="439737"/>
                  </a:lnTo>
                  <a:close/>
                </a:path>
                <a:path w="727075" h="454025">
                  <a:moveTo>
                    <a:pt x="726541" y="439737"/>
                  </a:moveTo>
                  <a:lnTo>
                    <a:pt x="697966" y="439737"/>
                  </a:lnTo>
                  <a:lnTo>
                    <a:pt x="712254" y="425450"/>
                  </a:lnTo>
                  <a:lnTo>
                    <a:pt x="726541" y="425450"/>
                  </a:lnTo>
                  <a:lnTo>
                    <a:pt x="726541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657771" y="2493327"/>
            <a:ext cx="58166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  <a:spcBef>
                <a:spcPts val="192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81241" y="4283075"/>
            <a:ext cx="727075" cy="454025"/>
            <a:chOff x="6581241" y="4283075"/>
            <a:chExt cx="727075" cy="454025"/>
          </a:xfrm>
        </p:grpSpPr>
        <p:sp>
          <p:nvSpPr>
            <p:cNvPr id="15" name="object 15"/>
            <p:cNvSpPr/>
            <p:nvPr/>
          </p:nvSpPr>
          <p:spPr>
            <a:xfrm>
              <a:off x="6595872" y="4297679"/>
              <a:ext cx="698500" cy="425450"/>
            </a:xfrm>
            <a:custGeom>
              <a:avLst/>
              <a:gdLst/>
              <a:ahLst/>
              <a:cxnLst/>
              <a:rect l="l" t="t" r="r" b="b"/>
              <a:pathLst>
                <a:path w="698500" h="425450">
                  <a:moveTo>
                    <a:pt x="697992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7992" y="0"/>
                  </a:lnTo>
                  <a:lnTo>
                    <a:pt x="697992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81241" y="4283075"/>
              <a:ext cx="727075" cy="454025"/>
            </a:xfrm>
            <a:custGeom>
              <a:avLst/>
              <a:gdLst/>
              <a:ahLst/>
              <a:cxnLst/>
              <a:rect l="l" t="t" r="r" b="b"/>
              <a:pathLst>
                <a:path w="727075" h="454025">
                  <a:moveTo>
                    <a:pt x="726541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6541" y="0"/>
                  </a:lnTo>
                  <a:lnTo>
                    <a:pt x="726541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6541" y="439737"/>
                  </a:lnTo>
                  <a:lnTo>
                    <a:pt x="726541" y="454025"/>
                  </a:lnTo>
                  <a:close/>
                </a:path>
                <a:path w="72707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7075" h="454025">
                  <a:moveTo>
                    <a:pt x="697966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7966" y="14287"/>
                  </a:lnTo>
                  <a:lnTo>
                    <a:pt x="697966" y="28575"/>
                  </a:lnTo>
                  <a:close/>
                </a:path>
                <a:path w="727075" h="454025">
                  <a:moveTo>
                    <a:pt x="697966" y="439737"/>
                  </a:moveTo>
                  <a:lnTo>
                    <a:pt x="697966" y="14287"/>
                  </a:lnTo>
                  <a:lnTo>
                    <a:pt x="712254" y="28575"/>
                  </a:lnTo>
                  <a:lnTo>
                    <a:pt x="726541" y="28575"/>
                  </a:lnTo>
                  <a:lnTo>
                    <a:pt x="726541" y="425450"/>
                  </a:lnTo>
                  <a:lnTo>
                    <a:pt x="712254" y="425450"/>
                  </a:lnTo>
                  <a:lnTo>
                    <a:pt x="697966" y="439737"/>
                  </a:lnTo>
                  <a:close/>
                </a:path>
                <a:path w="727075" h="454025">
                  <a:moveTo>
                    <a:pt x="726541" y="28575"/>
                  </a:moveTo>
                  <a:lnTo>
                    <a:pt x="712254" y="28575"/>
                  </a:lnTo>
                  <a:lnTo>
                    <a:pt x="697966" y="14287"/>
                  </a:lnTo>
                  <a:lnTo>
                    <a:pt x="726541" y="14287"/>
                  </a:lnTo>
                  <a:lnTo>
                    <a:pt x="726541" y="28575"/>
                  </a:lnTo>
                  <a:close/>
                </a:path>
                <a:path w="72707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7075" h="454025">
                  <a:moveTo>
                    <a:pt x="697966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7966" y="425450"/>
                  </a:lnTo>
                  <a:lnTo>
                    <a:pt x="697966" y="439737"/>
                  </a:lnTo>
                  <a:close/>
                </a:path>
                <a:path w="727075" h="454025">
                  <a:moveTo>
                    <a:pt x="726541" y="439737"/>
                  </a:moveTo>
                  <a:lnTo>
                    <a:pt x="697966" y="439737"/>
                  </a:lnTo>
                  <a:lnTo>
                    <a:pt x="712254" y="425450"/>
                  </a:lnTo>
                  <a:lnTo>
                    <a:pt x="726541" y="425450"/>
                  </a:lnTo>
                  <a:lnTo>
                    <a:pt x="726541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653314" y="4245927"/>
            <a:ext cx="581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75936" y="1784223"/>
            <a:ext cx="716915" cy="592455"/>
          </a:xfrm>
          <a:custGeom>
            <a:avLst/>
            <a:gdLst/>
            <a:ahLst/>
            <a:cxnLst/>
            <a:rect l="l" t="t" r="r" b="b"/>
            <a:pathLst>
              <a:path w="716915" h="592455">
                <a:moveTo>
                  <a:pt x="211577" y="592404"/>
                </a:moveTo>
                <a:lnTo>
                  <a:pt x="0" y="296195"/>
                </a:lnTo>
                <a:lnTo>
                  <a:pt x="211577" y="0"/>
                </a:lnTo>
                <a:lnTo>
                  <a:pt x="211577" y="44576"/>
                </a:lnTo>
                <a:lnTo>
                  <a:pt x="183002" y="44576"/>
                </a:lnTo>
                <a:lnTo>
                  <a:pt x="183002" y="89152"/>
                </a:lnTo>
                <a:lnTo>
                  <a:pt x="41036" y="287896"/>
                </a:lnTo>
                <a:lnTo>
                  <a:pt x="29180" y="287896"/>
                </a:lnTo>
                <a:lnTo>
                  <a:pt x="29180" y="304495"/>
                </a:lnTo>
                <a:lnTo>
                  <a:pt x="41036" y="304495"/>
                </a:lnTo>
                <a:lnTo>
                  <a:pt x="183002" y="503238"/>
                </a:lnTo>
                <a:lnTo>
                  <a:pt x="183002" y="547814"/>
                </a:lnTo>
                <a:lnTo>
                  <a:pt x="211577" y="547814"/>
                </a:lnTo>
                <a:lnTo>
                  <a:pt x="211577" y="592404"/>
                </a:lnTo>
                <a:close/>
              </a:path>
              <a:path w="716915" h="592455">
                <a:moveTo>
                  <a:pt x="183002" y="89152"/>
                </a:moveTo>
                <a:lnTo>
                  <a:pt x="183002" y="44576"/>
                </a:lnTo>
                <a:lnTo>
                  <a:pt x="208910" y="52882"/>
                </a:lnTo>
                <a:lnTo>
                  <a:pt x="183002" y="89152"/>
                </a:lnTo>
                <a:close/>
              </a:path>
              <a:path w="716915" h="592455">
                <a:moveTo>
                  <a:pt x="687865" y="184670"/>
                </a:moveTo>
                <a:lnTo>
                  <a:pt x="183002" y="184670"/>
                </a:lnTo>
                <a:lnTo>
                  <a:pt x="183002" y="89152"/>
                </a:lnTo>
                <a:lnTo>
                  <a:pt x="208910" y="52882"/>
                </a:lnTo>
                <a:lnTo>
                  <a:pt x="183002" y="44576"/>
                </a:lnTo>
                <a:lnTo>
                  <a:pt x="211577" y="44576"/>
                </a:lnTo>
                <a:lnTo>
                  <a:pt x="211577" y="156095"/>
                </a:lnTo>
                <a:lnTo>
                  <a:pt x="197289" y="156095"/>
                </a:lnTo>
                <a:lnTo>
                  <a:pt x="211577" y="170383"/>
                </a:lnTo>
                <a:lnTo>
                  <a:pt x="687865" y="170383"/>
                </a:lnTo>
                <a:lnTo>
                  <a:pt x="687865" y="184670"/>
                </a:lnTo>
                <a:close/>
              </a:path>
              <a:path w="716915" h="592455">
                <a:moveTo>
                  <a:pt x="211577" y="170383"/>
                </a:moveTo>
                <a:lnTo>
                  <a:pt x="197289" y="156095"/>
                </a:lnTo>
                <a:lnTo>
                  <a:pt x="211577" y="156095"/>
                </a:lnTo>
                <a:lnTo>
                  <a:pt x="211577" y="170383"/>
                </a:lnTo>
                <a:close/>
              </a:path>
              <a:path w="716915" h="592455">
                <a:moveTo>
                  <a:pt x="716440" y="184670"/>
                </a:moveTo>
                <a:lnTo>
                  <a:pt x="702153" y="184670"/>
                </a:lnTo>
                <a:lnTo>
                  <a:pt x="687865" y="170383"/>
                </a:lnTo>
                <a:lnTo>
                  <a:pt x="211577" y="170383"/>
                </a:lnTo>
                <a:lnTo>
                  <a:pt x="211577" y="156095"/>
                </a:lnTo>
                <a:lnTo>
                  <a:pt x="716440" y="156095"/>
                </a:lnTo>
                <a:lnTo>
                  <a:pt x="716440" y="184670"/>
                </a:lnTo>
                <a:close/>
              </a:path>
              <a:path w="716915" h="592455">
                <a:moveTo>
                  <a:pt x="687865" y="422008"/>
                </a:moveTo>
                <a:lnTo>
                  <a:pt x="687865" y="170383"/>
                </a:lnTo>
                <a:lnTo>
                  <a:pt x="702153" y="184670"/>
                </a:lnTo>
                <a:lnTo>
                  <a:pt x="716440" y="184670"/>
                </a:lnTo>
                <a:lnTo>
                  <a:pt x="716440" y="407720"/>
                </a:lnTo>
                <a:lnTo>
                  <a:pt x="702153" y="407720"/>
                </a:lnTo>
                <a:lnTo>
                  <a:pt x="687865" y="422008"/>
                </a:lnTo>
                <a:close/>
              </a:path>
              <a:path w="716915" h="592455">
                <a:moveTo>
                  <a:pt x="29180" y="304495"/>
                </a:moveTo>
                <a:lnTo>
                  <a:pt x="29180" y="287896"/>
                </a:lnTo>
                <a:lnTo>
                  <a:pt x="35103" y="296202"/>
                </a:lnTo>
                <a:lnTo>
                  <a:pt x="29180" y="304495"/>
                </a:lnTo>
                <a:close/>
              </a:path>
              <a:path w="716915" h="592455">
                <a:moveTo>
                  <a:pt x="35108" y="296195"/>
                </a:moveTo>
                <a:lnTo>
                  <a:pt x="29180" y="287896"/>
                </a:lnTo>
                <a:lnTo>
                  <a:pt x="41036" y="287896"/>
                </a:lnTo>
                <a:lnTo>
                  <a:pt x="35108" y="296195"/>
                </a:lnTo>
                <a:close/>
              </a:path>
              <a:path w="716915" h="592455">
                <a:moveTo>
                  <a:pt x="41036" y="304495"/>
                </a:moveTo>
                <a:lnTo>
                  <a:pt x="29180" y="304495"/>
                </a:lnTo>
                <a:lnTo>
                  <a:pt x="35108" y="296195"/>
                </a:lnTo>
                <a:lnTo>
                  <a:pt x="41036" y="304495"/>
                </a:lnTo>
                <a:close/>
              </a:path>
              <a:path w="716915" h="592455">
                <a:moveTo>
                  <a:pt x="211577" y="547814"/>
                </a:moveTo>
                <a:lnTo>
                  <a:pt x="183002" y="547814"/>
                </a:lnTo>
                <a:lnTo>
                  <a:pt x="208910" y="539508"/>
                </a:lnTo>
                <a:lnTo>
                  <a:pt x="183002" y="503238"/>
                </a:lnTo>
                <a:lnTo>
                  <a:pt x="183002" y="407720"/>
                </a:lnTo>
                <a:lnTo>
                  <a:pt x="687865" y="407720"/>
                </a:lnTo>
                <a:lnTo>
                  <a:pt x="687865" y="422008"/>
                </a:lnTo>
                <a:lnTo>
                  <a:pt x="211577" y="422008"/>
                </a:lnTo>
                <a:lnTo>
                  <a:pt x="197289" y="436295"/>
                </a:lnTo>
                <a:lnTo>
                  <a:pt x="211577" y="436295"/>
                </a:lnTo>
                <a:lnTo>
                  <a:pt x="211577" y="547814"/>
                </a:lnTo>
                <a:close/>
              </a:path>
              <a:path w="716915" h="592455">
                <a:moveTo>
                  <a:pt x="716440" y="436295"/>
                </a:moveTo>
                <a:lnTo>
                  <a:pt x="211577" y="436295"/>
                </a:lnTo>
                <a:lnTo>
                  <a:pt x="211577" y="422008"/>
                </a:lnTo>
                <a:lnTo>
                  <a:pt x="687865" y="422008"/>
                </a:lnTo>
                <a:lnTo>
                  <a:pt x="702153" y="407720"/>
                </a:lnTo>
                <a:lnTo>
                  <a:pt x="716440" y="407720"/>
                </a:lnTo>
                <a:lnTo>
                  <a:pt x="716440" y="436295"/>
                </a:lnTo>
                <a:close/>
              </a:path>
              <a:path w="716915" h="592455">
                <a:moveTo>
                  <a:pt x="211577" y="436295"/>
                </a:moveTo>
                <a:lnTo>
                  <a:pt x="197289" y="436295"/>
                </a:lnTo>
                <a:lnTo>
                  <a:pt x="211577" y="422008"/>
                </a:lnTo>
                <a:lnTo>
                  <a:pt x="211577" y="436295"/>
                </a:lnTo>
                <a:close/>
              </a:path>
              <a:path w="716915" h="592455">
                <a:moveTo>
                  <a:pt x="183002" y="547814"/>
                </a:moveTo>
                <a:lnTo>
                  <a:pt x="183002" y="503238"/>
                </a:lnTo>
                <a:lnTo>
                  <a:pt x="208910" y="539508"/>
                </a:lnTo>
                <a:lnTo>
                  <a:pt x="183002" y="547814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004979" y="1871979"/>
            <a:ext cx="1322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PB</a:t>
            </a:r>
            <a:r>
              <a:rPr sz="2325" b="1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~PB</a:t>
            </a:r>
            <a:r>
              <a:rPr sz="2325" b="1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25884" y="2500312"/>
            <a:ext cx="1155065" cy="2009775"/>
          </a:xfrm>
          <a:custGeom>
            <a:avLst/>
            <a:gdLst/>
            <a:ahLst/>
            <a:cxnLst/>
            <a:rect l="l" t="t" r="r" b="b"/>
            <a:pathLst>
              <a:path w="1155065" h="2009775">
                <a:moveTo>
                  <a:pt x="812673" y="0"/>
                </a:moveTo>
                <a:lnTo>
                  <a:pt x="784098" y="0"/>
                </a:lnTo>
                <a:lnTo>
                  <a:pt x="784098" y="28575"/>
                </a:lnTo>
                <a:lnTo>
                  <a:pt x="784098" y="533400"/>
                </a:lnTo>
                <a:lnTo>
                  <a:pt x="28575" y="533400"/>
                </a:lnTo>
                <a:lnTo>
                  <a:pt x="28575" y="28575"/>
                </a:lnTo>
                <a:lnTo>
                  <a:pt x="784098" y="28575"/>
                </a:lnTo>
                <a:lnTo>
                  <a:pt x="784098" y="0"/>
                </a:lnTo>
                <a:lnTo>
                  <a:pt x="0" y="0"/>
                </a:lnTo>
                <a:lnTo>
                  <a:pt x="0" y="561975"/>
                </a:lnTo>
                <a:lnTo>
                  <a:pt x="812673" y="561975"/>
                </a:lnTo>
                <a:lnTo>
                  <a:pt x="812673" y="547687"/>
                </a:lnTo>
                <a:lnTo>
                  <a:pt x="812673" y="533400"/>
                </a:lnTo>
                <a:lnTo>
                  <a:pt x="812673" y="28575"/>
                </a:lnTo>
                <a:lnTo>
                  <a:pt x="812673" y="14287"/>
                </a:lnTo>
                <a:lnTo>
                  <a:pt x="812673" y="0"/>
                </a:lnTo>
                <a:close/>
              </a:path>
              <a:path w="1155065" h="2009775">
                <a:moveTo>
                  <a:pt x="1154798" y="1981200"/>
                </a:moveTo>
                <a:lnTo>
                  <a:pt x="527545" y="1981200"/>
                </a:lnTo>
                <a:lnTo>
                  <a:pt x="527545" y="1780540"/>
                </a:lnTo>
                <a:lnTo>
                  <a:pt x="528701" y="1780540"/>
                </a:lnTo>
                <a:lnTo>
                  <a:pt x="536359" y="1779270"/>
                </a:lnTo>
                <a:lnTo>
                  <a:pt x="543953" y="1779270"/>
                </a:lnTo>
                <a:lnTo>
                  <a:pt x="581075" y="1772920"/>
                </a:lnTo>
                <a:lnTo>
                  <a:pt x="595464" y="1767840"/>
                </a:lnTo>
                <a:lnTo>
                  <a:pt x="602551" y="1766570"/>
                </a:lnTo>
                <a:lnTo>
                  <a:pt x="616508" y="1761490"/>
                </a:lnTo>
                <a:lnTo>
                  <a:pt x="623354" y="1757680"/>
                </a:lnTo>
                <a:lnTo>
                  <a:pt x="636816" y="1752600"/>
                </a:lnTo>
                <a:lnTo>
                  <a:pt x="649922" y="1744980"/>
                </a:lnTo>
                <a:lnTo>
                  <a:pt x="656348" y="1742440"/>
                </a:lnTo>
                <a:lnTo>
                  <a:pt x="662660" y="1738630"/>
                </a:lnTo>
                <a:lnTo>
                  <a:pt x="668896" y="1733550"/>
                </a:lnTo>
                <a:lnTo>
                  <a:pt x="675017" y="1729740"/>
                </a:lnTo>
                <a:lnTo>
                  <a:pt x="681037" y="1725930"/>
                </a:lnTo>
                <a:lnTo>
                  <a:pt x="686968" y="1720850"/>
                </a:lnTo>
                <a:lnTo>
                  <a:pt x="692772" y="1717040"/>
                </a:lnTo>
                <a:lnTo>
                  <a:pt x="698487" y="1711960"/>
                </a:lnTo>
                <a:lnTo>
                  <a:pt x="699884" y="1710690"/>
                </a:lnTo>
                <a:lnTo>
                  <a:pt x="704075" y="1706880"/>
                </a:lnTo>
                <a:lnTo>
                  <a:pt x="709561" y="1701800"/>
                </a:lnTo>
                <a:lnTo>
                  <a:pt x="712241" y="1699260"/>
                </a:lnTo>
                <a:lnTo>
                  <a:pt x="714933" y="1696720"/>
                </a:lnTo>
                <a:lnTo>
                  <a:pt x="720178" y="1691640"/>
                </a:lnTo>
                <a:lnTo>
                  <a:pt x="725309" y="1686560"/>
                </a:lnTo>
                <a:lnTo>
                  <a:pt x="730313" y="1681480"/>
                </a:lnTo>
                <a:lnTo>
                  <a:pt x="735203" y="1675130"/>
                </a:lnTo>
                <a:lnTo>
                  <a:pt x="739952" y="1670050"/>
                </a:lnTo>
                <a:lnTo>
                  <a:pt x="744588" y="1663700"/>
                </a:lnTo>
                <a:lnTo>
                  <a:pt x="749084" y="1658620"/>
                </a:lnTo>
                <a:lnTo>
                  <a:pt x="753452" y="1652270"/>
                </a:lnTo>
                <a:lnTo>
                  <a:pt x="756831" y="1647190"/>
                </a:lnTo>
                <a:lnTo>
                  <a:pt x="757682" y="1645920"/>
                </a:lnTo>
                <a:lnTo>
                  <a:pt x="761771" y="1639570"/>
                </a:lnTo>
                <a:lnTo>
                  <a:pt x="765721" y="1633220"/>
                </a:lnTo>
                <a:lnTo>
                  <a:pt x="767245" y="1630680"/>
                </a:lnTo>
                <a:lnTo>
                  <a:pt x="769531" y="1626870"/>
                </a:lnTo>
                <a:lnTo>
                  <a:pt x="773188" y="1620520"/>
                </a:lnTo>
                <a:lnTo>
                  <a:pt x="776706" y="1612900"/>
                </a:lnTo>
                <a:lnTo>
                  <a:pt x="780084" y="1606550"/>
                </a:lnTo>
                <a:lnTo>
                  <a:pt x="783297" y="1598930"/>
                </a:lnTo>
                <a:lnTo>
                  <a:pt x="786358" y="1592580"/>
                </a:lnTo>
                <a:lnTo>
                  <a:pt x="789266" y="1584960"/>
                </a:lnTo>
                <a:lnTo>
                  <a:pt x="801382" y="1548130"/>
                </a:lnTo>
                <a:lnTo>
                  <a:pt x="802970" y="1541780"/>
                </a:lnTo>
                <a:lnTo>
                  <a:pt x="803300" y="1540510"/>
                </a:lnTo>
                <a:lnTo>
                  <a:pt x="805053" y="1532890"/>
                </a:lnTo>
                <a:lnTo>
                  <a:pt x="806094" y="1527810"/>
                </a:lnTo>
                <a:lnTo>
                  <a:pt x="806627" y="1525270"/>
                </a:lnTo>
                <a:lnTo>
                  <a:pt x="808024" y="1517650"/>
                </a:lnTo>
                <a:lnTo>
                  <a:pt x="808634" y="1513840"/>
                </a:lnTo>
                <a:lnTo>
                  <a:pt x="809244" y="1510030"/>
                </a:lnTo>
                <a:lnTo>
                  <a:pt x="810285" y="1502410"/>
                </a:lnTo>
                <a:lnTo>
                  <a:pt x="811136" y="1493520"/>
                </a:lnTo>
                <a:lnTo>
                  <a:pt x="811809" y="1485900"/>
                </a:lnTo>
                <a:lnTo>
                  <a:pt x="811885" y="1484630"/>
                </a:lnTo>
                <a:lnTo>
                  <a:pt x="812292" y="1478280"/>
                </a:lnTo>
                <a:lnTo>
                  <a:pt x="812330" y="1477010"/>
                </a:lnTo>
                <a:lnTo>
                  <a:pt x="812571" y="1469390"/>
                </a:lnTo>
                <a:lnTo>
                  <a:pt x="812673" y="1170940"/>
                </a:lnTo>
                <a:lnTo>
                  <a:pt x="812673" y="1156970"/>
                </a:lnTo>
                <a:lnTo>
                  <a:pt x="812673" y="1143000"/>
                </a:lnTo>
                <a:lnTo>
                  <a:pt x="784085" y="1143000"/>
                </a:lnTo>
                <a:lnTo>
                  <a:pt x="784085" y="1170940"/>
                </a:lnTo>
                <a:lnTo>
                  <a:pt x="784009" y="1469390"/>
                </a:lnTo>
                <a:lnTo>
                  <a:pt x="783742" y="1477010"/>
                </a:lnTo>
                <a:lnTo>
                  <a:pt x="783755" y="1475740"/>
                </a:lnTo>
                <a:lnTo>
                  <a:pt x="783297" y="1484630"/>
                </a:lnTo>
                <a:lnTo>
                  <a:pt x="783310" y="1483360"/>
                </a:lnTo>
                <a:lnTo>
                  <a:pt x="782675" y="1490980"/>
                </a:lnTo>
                <a:lnTo>
                  <a:pt x="781888" y="1498600"/>
                </a:lnTo>
                <a:lnTo>
                  <a:pt x="780935" y="1506220"/>
                </a:lnTo>
                <a:lnTo>
                  <a:pt x="779818" y="1513840"/>
                </a:lnTo>
                <a:lnTo>
                  <a:pt x="779868" y="1512570"/>
                </a:lnTo>
                <a:lnTo>
                  <a:pt x="778535" y="1520190"/>
                </a:lnTo>
                <a:lnTo>
                  <a:pt x="777087" y="1527810"/>
                </a:lnTo>
                <a:lnTo>
                  <a:pt x="777151" y="1526540"/>
                </a:lnTo>
                <a:lnTo>
                  <a:pt x="775474" y="1534160"/>
                </a:lnTo>
                <a:lnTo>
                  <a:pt x="773722" y="1541780"/>
                </a:lnTo>
                <a:lnTo>
                  <a:pt x="773811" y="1540510"/>
                </a:lnTo>
                <a:lnTo>
                  <a:pt x="771804" y="1548130"/>
                </a:lnTo>
                <a:lnTo>
                  <a:pt x="769734" y="1554480"/>
                </a:lnTo>
                <a:lnTo>
                  <a:pt x="767511" y="1562100"/>
                </a:lnTo>
                <a:lnTo>
                  <a:pt x="765149" y="1568450"/>
                </a:lnTo>
                <a:lnTo>
                  <a:pt x="762635" y="1574800"/>
                </a:lnTo>
                <a:lnTo>
                  <a:pt x="762762" y="1574800"/>
                </a:lnTo>
                <a:lnTo>
                  <a:pt x="759980" y="1581150"/>
                </a:lnTo>
                <a:lnTo>
                  <a:pt x="760107" y="1581150"/>
                </a:lnTo>
                <a:lnTo>
                  <a:pt x="757174" y="1587500"/>
                </a:lnTo>
                <a:lnTo>
                  <a:pt x="757313" y="1587500"/>
                </a:lnTo>
                <a:lnTo>
                  <a:pt x="754240" y="1593850"/>
                </a:lnTo>
                <a:lnTo>
                  <a:pt x="754380" y="1593850"/>
                </a:lnTo>
                <a:lnTo>
                  <a:pt x="751166" y="1600200"/>
                </a:lnTo>
                <a:lnTo>
                  <a:pt x="751306" y="1600200"/>
                </a:lnTo>
                <a:lnTo>
                  <a:pt x="747953" y="1606550"/>
                </a:lnTo>
                <a:lnTo>
                  <a:pt x="748106" y="1606550"/>
                </a:lnTo>
                <a:lnTo>
                  <a:pt x="744601" y="1612900"/>
                </a:lnTo>
                <a:lnTo>
                  <a:pt x="744766" y="1612900"/>
                </a:lnTo>
                <a:lnTo>
                  <a:pt x="741133" y="1617980"/>
                </a:lnTo>
                <a:lnTo>
                  <a:pt x="741299" y="1617980"/>
                </a:lnTo>
                <a:lnTo>
                  <a:pt x="737527" y="1624330"/>
                </a:lnTo>
                <a:lnTo>
                  <a:pt x="737704" y="1624330"/>
                </a:lnTo>
                <a:lnTo>
                  <a:pt x="733793" y="1630680"/>
                </a:lnTo>
                <a:lnTo>
                  <a:pt x="733983" y="1629410"/>
                </a:lnTo>
                <a:lnTo>
                  <a:pt x="729945" y="1635760"/>
                </a:lnTo>
                <a:lnTo>
                  <a:pt x="730135" y="1635760"/>
                </a:lnTo>
                <a:lnTo>
                  <a:pt x="725957" y="1640840"/>
                </a:lnTo>
                <a:lnTo>
                  <a:pt x="726160" y="1640840"/>
                </a:lnTo>
                <a:lnTo>
                  <a:pt x="721868" y="1647190"/>
                </a:lnTo>
                <a:lnTo>
                  <a:pt x="722071" y="1645920"/>
                </a:lnTo>
                <a:lnTo>
                  <a:pt x="717651" y="1652270"/>
                </a:lnTo>
                <a:lnTo>
                  <a:pt x="717867" y="1652270"/>
                </a:lnTo>
                <a:lnTo>
                  <a:pt x="713320" y="1657350"/>
                </a:lnTo>
                <a:lnTo>
                  <a:pt x="713536" y="1657350"/>
                </a:lnTo>
                <a:lnTo>
                  <a:pt x="708875" y="1662430"/>
                </a:lnTo>
                <a:lnTo>
                  <a:pt x="709104" y="1662430"/>
                </a:lnTo>
                <a:lnTo>
                  <a:pt x="704329" y="1667510"/>
                </a:lnTo>
                <a:lnTo>
                  <a:pt x="704557" y="1667510"/>
                </a:lnTo>
                <a:lnTo>
                  <a:pt x="699668" y="1672590"/>
                </a:lnTo>
                <a:lnTo>
                  <a:pt x="699897" y="1672590"/>
                </a:lnTo>
                <a:lnTo>
                  <a:pt x="694893" y="1676400"/>
                </a:lnTo>
                <a:lnTo>
                  <a:pt x="695134" y="1676400"/>
                </a:lnTo>
                <a:lnTo>
                  <a:pt x="690016" y="1681480"/>
                </a:lnTo>
                <a:lnTo>
                  <a:pt x="690270" y="1681480"/>
                </a:lnTo>
                <a:lnTo>
                  <a:pt x="685050" y="1686560"/>
                </a:lnTo>
                <a:lnTo>
                  <a:pt x="685304" y="1685290"/>
                </a:lnTo>
                <a:lnTo>
                  <a:pt x="679970" y="1690370"/>
                </a:lnTo>
                <a:lnTo>
                  <a:pt x="680237" y="1690370"/>
                </a:lnTo>
                <a:lnTo>
                  <a:pt x="674801" y="1694180"/>
                </a:lnTo>
                <a:lnTo>
                  <a:pt x="675068" y="1694180"/>
                </a:lnTo>
                <a:lnTo>
                  <a:pt x="669531" y="1699260"/>
                </a:lnTo>
                <a:lnTo>
                  <a:pt x="669810" y="1697990"/>
                </a:lnTo>
                <a:lnTo>
                  <a:pt x="664171" y="1703070"/>
                </a:lnTo>
                <a:lnTo>
                  <a:pt x="664451" y="1703070"/>
                </a:lnTo>
                <a:lnTo>
                  <a:pt x="658723" y="1706880"/>
                </a:lnTo>
                <a:lnTo>
                  <a:pt x="659015" y="1706880"/>
                </a:lnTo>
                <a:lnTo>
                  <a:pt x="653173" y="1710690"/>
                </a:lnTo>
                <a:lnTo>
                  <a:pt x="653478" y="1709420"/>
                </a:lnTo>
                <a:lnTo>
                  <a:pt x="647547" y="1713230"/>
                </a:lnTo>
                <a:lnTo>
                  <a:pt x="647852" y="1713230"/>
                </a:lnTo>
                <a:lnTo>
                  <a:pt x="641832" y="1717040"/>
                </a:lnTo>
                <a:lnTo>
                  <a:pt x="642150" y="1717040"/>
                </a:lnTo>
                <a:lnTo>
                  <a:pt x="636041" y="1720850"/>
                </a:lnTo>
                <a:lnTo>
                  <a:pt x="636358" y="1720850"/>
                </a:lnTo>
                <a:lnTo>
                  <a:pt x="630174" y="1723390"/>
                </a:lnTo>
                <a:lnTo>
                  <a:pt x="630491" y="1723390"/>
                </a:lnTo>
                <a:lnTo>
                  <a:pt x="624217" y="1725930"/>
                </a:lnTo>
                <a:lnTo>
                  <a:pt x="624547" y="1725930"/>
                </a:lnTo>
                <a:lnTo>
                  <a:pt x="618185" y="1729740"/>
                </a:lnTo>
                <a:lnTo>
                  <a:pt x="618528" y="1729740"/>
                </a:lnTo>
                <a:lnTo>
                  <a:pt x="612089" y="1732280"/>
                </a:lnTo>
                <a:lnTo>
                  <a:pt x="612432" y="1732280"/>
                </a:lnTo>
                <a:lnTo>
                  <a:pt x="605917" y="1734820"/>
                </a:lnTo>
                <a:lnTo>
                  <a:pt x="606259" y="1734820"/>
                </a:lnTo>
                <a:lnTo>
                  <a:pt x="599668" y="1737360"/>
                </a:lnTo>
                <a:lnTo>
                  <a:pt x="600024" y="1737360"/>
                </a:lnTo>
                <a:lnTo>
                  <a:pt x="593369" y="1738630"/>
                </a:lnTo>
                <a:lnTo>
                  <a:pt x="593712" y="1738630"/>
                </a:lnTo>
                <a:lnTo>
                  <a:pt x="586981" y="1741170"/>
                </a:lnTo>
                <a:lnTo>
                  <a:pt x="587349" y="1741170"/>
                </a:lnTo>
                <a:lnTo>
                  <a:pt x="580542" y="1742440"/>
                </a:lnTo>
                <a:lnTo>
                  <a:pt x="580910" y="1742440"/>
                </a:lnTo>
                <a:lnTo>
                  <a:pt x="574040" y="1744980"/>
                </a:lnTo>
                <a:lnTo>
                  <a:pt x="574408" y="1744980"/>
                </a:lnTo>
                <a:lnTo>
                  <a:pt x="567486" y="1746250"/>
                </a:lnTo>
                <a:lnTo>
                  <a:pt x="567855" y="1746250"/>
                </a:lnTo>
                <a:lnTo>
                  <a:pt x="560870" y="1747520"/>
                </a:lnTo>
                <a:lnTo>
                  <a:pt x="561238" y="1747520"/>
                </a:lnTo>
                <a:lnTo>
                  <a:pt x="554189" y="1748790"/>
                </a:lnTo>
                <a:lnTo>
                  <a:pt x="554570" y="1748790"/>
                </a:lnTo>
                <a:lnTo>
                  <a:pt x="547458" y="1750060"/>
                </a:lnTo>
                <a:lnTo>
                  <a:pt x="541058" y="1750060"/>
                </a:lnTo>
                <a:lnTo>
                  <a:pt x="533844" y="1751330"/>
                </a:lnTo>
                <a:lnTo>
                  <a:pt x="520420" y="1751330"/>
                </a:lnTo>
                <a:lnTo>
                  <a:pt x="513257" y="1752574"/>
                </a:lnTo>
                <a:lnTo>
                  <a:pt x="506095" y="1751330"/>
                </a:lnTo>
                <a:lnTo>
                  <a:pt x="492671" y="1751330"/>
                </a:lnTo>
                <a:lnTo>
                  <a:pt x="485457" y="1750060"/>
                </a:lnTo>
                <a:lnTo>
                  <a:pt x="479056" y="1750060"/>
                </a:lnTo>
                <a:lnTo>
                  <a:pt x="471957" y="1748790"/>
                </a:lnTo>
                <a:lnTo>
                  <a:pt x="472325" y="1748790"/>
                </a:lnTo>
                <a:lnTo>
                  <a:pt x="465277" y="1747520"/>
                </a:lnTo>
                <a:lnTo>
                  <a:pt x="465658" y="1747520"/>
                </a:lnTo>
                <a:lnTo>
                  <a:pt x="458660" y="1746250"/>
                </a:lnTo>
                <a:lnTo>
                  <a:pt x="459041" y="1746250"/>
                </a:lnTo>
                <a:lnTo>
                  <a:pt x="452107" y="1744980"/>
                </a:lnTo>
                <a:lnTo>
                  <a:pt x="452475" y="1744980"/>
                </a:lnTo>
                <a:lnTo>
                  <a:pt x="445604" y="1742440"/>
                </a:lnTo>
                <a:lnTo>
                  <a:pt x="445973" y="1742440"/>
                </a:lnTo>
                <a:lnTo>
                  <a:pt x="439178" y="1741170"/>
                </a:lnTo>
                <a:lnTo>
                  <a:pt x="439534" y="1741170"/>
                </a:lnTo>
                <a:lnTo>
                  <a:pt x="432803" y="1738630"/>
                </a:lnTo>
                <a:lnTo>
                  <a:pt x="433158" y="1738630"/>
                </a:lnTo>
                <a:lnTo>
                  <a:pt x="426491" y="1737360"/>
                </a:lnTo>
                <a:lnTo>
                  <a:pt x="426847" y="1737360"/>
                </a:lnTo>
                <a:lnTo>
                  <a:pt x="420255" y="1734820"/>
                </a:lnTo>
                <a:lnTo>
                  <a:pt x="420598" y="1734820"/>
                </a:lnTo>
                <a:lnTo>
                  <a:pt x="414096" y="1732280"/>
                </a:lnTo>
                <a:lnTo>
                  <a:pt x="414426" y="1732280"/>
                </a:lnTo>
                <a:lnTo>
                  <a:pt x="408000" y="1729740"/>
                </a:lnTo>
                <a:lnTo>
                  <a:pt x="408330" y="1729740"/>
                </a:lnTo>
                <a:lnTo>
                  <a:pt x="401967" y="1725930"/>
                </a:lnTo>
                <a:lnTo>
                  <a:pt x="402297" y="1725930"/>
                </a:lnTo>
                <a:lnTo>
                  <a:pt x="396024" y="1723390"/>
                </a:lnTo>
                <a:lnTo>
                  <a:pt x="396354" y="1723390"/>
                </a:lnTo>
                <a:lnTo>
                  <a:pt x="390156" y="1720850"/>
                </a:lnTo>
                <a:lnTo>
                  <a:pt x="390474" y="1720850"/>
                </a:lnTo>
                <a:lnTo>
                  <a:pt x="384365" y="1717040"/>
                </a:lnTo>
                <a:lnTo>
                  <a:pt x="384683" y="1717040"/>
                </a:lnTo>
                <a:lnTo>
                  <a:pt x="378663" y="1713230"/>
                </a:lnTo>
                <a:lnTo>
                  <a:pt x="378968" y="1713230"/>
                </a:lnTo>
                <a:lnTo>
                  <a:pt x="375018" y="1710690"/>
                </a:lnTo>
                <a:lnTo>
                  <a:pt x="373049" y="1709420"/>
                </a:lnTo>
                <a:lnTo>
                  <a:pt x="373341" y="1710690"/>
                </a:lnTo>
                <a:lnTo>
                  <a:pt x="367512" y="1706880"/>
                </a:lnTo>
                <a:lnTo>
                  <a:pt x="367804" y="1706880"/>
                </a:lnTo>
                <a:lnTo>
                  <a:pt x="362064" y="1703070"/>
                </a:lnTo>
                <a:lnTo>
                  <a:pt x="362343" y="1703070"/>
                </a:lnTo>
                <a:lnTo>
                  <a:pt x="358114" y="1699260"/>
                </a:lnTo>
                <a:lnTo>
                  <a:pt x="356704" y="1697990"/>
                </a:lnTo>
                <a:lnTo>
                  <a:pt x="356984" y="1699260"/>
                </a:lnTo>
                <a:lnTo>
                  <a:pt x="351447" y="1694180"/>
                </a:lnTo>
                <a:lnTo>
                  <a:pt x="351726" y="1694180"/>
                </a:lnTo>
                <a:lnTo>
                  <a:pt x="346278" y="1690370"/>
                </a:lnTo>
                <a:lnTo>
                  <a:pt x="346544" y="1690370"/>
                </a:lnTo>
                <a:lnTo>
                  <a:pt x="342544" y="1686560"/>
                </a:lnTo>
                <a:lnTo>
                  <a:pt x="341210" y="1685290"/>
                </a:lnTo>
                <a:lnTo>
                  <a:pt x="341477" y="1686560"/>
                </a:lnTo>
                <a:lnTo>
                  <a:pt x="336245" y="1681480"/>
                </a:lnTo>
                <a:lnTo>
                  <a:pt x="336499" y="1681480"/>
                </a:lnTo>
                <a:lnTo>
                  <a:pt x="331381" y="1676400"/>
                </a:lnTo>
                <a:lnTo>
                  <a:pt x="331622" y="1676400"/>
                </a:lnTo>
                <a:lnTo>
                  <a:pt x="326618" y="1672590"/>
                </a:lnTo>
                <a:lnTo>
                  <a:pt x="326859" y="1672590"/>
                </a:lnTo>
                <a:lnTo>
                  <a:pt x="321957" y="1667510"/>
                </a:lnTo>
                <a:lnTo>
                  <a:pt x="322199" y="1667510"/>
                </a:lnTo>
                <a:lnTo>
                  <a:pt x="317411" y="1662430"/>
                </a:lnTo>
                <a:lnTo>
                  <a:pt x="317639" y="1662430"/>
                </a:lnTo>
                <a:lnTo>
                  <a:pt x="312978" y="1657350"/>
                </a:lnTo>
                <a:lnTo>
                  <a:pt x="313194" y="1657350"/>
                </a:lnTo>
                <a:lnTo>
                  <a:pt x="308660" y="1652270"/>
                </a:lnTo>
                <a:lnTo>
                  <a:pt x="308864" y="1652270"/>
                </a:lnTo>
                <a:lnTo>
                  <a:pt x="305320" y="1647190"/>
                </a:lnTo>
                <a:lnTo>
                  <a:pt x="304444" y="1645920"/>
                </a:lnTo>
                <a:lnTo>
                  <a:pt x="304660" y="1647190"/>
                </a:lnTo>
                <a:lnTo>
                  <a:pt x="300355" y="1640840"/>
                </a:lnTo>
                <a:lnTo>
                  <a:pt x="300558" y="1640840"/>
                </a:lnTo>
                <a:lnTo>
                  <a:pt x="296392" y="1635760"/>
                </a:lnTo>
                <a:lnTo>
                  <a:pt x="296583" y="1635760"/>
                </a:lnTo>
                <a:lnTo>
                  <a:pt x="293344" y="1630680"/>
                </a:lnTo>
                <a:lnTo>
                  <a:pt x="292544" y="1629410"/>
                </a:lnTo>
                <a:lnTo>
                  <a:pt x="292722" y="1630680"/>
                </a:lnTo>
                <a:lnTo>
                  <a:pt x="288810" y="1624330"/>
                </a:lnTo>
                <a:lnTo>
                  <a:pt x="289001" y="1624330"/>
                </a:lnTo>
                <a:lnTo>
                  <a:pt x="285216" y="1617980"/>
                </a:lnTo>
                <a:lnTo>
                  <a:pt x="285394" y="1617980"/>
                </a:lnTo>
                <a:lnTo>
                  <a:pt x="281749" y="1612900"/>
                </a:lnTo>
                <a:lnTo>
                  <a:pt x="281914" y="1612900"/>
                </a:lnTo>
                <a:lnTo>
                  <a:pt x="278409" y="1606550"/>
                </a:lnTo>
                <a:lnTo>
                  <a:pt x="278574" y="1606550"/>
                </a:lnTo>
                <a:lnTo>
                  <a:pt x="275209" y="1600200"/>
                </a:lnTo>
                <a:lnTo>
                  <a:pt x="275361" y="1600200"/>
                </a:lnTo>
                <a:lnTo>
                  <a:pt x="272135" y="1593850"/>
                </a:lnTo>
                <a:lnTo>
                  <a:pt x="272288" y="1593850"/>
                </a:lnTo>
                <a:lnTo>
                  <a:pt x="269201" y="1587500"/>
                </a:lnTo>
                <a:lnTo>
                  <a:pt x="269341" y="1587500"/>
                </a:lnTo>
                <a:lnTo>
                  <a:pt x="266407" y="1581150"/>
                </a:lnTo>
                <a:lnTo>
                  <a:pt x="266547" y="1581150"/>
                </a:lnTo>
                <a:lnTo>
                  <a:pt x="263766" y="1574800"/>
                </a:lnTo>
                <a:lnTo>
                  <a:pt x="261251" y="1568450"/>
                </a:lnTo>
                <a:lnTo>
                  <a:pt x="261378" y="1568450"/>
                </a:lnTo>
                <a:lnTo>
                  <a:pt x="258902" y="1562100"/>
                </a:lnTo>
                <a:lnTo>
                  <a:pt x="256679" y="1554480"/>
                </a:lnTo>
                <a:lnTo>
                  <a:pt x="254622" y="1548130"/>
                </a:lnTo>
                <a:lnTo>
                  <a:pt x="253047" y="1541780"/>
                </a:lnTo>
                <a:lnTo>
                  <a:pt x="252717" y="1540510"/>
                </a:lnTo>
                <a:lnTo>
                  <a:pt x="252806" y="1541780"/>
                </a:lnTo>
                <a:lnTo>
                  <a:pt x="250964" y="1534160"/>
                </a:lnTo>
                <a:lnTo>
                  <a:pt x="249643" y="1527810"/>
                </a:lnTo>
                <a:lnTo>
                  <a:pt x="249364" y="1526540"/>
                </a:lnTo>
                <a:lnTo>
                  <a:pt x="249440" y="1527810"/>
                </a:lnTo>
                <a:lnTo>
                  <a:pt x="247929" y="1520190"/>
                </a:lnTo>
                <a:lnTo>
                  <a:pt x="246862" y="1513840"/>
                </a:lnTo>
                <a:lnTo>
                  <a:pt x="246646" y="1512570"/>
                </a:lnTo>
                <a:lnTo>
                  <a:pt x="246710" y="1513840"/>
                </a:lnTo>
                <a:lnTo>
                  <a:pt x="245541" y="1506220"/>
                </a:lnTo>
                <a:lnTo>
                  <a:pt x="244589" y="1498600"/>
                </a:lnTo>
                <a:lnTo>
                  <a:pt x="243814" y="1490980"/>
                </a:lnTo>
                <a:lnTo>
                  <a:pt x="243306" y="1484630"/>
                </a:lnTo>
                <a:lnTo>
                  <a:pt x="243205" y="1483360"/>
                </a:lnTo>
                <a:lnTo>
                  <a:pt x="243230" y="1484630"/>
                </a:lnTo>
                <a:lnTo>
                  <a:pt x="242836" y="1477010"/>
                </a:lnTo>
                <a:lnTo>
                  <a:pt x="242773" y="1475740"/>
                </a:lnTo>
                <a:lnTo>
                  <a:pt x="242773" y="1476286"/>
                </a:lnTo>
                <a:lnTo>
                  <a:pt x="242735" y="1475740"/>
                </a:lnTo>
                <a:lnTo>
                  <a:pt x="242506" y="1469390"/>
                </a:lnTo>
                <a:lnTo>
                  <a:pt x="242417" y="1170940"/>
                </a:lnTo>
                <a:lnTo>
                  <a:pt x="784085" y="1170940"/>
                </a:lnTo>
                <a:lnTo>
                  <a:pt x="784085" y="1143000"/>
                </a:lnTo>
                <a:lnTo>
                  <a:pt x="213842" y="1143000"/>
                </a:lnTo>
                <a:lnTo>
                  <a:pt x="213944" y="1469390"/>
                </a:lnTo>
                <a:lnTo>
                  <a:pt x="217271" y="1510030"/>
                </a:lnTo>
                <a:lnTo>
                  <a:pt x="225145" y="1548130"/>
                </a:lnTo>
                <a:lnTo>
                  <a:pt x="237248" y="1584960"/>
                </a:lnTo>
                <a:lnTo>
                  <a:pt x="240157" y="1592580"/>
                </a:lnTo>
                <a:lnTo>
                  <a:pt x="243230" y="1598930"/>
                </a:lnTo>
                <a:lnTo>
                  <a:pt x="246443" y="1606550"/>
                </a:lnTo>
                <a:lnTo>
                  <a:pt x="249809" y="1612900"/>
                </a:lnTo>
                <a:lnTo>
                  <a:pt x="268846" y="1645920"/>
                </a:lnTo>
                <a:lnTo>
                  <a:pt x="281927" y="1663700"/>
                </a:lnTo>
                <a:lnTo>
                  <a:pt x="286562" y="1670050"/>
                </a:lnTo>
                <a:lnTo>
                  <a:pt x="291312" y="1675130"/>
                </a:lnTo>
                <a:lnTo>
                  <a:pt x="296202" y="1681480"/>
                </a:lnTo>
                <a:lnTo>
                  <a:pt x="301205" y="1686560"/>
                </a:lnTo>
                <a:lnTo>
                  <a:pt x="333743" y="1717040"/>
                </a:lnTo>
                <a:lnTo>
                  <a:pt x="339559" y="1720850"/>
                </a:lnTo>
                <a:lnTo>
                  <a:pt x="345478" y="1725930"/>
                </a:lnTo>
                <a:lnTo>
                  <a:pt x="351497" y="1729740"/>
                </a:lnTo>
                <a:lnTo>
                  <a:pt x="357632" y="1733550"/>
                </a:lnTo>
                <a:lnTo>
                  <a:pt x="363855" y="1738630"/>
                </a:lnTo>
                <a:lnTo>
                  <a:pt x="370179" y="1742440"/>
                </a:lnTo>
                <a:lnTo>
                  <a:pt x="376593" y="1744980"/>
                </a:lnTo>
                <a:lnTo>
                  <a:pt x="389636" y="1752574"/>
                </a:lnTo>
                <a:lnTo>
                  <a:pt x="403161" y="1757680"/>
                </a:lnTo>
                <a:lnTo>
                  <a:pt x="410019" y="1761490"/>
                </a:lnTo>
                <a:lnTo>
                  <a:pt x="423964" y="1766570"/>
                </a:lnTo>
                <a:lnTo>
                  <a:pt x="431050" y="1767840"/>
                </a:lnTo>
                <a:lnTo>
                  <a:pt x="445439" y="1772920"/>
                </a:lnTo>
                <a:lnTo>
                  <a:pt x="482561" y="1779270"/>
                </a:lnTo>
                <a:lnTo>
                  <a:pt x="490169" y="1779270"/>
                </a:lnTo>
                <a:lnTo>
                  <a:pt x="497814" y="1780540"/>
                </a:lnTo>
                <a:lnTo>
                  <a:pt x="498970" y="1780540"/>
                </a:lnTo>
                <a:lnTo>
                  <a:pt x="498970" y="1995487"/>
                </a:lnTo>
                <a:lnTo>
                  <a:pt x="513257" y="1995487"/>
                </a:lnTo>
                <a:lnTo>
                  <a:pt x="513257" y="2009775"/>
                </a:lnTo>
                <a:lnTo>
                  <a:pt x="1154798" y="2009775"/>
                </a:lnTo>
                <a:lnTo>
                  <a:pt x="1154798" y="19812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459133" y="2568892"/>
            <a:ext cx="77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1950" b="1" spc="-15" baseline="-17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endParaRPr sz="1950" baseline="-17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639741" y="2682875"/>
            <a:ext cx="3366770" cy="1870075"/>
            <a:chOff x="4639741" y="2682875"/>
            <a:chExt cx="3366770" cy="1870075"/>
          </a:xfrm>
        </p:grpSpPr>
        <p:sp>
          <p:nvSpPr>
            <p:cNvPr id="23" name="object 23"/>
            <p:cNvSpPr/>
            <p:nvPr/>
          </p:nvSpPr>
          <p:spPr>
            <a:xfrm>
              <a:off x="5782297" y="2682874"/>
              <a:ext cx="2224405" cy="1870075"/>
            </a:xfrm>
            <a:custGeom>
              <a:avLst/>
              <a:gdLst/>
              <a:ahLst/>
              <a:cxnLst/>
              <a:rect l="l" t="t" r="r" b="b"/>
              <a:pathLst>
                <a:path w="2224404" h="1870075">
                  <a:moveTo>
                    <a:pt x="28575" y="365125"/>
                  </a:moveTo>
                  <a:lnTo>
                    <a:pt x="0" y="365125"/>
                  </a:lnTo>
                  <a:lnTo>
                    <a:pt x="0" y="974725"/>
                  </a:lnTo>
                  <a:lnTo>
                    <a:pt x="28575" y="974725"/>
                  </a:lnTo>
                  <a:lnTo>
                    <a:pt x="28575" y="365125"/>
                  </a:lnTo>
                  <a:close/>
                </a:path>
                <a:path w="2224404" h="1870075">
                  <a:moveTo>
                    <a:pt x="798385" y="655637"/>
                  </a:moveTo>
                  <a:lnTo>
                    <a:pt x="299415" y="655637"/>
                  </a:lnTo>
                  <a:lnTo>
                    <a:pt x="299415" y="669925"/>
                  </a:lnTo>
                  <a:lnTo>
                    <a:pt x="285127" y="669925"/>
                  </a:lnTo>
                  <a:lnTo>
                    <a:pt x="285127" y="974725"/>
                  </a:lnTo>
                  <a:lnTo>
                    <a:pt x="313702" y="974725"/>
                  </a:lnTo>
                  <a:lnTo>
                    <a:pt x="313702" y="684212"/>
                  </a:lnTo>
                  <a:lnTo>
                    <a:pt x="798385" y="684212"/>
                  </a:lnTo>
                  <a:lnTo>
                    <a:pt x="798385" y="655637"/>
                  </a:lnTo>
                  <a:close/>
                </a:path>
                <a:path w="2224404" h="1870075">
                  <a:moveTo>
                    <a:pt x="2224011" y="1812925"/>
                  </a:moveTo>
                  <a:lnTo>
                    <a:pt x="2185911" y="1793875"/>
                  </a:lnTo>
                  <a:lnTo>
                    <a:pt x="2109711" y="1755775"/>
                  </a:lnTo>
                  <a:lnTo>
                    <a:pt x="2109711" y="1793875"/>
                  </a:lnTo>
                  <a:lnTo>
                    <a:pt x="1511198" y="1793875"/>
                  </a:lnTo>
                  <a:lnTo>
                    <a:pt x="1511198" y="1831975"/>
                  </a:lnTo>
                  <a:lnTo>
                    <a:pt x="2109711" y="1831975"/>
                  </a:lnTo>
                  <a:lnTo>
                    <a:pt x="2109711" y="1870075"/>
                  </a:lnTo>
                  <a:lnTo>
                    <a:pt x="2185911" y="1831975"/>
                  </a:lnTo>
                  <a:lnTo>
                    <a:pt x="2224011" y="1812925"/>
                  </a:lnTo>
                  <a:close/>
                </a:path>
                <a:path w="2224404" h="1870075">
                  <a:moveTo>
                    <a:pt x="2224011" y="671512"/>
                  </a:moveTo>
                  <a:lnTo>
                    <a:pt x="2185911" y="652462"/>
                  </a:lnTo>
                  <a:lnTo>
                    <a:pt x="2109711" y="614362"/>
                  </a:lnTo>
                  <a:lnTo>
                    <a:pt x="2109711" y="652462"/>
                  </a:lnTo>
                  <a:lnTo>
                    <a:pt x="1511198" y="652462"/>
                  </a:lnTo>
                  <a:lnTo>
                    <a:pt x="1511198" y="690562"/>
                  </a:lnTo>
                  <a:lnTo>
                    <a:pt x="2109711" y="690562"/>
                  </a:lnTo>
                  <a:lnTo>
                    <a:pt x="2109711" y="728662"/>
                  </a:lnTo>
                  <a:lnTo>
                    <a:pt x="2185911" y="690562"/>
                  </a:lnTo>
                  <a:lnTo>
                    <a:pt x="2224011" y="671512"/>
                  </a:lnTo>
                  <a:close/>
                </a:path>
                <a:path w="2224404" h="1870075">
                  <a:moveTo>
                    <a:pt x="2224011" y="38100"/>
                  </a:moveTo>
                  <a:lnTo>
                    <a:pt x="1625498" y="38100"/>
                  </a:lnTo>
                  <a:lnTo>
                    <a:pt x="1625498" y="0"/>
                  </a:lnTo>
                  <a:lnTo>
                    <a:pt x="1511198" y="57150"/>
                  </a:lnTo>
                  <a:lnTo>
                    <a:pt x="1625498" y="114300"/>
                  </a:lnTo>
                  <a:lnTo>
                    <a:pt x="1625498" y="76200"/>
                  </a:lnTo>
                  <a:lnTo>
                    <a:pt x="2224011" y="76200"/>
                  </a:lnTo>
                  <a:lnTo>
                    <a:pt x="2224011" y="381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9741" y="3152775"/>
              <a:ext cx="655205" cy="1270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105457" y="2478404"/>
            <a:ext cx="829310" cy="100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STB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93345">
              <a:lnSpc>
                <a:spcPct val="100000"/>
              </a:lnSpc>
              <a:spcBef>
                <a:spcPts val="1955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IBF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28368" y="4234179"/>
            <a:ext cx="930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325" b="1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148878" y="2535237"/>
            <a:ext cx="713105" cy="28575"/>
          </a:xfrm>
          <a:custGeom>
            <a:avLst/>
            <a:gdLst/>
            <a:ahLst/>
            <a:cxnLst/>
            <a:rect l="l" t="t" r="r" b="b"/>
            <a:pathLst>
              <a:path w="713104" h="28575">
                <a:moveTo>
                  <a:pt x="712812" y="28575"/>
                </a:moveTo>
                <a:lnTo>
                  <a:pt x="0" y="28575"/>
                </a:lnTo>
                <a:lnTo>
                  <a:pt x="0" y="0"/>
                </a:lnTo>
                <a:lnTo>
                  <a:pt x="712812" y="0"/>
                </a:lnTo>
                <a:lnTo>
                  <a:pt x="712812" y="28575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282793" y="1140459"/>
            <a:ext cx="1922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FF0000"/>
                </a:solidFill>
                <a:latin typeface="Noto Serif CJK JP"/>
                <a:cs typeface="Noto Serif CJK JP"/>
              </a:rPr>
              <a:t>口方式</a:t>
            </a:r>
            <a:r>
              <a:rPr sz="2400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5" dirty="0">
                <a:solidFill>
                  <a:srgbClr val="FF0000"/>
                </a:solidFill>
                <a:latin typeface="Noto Serif CJK JP"/>
                <a:cs typeface="Noto Serif CJK JP"/>
              </a:rPr>
              <a:t>输入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718481" y="2746375"/>
            <a:ext cx="466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RD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639741" y="1796465"/>
            <a:ext cx="666750" cy="1002665"/>
            <a:chOff x="4639741" y="1796465"/>
            <a:chExt cx="666750" cy="1002665"/>
          </a:xfrm>
        </p:grpSpPr>
        <p:sp>
          <p:nvSpPr>
            <p:cNvPr id="31" name="object 31"/>
            <p:cNvSpPr/>
            <p:nvPr/>
          </p:nvSpPr>
          <p:spPr>
            <a:xfrm>
              <a:off x="4639741" y="2770187"/>
              <a:ext cx="549910" cy="28575"/>
            </a:xfrm>
            <a:custGeom>
              <a:avLst/>
              <a:gdLst/>
              <a:ahLst/>
              <a:cxnLst/>
              <a:rect l="l" t="t" r="r" b="b"/>
              <a:pathLst>
                <a:path w="549910" h="28575">
                  <a:moveTo>
                    <a:pt x="549465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549465" y="0"/>
                  </a:lnTo>
                  <a:lnTo>
                    <a:pt x="549465" y="28575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98953" y="1796465"/>
              <a:ext cx="607060" cy="609600"/>
            </a:xfrm>
            <a:custGeom>
              <a:avLst/>
              <a:gdLst/>
              <a:ahLst/>
              <a:cxnLst/>
              <a:rect l="l" t="t" r="r" b="b"/>
              <a:pathLst>
                <a:path w="607060" h="609600">
                  <a:moveTo>
                    <a:pt x="177212" y="609180"/>
                  </a:moveTo>
                  <a:lnTo>
                    <a:pt x="0" y="304590"/>
                  </a:lnTo>
                  <a:lnTo>
                    <a:pt x="177212" y="0"/>
                  </a:lnTo>
                  <a:lnTo>
                    <a:pt x="177212" y="52971"/>
                  </a:lnTo>
                  <a:lnTo>
                    <a:pt x="148637" y="52971"/>
                  </a:lnTo>
                  <a:lnTo>
                    <a:pt x="148637" y="105933"/>
                  </a:lnTo>
                  <a:lnTo>
                    <a:pt x="37233" y="297408"/>
                  </a:lnTo>
                  <a:lnTo>
                    <a:pt x="28876" y="297408"/>
                  </a:lnTo>
                  <a:lnTo>
                    <a:pt x="28876" y="311772"/>
                  </a:lnTo>
                  <a:lnTo>
                    <a:pt x="37233" y="311772"/>
                  </a:lnTo>
                  <a:lnTo>
                    <a:pt x="148637" y="503247"/>
                  </a:lnTo>
                  <a:lnTo>
                    <a:pt x="148637" y="556209"/>
                  </a:lnTo>
                  <a:lnTo>
                    <a:pt x="177212" y="556209"/>
                  </a:lnTo>
                  <a:lnTo>
                    <a:pt x="177212" y="609180"/>
                  </a:lnTo>
                  <a:close/>
                </a:path>
                <a:path w="607060" h="609600">
                  <a:moveTo>
                    <a:pt x="148637" y="105933"/>
                  </a:moveTo>
                  <a:lnTo>
                    <a:pt x="148637" y="52971"/>
                  </a:lnTo>
                  <a:lnTo>
                    <a:pt x="175269" y="60159"/>
                  </a:lnTo>
                  <a:lnTo>
                    <a:pt x="148637" y="105933"/>
                  </a:lnTo>
                  <a:close/>
                </a:path>
                <a:path w="607060" h="609600">
                  <a:moveTo>
                    <a:pt x="578430" y="193065"/>
                  </a:moveTo>
                  <a:lnTo>
                    <a:pt x="148637" y="193065"/>
                  </a:lnTo>
                  <a:lnTo>
                    <a:pt x="148637" y="105933"/>
                  </a:lnTo>
                  <a:lnTo>
                    <a:pt x="175269" y="60159"/>
                  </a:lnTo>
                  <a:lnTo>
                    <a:pt x="148637" y="52971"/>
                  </a:lnTo>
                  <a:lnTo>
                    <a:pt x="177212" y="52971"/>
                  </a:lnTo>
                  <a:lnTo>
                    <a:pt x="177212" y="164490"/>
                  </a:lnTo>
                  <a:lnTo>
                    <a:pt x="162924" y="164490"/>
                  </a:lnTo>
                  <a:lnTo>
                    <a:pt x="177212" y="178777"/>
                  </a:lnTo>
                  <a:lnTo>
                    <a:pt x="578430" y="178777"/>
                  </a:lnTo>
                  <a:lnTo>
                    <a:pt x="578430" y="193065"/>
                  </a:lnTo>
                  <a:close/>
                </a:path>
                <a:path w="607060" h="609600">
                  <a:moveTo>
                    <a:pt x="177212" y="178777"/>
                  </a:moveTo>
                  <a:lnTo>
                    <a:pt x="162924" y="164490"/>
                  </a:lnTo>
                  <a:lnTo>
                    <a:pt x="177212" y="164490"/>
                  </a:lnTo>
                  <a:lnTo>
                    <a:pt x="177212" y="178777"/>
                  </a:lnTo>
                  <a:close/>
                </a:path>
                <a:path w="607060" h="609600">
                  <a:moveTo>
                    <a:pt x="607005" y="193065"/>
                  </a:moveTo>
                  <a:lnTo>
                    <a:pt x="592718" y="193065"/>
                  </a:lnTo>
                  <a:lnTo>
                    <a:pt x="578430" y="178777"/>
                  </a:lnTo>
                  <a:lnTo>
                    <a:pt x="177212" y="178777"/>
                  </a:lnTo>
                  <a:lnTo>
                    <a:pt x="177212" y="164490"/>
                  </a:lnTo>
                  <a:lnTo>
                    <a:pt x="607005" y="164490"/>
                  </a:lnTo>
                  <a:lnTo>
                    <a:pt x="607005" y="193065"/>
                  </a:lnTo>
                  <a:close/>
                </a:path>
                <a:path w="607060" h="609600">
                  <a:moveTo>
                    <a:pt x="578430" y="430402"/>
                  </a:moveTo>
                  <a:lnTo>
                    <a:pt x="578430" y="178777"/>
                  </a:lnTo>
                  <a:lnTo>
                    <a:pt x="592718" y="193065"/>
                  </a:lnTo>
                  <a:lnTo>
                    <a:pt x="607005" y="193065"/>
                  </a:lnTo>
                  <a:lnTo>
                    <a:pt x="607005" y="416115"/>
                  </a:lnTo>
                  <a:lnTo>
                    <a:pt x="592718" y="416115"/>
                  </a:lnTo>
                  <a:lnTo>
                    <a:pt x="578430" y="430402"/>
                  </a:lnTo>
                  <a:close/>
                </a:path>
                <a:path w="607060" h="609600">
                  <a:moveTo>
                    <a:pt x="28876" y="311772"/>
                  </a:moveTo>
                  <a:lnTo>
                    <a:pt x="28876" y="297408"/>
                  </a:lnTo>
                  <a:lnTo>
                    <a:pt x="33050" y="304596"/>
                  </a:lnTo>
                  <a:lnTo>
                    <a:pt x="28876" y="311772"/>
                  </a:lnTo>
                  <a:close/>
                </a:path>
                <a:path w="607060" h="609600">
                  <a:moveTo>
                    <a:pt x="33054" y="304590"/>
                  </a:moveTo>
                  <a:lnTo>
                    <a:pt x="28876" y="297408"/>
                  </a:lnTo>
                  <a:lnTo>
                    <a:pt x="37233" y="297408"/>
                  </a:lnTo>
                  <a:lnTo>
                    <a:pt x="33054" y="304590"/>
                  </a:lnTo>
                  <a:close/>
                </a:path>
                <a:path w="607060" h="609600">
                  <a:moveTo>
                    <a:pt x="37233" y="311772"/>
                  </a:moveTo>
                  <a:lnTo>
                    <a:pt x="28876" y="311772"/>
                  </a:lnTo>
                  <a:lnTo>
                    <a:pt x="33054" y="304590"/>
                  </a:lnTo>
                  <a:lnTo>
                    <a:pt x="37233" y="311772"/>
                  </a:lnTo>
                  <a:close/>
                </a:path>
                <a:path w="607060" h="609600">
                  <a:moveTo>
                    <a:pt x="177212" y="556209"/>
                  </a:moveTo>
                  <a:lnTo>
                    <a:pt x="148637" y="556209"/>
                  </a:lnTo>
                  <a:lnTo>
                    <a:pt x="175269" y="549020"/>
                  </a:lnTo>
                  <a:lnTo>
                    <a:pt x="148637" y="503247"/>
                  </a:lnTo>
                  <a:lnTo>
                    <a:pt x="148637" y="416115"/>
                  </a:lnTo>
                  <a:lnTo>
                    <a:pt x="578430" y="416115"/>
                  </a:lnTo>
                  <a:lnTo>
                    <a:pt x="578430" y="430402"/>
                  </a:lnTo>
                  <a:lnTo>
                    <a:pt x="177212" y="430402"/>
                  </a:lnTo>
                  <a:lnTo>
                    <a:pt x="162924" y="444690"/>
                  </a:lnTo>
                  <a:lnTo>
                    <a:pt x="177212" y="444690"/>
                  </a:lnTo>
                  <a:lnTo>
                    <a:pt x="177212" y="556209"/>
                  </a:lnTo>
                  <a:close/>
                </a:path>
                <a:path w="607060" h="609600">
                  <a:moveTo>
                    <a:pt x="607005" y="444690"/>
                  </a:moveTo>
                  <a:lnTo>
                    <a:pt x="177212" y="444690"/>
                  </a:lnTo>
                  <a:lnTo>
                    <a:pt x="177212" y="430402"/>
                  </a:lnTo>
                  <a:lnTo>
                    <a:pt x="578430" y="430402"/>
                  </a:lnTo>
                  <a:lnTo>
                    <a:pt x="592718" y="416115"/>
                  </a:lnTo>
                  <a:lnTo>
                    <a:pt x="607005" y="416115"/>
                  </a:lnTo>
                  <a:lnTo>
                    <a:pt x="607005" y="444690"/>
                  </a:lnTo>
                  <a:close/>
                </a:path>
                <a:path w="607060" h="609600">
                  <a:moveTo>
                    <a:pt x="177212" y="444690"/>
                  </a:moveTo>
                  <a:lnTo>
                    <a:pt x="162924" y="444690"/>
                  </a:lnTo>
                  <a:lnTo>
                    <a:pt x="177212" y="430402"/>
                  </a:lnTo>
                  <a:lnTo>
                    <a:pt x="177212" y="444690"/>
                  </a:lnTo>
                  <a:close/>
                </a:path>
                <a:path w="607060" h="609600">
                  <a:moveTo>
                    <a:pt x="148637" y="556209"/>
                  </a:moveTo>
                  <a:lnTo>
                    <a:pt x="148637" y="503247"/>
                  </a:lnTo>
                  <a:lnTo>
                    <a:pt x="175269" y="549020"/>
                  </a:lnTo>
                  <a:lnTo>
                    <a:pt x="148637" y="556209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409440" y="1519237"/>
            <a:ext cx="87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~D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57250" y="1684337"/>
            <a:ext cx="1946910" cy="3305175"/>
            <a:chOff x="857250" y="1684337"/>
            <a:chExt cx="1946910" cy="3305175"/>
          </a:xfrm>
        </p:grpSpPr>
        <p:sp>
          <p:nvSpPr>
            <p:cNvPr id="35" name="object 35"/>
            <p:cNvSpPr/>
            <p:nvPr/>
          </p:nvSpPr>
          <p:spPr>
            <a:xfrm>
              <a:off x="857250" y="1684337"/>
              <a:ext cx="1943735" cy="3305175"/>
            </a:xfrm>
            <a:custGeom>
              <a:avLst/>
              <a:gdLst/>
              <a:ahLst/>
              <a:cxnLst/>
              <a:rect l="l" t="t" r="r" b="b"/>
              <a:pathLst>
                <a:path w="1943735" h="3305175">
                  <a:moveTo>
                    <a:pt x="1943696" y="3305175"/>
                  </a:moveTo>
                  <a:lnTo>
                    <a:pt x="0" y="3305175"/>
                  </a:lnTo>
                  <a:lnTo>
                    <a:pt x="0" y="0"/>
                  </a:lnTo>
                  <a:lnTo>
                    <a:pt x="1943696" y="0"/>
                  </a:lnTo>
                  <a:lnTo>
                    <a:pt x="1943696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3276600"/>
                  </a:lnTo>
                  <a:lnTo>
                    <a:pt x="14287" y="3276600"/>
                  </a:lnTo>
                  <a:lnTo>
                    <a:pt x="28575" y="3290887"/>
                  </a:lnTo>
                  <a:lnTo>
                    <a:pt x="1943696" y="3290887"/>
                  </a:lnTo>
                  <a:lnTo>
                    <a:pt x="1943696" y="3305175"/>
                  </a:lnTo>
                  <a:close/>
                </a:path>
                <a:path w="1943735" h="330517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1943735" h="3305175">
                  <a:moveTo>
                    <a:pt x="1915121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1915121" y="14287"/>
                  </a:lnTo>
                  <a:lnTo>
                    <a:pt x="1915121" y="28575"/>
                  </a:lnTo>
                  <a:close/>
                </a:path>
                <a:path w="1943735" h="3305175">
                  <a:moveTo>
                    <a:pt x="1915121" y="3290887"/>
                  </a:moveTo>
                  <a:lnTo>
                    <a:pt x="1915121" y="14287"/>
                  </a:lnTo>
                  <a:lnTo>
                    <a:pt x="1929409" y="28575"/>
                  </a:lnTo>
                  <a:lnTo>
                    <a:pt x="1943696" y="28575"/>
                  </a:lnTo>
                  <a:lnTo>
                    <a:pt x="1943696" y="3276600"/>
                  </a:lnTo>
                  <a:lnTo>
                    <a:pt x="1929409" y="3276600"/>
                  </a:lnTo>
                  <a:lnTo>
                    <a:pt x="1915121" y="3290887"/>
                  </a:lnTo>
                  <a:close/>
                </a:path>
                <a:path w="1943735" h="3305175">
                  <a:moveTo>
                    <a:pt x="1943696" y="28575"/>
                  </a:moveTo>
                  <a:lnTo>
                    <a:pt x="1929409" y="28575"/>
                  </a:lnTo>
                  <a:lnTo>
                    <a:pt x="1915121" y="14287"/>
                  </a:lnTo>
                  <a:lnTo>
                    <a:pt x="1943696" y="14287"/>
                  </a:lnTo>
                  <a:lnTo>
                    <a:pt x="1943696" y="28575"/>
                  </a:lnTo>
                  <a:close/>
                </a:path>
                <a:path w="1943735" h="3305175">
                  <a:moveTo>
                    <a:pt x="28575" y="3290887"/>
                  </a:moveTo>
                  <a:lnTo>
                    <a:pt x="14287" y="3276600"/>
                  </a:lnTo>
                  <a:lnTo>
                    <a:pt x="28575" y="3276600"/>
                  </a:lnTo>
                  <a:lnTo>
                    <a:pt x="28575" y="3290887"/>
                  </a:lnTo>
                  <a:close/>
                </a:path>
                <a:path w="1943735" h="3305175">
                  <a:moveTo>
                    <a:pt x="1915121" y="3290887"/>
                  </a:moveTo>
                  <a:lnTo>
                    <a:pt x="28575" y="3290887"/>
                  </a:lnTo>
                  <a:lnTo>
                    <a:pt x="28575" y="3276600"/>
                  </a:lnTo>
                  <a:lnTo>
                    <a:pt x="1915121" y="3276600"/>
                  </a:lnTo>
                  <a:lnTo>
                    <a:pt x="1915121" y="3290887"/>
                  </a:lnTo>
                  <a:close/>
                </a:path>
                <a:path w="1943735" h="3305175">
                  <a:moveTo>
                    <a:pt x="1943696" y="3290887"/>
                  </a:moveTo>
                  <a:lnTo>
                    <a:pt x="1915121" y="3290887"/>
                  </a:lnTo>
                  <a:lnTo>
                    <a:pt x="1929409" y="3276600"/>
                  </a:lnTo>
                  <a:lnTo>
                    <a:pt x="1943696" y="3276600"/>
                  </a:lnTo>
                  <a:lnTo>
                    <a:pt x="1943696" y="329088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90927" y="2566416"/>
              <a:ext cx="698500" cy="426720"/>
            </a:xfrm>
            <a:custGeom>
              <a:avLst/>
              <a:gdLst/>
              <a:ahLst/>
              <a:cxnLst/>
              <a:rect l="l" t="t" r="r" b="b"/>
              <a:pathLst>
                <a:path w="698500" h="426719">
                  <a:moveTo>
                    <a:pt x="697992" y="426719"/>
                  </a:moveTo>
                  <a:lnTo>
                    <a:pt x="0" y="426719"/>
                  </a:lnTo>
                  <a:lnTo>
                    <a:pt x="0" y="0"/>
                  </a:lnTo>
                  <a:lnTo>
                    <a:pt x="697992" y="0"/>
                  </a:lnTo>
                  <a:lnTo>
                    <a:pt x="697992" y="426719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77008" y="2552700"/>
              <a:ext cx="727075" cy="454025"/>
            </a:xfrm>
            <a:custGeom>
              <a:avLst/>
              <a:gdLst/>
              <a:ahLst/>
              <a:cxnLst/>
              <a:rect l="l" t="t" r="r" b="b"/>
              <a:pathLst>
                <a:path w="727075" h="454025">
                  <a:moveTo>
                    <a:pt x="726795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6795" y="0"/>
                  </a:lnTo>
                  <a:lnTo>
                    <a:pt x="726795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6795" y="439737"/>
                  </a:lnTo>
                  <a:lnTo>
                    <a:pt x="726795" y="454025"/>
                  </a:lnTo>
                  <a:close/>
                </a:path>
                <a:path w="72707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7075" h="454025">
                  <a:moveTo>
                    <a:pt x="698220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8220" y="14287"/>
                  </a:lnTo>
                  <a:lnTo>
                    <a:pt x="698220" y="28575"/>
                  </a:lnTo>
                  <a:close/>
                </a:path>
                <a:path w="727075" h="454025">
                  <a:moveTo>
                    <a:pt x="698220" y="439737"/>
                  </a:moveTo>
                  <a:lnTo>
                    <a:pt x="698220" y="14287"/>
                  </a:lnTo>
                  <a:lnTo>
                    <a:pt x="712508" y="28575"/>
                  </a:lnTo>
                  <a:lnTo>
                    <a:pt x="726795" y="28575"/>
                  </a:lnTo>
                  <a:lnTo>
                    <a:pt x="726795" y="425450"/>
                  </a:lnTo>
                  <a:lnTo>
                    <a:pt x="712508" y="425450"/>
                  </a:lnTo>
                  <a:lnTo>
                    <a:pt x="698220" y="439737"/>
                  </a:lnTo>
                  <a:close/>
                </a:path>
                <a:path w="727075" h="454025">
                  <a:moveTo>
                    <a:pt x="726795" y="28575"/>
                  </a:moveTo>
                  <a:lnTo>
                    <a:pt x="712508" y="28575"/>
                  </a:lnTo>
                  <a:lnTo>
                    <a:pt x="698220" y="14287"/>
                  </a:lnTo>
                  <a:lnTo>
                    <a:pt x="726795" y="14287"/>
                  </a:lnTo>
                  <a:lnTo>
                    <a:pt x="726795" y="28575"/>
                  </a:lnTo>
                  <a:close/>
                </a:path>
                <a:path w="72707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7075" h="454025">
                  <a:moveTo>
                    <a:pt x="698220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8220" y="425450"/>
                  </a:lnTo>
                  <a:lnTo>
                    <a:pt x="698220" y="439737"/>
                  </a:lnTo>
                  <a:close/>
                </a:path>
                <a:path w="727075" h="454025">
                  <a:moveTo>
                    <a:pt x="726795" y="439737"/>
                  </a:moveTo>
                  <a:lnTo>
                    <a:pt x="698220" y="439737"/>
                  </a:lnTo>
                  <a:lnTo>
                    <a:pt x="712508" y="425450"/>
                  </a:lnTo>
                  <a:lnTo>
                    <a:pt x="726795" y="425450"/>
                  </a:lnTo>
                  <a:lnTo>
                    <a:pt x="726795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090927" y="3176016"/>
              <a:ext cx="698500" cy="426720"/>
            </a:xfrm>
            <a:custGeom>
              <a:avLst/>
              <a:gdLst/>
              <a:ahLst/>
              <a:cxnLst/>
              <a:rect l="l" t="t" r="r" b="b"/>
              <a:pathLst>
                <a:path w="698500" h="426720">
                  <a:moveTo>
                    <a:pt x="697992" y="426719"/>
                  </a:moveTo>
                  <a:lnTo>
                    <a:pt x="0" y="426719"/>
                  </a:lnTo>
                  <a:lnTo>
                    <a:pt x="0" y="0"/>
                  </a:lnTo>
                  <a:lnTo>
                    <a:pt x="697992" y="0"/>
                  </a:lnTo>
                  <a:lnTo>
                    <a:pt x="697992" y="426719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77008" y="3162300"/>
              <a:ext cx="727075" cy="454025"/>
            </a:xfrm>
            <a:custGeom>
              <a:avLst/>
              <a:gdLst/>
              <a:ahLst/>
              <a:cxnLst/>
              <a:rect l="l" t="t" r="r" b="b"/>
              <a:pathLst>
                <a:path w="727075" h="454025">
                  <a:moveTo>
                    <a:pt x="726795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6795" y="0"/>
                  </a:lnTo>
                  <a:lnTo>
                    <a:pt x="726795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6795" y="439737"/>
                  </a:lnTo>
                  <a:lnTo>
                    <a:pt x="726795" y="454025"/>
                  </a:lnTo>
                  <a:close/>
                </a:path>
                <a:path w="72707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7075" h="454025">
                  <a:moveTo>
                    <a:pt x="698220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8220" y="14287"/>
                  </a:lnTo>
                  <a:lnTo>
                    <a:pt x="698220" y="28575"/>
                  </a:lnTo>
                  <a:close/>
                </a:path>
                <a:path w="727075" h="454025">
                  <a:moveTo>
                    <a:pt x="698220" y="439737"/>
                  </a:moveTo>
                  <a:lnTo>
                    <a:pt x="698220" y="14287"/>
                  </a:lnTo>
                  <a:lnTo>
                    <a:pt x="712508" y="28575"/>
                  </a:lnTo>
                  <a:lnTo>
                    <a:pt x="726795" y="28575"/>
                  </a:lnTo>
                  <a:lnTo>
                    <a:pt x="726795" y="425450"/>
                  </a:lnTo>
                  <a:lnTo>
                    <a:pt x="712508" y="425450"/>
                  </a:lnTo>
                  <a:lnTo>
                    <a:pt x="698220" y="439737"/>
                  </a:lnTo>
                  <a:close/>
                </a:path>
                <a:path w="727075" h="454025">
                  <a:moveTo>
                    <a:pt x="726795" y="28575"/>
                  </a:moveTo>
                  <a:lnTo>
                    <a:pt x="712508" y="28575"/>
                  </a:lnTo>
                  <a:lnTo>
                    <a:pt x="698220" y="14287"/>
                  </a:lnTo>
                  <a:lnTo>
                    <a:pt x="726795" y="14287"/>
                  </a:lnTo>
                  <a:lnTo>
                    <a:pt x="726795" y="28575"/>
                  </a:lnTo>
                  <a:close/>
                </a:path>
                <a:path w="72707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7075" h="454025">
                  <a:moveTo>
                    <a:pt x="698220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8220" y="425450"/>
                  </a:lnTo>
                  <a:lnTo>
                    <a:pt x="698220" y="439737"/>
                  </a:lnTo>
                  <a:close/>
                </a:path>
                <a:path w="727075" h="454025">
                  <a:moveTo>
                    <a:pt x="726795" y="439737"/>
                  </a:moveTo>
                  <a:lnTo>
                    <a:pt x="698220" y="439737"/>
                  </a:lnTo>
                  <a:lnTo>
                    <a:pt x="712508" y="425450"/>
                  </a:lnTo>
                  <a:lnTo>
                    <a:pt x="726795" y="425450"/>
                  </a:lnTo>
                  <a:lnTo>
                    <a:pt x="726795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149081" y="2515552"/>
            <a:ext cx="58166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  <a:p>
            <a:pPr marL="38100">
              <a:lnSpc>
                <a:spcPct val="100000"/>
              </a:lnSpc>
              <a:spcBef>
                <a:spcPts val="192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077008" y="4305300"/>
            <a:ext cx="727075" cy="454025"/>
            <a:chOff x="2077008" y="4305300"/>
            <a:chExt cx="727075" cy="454025"/>
          </a:xfrm>
        </p:grpSpPr>
        <p:sp>
          <p:nvSpPr>
            <p:cNvPr id="42" name="object 42"/>
            <p:cNvSpPr/>
            <p:nvPr/>
          </p:nvSpPr>
          <p:spPr>
            <a:xfrm>
              <a:off x="2090928" y="4319016"/>
              <a:ext cx="698500" cy="426720"/>
            </a:xfrm>
            <a:custGeom>
              <a:avLst/>
              <a:gdLst/>
              <a:ahLst/>
              <a:cxnLst/>
              <a:rect l="l" t="t" r="r" b="b"/>
              <a:pathLst>
                <a:path w="698500" h="426720">
                  <a:moveTo>
                    <a:pt x="697992" y="426720"/>
                  </a:moveTo>
                  <a:lnTo>
                    <a:pt x="0" y="426720"/>
                  </a:lnTo>
                  <a:lnTo>
                    <a:pt x="0" y="0"/>
                  </a:lnTo>
                  <a:lnTo>
                    <a:pt x="697992" y="0"/>
                  </a:lnTo>
                  <a:lnTo>
                    <a:pt x="697992" y="42672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077008" y="4305300"/>
              <a:ext cx="727075" cy="454025"/>
            </a:xfrm>
            <a:custGeom>
              <a:avLst/>
              <a:gdLst/>
              <a:ahLst/>
              <a:cxnLst/>
              <a:rect l="l" t="t" r="r" b="b"/>
              <a:pathLst>
                <a:path w="727075" h="454025">
                  <a:moveTo>
                    <a:pt x="726795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6795" y="0"/>
                  </a:lnTo>
                  <a:lnTo>
                    <a:pt x="726795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6795" y="439737"/>
                  </a:lnTo>
                  <a:lnTo>
                    <a:pt x="726795" y="454025"/>
                  </a:lnTo>
                  <a:close/>
                </a:path>
                <a:path w="727075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7075" h="454025">
                  <a:moveTo>
                    <a:pt x="698220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8220" y="14287"/>
                  </a:lnTo>
                  <a:lnTo>
                    <a:pt x="698220" y="28575"/>
                  </a:lnTo>
                  <a:close/>
                </a:path>
                <a:path w="727075" h="454025">
                  <a:moveTo>
                    <a:pt x="698220" y="439737"/>
                  </a:moveTo>
                  <a:lnTo>
                    <a:pt x="698220" y="14287"/>
                  </a:lnTo>
                  <a:lnTo>
                    <a:pt x="712508" y="28575"/>
                  </a:lnTo>
                  <a:lnTo>
                    <a:pt x="726795" y="28575"/>
                  </a:lnTo>
                  <a:lnTo>
                    <a:pt x="726795" y="425450"/>
                  </a:lnTo>
                  <a:lnTo>
                    <a:pt x="712508" y="425450"/>
                  </a:lnTo>
                  <a:lnTo>
                    <a:pt x="698220" y="439737"/>
                  </a:lnTo>
                  <a:close/>
                </a:path>
                <a:path w="727075" h="454025">
                  <a:moveTo>
                    <a:pt x="726795" y="28575"/>
                  </a:moveTo>
                  <a:lnTo>
                    <a:pt x="712508" y="28575"/>
                  </a:lnTo>
                  <a:lnTo>
                    <a:pt x="698220" y="14287"/>
                  </a:lnTo>
                  <a:lnTo>
                    <a:pt x="726795" y="14287"/>
                  </a:lnTo>
                  <a:lnTo>
                    <a:pt x="726795" y="28575"/>
                  </a:lnTo>
                  <a:close/>
                </a:path>
                <a:path w="727075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7075" h="454025">
                  <a:moveTo>
                    <a:pt x="698220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8220" y="425450"/>
                  </a:lnTo>
                  <a:lnTo>
                    <a:pt x="698220" y="439737"/>
                  </a:lnTo>
                  <a:close/>
                </a:path>
                <a:path w="727075" h="454025">
                  <a:moveTo>
                    <a:pt x="726795" y="439737"/>
                  </a:moveTo>
                  <a:lnTo>
                    <a:pt x="698220" y="439737"/>
                  </a:lnTo>
                  <a:lnTo>
                    <a:pt x="712508" y="425450"/>
                  </a:lnTo>
                  <a:lnTo>
                    <a:pt x="726795" y="425450"/>
                  </a:lnTo>
                  <a:lnTo>
                    <a:pt x="726795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149081" y="4268152"/>
            <a:ext cx="581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772384" y="1835023"/>
            <a:ext cx="716280" cy="622935"/>
          </a:xfrm>
          <a:custGeom>
            <a:avLst/>
            <a:gdLst/>
            <a:ahLst/>
            <a:cxnLst/>
            <a:rect l="l" t="t" r="r" b="b"/>
            <a:pathLst>
              <a:path w="716279" h="622935">
                <a:moveTo>
                  <a:pt x="493471" y="177926"/>
                </a:moveTo>
                <a:lnTo>
                  <a:pt x="493471" y="0"/>
                </a:lnTo>
                <a:lnTo>
                  <a:pt x="525311" y="44576"/>
                </a:lnTo>
                <a:lnTo>
                  <a:pt x="522046" y="44576"/>
                </a:lnTo>
                <a:lnTo>
                  <a:pt x="496125" y="52882"/>
                </a:lnTo>
                <a:lnTo>
                  <a:pt x="522046" y="89171"/>
                </a:lnTo>
                <a:lnTo>
                  <a:pt x="522046" y="163639"/>
                </a:lnTo>
                <a:lnTo>
                  <a:pt x="507758" y="163639"/>
                </a:lnTo>
                <a:lnTo>
                  <a:pt x="493471" y="177926"/>
                </a:lnTo>
                <a:close/>
              </a:path>
              <a:path w="716279" h="622935">
                <a:moveTo>
                  <a:pt x="522046" y="89171"/>
                </a:moveTo>
                <a:lnTo>
                  <a:pt x="496125" y="52882"/>
                </a:lnTo>
                <a:lnTo>
                  <a:pt x="522046" y="44576"/>
                </a:lnTo>
                <a:lnTo>
                  <a:pt x="522046" y="89171"/>
                </a:lnTo>
                <a:close/>
              </a:path>
              <a:path w="716279" h="622935">
                <a:moveTo>
                  <a:pt x="680692" y="311276"/>
                </a:moveTo>
                <a:lnTo>
                  <a:pt x="522046" y="89171"/>
                </a:lnTo>
                <a:lnTo>
                  <a:pt x="522046" y="44576"/>
                </a:lnTo>
                <a:lnTo>
                  <a:pt x="525311" y="44576"/>
                </a:lnTo>
                <a:lnTo>
                  <a:pt x="709877" y="302971"/>
                </a:lnTo>
                <a:lnTo>
                  <a:pt x="686625" y="302971"/>
                </a:lnTo>
                <a:lnTo>
                  <a:pt x="680692" y="311276"/>
                </a:lnTo>
                <a:close/>
              </a:path>
              <a:path w="716279" h="622935">
                <a:moveTo>
                  <a:pt x="493471" y="458914"/>
                </a:moveTo>
                <a:lnTo>
                  <a:pt x="0" y="458914"/>
                </a:lnTo>
                <a:lnTo>
                  <a:pt x="0" y="163639"/>
                </a:lnTo>
                <a:lnTo>
                  <a:pt x="493471" y="163639"/>
                </a:lnTo>
                <a:lnTo>
                  <a:pt x="493471" y="177926"/>
                </a:lnTo>
                <a:lnTo>
                  <a:pt x="28575" y="177926"/>
                </a:lnTo>
                <a:lnTo>
                  <a:pt x="14287" y="192214"/>
                </a:lnTo>
                <a:lnTo>
                  <a:pt x="28575" y="192214"/>
                </a:lnTo>
                <a:lnTo>
                  <a:pt x="28575" y="430339"/>
                </a:lnTo>
                <a:lnTo>
                  <a:pt x="14287" y="430339"/>
                </a:lnTo>
                <a:lnTo>
                  <a:pt x="28575" y="444626"/>
                </a:lnTo>
                <a:lnTo>
                  <a:pt x="493471" y="444626"/>
                </a:lnTo>
                <a:lnTo>
                  <a:pt x="493471" y="458914"/>
                </a:lnTo>
                <a:close/>
              </a:path>
              <a:path w="716279" h="622935">
                <a:moveTo>
                  <a:pt x="522046" y="192214"/>
                </a:moveTo>
                <a:lnTo>
                  <a:pt x="28575" y="192214"/>
                </a:lnTo>
                <a:lnTo>
                  <a:pt x="28575" y="177926"/>
                </a:lnTo>
                <a:lnTo>
                  <a:pt x="493471" y="177926"/>
                </a:lnTo>
                <a:lnTo>
                  <a:pt x="507758" y="163639"/>
                </a:lnTo>
                <a:lnTo>
                  <a:pt x="522046" y="163639"/>
                </a:lnTo>
                <a:lnTo>
                  <a:pt x="522046" y="192214"/>
                </a:lnTo>
                <a:close/>
              </a:path>
              <a:path w="716279" h="622935">
                <a:moveTo>
                  <a:pt x="28575" y="192214"/>
                </a:moveTo>
                <a:lnTo>
                  <a:pt x="14287" y="192214"/>
                </a:lnTo>
                <a:lnTo>
                  <a:pt x="28575" y="177926"/>
                </a:lnTo>
                <a:lnTo>
                  <a:pt x="28575" y="192214"/>
                </a:lnTo>
                <a:close/>
              </a:path>
              <a:path w="716279" h="622935">
                <a:moveTo>
                  <a:pt x="686625" y="319582"/>
                </a:moveTo>
                <a:lnTo>
                  <a:pt x="680692" y="311276"/>
                </a:lnTo>
                <a:lnTo>
                  <a:pt x="686625" y="302971"/>
                </a:lnTo>
                <a:lnTo>
                  <a:pt x="686625" y="319582"/>
                </a:lnTo>
                <a:close/>
              </a:path>
              <a:path w="716279" h="622935">
                <a:moveTo>
                  <a:pt x="709877" y="319582"/>
                </a:moveTo>
                <a:lnTo>
                  <a:pt x="686625" y="319582"/>
                </a:lnTo>
                <a:lnTo>
                  <a:pt x="686625" y="302971"/>
                </a:lnTo>
                <a:lnTo>
                  <a:pt x="709877" y="302971"/>
                </a:lnTo>
                <a:lnTo>
                  <a:pt x="715810" y="311276"/>
                </a:lnTo>
                <a:lnTo>
                  <a:pt x="709877" y="319582"/>
                </a:lnTo>
                <a:close/>
              </a:path>
              <a:path w="716279" h="622935">
                <a:moveTo>
                  <a:pt x="525319" y="577976"/>
                </a:moveTo>
                <a:lnTo>
                  <a:pt x="522046" y="577976"/>
                </a:lnTo>
                <a:lnTo>
                  <a:pt x="522046" y="533382"/>
                </a:lnTo>
                <a:lnTo>
                  <a:pt x="680692" y="311276"/>
                </a:lnTo>
                <a:lnTo>
                  <a:pt x="686625" y="319582"/>
                </a:lnTo>
                <a:lnTo>
                  <a:pt x="709877" y="319582"/>
                </a:lnTo>
                <a:lnTo>
                  <a:pt x="525319" y="577976"/>
                </a:lnTo>
                <a:close/>
              </a:path>
              <a:path w="716279" h="622935">
                <a:moveTo>
                  <a:pt x="28575" y="444626"/>
                </a:moveTo>
                <a:lnTo>
                  <a:pt x="14287" y="430339"/>
                </a:lnTo>
                <a:lnTo>
                  <a:pt x="28575" y="430339"/>
                </a:lnTo>
                <a:lnTo>
                  <a:pt x="28575" y="444626"/>
                </a:lnTo>
                <a:close/>
              </a:path>
              <a:path w="716279" h="622935">
                <a:moveTo>
                  <a:pt x="522046" y="458914"/>
                </a:moveTo>
                <a:lnTo>
                  <a:pt x="507758" y="458914"/>
                </a:lnTo>
                <a:lnTo>
                  <a:pt x="493471" y="444626"/>
                </a:lnTo>
                <a:lnTo>
                  <a:pt x="28575" y="444626"/>
                </a:lnTo>
                <a:lnTo>
                  <a:pt x="28575" y="430339"/>
                </a:lnTo>
                <a:lnTo>
                  <a:pt x="522046" y="430339"/>
                </a:lnTo>
                <a:lnTo>
                  <a:pt x="522046" y="458914"/>
                </a:lnTo>
                <a:close/>
              </a:path>
              <a:path w="716279" h="622935">
                <a:moveTo>
                  <a:pt x="493471" y="622566"/>
                </a:moveTo>
                <a:lnTo>
                  <a:pt x="493471" y="444626"/>
                </a:lnTo>
                <a:lnTo>
                  <a:pt x="507758" y="458914"/>
                </a:lnTo>
                <a:lnTo>
                  <a:pt x="522046" y="458914"/>
                </a:lnTo>
                <a:lnTo>
                  <a:pt x="522046" y="533382"/>
                </a:lnTo>
                <a:lnTo>
                  <a:pt x="496125" y="569671"/>
                </a:lnTo>
                <a:lnTo>
                  <a:pt x="522046" y="577976"/>
                </a:lnTo>
                <a:lnTo>
                  <a:pt x="525319" y="577976"/>
                </a:lnTo>
                <a:lnTo>
                  <a:pt x="493471" y="622566"/>
                </a:lnTo>
                <a:close/>
              </a:path>
              <a:path w="716279" h="622935">
                <a:moveTo>
                  <a:pt x="522046" y="577976"/>
                </a:moveTo>
                <a:lnTo>
                  <a:pt x="496125" y="569671"/>
                </a:lnTo>
                <a:lnTo>
                  <a:pt x="522046" y="533382"/>
                </a:lnTo>
                <a:lnTo>
                  <a:pt x="522046" y="577976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1522272" y="1894204"/>
            <a:ext cx="1322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PB</a:t>
            </a:r>
            <a:r>
              <a:rPr sz="2325" b="1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~PB</a:t>
            </a:r>
            <a:r>
              <a:rPr sz="2325" b="1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994041" y="2522537"/>
            <a:ext cx="1108710" cy="2009775"/>
          </a:xfrm>
          <a:custGeom>
            <a:avLst/>
            <a:gdLst/>
            <a:ahLst/>
            <a:cxnLst/>
            <a:rect l="l" t="t" r="r" b="b"/>
            <a:pathLst>
              <a:path w="1108710" h="2009775">
                <a:moveTo>
                  <a:pt x="780948" y="0"/>
                </a:moveTo>
                <a:lnTo>
                  <a:pt x="752373" y="0"/>
                </a:lnTo>
                <a:lnTo>
                  <a:pt x="752373" y="28575"/>
                </a:lnTo>
                <a:lnTo>
                  <a:pt x="752373" y="533400"/>
                </a:lnTo>
                <a:lnTo>
                  <a:pt x="28575" y="533400"/>
                </a:lnTo>
                <a:lnTo>
                  <a:pt x="28575" y="28575"/>
                </a:lnTo>
                <a:lnTo>
                  <a:pt x="752373" y="28575"/>
                </a:lnTo>
                <a:lnTo>
                  <a:pt x="752373" y="0"/>
                </a:lnTo>
                <a:lnTo>
                  <a:pt x="0" y="0"/>
                </a:lnTo>
                <a:lnTo>
                  <a:pt x="0" y="561975"/>
                </a:lnTo>
                <a:lnTo>
                  <a:pt x="780948" y="561975"/>
                </a:lnTo>
                <a:lnTo>
                  <a:pt x="780948" y="547687"/>
                </a:lnTo>
                <a:lnTo>
                  <a:pt x="780948" y="533400"/>
                </a:lnTo>
                <a:lnTo>
                  <a:pt x="780948" y="28575"/>
                </a:lnTo>
                <a:lnTo>
                  <a:pt x="780948" y="14287"/>
                </a:lnTo>
                <a:lnTo>
                  <a:pt x="780948" y="0"/>
                </a:lnTo>
                <a:close/>
              </a:path>
              <a:path w="1108710" h="2009775">
                <a:moveTo>
                  <a:pt x="1108646" y="1981200"/>
                </a:moveTo>
                <a:lnTo>
                  <a:pt x="507365" y="1981200"/>
                </a:lnTo>
                <a:lnTo>
                  <a:pt x="507365" y="1780540"/>
                </a:lnTo>
                <a:lnTo>
                  <a:pt x="507961" y="1780540"/>
                </a:lnTo>
                <a:lnTo>
                  <a:pt x="515327" y="1779270"/>
                </a:lnTo>
                <a:lnTo>
                  <a:pt x="522655" y="1779270"/>
                </a:lnTo>
                <a:lnTo>
                  <a:pt x="558419" y="1772920"/>
                </a:lnTo>
                <a:lnTo>
                  <a:pt x="572274" y="1767840"/>
                </a:lnTo>
                <a:lnTo>
                  <a:pt x="579107" y="1766570"/>
                </a:lnTo>
                <a:lnTo>
                  <a:pt x="592543" y="1761490"/>
                </a:lnTo>
                <a:lnTo>
                  <a:pt x="599135" y="1757680"/>
                </a:lnTo>
                <a:lnTo>
                  <a:pt x="612089" y="1752600"/>
                </a:lnTo>
                <a:lnTo>
                  <a:pt x="648830" y="1729740"/>
                </a:lnTo>
                <a:lnTo>
                  <a:pt x="652691" y="1727200"/>
                </a:lnTo>
                <a:lnTo>
                  <a:pt x="654634" y="1725930"/>
                </a:lnTo>
                <a:lnTo>
                  <a:pt x="660311" y="1720850"/>
                </a:lnTo>
                <a:lnTo>
                  <a:pt x="665975" y="1717040"/>
                </a:lnTo>
                <a:lnTo>
                  <a:pt x="668667" y="1714500"/>
                </a:lnTo>
                <a:lnTo>
                  <a:pt x="676770" y="1706880"/>
                </a:lnTo>
                <a:lnTo>
                  <a:pt x="687197" y="1696720"/>
                </a:lnTo>
                <a:lnTo>
                  <a:pt x="688441" y="1695450"/>
                </a:lnTo>
                <a:lnTo>
                  <a:pt x="697166" y="1686560"/>
                </a:lnTo>
                <a:lnTo>
                  <a:pt x="704545" y="1677670"/>
                </a:lnTo>
                <a:lnTo>
                  <a:pt x="706666" y="1675130"/>
                </a:lnTo>
                <a:lnTo>
                  <a:pt x="715670" y="1663700"/>
                </a:lnTo>
                <a:lnTo>
                  <a:pt x="739597" y="1626870"/>
                </a:lnTo>
                <a:lnTo>
                  <a:pt x="743115" y="1619250"/>
                </a:lnTo>
                <a:lnTo>
                  <a:pt x="746480" y="1612900"/>
                </a:lnTo>
                <a:lnTo>
                  <a:pt x="749719" y="1606550"/>
                </a:lnTo>
                <a:lnTo>
                  <a:pt x="752792" y="1598930"/>
                </a:lnTo>
                <a:lnTo>
                  <a:pt x="755738" y="1592580"/>
                </a:lnTo>
                <a:lnTo>
                  <a:pt x="758520" y="1584960"/>
                </a:lnTo>
                <a:lnTo>
                  <a:pt x="761149" y="1578610"/>
                </a:lnTo>
                <a:lnTo>
                  <a:pt x="763638" y="1570990"/>
                </a:lnTo>
                <a:lnTo>
                  <a:pt x="773645" y="1532890"/>
                </a:lnTo>
                <a:lnTo>
                  <a:pt x="777087" y="1513840"/>
                </a:lnTo>
                <a:lnTo>
                  <a:pt x="777671" y="1510030"/>
                </a:lnTo>
                <a:lnTo>
                  <a:pt x="778662" y="1502410"/>
                </a:lnTo>
                <a:lnTo>
                  <a:pt x="779475" y="1493520"/>
                </a:lnTo>
                <a:lnTo>
                  <a:pt x="780122" y="1485900"/>
                </a:lnTo>
                <a:lnTo>
                  <a:pt x="780199" y="1484630"/>
                </a:lnTo>
                <a:lnTo>
                  <a:pt x="780580" y="1478280"/>
                </a:lnTo>
                <a:lnTo>
                  <a:pt x="780618" y="1477010"/>
                </a:lnTo>
                <a:lnTo>
                  <a:pt x="780859" y="1469390"/>
                </a:lnTo>
                <a:lnTo>
                  <a:pt x="780948" y="1170940"/>
                </a:lnTo>
                <a:lnTo>
                  <a:pt x="780948" y="1156970"/>
                </a:lnTo>
                <a:lnTo>
                  <a:pt x="780948" y="1143000"/>
                </a:lnTo>
                <a:lnTo>
                  <a:pt x="752360" y="1143000"/>
                </a:lnTo>
                <a:lnTo>
                  <a:pt x="752360" y="1170940"/>
                </a:lnTo>
                <a:lnTo>
                  <a:pt x="752297" y="1469390"/>
                </a:lnTo>
                <a:lnTo>
                  <a:pt x="752030" y="1477010"/>
                </a:lnTo>
                <a:lnTo>
                  <a:pt x="752043" y="1475740"/>
                </a:lnTo>
                <a:lnTo>
                  <a:pt x="751598" y="1484630"/>
                </a:lnTo>
                <a:lnTo>
                  <a:pt x="751624" y="1483360"/>
                </a:lnTo>
                <a:lnTo>
                  <a:pt x="751001" y="1490980"/>
                </a:lnTo>
                <a:lnTo>
                  <a:pt x="750252" y="1498600"/>
                </a:lnTo>
                <a:lnTo>
                  <a:pt x="749338" y="1506220"/>
                </a:lnTo>
                <a:lnTo>
                  <a:pt x="748258" y="1513840"/>
                </a:lnTo>
                <a:lnTo>
                  <a:pt x="748309" y="1512570"/>
                </a:lnTo>
                <a:lnTo>
                  <a:pt x="747026" y="1520190"/>
                </a:lnTo>
                <a:lnTo>
                  <a:pt x="745629" y="1527810"/>
                </a:lnTo>
                <a:lnTo>
                  <a:pt x="744093" y="1534160"/>
                </a:lnTo>
                <a:lnTo>
                  <a:pt x="742403" y="1541780"/>
                </a:lnTo>
                <a:lnTo>
                  <a:pt x="740562" y="1548130"/>
                </a:lnTo>
                <a:lnTo>
                  <a:pt x="738568" y="1555750"/>
                </a:lnTo>
                <a:lnTo>
                  <a:pt x="738670" y="1554480"/>
                </a:lnTo>
                <a:lnTo>
                  <a:pt x="736434" y="1562100"/>
                </a:lnTo>
                <a:lnTo>
                  <a:pt x="734161" y="1568450"/>
                </a:lnTo>
                <a:lnTo>
                  <a:pt x="731748" y="1574800"/>
                </a:lnTo>
                <a:lnTo>
                  <a:pt x="729195" y="1581150"/>
                </a:lnTo>
                <a:lnTo>
                  <a:pt x="729322" y="1581150"/>
                </a:lnTo>
                <a:lnTo>
                  <a:pt x="726503" y="1587500"/>
                </a:lnTo>
                <a:lnTo>
                  <a:pt x="726630" y="1587500"/>
                </a:lnTo>
                <a:lnTo>
                  <a:pt x="723684" y="1593850"/>
                </a:lnTo>
                <a:lnTo>
                  <a:pt x="723823" y="1593850"/>
                </a:lnTo>
                <a:lnTo>
                  <a:pt x="720725" y="1600200"/>
                </a:lnTo>
                <a:lnTo>
                  <a:pt x="720877" y="1600200"/>
                </a:lnTo>
                <a:lnTo>
                  <a:pt x="717638" y="1606550"/>
                </a:lnTo>
                <a:lnTo>
                  <a:pt x="717791" y="1606550"/>
                </a:lnTo>
                <a:lnTo>
                  <a:pt x="714438" y="1612900"/>
                </a:lnTo>
                <a:lnTo>
                  <a:pt x="714590" y="1612900"/>
                </a:lnTo>
                <a:lnTo>
                  <a:pt x="711098" y="1619250"/>
                </a:lnTo>
                <a:lnTo>
                  <a:pt x="711263" y="1617980"/>
                </a:lnTo>
                <a:lnTo>
                  <a:pt x="707631" y="1624330"/>
                </a:lnTo>
                <a:lnTo>
                  <a:pt x="707898" y="1624330"/>
                </a:lnTo>
                <a:lnTo>
                  <a:pt x="700265" y="1635760"/>
                </a:lnTo>
                <a:lnTo>
                  <a:pt x="700633" y="1635760"/>
                </a:lnTo>
                <a:lnTo>
                  <a:pt x="692518" y="1647190"/>
                </a:lnTo>
                <a:lnTo>
                  <a:pt x="692912" y="1647190"/>
                </a:lnTo>
                <a:lnTo>
                  <a:pt x="684314" y="1657350"/>
                </a:lnTo>
                <a:lnTo>
                  <a:pt x="684733" y="1657350"/>
                </a:lnTo>
                <a:lnTo>
                  <a:pt x="675678" y="1667510"/>
                </a:lnTo>
                <a:lnTo>
                  <a:pt x="676122" y="1667510"/>
                </a:lnTo>
                <a:lnTo>
                  <a:pt x="666623" y="1677670"/>
                </a:lnTo>
                <a:lnTo>
                  <a:pt x="667105" y="1676400"/>
                </a:lnTo>
                <a:lnTo>
                  <a:pt x="657174" y="1686560"/>
                </a:lnTo>
                <a:lnTo>
                  <a:pt x="657694" y="1685290"/>
                </a:lnTo>
                <a:lnTo>
                  <a:pt x="647357" y="1695450"/>
                </a:lnTo>
                <a:lnTo>
                  <a:pt x="647750" y="1694180"/>
                </a:lnTo>
                <a:lnTo>
                  <a:pt x="642442" y="1699260"/>
                </a:lnTo>
                <a:lnTo>
                  <a:pt x="642708" y="1699260"/>
                </a:lnTo>
                <a:lnTo>
                  <a:pt x="637311" y="1703070"/>
                </a:lnTo>
                <a:lnTo>
                  <a:pt x="637590" y="1703070"/>
                </a:lnTo>
                <a:lnTo>
                  <a:pt x="632091" y="1706880"/>
                </a:lnTo>
                <a:lnTo>
                  <a:pt x="632371" y="1706880"/>
                </a:lnTo>
                <a:lnTo>
                  <a:pt x="626783" y="1710690"/>
                </a:lnTo>
                <a:lnTo>
                  <a:pt x="627075" y="1710690"/>
                </a:lnTo>
                <a:lnTo>
                  <a:pt x="621398" y="1714500"/>
                </a:lnTo>
                <a:lnTo>
                  <a:pt x="621703" y="1713230"/>
                </a:lnTo>
                <a:lnTo>
                  <a:pt x="615924" y="1717040"/>
                </a:lnTo>
                <a:lnTo>
                  <a:pt x="616242" y="1717040"/>
                </a:lnTo>
                <a:lnTo>
                  <a:pt x="610387" y="1720850"/>
                </a:lnTo>
                <a:lnTo>
                  <a:pt x="610704" y="1720850"/>
                </a:lnTo>
                <a:lnTo>
                  <a:pt x="604761" y="1723390"/>
                </a:lnTo>
                <a:lnTo>
                  <a:pt x="605091" y="1723390"/>
                </a:lnTo>
                <a:lnTo>
                  <a:pt x="599071" y="1727200"/>
                </a:lnTo>
                <a:lnTo>
                  <a:pt x="599401" y="1725930"/>
                </a:lnTo>
                <a:lnTo>
                  <a:pt x="593305" y="1729740"/>
                </a:lnTo>
                <a:lnTo>
                  <a:pt x="593648" y="1729740"/>
                </a:lnTo>
                <a:lnTo>
                  <a:pt x="587476" y="1732280"/>
                </a:lnTo>
                <a:lnTo>
                  <a:pt x="587819" y="1732280"/>
                </a:lnTo>
                <a:lnTo>
                  <a:pt x="581571" y="1734820"/>
                </a:lnTo>
                <a:lnTo>
                  <a:pt x="581926" y="1734820"/>
                </a:lnTo>
                <a:lnTo>
                  <a:pt x="575602" y="1737360"/>
                </a:lnTo>
                <a:lnTo>
                  <a:pt x="575957" y="1737360"/>
                </a:lnTo>
                <a:lnTo>
                  <a:pt x="569569" y="1738630"/>
                </a:lnTo>
                <a:lnTo>
                  <a:pt x="569937" y="1738630"/>
                </a:lnTo>
                <a:lnTo>
                  <a:pt x="563473" y="1741170"/>
                </a:lnTo>
                <a:lnTo>
                  <a:pt x="563841" y="1741170"/>
                </a:lnTo>
                <a:lnTo>
                  <a:pt x="557326" y="1742440"/>
                </a:lnTo>
                <a:lnTo>
                  <a:pt x="557695" y="1742440"/>
                </a:lnTo>
                <a:lnTo>
                  <a:pt x="551116" y="1744980"/>
                </a:lnTo>
                <a:lnTo>
                  <a:pt x="551497" y="1744980"/>
                </a:lnTo>
                <a:lnTo>
                  <a:pt x="544842" y="1746250"/>
                </a:lnTo>
                <a:lnTo>
                  <a:pt x="545223" y="1746250"/>
                </a:lnTo>
                <a:lnTo>
                  <a:pt x="538518" y="1747520"/>
                </a:lnTo>
                <a:lnTo>
                  <a:pt x="538911" y="1747520"/>
                </a:lnTo>
                <a:lnTo>
                  <a:pt x="532142" y="1748790"/>
                </a:lnTo>
                <a:lnTo>
                  <a:pt x="532536" y="1748790"/>
                </a:lnTo>
                <a:lnTo>
                  <a:pt x="525716" y="1750060"/>
                </a:lnTo>
                <a:lnTo>
                  <a:pt x="519633" y="1750060"/>
                </a:lnTo>
                <a:lnTo>
                  <a:pt x="512711" y="1751330"/>
                </a:lnTo>
                <a:lnTo>
                  <a:pt x="499935" y="1751330"/>
                </a:lnTo>
                <a:lnTo>
                  <a:pt x="493064" y="1752574"/>
                </a:lnTo>
                <a:lnTo>
                  <a:pt x="486206" y="1751330"/>
                </a:lnTo>
                <a:lnTo>
                  <a:pt x="473430" y="1751330"/>
                </a:lnTo>
                <a:lnTo>
                  <a:pt x="466509" y="1750060"/>
                </a:lnTo>
                <a:lnTo>
                  <a:pt x="460425" y="1750060"/>
                </a:lnTo>
                <a:lnTo>
                  <a:pt x="453605" y="1748790"/>
                </a:lnTo>
                <a:lnTo>
                  <a:pt x="453999" y="1748790"/>
                </a:lnTo>
                <a:lnTo>
                  <a:pt x="447230" y="1747520"/>
                </a:lnTo>
                <a:lnTo>
                  <a:pt x="447624" y="1747520"/>
                </a:lnTo>
                <a:lnTo>
                  <a:pt x="440918" y="1746250"/>
                </a:lnTo>
                <a:lnTo>
                  <a:pt x="441299" y="1746250"/>
                </a:lnTo>
                <a:lnTo>
                  <a:pt x="434657" y="1744980"/>
                </a:lnTo>
                <a:lnTo>
                  <a:pt x="435038" y="1744980"/>
                </a:lnTo>
                <a:lnTo>
                  <a:pt x="428447" y="1742440"/>
                </a:lnTo>
                <a:lnTo>
                  <a:pt x="428815" y="1742440"/>
                </a:lnTo>
                <a:lnTo>
                  <a:pt x="422300" y="1741170"/>
                </a:lnTo>
                <a:lnTo>
                  <a:pt x="422668" y="1741170"/>
                </a:lnTo>
                <a:lnTo>
                  <a:pt x="416204" y="1738630"/>
                </a:lnTo>
                <a:lnTo>
                  <a:pt x="416572" y="1738630"/>
                </a:lnTo>
                <a:lnTo>
                  <a:pt x="410184" y="1737360"/>
                </a:lnTo>
                <a:lnTo>
                  <a:pt x="410540" y="1737360"/>
                </a:lnTo>
                <a:lnTo>
                  <a:pt x="404215" y="1734820"/>
                </a:lnTo>
                <a:lnTo>
                  <a:pt x="404571" y="1734820"/>
                </a:lnTo>
                <a:lnTo>
                  <a:pt x="398322" y="1732280"/>
                </a:lnTo>
                <a:lnTo>
                  <a:pt x="398678" y="1732280"/>
                </a:lnTo>
                <a:lnTo>
                  <a:pt x="392493" y="1729740"/>
                </a:lnTo>
                <a:lnTo>
                  <a:pt x="392836" y="1729740"/>
                </a:lnTo>
                <a:lnTo>
                  <a:pt x="388772" y="1727200"/>
                </a:lnTo>
                <a:lnTo>
                  <a:pt x="386740" y="1725930"/>
                </a:lnTo>
                <a:lnTo>
                  <a:pt x="387070" y="1727200"/>
                </a:lnTo>
                <a:lnTo>
                  <a:pt x="381050" y="1723390"/>
                </a:lnTo>
                <a:lnTo>
                  <a:pt x="381381" y="1723390"/>
                </a:lnTo>
                <a:lnTo>
                  <a:pt x="375437" y="1720850"/>
                </a:lnTo>
                <a:lnTo>
                  <a:pt x="375754" y="1720850"/>
                </a:lnTo>
                <a:lnTo>
                  <a:pt x="369900" y="1717040"/>
                </a:lnTo>
                <a:lnTo>
                  <a:pt x="370217" y="1717040"/>
                </a:lnTo>
                <a:lnTo>
                  <a:pt x="366356" y="1714500"/>
                </a:lnTo>
                <a:lnTo>
                  <a:pt x="364439" y="1713230"/>
                </a:lnTo>
                <a:lnTo>
                  <a:pt x="364744" y="1714500"/>
                </a:lnTo>
                <a:lnTo>
                  <a:pt x="359067" y="1710690"/>
                </a:lnTo>
                <a:lnTo>
                  <a:pt x="359359" y="1710690"/>
                </a:lnTo>
                <a:lnTo>
                  <a:pt x="353771" y="1706880"/>
                </a:lnTo>
                <a:lnTo>
                  <a:pt x="354063" y="1706880"/>
                </a:lnTo>
                <a:lnTo>
                  <a:pt x="348551" y="1703070"/>
                </a:lnTo>
                <a:lnTo>
                  <a:pt x="348843" y="1703070"/>
                </a:lnTo>
                <a:lnTo>
                  <a:pt x="343433" y="1699260"/>
                </a:lnTo>
                <a:lnTo>
                  <a:pt x="343700" y="1699260"/>
                </a:lnTo>
                <a:lnTo>
                  <a:pt x="339712" y="1695450"/>
                </a:lnTo>
                <a:lnTo>
                  <a:pt x="338391" y="1694180"/>
                </a:lnTo>
                <a:lnTo>
                  <a:pt x="338785" y="1695450"/>
                </a:lnTo>
                <a:lnTo>
                  <a:pt x="329742" y="1686560"/>
                </a:lnTo>
                <a:lnTo>
                  <a:pt x="328460" y="1685290"/>
                </a:lnTo>
                <a:lnTo>
                  <a:pt x="328968" y="1686560"/>
                </a:lnTo>
                <a:lnTo>
                  <a:pt x="320268" y="1677670"/>
                </a:lnTo>
                <a:lnTo>
                  <a:pt x="319036" y="1676400"/>
                </a:lnTo>
                <a:lnTo>
                  <a:pt x="319519" y="1677670"/>
                </a:lnTo>
                <a:lnTo>
                  <a:pt x="310019" y="1667510"/>
                </a:lnTo>
                <a:lnTo>
                  <a:pt x="310464" y="1667510"/>
                </a:lnTo>
                <a:lnTo>
                  <a:pt x="301409" y="1657350"/>
                </a:lnTo>
                <a:lnTo>
                  <a:pt x="301840" y="1657350"/>
                </a:lnTo>
                <a:lnTo>
                  <a:pt x="293230" y="1647190"/>
                </a:lnTo>
                <a:lnTo>
                  <a:pt x="293636" y="1647190"/>
                </a:lnTo>
                <a:lnTo>
                  <a:pt x="285508" y="1635760"/>
                </a:lnTo>
                <a:lnTo>
                  <a:pt x="285877" y="1635760"/>
                </a:lnTo>
                <a:lnTo>
                  <a:pt x="278244" y="1624330"/>
                </a:lnTo>
                <a:lnTo>
                  <a:pt x="278511" y="1624330"/>
                </a:lnTo>
                <a:lnTo>
                  <a:pt x="275602" y="1619250"/>
                </a:lnTo>
                <a:lnTo>
                  <a:pt x="274878" y="1617980"/>
                </a:lnTo>
                <a:lnTo>
                  <a:pt x="275043" y="1619250"/>
                </a:lnTo>
                <a:lnTo>
                  <a:pt x="271551" y="1612900"/>
                </a:lnTo>
                <a:lnTo>
                  <a:pt x="271716" y="1612900"/>
                </a:lnTo>
                <a:lnTo>
                  <a:pt x="268351" y="1606550"/>
                </a:lnTo>
                <a:lnTo>
                  <a:pt x="268503" y="1606550"/>
                </a:lnTo>
                <a:lnTo>
                  <a:pt x="265277" y="1600200"/>
                </a:lnTo>
                <a:lnTo>
                  <a:pt x="265417" y="1600200"/>
                </a:lnTo>
                <a:lnTo>
                  <a:pt x="262331" y="1593850"/>
                </a:lnTo>
                <a:lnTo>
                  <a:pt x="262458" y="1593850"/>
                </a:lnTo>
                <a:lnTo>
                  <a:pt x="259511" y="1587500"/>
                </a:lnTo>
                <a:lnTo>
                  <a:pt x="259638" y="1587500"/>
                </a:lnTo>
                <a:lnTo>
                  <a:pt x="256832" y="1581150"/>
                </a:lnTo>
                <a:lnTo>
                  <a:pt x="254279" y="1574800"/>
                </a:lnTo>
                <a:lnTo>
                  <a:pt x="251879" y="1568450"/>
                </a:lnTo>
                <a:lnTo>
                  <a:pt x="249605" y="1562100"/>
                </a:lnTo>
                <a:lnTo>
                  <a:pt x="247853" y="1555750"/>
                </a:lnTo>
                <a:lnTo>
                  <a:pt x="247484" y="1554480"/>
                </a:lnTo>
                <a:lnTo>
                  <a:pt x="247573" y="1555750"/>
                </a:lnTo>
                <a:lnTo>
                  <a:pt x="245503" y="1548130"/>
                </a:lnTo>
                <a:lnTo>
                  <a:pt x="243662" y="1541780"/>
                </a:lnTo>
                <a:lnTo>
                  <a:pt x="241985" y="1534160"/>
                </a:lnTo>
                <a:lnTo>
                  <a:pt x="240449" y="1527810"/>
                </a:lnTo>
                <a:lnTo>
                  <a:pt x="239064" y="1520190"/>
                </a:lnTo>
                <a:lnTo>
                  <a:pt x="238036" y="1513840"/>
                </a:lnTo>
                <a:lnTo>
                  <a:pt x="237832" y="1512570"/>
                </a:lnTo>
                <a:lnTo>
                  <a:pt x="237883" y="1513840"/>
                </a:lnTo>
                <a:lnTo>
                  <a:pt x="236766" y="1506220"/>
                </a:lnTo>
                <a:lnTo>
                  <a:pt x="235851" y="1498600"/>
                </a:lnTo>
                <a:lnTo>
                  <a:pt x="235102" y="1490980"/>
                </a:lnTo>
                <a:lnTo>
                  <a:pt x="234619" y="1484630"/>
                </a:lnTo>
                <a:lnTo>
                  <a:pt x="234518" y="1483360"/>
                </a:lnTo>
                <a:lnTo>
                  <a:pt x="234543" y="1484630"/>
                </a:lnTo>
                <a:lnTo>
                  <a:pt x="234162" y="1477010"/>
                </a:lnTo>
                <a:lnTo>
                  <a:pt x="234099" y="1475740"/>
                </a:lnTo>
                <a:lnTo>
                  <a:pt x="234099" y="1476286"/>
                </a:lnTo>
                <a:lnTo>
                  <a:pt x="234061" y="1475740"/>
                </a:lnTo>
                <a:lnTo>
                  <a:pt x="233845" y="1469390"/>
                </a:lnTo>
                <a:lnTo>
                  <a:pt x="233768" y="1170940"/>
                </a:lnTo>
                <a:lnTo>
                  <a:pt x="752360" y="1170940"/>
                </a:lnTo>
                <a:lnTo>
                  <a:pt x="752360" y="1143000"/>
                </a:lnTo>
                <a:lnTo>
                  <a:pt x="205193" y="1143000"/>
                </a:lnTo>
                <a:lnTo>
                  <a:pt x="205282" y="1469390"/>
                </a:lnTo>
                <a:lnTo>
                  <a:pt x="208483" y="1510030"/>
                </a:lnTo>
                <a:lnTo>
                  <a:pt x="216014" y="1548130"/>
                </a:lnTo>
                <a:lnTo>
                  <a:pt x="227622" y="1584960"/>
                </a:lnTo>
                <a:lnTo>
                  <a:pt x="230416" y="1592580"/>
                </a:lnTo>
                <a:lnTo>
                  <a:pt x="233349" y="1598930"/>
                </a:lnTo>
                <a:lnTo>
                  <a:pt x="236435" y="1606550"/>
                </a:lnTo>
                <a:lnTo>
                  <a:pt x="239661" y="1612900"/>
                </a:lnTo>
                <a:lnTo>
                  <a:pt x="243027" y="1619250"/>
                </a:lnTo>
                <a:lnTo>
                  <a:pt x="246545" y="1626870"/>
                </a:lnTo>
                <a:lnTo>
                  <a:pt x="250202" y="1633220"/>
                </a:lnTo>
                <a:lnTo>
                  <a:pt x="279488" y="1675130"/>
                </a:lnTo>
                <a:lnTo>
                  <a:pt x="309372" y="1706880"/>
                </a:lnTo>
                <a:lnTo>
                  <a:pt x="325818" y="1720850"/>
                </a:lnTo>
                <a:lnTo>
                  <a:pt x="331508" y="1725930"/>
                </a:lnTo>
                <a:lnTo>
                  <a:pt x="367703" y="1748790"/>
                </a:lnTo>
                <a:lnTo>
                  <a:pt x="387007" y="1757680"/>
                </a:lnTo>
                <a:lnTo>
                  <a:pt x="393611" y="1761490"/>
                </a:lnTo>
                <a:lnTo>
                  <a:pt x="407035" y="1766570"/>
                </a:lnTo>
                <a:lnTo>
                  <a:pt x="413867" y="1767840"/>
                </a:lnTo>
                <a:lnTo>
                  <a:pt x="427723" y="1772920"/>
                </a:lnTo>
                <a:lnTo>
                  <a:pt x="463499" y="1779270"/>
                </a:lnTo>
                <a:lnTo>
                  <a:pt x="470814" y="1779270"/>
                </a:lnTo>
                <a:lnTo>
                  <a:pt x="478193" y="1780540"/>
                </a:lnTo>
                <a:lnTo>
                  <a:pt x="478790" y="1780540"/>
                </a:lnTo>
                <a:lnTo>
                  <a:pt x="478790" y="1995487"/>
                </a:lnTo>
                <a:lnTo>
                  <a:pt x="493077" y="1995487"/>
                </a:lnTo>
                <a:lnTo>
                  <a:pt x="493077" y="2009775"/>
                </a:lnTo>
                <a:lnTo>
                  <a:pt x="1108646" y="2009775"/>
                </a:lnTo>
                <a:lnTo>
                  <a:pt x="1108646" y="19812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013244" y="2591117"/>
            <a:ext cx="774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1950" b="1" spc="-15" baseline="-17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endParaRPr sz="1950" baseline="-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71462" y="1871166"/>
            <a:ext cx="3199765" cy="2704465"/>
          </a:xfrm>
          <a:custGeom>
            <a:avLst/>
            <a:gdLst/>
            <a:ahLst/>
            <a:cxnLst/>
            <a:rect l="l" t="t" r="r" b="b"/>
            <a:pathLst>
              <a:path w="3199765" h="2704465">
                <a:moveTo>
                  <a:pt x="610387" y="287045"/>
                </a:moveTo>
                <a:lnTo>
                  <a:pt x="600824" y="277126"/>
                </a:lnTo>
                <a:lnTo>
                  <a:pt x="570699" y="245872"/>
                </a:lnTo>
                <a:lnTo>
                  <a:pt x="570699" y="287045"/>
                </a:lnTo>
                <a:lnTo>
                  <a:pt x="362394" y="503237"/>
                </a:lnTo>
                <a:lnTo>
                  <a:pt x="362394" y="427139"/>
                </a:lnTo>
                <a:lnTo>
                  <a:pt x="362394" y="398564"/>
                </a:lnTo>
                <a:lnTo>
                  <a:pt x="28575" y="398564"/>
                </a:lnTo>
                <a:lnTo>
                  <a:pt x="28575" y="175514"/>
                </a:lnTo>
                <a:lnTo>
                  <a:pt x="362394" y="175514"/>
                </a:lnTo>
                <a:lnTo>
                  <a:pt x="362394" y="146939"/>
                </a:lnTo>
                <a:lnTo>
                  <a:pt x="362394" y="70853"/>
                </a:lnTo>
                <a:lnTo>
                  <a:pt x="570699" y="287045"/>
                </a:lnTo>
                <a:lnTo>
                  <a:pt x="570699" y="245872"/>
                </a:lnTo>
                <a:lnTo>
                  <a:pt x="367944" y="35420"/>
                </a:lnTo>
                <a:lnTo>
                  <a:pt x="333819" y="0"/>
                </a:lnTo>
                <a:lnTo>
                  <a:pt x="333819" y="146939"/>
                </a:lnTo>
                <a:lnTo>
                  <a:pt x="0" y="146939"/>
                </a:lnTo>
                <a:lnTo>
                  <a:pt x="0" y="427139"/>
                </a:lnTo>
                <a:lnTo>
                  <a:pt x="333819" y="427139"/>
                </a:lnTo>
                <a:lnTo>
                  <a:pt x="333819" y="574078"/>
                </a:lnTo>
                <a:lnTo>
                  <a:pt x="367944" y="538657"/>
                </a:lnTo>
                <a:lnTo>
                  <a:pt x="600837" y="296951"/>
                </a:lnTo>
                <a:lnTo>
                  <a:pt x="610387" y="287045"/>
                </a:lnTo>
                <a:close/>
              </a:path>
              <a:path w="3199765" h="2704465">
                <a:moveTo>
                  <a:pt x="1093139" y="1199057"/>
                </a:moveTo>
                <a:lnTo>
                  <a:pt x="1064564" y="1199057"/>
                </a:lnTo>
                <a:lnTo>
                  <a:pt x="1064564" y="1808657"/>
                </a:lnTo>
                <a:lnTo>
                  <a:pt x="1093139" y="1808657"/>
                </a:lnTo>
                <a:lnTo>
                  <a:pt x="1093139" y="1199057"/>
                </a:lnTo>
                <a:close/>
              </a:path>
              <a:path w="3199765" h="2704465">
                <a:moveTo>
                  <a:pt x="1831225" y="1489570"/>
                </a:moveTo>
                <a:lnTo>
                  <a:pt x="1352448" y="1489570"/>
                </a:lnTo>
                <a:lnTo>
                  <a:pt x="1352448" y="1503857"/>
                </a:lnTo>
                <a:lnTo>
                  <a:pt x="1338160" y="1503857"/>
                </a:lnTo>
                <a:lnTo>
                  <a:pt x="1338160" y="1808657"/>
                </a:lnTo>
                <a:lnTo>
                  <a:pt x="1366723" y="1808657"/>
                </a:lnTo>
                <a:lnTo>
                  <a:pt x="1366723" y="1518145"/>
                </a:lnTo>
                <a:lnTo>
                  <a:pt x="1831225" y="1518145"/>
                </a:lnTo>
                <a:lnTo>
                  <a:pt x="1831225" y="1489570"/>
                </a:lnTo>
                <a:close/>
              </a:path>
              <a:path w="3199765" h="2704465">
                <a:moveTo>
                  <a:pt x="3199180" y="2646857"/>
                </a:moveTo>
                <a:lnTo>
                  <a:pt x="3161080" y="2627807"/>
                </a:lnTo>
                <a:lnTo>
                  <a:pt x="3084880" y="2589707"/>
                </a:lnTo>
                <a:lnTo>
                  <a:pt x="3084880" y="2627807"/>
                </a:lnTo>
                <a:lnTo>
                  <a:pt x="2515209" y="2627807"/>
                </a:lnTo>
                <a:lnTo>
                  <a:pt x="2515209" y="2665907"/>
                </a:lnTo>
                <a:lnTo>
                  <a:pt x="3084880" y="2665907"/>
                </a:lnTo>
                <a:lnTo>
                  <a:pt x="3084880" y="2704007"/>
                </a:lnTo>
                <a:lnTo>
                  <a:pt x="3161080" y="2665907"/>
                </a:lnTo>
                <a:lnTo>
                  <a:pt x="3199180" y="2646857"/>
                </a:lnTo>
                <a:close/>
              </a:path>
              <a:path w="3199765" h="2704465">
                <a:moveTo>
                  <a:pt x="3199180" y="1503857"/>
                </a:moveTo>
                <a:lnTo>
                  <a:pt x="3161080" y="1484807"/>
                </a:lnTo>
                <a:lnTo>
                  <a:pt x="3084880" y="1446707"/>
                </a:lnTo>
                <a:lnTo>
                  <a:pt x="3084880" y="1484807"/>
                </a:lnTo>
                <a:lnTo>
                  <a:pt x="2515209" y="1484807"/>
                </a:lnTo>
                <a:lnTo>
                  <a:pt x="2515209" y="1522907"/>
                </a:lnTo>
                <a:lnTo>
                  <a:pt x="3084880" y="1522907"/>
                </a:lnTo>
                <a:lnTo>
                  <a:pt x="3084880" y="1561007"/>
                </a:lnTo>
                <a:lnTo>
                  <a:pt x="3161080" y="1522907"/>
                </a:lnTo>
                <a:lnTo>
                  <a:pt x="3199180" y="1503857"/>
                </a:lnTo>
                <a:close/>
              </a:path>
              <a:path w="3199765" h="2704465">
                <a:moveTo>
                  <a:pt x="3199180" y="951407"/>
                </a:moveTo>
                <a:lnTo>
                  <a:pt x="2629497" y="951407"/>
                </a:lnTo>
                <a:lnTo>
                  <a:pt x="2629497" y="913307"/>
                </a:lnTo>
                <a:lnTo>
                  <a:pt x="2515197" y="970457"/>
                </a:lnTo>
                <a:lnTo>
                  <a:pt x="2629497" y="1027607"/>
                </a:lnTo>
                <a:lnTo>
                  <a:pt x="2629497" y="989507"/>
                </a:lnTo>
                <a:lnTo>
                  <a:pt x="3199180" y="989507"/>
                </a:lnTo>
                <a:lnTo>
                  <a:pt x="3199180" y="951407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524630" y="2580004"/>
            <a:ext cx="880744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ACK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46355">
              <a:lnSpc>
                <a:spcPct val="100000"/>
              </a:lnSpc>
              <a:spcBef>
                <a:spcPts val="192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OBF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568801" y="4256404"/>
            <a:ext cx="930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325" b="1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607434" y="2646362"/>
            <a:ext cx="684530" cy="28575"/>
          </a:xfrm>
          <a:custGeom>
            <a:avLst/>
            <a:gdLst/>
            <a:ahLst/>
            <a:cxnLst/>
            <a:rect l="l" t="t" r="r" b="b"/>
            <a:pathLst>
              <a:path w="684529" h="28575">
                <a:moveTo>
                  <a:pt x="683971" y="28575"/>
                </a:moveTo>
                <a:lnTo>
                  <a:pt x="0" y="28575"/>
                </a:lnTo>
                <a:lnTo>
                  <a:pt x="0" y="0"/>
                </a:lnTo>
                <a:lnTo>
                  <a:pt x="683971" y="0"/>
                </a:lnTo>
                <a:lnTo>
                  <a:pt x="683971" y="28575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607434" y="3246437"/>
            <a:ext cx="684530" cy="28575"/>
          </a:xfrm>
          <a:custGeom>
            <a:avLst/>
            <a:gdLst/>
            <a:ahLst/>
            <a:cxnLst/>
            <a:rect l="l" t="t" r="r" b="b"/>
            <a:pathLst>
              <a:path w="684529" h="28575">
                <a:moveTo>
                  <a:pt x="683971" y="28575"/>
                </a:moveTo>
                <a:lnTo>
                  <a:pt x="0" y="28575"/>
                </a:lnTo>
                <a:lnTo>
                  <a:pt x="0" y="0"/>
                </a:lnTo>
                <a:lnTo>
                  <a:pt x="683971" y="0"/>
                </a:lnTo>
                <a:lnTo>
                  <a:pt x="683971" y="28575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52" y="1552575"/>
            <a:ext cx="87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~D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3350" y="3217862"/>
            <a:ext cx="700087" cy="127000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212090" y="2811462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WR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207962" y="2854325"/>
            <a:ext cx="541655" cy="28575"/>
          </a:xfrm>
          <a:custGeom>
            <a:avLst/>
            <a:gdLst/>
            <a:ahLst/>
            <a:cxnLst/>
            <a:rect l="l" t="t" r="r" b="b"/>
            <a:pathLst>
              <a:path w="541655" h="28575">
                <a:moveTo>
                  <a:pt x="541337" y="28575"/>
                </a:moveTo>
                <a:lnTo>
                  <a:pt x="0" y="28575"/>
                </a:lnTo>
                <a:lnTo>
                  <a:pt x="0" y="0"/>
                </a:lnTo>
                <a:lnTo>
                  <a:pt x="541337" y="0"/>
                </a:lnTo>
                <a:lnTo>
                  <a:pt x="541337" y="28575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07402" y="5277167"/>
            <a:ext cx="63544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solidFill>
                  <a:srgbClr val="0000CC"/>
                </a:solidFill>
                <a:latin typeface="Noto Serif CJK JP"/>
                <a:cs typeface="Noto Serif CJK JP"/>
              </a:rPr>
              <a:t>可通过对</a:t>
            </a:r>
            <a:r>
              <a:rPr sz="28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PC2</a:t>
            </a:r>
            <a:r>
              <a:rPr sz="2800" spc="-30" dirty="0">
                <a:solidFill>
                  <a:srgbClr val="0000CC"/>
                </a:solidFill>
                <a:latin typeface="Noto Serif CJK JP"/>
                <a:cs typeface="Noto Serif CJK JP"/>
              </a:rPr>
              <a:t>置位或复位来设置</a:t>
            </a:r>
            <a:r>
              <a:rPr sz="28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2700" spc="-15" baseline="-17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8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800">
              <a:latin typeface="Noto Serif CJK JP"/>
              <a:cs typeface="Noto Serif CJK JP"/>
            </a:endParaRP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04912" y="1738312"/>
            <a:ext cx="7866380" cy="4647565"/>
            <a:chOff x="1204912" y="1738312"/>
            <a:chExt cx="7866380" cy="4647565"/>
          </a:xfrm>
        </p:grpSpPr>
        <p:sp>
          <p:nvSpPr>
            <p:cNvPr id="3" name="object 3"/>
            <p:cNvSpPr/>
            <p:nvPr/>
          </p:nvSpPr>
          <p:spPr>
            <a:xfrm>
              <a:off x="1219200" y="1752600"/>
              <a:ext cx="2133600" cy="4572000"/>
            </a:xfrm>
            <a:custGeom>
              <a:avLst/>
              <a:gdLst/>
              <a:ahLst/>
              <a:cxnLst/>
              <a:rect l="l" t="t" r="r" b="b"/>
              <a:pathLst>
                <a:path w="2133600" h="4572000">
                  <a:moveTo>
                    <a:pt x="2133600" y="4572000"/>
                  </a:moveTo>
                  <a:lnTo>
                    <a:pt x="0" y="4572000"/>
                  </a:lnTo>
                  <a:lnTo>
                    <a:pt x="0" y="0"/>
                  </a:lnTo>
                  <a:lnTo>
                    <a:pt x="2133600" y="0"/>
                  </a:lnTo>
                  <a:lnTo>
                    <a:pt x="2133600" y="4572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04912" y="1738312"/>
              <a:ext cx="2162175" cy="4600575"/>
            </a:xfrm>
            <a:custGeom>
              <a:avLst/>
              <a:gdLst/>
              <a:ahLst/>
              <a:cxnLst/>
              <a:rect l="l" t="t" r="r" b="b"/>
              <a:pathLst>
                <a:path w="2162175" h="4600575">
                  <a:moveTo>
                    <a:pt x="2162175" y="4600575"/>
                  </a:moveTo>
                  <a:lnTo>
                    <a:pt x="0" y="4600575"/>
                  </a:lnTo>
                  <a:lnTo>
                    <a:pt x="0" y="0"/>
                  </a:lnTo>
                  <a:lnTo>
                    <a:pt x="2162175" y="0"/>
                  </a:lnTo>
                  <a:lnTo>
                    <a:pt x="2162175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572000"/>
                  </a:lnTo>
                  <a:lnTo>
                    <a:pt x="14287" y="4572000"/>
                  </a:lnTo>
                  <a:lnTo>
                    <a:pt x="28575" y="4586287"/>
                  </a:lnTo>
                  <a:lnTo>
                    <a:pt x="2162175" y="4586287"/>
                  </a:lnTo>
                  <a:lnTo>
                    <a:pt x="2162175" y="4600575"/>
                  </a:lnTo>
                  <a:close/>
                </a:path>
                <a:path w="2162175" h="460057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2162175" h="4600575">
                  <a:moveTo>
                    <a:pt x="2133600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2133600" y="14287"/>
                  </a:lnTo>
                  <a:lnTo>
                    <a:pt x="2133600" y="28575"/>
                  </a:lnTo>
                  <a:close/>
                </a:path>
                <a:path w="2162175" h="4600575">
                  <a:moveTo>
                    <a:pt x="2133600" y="4586287"/>
                  </a:moveTo>
                  <a:lnTo>
                    <a:pt x="2133600" y="14287"/>
                  </a:lnTo>
                  <a:lnTo>
                    <a:pt x="2147887" y="28575"/>
                  </a:lnTo>
                  <a:lnTo>
                    <a:pt x="2162175" y="28575"/>
                  </a:lnTo>
                  <a:lnTo>
                    <a:pt x="2162175" y="4572000"/>
                  </a:lnTo>
                  <a:lnTo>
                    <a:pt x="2147887" y="4572000"/>
                  </a:lnTo>
                  <a:lnTo>
                    <a:pt x="2133600" y="4586287"/>
                  </a:lnTo>
                  <a:close/>
                </a:path>
                <a:path w="2162175" h="4600575">
                  <a:moveTo>
                    <a:pt x="2162175" y="28575"/>
                  </a:moveTo>
                  <a:lnTo>
                    <a:pt x="2147887" y="28575"/>
                  </a:lnTo>
                  <a:lnTo>
                    <a:pt x="2133600" y="14287"/>
                  </a:lnTo>
                  <a:lnTo>
                    <a:pt x="2162175" y="14287"/>
                  </a:lnTo>
                  <a:lnTo>
                    <a:pt x="2162175" y="28575"/>
                  </a:lnTo>
                  <a:close/>
                </a:path>
                <a:path w="2162175" h="4600575">
                  <a:moveTo>
                    <a:pt x="28575" y="4586287"/>
                  </a:moveTo>
                  <a:lnTo>
                    <a:pt x="14287" y="4572000"/>
                  </a:lnTo>
                  <a:lnTo>
                    <a:pt x="28575" y="4572000"/>
                  </a:lnTo>
                  <a:lnTo>
                    <a:pt x="28575" y="4586287"/>
                  </a:lnTo>
                  <a:close/>
                </a:path>
                <a:path w="2162175" h="4600575">
                  <a:moveTo>
                    <a:pt x="2133600" y="4586287"/>
                  </a:moveTo>
                  <a:lnTo>
                    <a:pt x="28575" y="4586287"/>
                  </a:lnTo>
                  <a:lnTo>
                    <a:pt x="28575" y="4572000"/>
                  </a:lnTo>
                  <a:lnTo>
                    <a:pt x="2133600" y="4572000"/>
                  </a:lnTo>
                  <a:lnTo>
                    <a:pt x="2133600" y="4586287"/>
                  </a:lnTo>
                  <a:close/>
                </a:path>
                <a:path w="2162175" h="4600575">
                  <a:moveTo>
                    <a:pt x="2162175" y="4586287"/>
                  </a:moveTo>
                  <a:lnTo>
                    <a:pt x="2133600" y="4586287"/>
                  </a:lnTo>
                  <a:lnTo>
                    <a:pt x="2147887" y="4572000"/>
                  </a:lnTo>
                  <a:lnTo>
                    <a:pt x="2162175" y="4572000"/>
                  </a:lnTo>
                  <a:lnTo>
                    <a:pt x="2162175" y="458628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54808" y="2545080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5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0012" y="25304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4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4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4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4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654808" y="3154680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5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40012" y="31400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4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4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4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4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57855" y="5564123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5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43187" y="5549900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4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4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4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4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4398" y="917105"/>
            <a:ext cx="8221345" cy="720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仅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口可以作为数据口工作在方式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，该方式相当于是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口方式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ts val="2735"/>
              </a:lnSpc>
            </a:pP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输入和方式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输出两种方式的组合。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14625" y="5512752"/>
            <a:ext cx="581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3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41842" y="1871979"/>
            <a:ext cx="1276350" cy="1012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PA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~PA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707390">
              <a:lnSpc>
                <a:spcPct val="100000"/>
              </a:lnSpc>
              <a:spcBef>
                <a:spcPts val="201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6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81112" y="2576512"/>
            <a:ext cx="1310005" cy="3228975"/>
          </a:xfrm>
          <a:custGeom>
            <a:avLst/>
            <a:gdLst/>
            <a:ahLst/>
            <a:cxnLst/>
            <a:rect l="l" t="t" r="r" b="b"/>
            <a:pathLst>
              <a:path w="1310005" h="3228975">
                <a:moveTo>
                  <a:pt x="714375" y="990600"/>
                </a:moveTo>
                <a:lnTo>
                  <a:pt x="685787" y="990600"/>
                </a:lnTo>
                <a:lnTo>
                  <a:pt x="685787" y="1018540"/>
                </a:lnTo>
                <a:lnTo>
                  <a:pt x="685723" y="1198880"/>
                </a:lnTo>
                <a:lnTo>
                  <a:pt x="685431" y="1203960"/>
                </a:lnTo>
                <a:lnTo>
                  <a:pt x="685482" y="1202690"/>
                </a:lnTo>
                <a:lnTo>
                  <a:pt x="684987" y="1207770"/>
                </a:lnTo>
                <a:lnTo>
                  <a:pt x="684364" y="1212850"/>
                </a:lnTo>
                <a:lnTo>
                  <a:pt x="684453" y="1211580"/>
                </a:lnTo>
                <a:lnTo>
                  <a:pt x="683590" y="1216660"/>
                </a:lnTo>
                <a:lnTo>
                  <a:pt x="683691" y="1215390"/>
                </a:lnTo>
                <a:lnTo>
                  <a:pt x="682637" y="1220470"/>
                </a:lnTo>
                <a:lnTo>
                  <a:pt x="682764" y="1220470"/>
                </a:lnTo>
                <a:lnTo>
                  <a:pt x="681520" y="1224280"/>
                </a:lnTo>
                <a:lnTo>
                  <a:pt x="681672" y="1224280"/>
                </a:lnTo>
                <a:lnTo>
                  <a:pt x="680237" y="1229360"/>
                </a:lnTo>
                <a:lnTo>
                  <a:pt x="680402" y="1228090"/>
                </a:lnTo>
                <a:lnTo>
                  <a:pt x="678789" y="1233170"/>
                </a:lnTo>
                <a:lnTo>
                  <a:pt x="678967" y="1233170"/>
                </a:lnTo>
                <a:lnTo>
                  <a:pt x="677176" y="1236980"/>
                </a:lnTo>
                <a:lnTo>
                  <a:pt x="677379" y="1236980"/>
                </a:lnTo>
                <a:lnTo>
                  <a:pt x="675411" y="1240790"/>
                </a:lnTo>
                <a:lnTo>
                  <a:pt x="675627" y="1240790"/>
                </a:lnTo>
                <a:lnTo>
                  <a:pt x="673481" y="1245870"/>
                </a:lnTo>
                <a:lnTo>
                  <a:pt x="673709" y="1244600"/>
                </a:lnTo>
                <a:lnTo>
                  <a:pt x="671398" y="1249680"/>
                </a:lnTo>
                <a:lnTo>
                  <a:pt x="671626" y="1248410"/>
                </a:lnTo>
                <a:lnTo>
                  <a:pt x="669150" y="1253490"/>
                </a:lnTo>
                <a:lnTo>
                  <a:pt x="669391" y="1252220"/>
                </a:lnTo>
                <a:lnTo>
                  <a:pt x="666737" y="1257300"/>
                </a:lnTo>
                <a:lnTo>
                  <a:pt x="666991" y="1257300"/>
                </a:lnTo>
                <a:lnTo>
                  <a:pt x="664171" y="1261110"/>
                </a:lnTo>
                <a:lnTo>
                  <a:pt x="664552" y="1261110"/>
                </a:lnTo>
                <a:lnTo>
                  <a:pt x="658456" y="1268730"/>
                </a:lnTo>
                <a:lnTo>
                  <a:pt x="658977" y="1268730"/>
                </a:lnTo>
                <a:lnTo>
                  <a:pt x="652246" y="1276350"/>
                </a:lnTo>
                <a:lnTo>
                  <a:pt x="652780" y="1276350"/>
                </a:lnTo>
                <a:lnTo>
                  <a:pt x="645452" y="1283970"/>
                </a:lnTo>
                <a:lnTo>
                  <a:pt x="645985" y="1282700"/>
                </a:lnTo>
                <a:lnTo>
                  <a:pt x="638060" y="1291590"/>
                </a:lnTo>
                <a:lnTo>
                  <a:pt x="638606" y="1290320"/>
                </a:lnTo>
                <a:lnTo>
                  <a:pt x="630097" y="1297940"/>
                </a:lnTo>
                <a:lnTo>
                  <a:pt x="630643" y="1297940"/>
                </a:lnTo>
                <a:lnTo>
                  <a:pt x="621588" y="1304290"/>
                </a:lnTo>
                <a:lnTo>
                  <a:pt x="622122" y="1304290"/>
                </a:lnTo>
                <a:lnTo>
                  <a:pt x="612546" y="1310640"/>
                </a:lnTo>
                <a:lnTo>
                  <a:pt x="613067" y="1310640"/>
                </a:lnTo>
                <a:lnTo>
                  <a:pt x="602983" y="1316990"/>
                </a:lnTo>
                <a:lnTo>
                  <a:pt x="603504" y="1316990"/>
                </a:lnTo>
                <a:lnTo>
                  <a:pt x="592912" y="1323340"/>
                </a:lnTo>
                <a:lnTo>
                  <a:pt x="593420" y="1323340"/>
                </a:lnTo>
                <a:lnTo>
                  <a:pt x="582371" y="1329690"/>
                </a:lnTo>
                <a:lnTo>
                  <a:pt x="582866" y="1328420"/>
                </a:lnTo>
                <a:lnTo>
                  <a:pt x="571360" y="1334770"/>
                </a:lnTo>
                <a:lnTo>
                  <a:pt x="571855" y="1334770"/>
                </a:lnTo>
                <a:lnTo>
                  <a:pt x="559904" y="1339850"/>
                </a:lnTo>
                <a:lnTo>
                  <a:pt x="560387" y="1339850"/>
                </a:lnTo>
                <a:lnTo>
                  <a:pt x="548017" y="1344930"/>
                </a:lnTo>
                <a:lnTo>
                  <a:pt x="548500" y="1343660"/>
                </a:lnTo>
                <a:lnTo>
                  <a:pt x="535736" y="1348740"/>
                </a:lnTo>
                <a:lnTo>
                  <a:pt x="536219" y="1348740"/>
                </a:lnTo>
                <a:lnTo>
                  <a:pt x="523074" y="1352550"/>
                </a:lnTo>
                <a:lnTo>
                  <a:pt x="523544" y="1352550"/>
                </a:lnTo>
                <a:lnTo>
                  <a:pt x="510044" y="1356360"/>
                </a:lnTo>
                <a:lnTo>
                  <a:pt x="510514" y="1356360"/>
                </a:lnTo>
                <a:lnTo>
                  <a:pt x="496671" y="1360170"/>
                </a:lnTo>
                <a:lnTo>
                  <a:pt x="497128" y="1360170"/>
                </a:lnTo>
                <a:lnTo>
                  <a:pt x="482968" y="1362710"/>
                </a:lnTo>
                <a:lnTo>
                  <a:pt x="483425" y="1362710"/>
                </a:lnTo>
                <a:lnTo>
                  <a:pt x="468960" y="1365250"/>
                </a:lnTo>
                <a:lnTo>
                  <a:pt x="469417" y="1365250"/>
                </a:lnTo>
                <a:lnTo>
                  <a:pt x="454672" y="1367790"/>
                </a:lnTo>
                <a:lnTo>
                  <a:pt x="455129" y="1367790"/>
                </a:lnTo>
                <a:lnTo>
                  <a:pt x="440118" y="1369060"/>
                </a:lnTo>
                <a:lnTo>
                  <a:pt x="440575" y="1369060"/>
                </a:lnTo>
                <a:lnTo>
                  <a:pt x="425323" y="1370330"/>
                </a:lnTo>
                <a:lnTo>
                  <a:pt x="403047" y="1370330"/>
                </a:lnTo>
                <a:lnTo>
                  <a:pt x="395287" y="1371587"/>
                </a:lnTo>
                <a:lnTo>
                  <a:pt x="387527" y="1370330"/>
                </a:lnTo>
                <a:lnTo>
                  <a:pt x="365239" y="1370330"/>
                </a:lnTo>
                <a:lnTo>
                  <a:pt x="349999" y="1369060"/>
                </a:lnTo>
                <a:lnTo>
                  <a:pt x="350456" y="1369060"/>
                </a:lnTo>
                <a:lnTo>
                  <a:pt x="335445" y="1367790"/>
                </a:lnTo>
                <a:lnTo>
                  <a:pt x="335902" y="1367790"/>
                </a:lnTo>
                <a:lnTo>
                  <a:pt x="321157" y="1365250"/>
                </a:lnTo>
                <a:lnTo>
                  <a:pt x="321614" y="1365250"/>
                </a:lnTo>
                <a:lnTo>
                  <a:pt x="307149" y="1362710"/>
                </a:lnTo>
                <a:lnTo>
                  <a:pt x="307606" y="1362710"/>
                </a:lnTo>
                <a:lnTo>
                  <a:pt x="293446" y="1360170"/>
                </a:lnTo>
                <a:lnTo>
                  <a:pt x="293903" y="1360170"/>
                </a:lnTo>
                <a:lnTo>
                  <a:pt x="280060" y="1356360"/>
                </a:lnTo>
                <a:lnTo>
                  <a:pt x="280530" y="1356360"/>
                </a:lnTo>
                <a:lnTo>
                  <a:pt x="267030" y="1352550"/>
                </a:lnTo>
                <a:lnTo>
                  <a:pt x="267500" y="1352550"/>
                </a:lnTo>
                <a:lnTo>
                  <a:pt x="254355" y="1348740"/>
                </a:lnTo>
                <a:lnTo>
                  <a:pt x="254838" y="1348740"/>
                </a:lnTo>
                <a:lnTo>
                  <a:pt x="245262" y="1344930"/>
                </a:lnTo>
                <a:lnTo>
                  <a:pt x="242074" y="1343660"/>
                </a:lnTo>
                <a:lnTo>
                  <a:pt x="242557" y="1344930"/>
                </a:lnTo>
                <a:lnTo>
                  <a:pt x="230187" y="1339850"/>
                </a:lnTo>
                <a:lnTo>
                  <a:pt x="230670" y="1339850"/>
                </a:lnTo>
                <a:lnTo>
                  <a:pt x="218719" y="1334770"/>
                </a:lnTo>
                <a:lnTo>
                  <a:pt x="219214" y="1334770"/>
                </a:lnTo>
                <a:lnTo>
                  <a:pt x="210007" y="1329690"/>
                </a:lnTo>
                <a:lnTo>
                  <a:pt x="207708" y="1328420"/>
                </a:lnTo>
                <a:lnTo>
                  <a:pt x="208203" y="1329690"/>
                </a:lnTo>
                <a:lnTo>
                  <a:pt x="197154" y="1323340"/>
                </a:lnTo>
                <a:lnTo>
                  <a:pt x="197662" y="1323340"/>
                </a:lnTo>
                <a:lnTo>
                  <a:pt x="187071" y="1316990"/>
                </a:lnTo>
                <a:lnTo>
                  <a:pt x="187591" y="1316990"/>
                </a:lnTo>
                <a:lnTo>
                  <a:pt x="177507" y="1310640"/>
                </a:lnTo>
                <a:lnTo>
                  <a:pt x="178028" y="1310640"/>
                </a:lnTo>
                <a:lnTo>
                  <a:pt x="168452" y="1304290"/>
                </a:lnTo>
                <a:lnTo>
                  <a:pt x="168986" y="1304290"/>
                </a:lnTo>
                <a:lnTo>
                  <a:pt x="159931" y="1297940"/>
                </a:lnTo>
                <a:lnTo>
                  <a:pt x="160477" y="1297940"/>
                </a:lnTo>
                <a:lnTo>
                  <a:pt x="153390" y="1291590"/>
                </a:lnTo>
                <a:lnTo>
                  <a:pt x="151980" y="1290320"/>
                </a:lnTo>
                <a:lnTo>
                  <a:pt x="152514" y="1291590"/>
                </a:lnTo>
                <a:lnTo>
                  <a:pt x="145719" y="1283970"/>
                </a:lnTo>
                <a:lnTo>
                  <a:pt x="144589" y="1282700"/>
                </a:lnTo>
                <a:lnTo>
                  <a:pt x="145122" y="1283970"/>
                </a:lnTo>
                <a:lnTo>
                  <a:pt x="137795" y="1276350"/>
                </a:lnTo>
                <a:lnTo>
                  <a:pt x="138328" y="1276350"/>
                </a:lnTo>
                <a:lnTo>
                  <a:pt x="131597" y="1268730"/>
                </a:lnTo>
                <a:lnTo>
                  <a:pt x="132118" y="1268730"/>
                </a:lnTo>
                <a:lnTo>
                  <a:pt x="126022" y="1261110"/>
                </a:lnTo>
                <a:lnTo>
                  <a:pt x="126403" y="1261110"/>
                </a:lnTo>
                <a:lnTo>
                  <a:pt x="123583" y="1257300"/>
                </a:lnTo>
                <a:lnTo>
                  <a:pt x="123837" y="1257300"/>
                </a:lnTo>
                <a:lnTo>
                  <a:pt x="121843" y="1253490"/>
                </a:lnTo>
                <a:lnTo>
                  <a:pt x="121183" y="1252220"/>
                </a:lnTo>
                <a:lnTo>
                  <a:pt x="121424" y="1253490"/>
                </a:lnTo>
                <a:lnTo>
                  <a:pt x="119557" y="1249680"/>
                </a:lnTo>
                <a:lnTo>
                  <a:pt x="118948" y="1248410"/>
                </a:lnTo>
                <a:lnTo>
                  <a:pt x="119176" y="1249680"/>
                </a:lnTo>
                <a:lnTo>
                  <a:pt x="117436" y="1245870"/>
                </a:lnTo>
                <a:lnTo>
                  <a:pt x="116865" y="1244600"/>
                </a:lnTo>
                <a:lnTo>
                  <a:pt x="117094" y="1245870"/>
                </a:lnTo>
                <a:lnTo>
                  <a:pt x="114947" y="1240790"/>
                </a:lnTo>
                <a:lnTo>
                  <a:pt x="115163" y="1240790"/>
                </a:lnTo>
                <a:lnTo>
                  <a:pt x="113195" y="1236980"/>
                </a:lnTo>
                <a:lnTo>
                  <a:pt x="113398" y="1236980"/>
                </a:lnTo>
                <a:lnTo>
                  <a:pt x="111607" y="1233170"/>
                </a:lnTo>
                <a:lnTo>
                  <a:pt x="111785" y="1233170"/>
                </a:lnTo>
                <a:lnTo>
                  <a:pt x="110566" y="1229360"/>
                </a:lnTo>
                <a:lnTo>
                  <a:pt x="110172" y="1228090"/>
                </a:lnTo>
                <a:lnTo>
                  <a:pt x="110337" y="1229360"/>
                </a:lnTo>
                <a:lnTo>
                  <a:pt x="108902" y="1224280"/>
                </a:lnTo>
                <a:lnTo>
                  <a:pt x="109054" y="1224280"/>
                </a:lnTo>
                <a:lnTo>
                  <a:pt x="107810" y="1220470"/>
                </a:lnTo>
                <a:lnTo>
                  <a:pt x="107937" y="1220470"/>
                </a:lnTo>
                <a:lnTo>
                  <a:pt x="107137" y="1216660"/>
                </a:lnTo>
                <a:lnTo>
                  <a:pt x="106883" y="1215390"/>
                </a:lnTo>
                <a:lnTo>
                  <a:pt x="106984" y="1216660"/>
                </a:lnTo>
                <a:lnTo>
                  <a:pt x="106337" y="1212850"/>
                </a:lnTo>
                <a:lnTo>
                  <a:pt x="106121" y="1211580"/>
                </a:lnTo>
                <a:lnTo>
                  <a:pt x="106210" y="1212850"/>
                </a:lnTo>
                <a:lnTo>
                  <a:pt x="105524" y="1207770"/>
                </a:lnTo>
                <a:lnTo>
                  <a:pt x="105206" y="1203960"/>
                </a:lnTo>
                <a:lnTo>
                  <a:pt x="105092" y="1202690"/>
                </a:lnTo>
                <a:lnTo>
                  <a:pt x="105143" y="1203960"/>
                </a:lnTo>
                <a:lnTo>
                  <a:pt x="104851" y="1198880"/>
                </a:lnTo>
                <a:lnTo>
                  <a:pt x="104775" y="1018540"/>
                </a:lnTo>
                <a:lnTo>
                  <a:pt x="685787" y="1018540"/>
                </a:lnTo>
                <a:lnTo>
                  <a:pt x="685787" y="990600"/>
                </a:lnTo>
                <a:lnTo>
                  <a:pt x="76200" y="990600"/>
                </a:lnTo>
                <a:lnTo>
                  <a:pt x="76314" y="1200150"/>
                </a:lnTo>
                <a:lnTo>
                  <a:pt x="83096" y="1236980"/>
                </a:lnTo>
                <a:lnTo>
                  <a:pt x="84886" y="1243330"/>
                </a:lnTo>
                <a:lnTo>
                  <a:pt x="86868" y="1248410"/>
                </a:lnTo>
                <a:lnTo>
                  <a:pt x="89039" y="1252220"/>
                </a:lnTo>
                <a:lnTo>
                  <a:pt x="91401" y="1257300"/>
                </a:lnTo>
                <a:lnTo>
                  <a:pt x="116484" y="1295400"/>
                </a:lnTo>
                <a:lnTo>
                  <a:pt x="124358" y="1303020"/>
                </a:lnTo>
                <a:lnTo>
                  <a:pt x="132829" y="1311910"/>
                </a:lnTo>
                <a:lnTo>
                  <a:pt x="141871" y="1319530"/>
                </a:lnTo>
                <a:lnTo>
                  <a:pt x="151460" y="1327150"/>
                </a:lnTo>
                <a:lnTo>
                  <a:pt x="161569" y="1334770"/>
                </a:lnTo>
                <a:lnTo>
                  <a:pt x="172186" y="1341120"/>
                </a:lnTo>
                <a:lnTo>
                  <a:pt x="183286" y="1348740"/>
                </a:lnTo>
                <a:lnTo>
                  <a:pt x="194856" y="1353820"/>
                </a:lnTo>
                <a:lnTo>
                  <a:pt x="206870" y="1360170"/>
                </a:lnTo>
                <a:lnTo>
                  <a:pt x="219316" y="1366520"/>
                </a:lnTo>
                <a:lnTo>
                  <a:pt x="232117" y="1371587"/>
                </a:lnTo>
                <a:lnTo>
                  <a:pt x="245402" y="1375410"/>
                </a:lnTo>
                <a:lnTo>
                  <a:pt x="259016" y="1380490"/>
                </a:lnTo>
                <a:lnTo>
                  <a:pt x="287299" y="1388110"/>
                </a:lnTo>
                <a:lnTo>
                  <a:pt x="332041" y="1395730"/>
                </a:lnTo>
                <a:lnTo>
                  <a:pt x="379095" y="1399540"/>
                </a:lnTo>
                <a:lnTo>
                  <a:pt x="381000" y="1399540"/>
                </a:lnTo>
                <a:lnTo>
                  <a:pt x="381000" y="2757487"/>
                </a:lnTo>
                <a:lnTo>
                  <a:pt x="409575" y="2757487"/>
                </a:lnTo>
                <a:lnTo>
                  <a:pt x="409575" y="1399540"/>
                </a:lnTo>
                <a:lnTo>
                  <a:pt x="411480" y="1399540"/>
                </a:lnTo>
                <a:lnTo>
                  <a:pt x="458533" y="1395730"/>
                </a:lnTo>
                <a:lnTo>
                  <a:pt x="503275" y="1388110"/>
                </a:lnTo>
                <a:lnTo>
                  <a:pt x="531558" y="1380490"/>
                </a:lnTo>
                <a:lnTo>
                  <a:pt x="545172" y="1375410"/>
                </a:lnTo>
                <a:lnTo>
                  <a:pt x="558406" y="1371600"/>
                </a:lnTo>
                <a:lnTo>
                  <a:pt x="571258" y="1366520"/>
                </a:lnTo>
                <a:lnTo>
                  <a:pt x="583704" y="1360170"/>
                </a:lnTo>
                <a:lnTo>
                  <a:pt x="595718" y="1353820"/>
                </a:lnTo>
                <a:lnTo>
                  <a:pt x="607288" y="1348740"/>
                </a:lnTo>
                <a:lnTo>
                  <a:pt x="612838" y="1344930"/>
                </a:lnTo>
                <a:lnTo>
                  <a:pt x="618388" y="1341120"/>
                </a:lnTo>
                <a:lnTo>
                  <a:pt x="629005" y="1334770"/>
                </a:lnTo>
                <a:lnTo>
                  <a:pt x="635736" y="1329690"/>
                </a:lnTo>
                <a:lnTo>
                  <a:pt x="639114" y="1327150"/>
                </a:lnTo>
                <a:lnTo>
                  <a:pt x="648703" y="1319530"/>
                </a:lnTo>
                <a:lnTo>
                  <a:pt x="657745" y="1311910"/>
                </a:lnTo>
                <a:lnTo>
                  <a:pt x="666216" y="1303020"/>
                </a:lnTo>
                <a:lnTo>
                  <a:pt x="674090" y="1295400"/>
                </a:lnTo>
                <a:lnTo>
                  <a:pt x="677202" y="1291590"/>
                </a:lnTo>
                <a:lnTo>
                  <a:pt x="681355" y="1286510"/>
                </a:lnTo>
                <a:lnTo>
                  <a:pt x="683221" y="1283970"/>
                </a:lnTo>
                <a:lnTo>
                  <a:pt x="700938" y="1253490"/>
                </a:lnTo>
                <a:lnTo>
                  <a:pt x="701535" y="1252220"/>
                </a:lnTo>
                <a:lnTo>
                  <a:pt x="702983" y="1249680"/>
                </a:lnTo>
                <a:lnTo>
                  <a:pt x="703707" y="1248410"/>
                </a:lnTo>
                <a:lnTo>
                  <a:pt x="704697" y="1245870"/>
                </a:lnTo>
                <a:lnTo>
                  <a:pt x="705688" y="1243330"/>
                </a:lnTo>
                <a:lnTo>
                  <a:pt x="707478" y="1236980"/>
                </a:lnTo>
                <a:lnTo>
                  <a:pt x="709066" y="1231900"/>
                </a:lnTo>
                <a:lnTo>
                  <a:pt x="709764" y="1229360"/>
                </a:lnTo>
                <a:lnTo>
                  <a:pt x="710463" y="1226820"/>
                </a:lnTo>
                <a:lnTo>
                  <a:pt x="711644" y="1221740"/>
                </a:lnTo>
                <a:lnTo>
                  <a:pt x="712622" y="1216660"/>
                </a:lnTo>
                <a:lnTo>
                  <a:pt x="713181" y="1212850"/>
                </a:lnTo>
                <a:lnTo>
                  <a:pt x="713384" y="1211580"/>
                </a:lnTo>
                <a:lnTo>
                  <a:pt x="713930" y="1205230"/>
                </a:lnTo>
                <a:lnTo>
                  <a:pt x="714006" y="1203960"/>
                </a:lnTo>
                <a:lnTo>
                  <a:pt x="714260" y="1200150"/>
                </a:lnTo>
                <a:lnTo>
                  <a:pt x="714375" y="1018540"/>
                </a:lnTo>
                <a:lnTo>
                  <a:pt x="714375" y="1004570"/>
                </a:lnTo>
                <a:lnTo>
                  <a:pt x="714375" y="990600"/>
                </a:lnTo>
                <a:close/>
              </a:path>
              <a:path w="1310005" h="3228975">
                <a:moveTo>
                  <a:pt x="790575" y="0"/>
                </a:moveTo>
                <a:lnTo>
                  <a:pt x="762000" y="0"/>
                </a:lnTo>
                <a:lnTo>
                  <a:pt x="762000" y="28575"/>
                </a:lnTo>
                <a:lnTo>
                  <a:pt x="762000" y="381000"/>
                </a:lnTo>
                <a:lnTo>
                  <a:pt x="28575" y="381000"/>
                </a:lnTo>
                <a:lnTo>
                  <a:pt x="28575" y="28575"/>
                </a:lnTo>
                <a:lnTo>
                  <a:pt x="762000" y="28575"/>
                </a:lnTo>
                <a:lnTo>
                  <a:pt x="762000" y="0"/>
                </a:lnTo>
                <a:lnTo>
                  <a:pt x="0" y="0"/>
                </a:lnTo>
                <a:lnTo>
                  <a:pt x="0" y="409575"/>
                </a:lnTo>
                <a:lnTo>
                  <a:pt x="790575" y="409575"/>
                </a:lnTo>
                <a:lnTo>
                  <a:pt x="790575" y="395287"/>
                </a:lnTo>
                <a:lnTo>
                  <a:pt x="790575" y="381000"/>
                </a:lnTo>
                <a:lnTo>
                  <a:pt x="790575" y="28575"/>
                </a:lnTo>
                <a:lnTo>
                  <a:pt x="790575" y="14287"/>
                </a:lnTo>
                <a:lnTo>
                  <a:pt x="790575" y="0"/>
                </a:lnTo>
                <a:close/>
              </a:path>
              <a:path w="1310005" h="3228975">
                <a:moveTo>
                  <a:pt x="1309687" y="3200400"/>
                </a:moveTo>
                <a:lnTo>
                  <a:pt x="623887" y="3200400"/>
                </a:lnTo>
                <a:lnTo>
                  <a:pt x="623887" y="3228975"/>
                </a:lnTo>
                <a:lnTo>
                  <a:pt x="1309687" y="3228975"/>
                </a:lnTo>
                <a:lnTo>
                  <a:pt x="1309687" y="32004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320482" y="2553017"/>
            <a:ext cx="7467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1950" b="1" spc="-15" baseline="-17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950" baseline="-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09712" y="2695574"/>
            <a:ext cx="2605405" cy="3152775"/>
          </a:xfrm>
          <a:custGeom>
            <a:avLst/>
            <a:gdLst/>
            <a:ahLst/>
            <a:cxnLst/>
            <a:rect l="l" t="t" r="r" b="b"/>
            <a:pathLst>
              <a:path w="2605404" h="3152775">
                <a:moveTo>
                  <a:pt x="28575" y="276225"/>
                </a:moveTo>
                <a:lnTo>
                  <a:pt x="0" y="276225"/>
                </a:lnTo>
                <a:lnTo>
                  <a:pt x="0" y="885825"/>
                </a:lnTo>
                <a:lnTo>
                  <a:pt x="28575" y="885825"/>
                </a:lnTo>
                <a:lnTo>
                  <a:pt x="28575" y="276225"/>
                </a:lnTo>
                <a:close/>
              </a:path>
              <a:path w="2605404" h="3152775">
                <a:moveTo>
                  <a:pt x="1081087" y="566737"/>
                </a:moveTo>
                <a:lnTo>
                  <a:pt x="319087" y="566737"/>
                </a:lnTo>
                <a:lnTo>
                  <a:pt x="319087" y="581025"/>
                </a:lnTo>
                <a:lnTo>
                  <a:pt x="304800" y="581025"/>
                </a:lnTo>
                <a:lnTo>
                  <a:pt x="304800" y="885825"/>
                </a:lnTo>
                <a:lnTo>
                  <a:pt x="333375" y="885825"/>
                </a:lnTo>
                <a:lnTo>
                  <a:pt x="333375" y="595312"/>
                </a:lnTo>
                <a:lnTo>
                  <a:pt x="1081087" y="595312"/>
                </a:lnTo>
                <a:lnTo>
                  <a:pt x="1081087" y="566737"/>
                </a:lnTo>
                <a:close/>
              </a:path>
              <a:path w="2605404" h="3152775">
                <a:moveTo>
                  <a:pt x="2605087" y="3095625"/>
                </a:moveTo>
                <a:lnTo>
                  <a:pt x="2566987" y="3076575"/>
                </a:lnTo>
                <a:lnTo>
                  <a:pt x="2490787" y="3038475"/>
                </a:lnTo>
                <a:lnTo>
                  <a:pt x="2490787" y="3076575"/>
                </a:lnTo>
                <a:lnTo>
                  <a:pt x="1843087" y="3076575"/>
                </a:lnTo>
                <a:lnTo>
                  <a:pt x="1843087" y="3114675"/>
                </a:lnTo>
                <a:lnTo>
                  <a:pt x="2490787" y="3114675"/>
                </a:lnTo>
                <a:lnTo>
                  <a:pt x="2490787" y="3152775"/>
                </a:lnTo>
                <a:lnTo>
                  <a:pt x="2566987" y="3114675"/>
                </a:lnTo>
                <a:lnTo>
                  <a:pt x="2605087" y="3095625"/>
                </a:lnTo>
                <a:close/>
              </a:path>
              <a:path w="2605404" h="3152775">
                <a:moveTo>
                  <a:pt x="2605087" y="681037"/>
                </a:moveTo>
                <a:lnTo>
                  <a:pt x="2566987" y="661987"/>
                </a:lnTo>
                <a:lnTo>
                  <a:pt x="2490787" y="623887"/>
                </a:lnTo>
                <a:lnTo>
                  <a:pt x="2490787" y="661987"/>
                </a:lnTo>
                <a:lnTo>
                  <a:pt x="1843087" y="661987"/>
                </a:lnTo>
                <a:lnTo>
                  <a:pt x="1843087" y="700087"/>
                </a:lnTo>
                <a:lnTo>
                  <a:pt x="2490787" y="700087"/>
                </a:lnTo>
                <a:lnTo>
                  <a:pt x="2490787" y="738187"/>
                </a:lnTo>
                <a:lnTo>
                  <a:pt x="2566987" y="700087"/>
                </a:lnTo>
                <a:lnTo>
                  <a:pt x="2605087" y="681037"/>
                </a:lnTo>
                <a:close/>
              </a:path>
              <a:path w="2605404" h="3152775">
                <a:moveTo>
                  <a:pt x="2605087" y="38100"/>
                </a:moveTo>
                <a:lnTo>
                  <a:pt x="1957387" y="38100"/>
                </a:lnTo>
                <a:lnTo>
                  <a:pt x="1957387" y="0"/>
                </a:lnTo>
                <a:lnTo>
                  <a:pt x="1843087" y="57150"/>
                </a:lnTo>
                <a:lnTo>
                  <a:pt x="1957387" y="114300"/>
                </a:lnTo>
                <a:lnTo>
                  <a:pt x="1957387" y="76200"/>
                </a:lnTo>
                <a:lnTo>
                  <a:pt x="2605087" y="76200"/>
                </a:lnTo>
                <a:lnTo>
                  <a:pt x="2605087" y="381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122102" y="3167379"/>
            <a:ext cx="8629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OBF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68775" y="5529579"/>
            <a:ext cx="930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325" b="1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14165" y="2557779"/>
            <a:ext cx="88074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ACK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640012" y="1864271"/>
            <a:ext cx="2279650" cy="3025775"/>
            <a:chOff x="2640012" y="1864271"/>
            <a:chExt cx="2279650" cy="3025775"/>
          </a:xfrm>
        </p:grpSpPr>
        <p:sp>
          <p:nvSpPr>
            <p:cNvPr id="21" name="object 21"/>
            <p:cNvSpPr/>
            <p:nvPr/>
          </p:nvSpPr>
          <p:spPr>
            <a:xfrm>
              <a:off x="4157662" y="2576512"/>
              <a:ext cx="762000" cy="638175"/>
            </a:xfrm>
            <a:custGeom>
              <a:avLst/>
              <a:gdLst/>
              <a:ahLst/>
              <a:cxnLst/>
              <a:rect l="l" t="t" r="r" b="b"/>
              <a:pathLst>
                <a:path w="762000" h="638175">
                  <a:moveTo>
                    <a:pt x="762000" y="609600"/>
                  </a:moveTo>
                  <a:lnTo>
                    <a:pt x="0" y="609600"/>
                  </a:lnTo>
                  <a:lnTo>
                    <a:pt x="0" y="638175"/>
                  </a:lnTo>
                  <a:lnTo>
                    <a:pt x="762000" y="638175"/>
                  </a:lnTo>
                  <a:lnTo>
                    <a:pt x="762000" y="609600"/>
                  </a:lnTo>
                  <a:close/>
                </a:path>
                <a:path w="762000" h="638175">
                  <a:moveTo>
                    <a:pt x="7620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762000" y="28575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329736" y="1864271"/>
              <a:ext cx="951230" cy="539115"/>
            </a:xfrm>
            <a:custGeom>
              <a:avLst/>
              <a:gdLst/>
              <a:ahLst/>
              <a:cxnLst/>
              <a:rect l="l" t="t" r="r" b="b"/>
              <a:pathLst>
                <a:path w="951229" h="539114">
                  <a:moveTo>
                    <a:pt x="215468" y="538657"/>
                  </a:moveTo>
                  <a:lnTo>
                    <a:pt x="0" y="269328"/>
                  </a:lnTo>
                  <a:lnTo>
                    <a:pt x="215468" y="0"/>
                  </a:lnTo>
                  <a:lnTo>
                    <a:pt x="215468" y="40728"/>
                  </a:lnTo>
                  <a:lnTo>
                    <a:pt x="186893" y="40728"/>
                  </a:lnTo>
                  <a:lnTo>
                    <a:pt x="186893" y="81470"/>
                  </a:lnTo>
                  <a:lnTo>
                    <a:pt x="43748" y="260400"/>
                  </a:lnTo>
                  <a:lnTo>
                    <a:pt x="29463" y="260400"/>
                  </a:lnTo>
                  <a:lnTo>
                    <a:pt x="29463" y="278256"/>
                  </a:lnTo>
                  <a:lnTo>
                    <a:pt x="43748" y="278256"/>
                  </a:lnTo>
                  <a:lnTo>
                    <a:pt x="186893" y="457187"/>
                  </a:lnTo>
                  <a:lnTo>
                    <a:pt x="186893" y="497928"/>
                  </a:lnTo>
                  <a:lnTo>
                    <a:pt x="215468" y="497928"/>
                  </a:lnTo>
                  <a:lnTo>
                    <a:pt x="215468" y="538657"/>
                  </a:lnTo>
                  <a:close/>
                </a:path>
                <a:path w="951229" h="539114">
                  <a:moveTo>
                    <a:pt x="735533" y="155028"/>
                  </a:moveTo>
                  <a:lnTo>
                    <a:pt x="735533" y="0"/>
                  </a:lnTo>
                  <a:lnTo>
                    <a:pt x="768117" y="40728"/>
                  </a:lnTo>
                  <a:lnTo>
                    <a:pt x="764108" y="40728"/>
                  </a:lnTo>
                  <a:lnTo>
                    <a:pt x="738670" y="49656"/>
                  </a:lnTo>
                  <a:lnTo>
                    <a:pt x="764108" y="81454"/>
                  </a:lnTo>
                  <a:lnTo>
                    <a:pt x="764108" y="140741"/>
                  </a:lnTo>
                  <a:lnTo>
                    <a:pt x="749820" y="140741"/>
                  </a:lnTo>
                  <a:lnTo>
                    <a:pt x="735533" y="155028"/>
                  </a:lnTo>
                  <a:close/>
                </a:path>
                <a:path w="951229" h="539114">
                  <a:moveTo>
                    <a:pt x="186893" y="81470"/>
                  </a:moveTo>
                  <a:lnTo>
                    <a:pt x="186893" y="40728"/>
                  </a:lnTo>
                  <a:lnTo>
                    <a:pt x="212343" y="49656"/>
                  </a:lnTo>
                  <a:lnTo>
                    <a:pt x="186893" y="81470"/>
                  </a:lnTo>
                  <a:close/>
                </a:path>
                <a:path w="951229" h="539114">
                  <a:moveTo>
                    <a:pt x="764108" y="169316"/>
                  </a:moveTo>
                  <a:lnTo>
                    <a:pt x="186893" y="169316"/>
                  </a:lnTo>
                  <a:lnTo>
                    <a:pt x="186905" y="81454"/>
                  </a:lnTo>
                  <a:lnTo>
                    <a:pt x="212343" y="49656"/>
                  </a:lnTo>
                  <a:lnTo>
                    <a:pt x="186893" y="40728"/>
                  </a:lnTo>
                  <a:lnTo>
                    <a:pt x="215468" y="40728"/>
                  </a:lnTo>
                  <a:lnTo>
                    <a:pt x="215468" y="140741"/>
                  </a:lnTo>
                  <a:lnTo>
                    <a:pt x="201180" y="140741"/>
                  </a:lnTo>
                  <a:lnTo>
                    <a:pt x="215468" y="155028"/>
                  </a:lnTo>
                  <a:lnTo>
                    <a:pt x="764108" y="155028"/>
                  </a:lnTo>
                  <a:lnTo>
                    <a:pt x="764108" y="169316"/>
                  </a:lnTo>
                  <a:close/>
                </a:path>
                <a:path w="951229" h="539114">
                  <a:moveTo>
                    <a:pt x="764108" y="81454"/>
                  </a:moveTo>
                  <a:lnTo>
                    <a:pt x="738670" y="49656"/>
                  </a:lnTo>
                  <a:lnTo>
                    <a:pt x="764108" y="40728"/>
                  </a:lnTo>
                  <a:lnTo>
                    <a:pt x="764108" y="81454"/>
                  </a:lnTo>
                  <a:close/>
                </a:path>
                <a:path w="951229" h="539114">
                  <a:moveTo>
                    <a:pt x="914407" y="269328"/>
                  </a:moveTo>
                  <a:lnTo>
                    <a:pt x="764120" y="81470"/>
                  </a:lnTo>
                  <a:lnTo>
                    <a:pt x="764108" y="40728"/>
                  </a:lnTo>
                  <a:lnTo>
                    <a:pt x="768117" y="40728"/>
                  </a:lnTo>
                  <a:lnTo>
                    <a:pt x="943858" y="260400"/>
                  </a:lnTo>
                  <a:lnTo>
                    <a:pt x="921550" y="260400"/>
                  </a:lnTo>
                  <a:lnTo>
                    <a:pt x="914407" y="269328"/>
                  </a:lnTo>
                  <a:close/>
                </a:path>
                <a:path w="951229" h="539114">
                  <a:moveTo>
                    <a:pt x="215468" y="155028"/>
                  </a:moveTo>
                  <a:lnTo>
                    <a:pt x="201180" y="140741"/>
                  </a:lnTo>
                  <a:lnTo>
                    <a:pt x="215468" y="140741"/>
                  </a:lnTo>
                  <a:lnTo>
                    <a:pt x="215468" y="155028"/>
                  </a:lnTo>
                  <a:close/>
                </a:path>
                <a:path w="951229" h="539114">
                  <a:moveTo>
                    <a:pt x="735533" y="155028"/>
                  </a:moveTo>
                  <a:lnTo>
                    <a:pt x="215468" y="155028"/>
                  </a:lnTo>
                  <a:lnTo>
                    <a:pt x="215468" y="140741"/>
                  </a:lnTo>
                  <a:lnTo>
                    <a:pt x="735533" y="140741"/>
                  </a:lnTo>
                  <a:lnTo>
                    <a:pt x="735533" y="155028"/>
                  </a:lnTo>
                  <a:close/>
                </a:path>
                <a:path w="951229" h="539114">
                  <a:moveTo>
                    <a:pt x="764108" y="155028"/>
                  </a:moveTo>
                  <a:lnTo>
                    <a:pt x="735533" y="155028"/>
                  </a:lnTo>
                  <a:lnTo>
                    <a:pt x="749820" y="140741"/>
                  </a:lnTo>
                  <a:lnTo>
                    <a:pt x="764108" y="140741"/>
                  </a:lnTo>
                  <a:lnTo>
                    <a:pt x="764108" y="155028"/>
                  </a:lnTo>
                  <a:close/>
                </a:path>
                <a:path w="951229" h="539114">
                  <a:moveTo>
                    <a:pt x="29463" y="278256"/>
                  </a:moveTo>
                  <a:lnTo>
                    <a:pt x="29463" y="260400"/>
                  </a:lnTo>
                  <a:lnTo>
                    <a:pt x="36606" y="269328"/>
                  </a:lnTo>
                  <a:lnTo>
                    <a:pt x="29463" y="278256"/>
                  </a:lnTo>
                  <a:close/>
                </a:path>
                <a:path w="951229" h="539114">
                  <a:moveTo>
                    <a:pt x="36606" y="269328"/>
                  </a:moveTo>
                  <a:lnTo>
                    <a:pt x="29463" y="260400"/>
                  </a:lnTo>
                  <a:lnTo>
                    <a:pt x="43748" y="260400"/>
                  </a:lnTo>
                  <a:lnTo>
                    <a:pt x="36606" y="269328"/>
                  </a:lnTo>
                  <a:close/>
                </a:path>
                <a:path w="951229" h="539114">
                  <a:moveTo>
                    <a:pt x="921550" y="278256"/>
                  </a:moveTo>
                  <a:lnTo>
                    <a:pt x="914407" y="269328"/>
                  </a:lnTo>
                  <a:lnTo>
                    <a:pt x="921550" y="260400"/>
                  </a:lnTo>
                  <a:lnTo>
                    <a:pt x="921550" y="278256"/>
                  </a:lnTo>
                  <a:close/>
                </a:path>
                <a:path w="951229" h="539114">
                  <a:moveTo>
                    <a:pt x="943858" y="278256"/>
                  </a:moveTo>
                  <a:lnTo>
                    <a:pt x="921550" y="278256"/>
                  </a:lnTo>
                  <a:lnTo>
                    <a:pt x="921550" y="260400"/>
                  </a:lnTo>
                  <a:lnTo>
                    <a:pt x="943858" y="260400"/>
                  </a:lnTo>
                  <a:lnTo>
                    <a:pt x="951001" y="269328"/>
                  </a:lnTo>
                  <a:lnTo>
                    <a:pt x="943858" y="278256"/>
                  </a:lnTo>
                  <a:close/>
                </a:path>
                <a:path w="951229" h="539114">
                  <a:moveTo>
                    <a:pt x="43748" y="278256"/>
                  </a:moveTo>
                  <a:lnTo>
                    <a:pt x="29463" y="278256"/>
                  </a:lnTo>
                  <a:lnTo>
                    <a:pt x="36606" y="269328"/>
                  </a:lnTo>
                  <a:lnTo>
                    <a:pt x="43748" y="278256"/>
                  </a:lnTo>
                  <a:close/>
                </a:path>
                <a:path w="951229" h="539114">
                  <a:moveTo>
                    <a:pt x="768117" y="497928"/>
                  </a:moveTo>
                  <a:lnTo>
                    <a:pt x="764108" y="497928"/>
                  </a:lnTo>
                  <a:lnTo>
                    <a:pt x="764120" y="457187"/>
                  </a:lnTo>
                  <a:lnTo>
                    <a:pt x="914407" y="269328"/>
                  </a:lnTo>
                  <a:lnTo>
                    <a:pt x="921550" y="278256"/>
                  </a:lnTo>
                  <a:lnTo>
                    <a:pt x="943858" y="278256"/>
                  </a:lnTo>
                  <a:lnTo>
                    <a:pt x="768117" y="497928"/>
                  </a:lnTo>
                  <a:close/>
                </a:path>
                <a:path w="951229" h="539114">
                  <a:moveTo>
                    <a:pt x="215468" y="497928"/>
                  </a:moveTo>
                  <a:lnTo>
                    <a:pt x="186893" y="497928"/>
                  </a:lnTo>
                  <a:lnTo>
                    <a:pt x="212343" y="489000"/>
                  </a:lnTo>
                  <a:lnTo>
                    <a:pt x="186905" y="457203"/>
                  </a:lnTo>
                  <a:lnTo>
                    <a:pt x="186893" y="369341"/>
                  </a:lnTo>
                  <a:lnTo>
                    <a:pt x="764108" y="369341"/>
                  </a:lnTo>
                  <a:lnTo>
                    <a:pt x="764108" y="383628"/>
                  </a:lnTo>
                  <a:lnTo>
                    <a:pt x="215468" y="383628"/>
                  </a:lnTo>
                  <a:lnTo>
                    <a:pt x="201180" y="397916"/>
                  </a:lnTo>
                  <a:lnTo>
                    <a:pt x="215468" y="397916"/>
                  </a:lnTo>
                  <a:lnTo>
                    <a:pt x="215468" y="497928"/>
                  </a:lnTo>
                  <a:close/>
                </a:path>
                <a:path w="951229" h="539114">
                  <a:moveTo>
                    <a:pt x="215468" y="397916"/>
                  </a:moveTo>
                  <a:lnTo>
                    <a:pt x="201180" y="397916"/>
                  </a:lnTo>
                  <a:lnTo>
                    <a:pt x="215468" y="383628"/>
                  </a:lnTo>
                  <a:lnTo>
                    <a:pt x="215468" y="397916"/>
                  </a:lnTo>
                  <a:close/>
                </a:path>
                <a:path w="951229" h="539114">
                  <a:moveTo>
                    <a:pt x="735533" y="397916"/>
                  </a:moveTo>
                  <a:lnTo>
                    <a:pt x="215468" y="397916"/>
                  </a:lnTo>
                  <a:lnTo>
                    <a:pt x="215468" y="383628"/>
                  </a:lnTo>
                  <a:lnTo>
                    <a:pt x="735533" y="383628"/>
                  </a:lnTo>
                  <a:lnTo>
                    <a:pt x="735533" y="397916"/>
                  </a:lnTo>
                  <a:close/>
                </a:path>
                <a:path w="951229" h="539114">
                  <a:moveTo>
                    <a:pt x="735533" y="538657"/>
                  </a:moveTo>
                  <a:lnTo>
                    <a:pt x="735533" y="383628"/>
                  </a:lnTo>
                  <a:lnTo>
                    <a:pt x="749820" y="397916"/>
                  </a:lnTo>
                  <a:lnTo>
                    <a:pt x="764108" y="397916"/>
                  </a:lnTo>
                  <a:lnTo>
                    <a:pt x="764108" y="457203"/>
                  </a:lnTo>
                  <a:lnTo>
                    <a:pt x="738670" y="489000"/>
                  </a:lnTo>
                  <a:lnTo>
                    <a:pt x="764108" y="497928"/>
                  </a:lnTo>
                  <a:lnTo>
                    <a:pt x="768117" y="497928"/>
                  </a:lnTo>
                  <a:lnTo>
                    <a:pt x="735533" y="538657"/>
                  </a:lnTo>
                  <a:close/>
                </a:path>
                <a:path w="951229" h="539114">
                  <a:moveTo>
                    <a:pt x="764108" y="397916"/>
                  </a:moveTo>
                  <a:lnTo>
                    <a:pt x="749820" y="397916"/>
                  </a:lnTo>
                  <a:lnTo>
                    <a:pt x="735533" y="383628"/>
                  </a:lnTo>
                  <a:lnTo>
                    <a:pt x="764108" y="383628"/>
                  </a:lnTo>
                  <a:lnTo>
                    <a:pt x="764108" y="397916"/>
                  </a:lnTo>
                  <a:close/>
                </a:path>
                <a:path w="951229" h="539114">
                  <a:moveTo>
                    <a:pt x="186893" y="497928"/>
                  </a:moveTo>
                  <a:lnTo>
                    <a:pt x="186893" y="457187"/>
                  </a:lnTo>
                  <a:lnTo>
                    <a:pt x="212343" y="489000"/>
                  </a:lnTo>
                  <a:lnTo>
                    <a:pt x="186893" y="497928"/>
                  </a:lnTo>
                  <a:close/>
                </a:path>
                <a:path w="951229" h="539114">
                  <a:moveTo>
                    <a:pt x="764108" y="497928"/>
                  </a:moveTo>
                  <a:lnTo>
                    <a:pt x="738670" y="489000"/>
                  </a:lnTo>
                  <a:lnTo>
                    <a:pt x="764108" y="457203"/>
                  </a:lnTo>
                  <a:lnTo>
                    <a:pt x="764108" y="497928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54807" y="3840479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5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40012" y="38258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4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4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4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4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654807" y="4450079"/>
              <a:ext cx="696595" cy="425450"/>
            </a:xfrm>
            <a:custGeom>
              <a:avLst/>
              <a:gdLst/>
              <a:ahLst/>
              <a:cxnLst/>
              <a:rect l="l" t="t" r="r" b="b"/>
              <a:pathLst>
                <a:path w="696595" h="425450">
                  <a:moveTo>
                    <a:pt x="696468" y="425196"/>
                  </a:moveTo>
                  <a:lnTo>
                    <a:pt x="0" y="425196"/>
                  </a:lnTo>
                  <a:lnTo>
                    <a:pt x="0" y="0"/>
                  </a:lnTo>
                  <a:lnTo>
                    <a:pt x="696468" y="0"/>
                  </a:lnTo>
                  <a:lnTo>
                    <a:pt x="696468" y="425196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640012" y="4435475"/>
              <a:ext cx="725805" cy="454025"/>
            </a:xfrm>
            <a:custGeom>
              <a:avLst/>
              <a:gdLst/>
              <a:ahLst/>
              <a:cxnLst/>
              <a:rect l="l" t="t" r="r" b="b"/>
              <a:pathLst>
                <a:path w="725804" h="454025">
                  <a:moveTo>
                    <a:pt x="725487" y="454025"/>
                  </a:moveTo>
                  <a:lnTo>
                    <a:pt x="0" y="454025"/>
                  </a:lnTo>
                  <a:lnTo>
                    <a:pt x="0" y="0"/>
                  </a:lnTo>
                  <a:lnTo>
                    <a:pt x="725487" y="0"/>
                  </a:lnTo>
                  <a:lnTo>
                    <a:pt x="725487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425450"/>
                  </a:lnTo>
                  <a:lnTo>
                    <a:pt x="14287" y="425450"/>
                  </a:lnTo>
                  <a:lnTo>
                    <a:pt x="28575" y="439737"/>
                  </a:lnTo>
                  <a:lnTo>
                    <a:pt x="725487" y="439737"/>
                  </a:lnTo>
                  <a:lnTo>
                    <a:pt x="725487" y="454025"/>
                  </a:lnTo>
                  <a:close/>
                </a:path>
                <a:path w="725804" h="45402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25804" h="454025">
                  <a:moveTo>
                    <a:pt x="696912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96912" y="14287"/>
                  </a:lnTo>
                  <a:lnTo>
                    <a:pt x="696912" y="28575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696912" y="14287"/>
                  </a:lnTo>
                  <a:lnTo>
                    <a:pt x="711200" y="28575"/>
                  </a:lnTo>
                  <a:lnTo>
                    <a:pt x="725487" y="28575"/>
                  </a:lnTo>
                  <a:lnTo>
                    <a:pt x="725487" y="425450"/>
                  </a:lnTo>
                  <a:lnTo>
                    <a:pt x="711200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28575"/>
                  </a:moveTo>
                  <a:lnTo>
                    <a:pt x="711200" y="28575"/>
                  </a:lnTo>
                  <a:lnTo>
                    <a:pt x="696912" y="14287"/>
                  </a:lnTo>
                  <a:lnTo>
                    <a:pt x="725487" y="14287"/>
                  </a:lnTo>
                  <a:lnTo>
                    <a:pt x="725487" y="28575"/>
                  </a:lnTo>
                  <a:close/>
                </a:path>
                <a:path w="725804" h="454025">
                  <a:moveTo>
                    <a:pt x="28575" y="439737"/>
                  </a:moveTo>
                  <a:lnTo>
                    <a:pt x="14287" y="425450"/>
                  </a:lnTo>
                  <a:lnTo>
                    <a:pt x="28575" y="425450"/>
                  </a:lnTo>
                  <a:lnTo>
                    <a:pt x="28575" y="439737"/>
                  </a:lnTo>
                  <a:close/>
                </a:path>
                <a:path w="725804" h="454025">
                  <a:moveTo>
                    <a:pt x="696912" y="439737"/>
                  </a:moveTo>
                  <a:lnTo>
                    <a:pt x="28575" y="439737"/>
                  </a:lnTo>
                  <a:lnTo>
                    <a:pt x="28575" y="425450"/>
                  </a:lnTo>
                  <a:lnTo>
                    <a:pt x="696912" y="425450"/>
                  </a:lnTo>
                  <a:lnTo>
                    <a:pt x="696912" y="439737"/>
                  </a:lnTo>
                  <a:close/>
                </a:path>
                <a:path w="725804" h="454025">
                  <a:moveTo>
                    <a:pt x="725487" y="439737"/>
                  </a:moveTo>
                  <a:lnTo>
                    <a:pt x="696912" y="439737"/>
                  </a:lnTo>
                  <a:lnTo>
                    <a:pt x="711200" y="425450"/>
                  </a:lnTo>
                  <a:lnTo>
                    <a:pt x="725487" y="425450"/>
                  </a:lnTo>
                  <a:lnTo>
                    <a:pt x="725487" y="43973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711450" y="3102927"/>
            <a:ext cx="581660" cy="168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  <a:p>
            <a:pPr marL="38100" marR="30480">
              <a:lnSpc>
                <a:spcPct val="167000"/>
              </a:lnSpc>
              <a:spcBef>
                <a:spcPts val="6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PC</a:t>
            </a:r>
            <a:r>
              <a:rPr sz="2325" b="1" spc="-37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5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352800" y="3986212"/>
            <a:ext cx="762000" cy="736600"/>
          </a:xfrm>
          <a:custGeom>
            <a:avLst/>
            <a:gdLst/>
            <a:ahLst/>
            <a:cxnLst/>
            <a:rect l="l" t="t" r="r" b="b"/>
            <a:pathLst>
              <a:path w="762000" h="736600">
                <a:moveTo>
                  <a:pt x="762000" y="679450"/>
                </a:moveTo>
                <a:lnTo>
                  <a:pt x="723900" y="660400"/>
                </a:lnTo>
                <a:lnTo>
                  <a:pt x="647700" y="622300"/>
                </a:lnTo>
                <a:lnTo>
                  <a:pt x="647700" y="660400"/>
                </a:lnTo>
                <a:lnTo>
                  <a:pt x="0" y="660400"/>
                </a:lnTo>
                <a:lnTo>
                  <a:pt x="0" y="698500"/>
                </a:lnTo>
                <a:lnTo>
                  <a:pt x="647700" y="698500"/>
                </a:lnTo>
                <a:lnTo>
                  <a:pt x="647700" y="736600"/>
                </a:lnTo>
                <a:lnTo>
                  <a:pt x="723900" y="698500"/>
                </a:lnTo>
                <a:lnTo>
                  <a:pt x="762000" y="679450"/>
                </a:lnTo>
                <a:close/>
              </a:path>
              <a:path w="762000" h="736600">
                <a:moveTo>
                  <a:pt x="762000" y="38100"/>
                </a:moveTo>
                <a:lnTo>
                  <a:pt x="114300" y="38100"/>
                </a:lnTo>
                <a:lnTo>
                  <a:pt x="114300" y="0"/>
                </a:ln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762000" y="76200"/>
                </a:lnTo>
                <a:lnTo>
                  <a:pt x="762000" y="381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140517" y="3668077"/>
            <a:ext cx="829310" cy="112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 marR="30480" indent="-57785">
              <a:lnSpc>
                <a:spcPct val="151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STB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 </a:t>
            </a:r>
            <a:r>
              <a:rPr sz="2400" b="1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IBF</a:t>
            </a:r>
            <a:r>
              <a:rPr sz="2325" b="1" spc="-3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814512" y="3871912"/>
            <a:ext cx="3105150" cy="485775"/>
            <a:chOff x="1814512" y="3871912"/>
            <a:chExt cx="3105150" cy="485775"/>
          </a:xfrm>
        </p:grpSpPr>
        <p:sp>
          <p:nvSpPr>
            <p:cNvPr id="31" name="object 31"/>
            <p:cNvSpPr/>
            <p:nvPr/>
          </p:nvSpPr>
          <p:spPr>
            <a:xfrm>
              <a:off x="4157662" y="3871912"/>
              <a:ext cx="762000" cy="28575"/>
            </a:xfrm>
            <a:custGeom>
              <a:avLst/>
              <a:gdLst/>
              <a:ahLst/>
              <a:cxnLst/>
              <a:rect l="l" t="t" r="r" b="b"/>
              <a:pathLst>
                <a:path w="762000" h="28575">
                  <a:moveTo>
                    <a:pt x="762000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762000" y="0"/>
                  </a:lnTo>
                  <a:lnTo>
                    <a:pt x="762000" y="28575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14512" y="3948112"/>
              <a:ext cx="714375" cy="409575"/>
            </a:xfrm>
            <a:custGeom>
              <a:avLst/>
              <a:gdLst/>
              <a:ahLst/>
              <a:cxnLst/>
              <a:rect l="l" t="t" r="r" b="b"/>
              <a:pathLst>
                <a:path w="714375" h="409575">
                  <a:moveTo>
                    <a:pt x="714375" y="409575"/>
                  </a:moveTo>
                  <a:lnTo>
                    <a:pt x="0" y="409575"/>
                  </a:lnTo>
                  <a:lnTo>
                    <a:pt x="0" y="0"/>
                  </a:lnTo>
                  <a:lnTo>
                    <a:pt x="714375" y="0"/>
                  </a:lnTo>
                  <a:lnTo>
                    <a:pt x="714375" y="14287"/>
                  </a:lnTo>
                  <a:lnTo>
                    <a:pt x="28575" y="14287"/>
                  </a:lnTo>
                  <a:lnTo>
                    <a:pt x="14287" y="28575"/>
                  </a:lnTo>
                  <a:lnTo>
                    <a:pt x="28575" y="28575"/>
                  </a:lnTo>
                  <a:lnTo>
                    <a:pt x="28575" y="381000"/>
                  </a:lnTo>
                  <a:lnTo>
                    <a:pt x="14287" y="381000"/>
                  </a:lnTo>
                  <a:lnTo>
                    <a:pt x="28575" y="395287"/>
                  </a:lnTo>
                  <a:lnTo>
                    <a:pt x="714375" y="395287"/>
                  </a:lnTo>
                  <a:lnTo>
                    <a:pt x="714375" y="409575"/>
                  </a:lnTo>
                  <a:close/>
                </a:path>
                <a:path w="714375" h="409575">
                  <a:moveTo>
                    <a:pt x="28575" y="28575"/>
                  </a:moveTo>
                  <a:lnTo>
                    <a:pt x="14287" y="28575"/>
                  </a:lnTo>
                  <a:lnTo>
                    <a:pt x="28575" y="14287"/>
                  </a:lnTo>
                  <a:lnTo>
                    <a:pt x="28575" y="28575"/>
                  </a:lnTo>
                  <a:close/>
                </a:path>
                <a:path w="714375" h="409575">
                  <a:moveTo>
                    <a:pt x="685800" y="28575"/>
                  </a:moveTo>
                  <a:lnTo>
                    <a:pt x="28575" y="28575"/>
                  </a:lnTo>
                  <a:lnTo>
                    <a:pt x="28575" y="14287"/>
                  </a:lnTo>
                  <a:lnTo>
                    <a:pt x="685800" y="14287"/>
                  </a:lnTo>
                  <a:lnTo>
                    <a:pt x="685800" y="28575"/>
                  </a:lnTo>
                  <a:close/>
                </a:path>
                <a:path w="714375" h="409575">
                  <a:moveTo>
                    <a:pt x="685800" y="395287"/>
                  </a:moveTo>
                  <a:lnTo>
                    <a:pt x="685800" y="14287"/>
                  </a:lnTo>
                  <a:lnTo>
                    <a:pt x="700087" y="28575"/>
                  </a:lnTo>
                  <a:lnTo>
                    <a:pt x="714375" y="28575"/>
                  </a:lnTo>
                  <a:lnTo>
                    <a:pt x="714375" y="381000"/>
                  </a:lnTo>
                  <a:lnTo>
                    <a:pt x="700087" y="381000"/>
                  </a:lnTo>
                  <a:lnTo>
                    <a:pt x="685800" y="395287"/>
                  </a:lnTo>
                  <a:close/>
                </a:path>
                <a:path w="714375" h="409575">
                  <a:moveTo>
                    <a:pt x="714375" y="28575"/>
                  </a:moveTo>
                  <a:lnTo>
                    <a:pt x="700087" y="28575"/>
                  </a:lnTo>
                  <a:lnTo>
                    <a:pt x="685800" y="14287"/>
                  </a:lnTo>
                  <a:lnTo>
                    <a:pt x="714375" y="14287"/>
                  </a:lnTo>
                  <a:lnTo>
                    <a:pt x="714375" y="28575"/>
                  </a:lnTo>
                  <a:close/>
                </a:path>
                <a:path w="714375" h="409575">
                  <a:moveTo>
                    <a:pt x="28575" y="395287"/>
                  </a:moveTo>
                  <a:lnTo>
                    <a:pt x="14287" y="381000"/>
                  </a:lnTo>
                  <a:lnTo>
                    <a:pt x="28575" y="381000"/>
                  </a:lnTo>
                  <a:lnTo>
                    <a:pt x="28575" y="395287"/>
                  </a:lnTo>
                  <a:close/>
                </a:path>
                <a:path w="714375" h="409575">
                  <a:moveTo>
                    <a:pt x="685800" y="395287"/>
                  </a:moveTo>
                  <a:lnTo>
                    <a:pt x="28575" y="395287"/>
                  </a:lnTo>
                  <a:lnTo>
                    <a:pt x="28575" y="381000"/>
                  </a:lnTo>
                  <a:lnTo>
                    <a:pt x="685800" y="381000"/>
                  </a:lnTo>
                  <a:lnTo>
                    <a:pt x="685800" y="395287"/>
                  </a:lnTo>
                  <a:close/>
                </a:path>
                <a:path w="714375" h="409575">
                  <a:moveTo>
                    <a:pt x="714375" y="395287"/>
                  </a:moveTo>
                  <a:lnTo>
                    <a:pt x="685800" y="395287"/>
                  </a:lnTo>
                  <a:lnTo>
                    <a:pt x="700087" y="381000"/>
                  </a:lnTo>
                  <a:lnTo>
                    <a:pt x="714375" y="381000"/>
                  </a:lnTo>
                  <a:lnTo>
                    <a:pt x="714375" y="395287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06257" y="3940492"/>
            <a:ext cx="7467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1950" b="1" spc="-15" baseline="-17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950" baseline="-17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25487" y="3417887"/>
            <a:ext cx="1865630" cy="2373630"/>
            <a:chOff x="725487" y="3417887"/>
            <a:chExt cx="1865630" cy="2373630"/>
          </a:xfrm>
        </p:grpSpPr>
        <p:sp>
          <p:nvSpPr>
            <p:cNvPr id="35" name="object 35"/>
            <p:cNvSpPr/>
            <p:nvPr/>
          </p:nvSpPr>
          <p:spPr>
            <a:xfrm>
              <a:off x="1509153" y="4343399"/>
              <a:ext cx="1082040" cy="1447800"/>
            </a:xfrm>
            <a:custGeom>
              <a:avLst/>
              <a:gdLst/>
              <a:ahLst/>
              <a:cxnLst/>
              <a:rect l="l" t="t" r="r" b="b"/>
              <a:pathLst>
                <a:path w="1082039" h="1447800">
                  <a:moveTo>
                    <a:pt x="715492" y="875576"/>
                  </a:moveTo>
                  <a:lnTo>
                    <a:pt x="686358" y="908011"/>
                  </a:lnTo>
                  <a:lnTo>
                    <a:pt x="686358" y="913676"/>
                  </a:lnTo>
                  <a:lnTo>
                    <a:pt x="686257" y="921296"/>
                  </a:lnTo>
                  <a:lnTo>
                    <a:pt x="686358" y="913676"/>
                  </a:lnTo>
                  <a:lnTo>
                    <a:pt x="686358" y="908011"/>
                  </a:lnTo>
                  <a:lnTo>
                    <a:pt x="683387" y="911326"/>
                  </a:lnTo>
                  <a:lnTo>
                    <a:pt x="683387" y="952957"/>
                  </a:lnTo>
                  <a:lnTo>
                    <a:pt x="682586" y="958126"/>
                  </a:lnTo>
                  <a:lnTo>
                    <a:pt x="681240" y="964476"/>
                  </a:lnTo>
                  <a:lnTo>
                    <a:pt x="679716" y="972096"/>
                  </a:lnTo>
                  <a:lnTo>
                    <a:pt x="677989" y="979716"/>
                  </a:lnTo>
                  <a:lnTo>
                    <a:pt x="678091" y="978446"/>
                  </a:lnTo>
                  <a:lnTo>
                    <a:pt x="676071" y="986066"/>
                  </a:lnTo>
                  <a:lnTo>
                    <a:pt x="673976" y="993686"/>
                  </a:lnTo>
                  <a:lnTo>
                    <a:pt x="674090" y="992416"/>
                  </a:lnTo>
                  <a:lnTo>
                    <a:pt x="671677" y="1000036"/>
                  </a:lnTo>
                  <a:lnTo>
                    <a:pt x="671804" y="1000036"/>
                  </a:lnTo>
                  <a:lnTo>
                    <a:pt x="669213" y="1006386"/>
                  </a:lnTo>
                  <a:lnTo>
                    <a:pt x="669340" y="1006386"/>
                  </a:lnTo>
                  <a:lnTo>
                    <a:pt x="666559" y="1012736"/>
                  </a:lnTo>
                  <a:lnTo>
                    <a:pt x="666699" y="1012736"/>
                  </a:lnTo>
                  <a:lnTo>
                    <a:pt x="663727" y="1020356"/>
                  </a:lnTo>
                  <a:lnTo>
                    <a:pt x="663879" y="1019086"/>
                  </a:lnTo>
                  <a:lnTo>
                    <a:pt x="660717" y="1026706"/>
                  </a:lnTo>
                  <a:lnTo>
                    <a:pt x="660882" y="1026706"/>
                  </a:lnTo>
                  <a:lnTo>
                    <a:pt x="657542" y="1033056"/>
                  </a:lnTo>
                  <a:lnTo>
                    <a:pt x="657707" y="1033056"/>
                  </a:lnTo>
                  <a:lnTo>
                    <a:pt x="654189" y="1039406"/>
                  </a:lnTo>
                  <a:lnTo>
                    <a:pt x="654367" y="1039406"/>
                  </a:lnTo>
                  <a:lnTo>
                    <a:pt x="650659" y="1045756"/>
                  </a:lnTo>
                  <a:lnTo>
                    <a:pt x="650849" y="1045756"/>
                  </a:lnTo>
                  <a:lnTo>
                    <a:pt x="646976" y="1052106"/>
                  </a:lnTo>
                  <a:lnTo>
                    <a:pt x="647166" y="1050836"/>
                  </a:lnTo>
                  <a:lnTo>
                    <a:pt x="643128" y="1058456"/>
                  </a:lnTo>
                  <a:lnTo>
                    <a:pt x="643318" y="1057186"/>
                  </a:lnTo>
                  <a:lnTo>
                    <a:pt x="639102" y="1063536"/>
                  </a:lnTo>
                  <a:lnTo>
                    <a:pt x="639305" y="1063536"/>
                  </a:lnTo>
                  <a:lnTo>
                    <a:pt x="634936" y="1069886"/>
                  </a:lnTo>
                  <a:lnTo>
                    <a:pt x="635139" y="1069886"/>
                  </a:lnTo>
                  <a:lnTo>
                    <a:pt x="630605" y="1076236"/>
                  </a:lnTo>
                  <a:lnTo>
                    <a:pt x="630821" y="1074966"/>
                  </a:lnTo>
                  <a:lnTo>
                    <a:pt x="626122" y="1081316"/>
                  </a:lnTo>
                  <a:lnTo>
                    <a:pt x="626338" y="1081316"/>
                  </a:lnTo>
                  <a:lnTo>
                    <a:pt x="621474" y="1087666"/>
                  </a:lnTo>
                  <a:lnTo>
                    <a:pt x="621703" y="1086396"/>
                  </a:lnTo>
                  <a:lnTo>
                    <a:pt x="616686" y="1092746"/>
                  </a:lnTo>
                  <a:lnTo>
                    <a:pt x="616927" y="1092746"/>
                  </a:lnTo>
                  <a:lnTo>
                    <a:pt x="611759" y="1097826"/>
                  </a:lnTo>
                  <a:lnTo>
                    <a:pt x="611987" y="1097826"/>
                  </a:lnTo>
                  <a:lnTo>
                    <a:pt x="606679" y="1102906"/>
                  </a:lnTo>
                  <a:lnTo>
                    <a:pt x="606920" y="1102906"/>
                  </a:lnTo>
                  <a:lnTo>
                    <a:pt x="601459" y="1107986"/>
                  </a:lnTo>
                  <a:lnTo>
                    <a:pt x="601700" y="1107986"/>
                  </a:lnTo>
                  <a:lnTo>
                    <a:pt x="596099" y="1114336"/>
                  </a:lnTo>
                  <a:lnTo>
                    <a:pt x="596341" y="1113066"/>
                  </a:lnTo>
                  <a:lnTo>
                    <a:pt x="590600" y="1118146"/>
                  </a:lnTo>
                  <a:lnTo>
                    <a:pt x="590842" y="1118146"/>
                  </a:lnTo>
                  <a:lnTo>
                    <a:pt x="584962" y="1123226"/>
                  </a:lnTo>
                  <a:lnTo>
                    <a:pt x="585216" y="1123226"/>
                  </a:lnTo>
                  <a:lnTo>
                    <a:pt x="579196" y="1128306"/>
                  </a:lnTo>
                  <a:lnTo>
                    <a:pt x="579462" y="1128306"/>
                  </a:lnTo>
                  <a:lnTo>
                    <a:pt x="573303" y="1133386"/>
                  </a:lnTo>
                  <a:lnTo>
                    <a:pt x="573570" y="1133386"/>
                  </a:lnTo>
                  <a:lnTo>
                    <a:pt x="567283" y="1137196"/>
                  </a:lnTo>
                  <a:lnTo>
                    <a:pt x="567550" y="1137196"/>
                  </a:lnTo>
                  <a:lnTo>
                    <a:pt x="561136" y="1142276"/>
                  </a:lnTo>
                  <a:lnTo>
                    <a:pt x="561403" y="1142276"/>
                  </a:lnTo>
                  <a:lnTo>
                    <a:pt x="554863" y="1146086"/>
                  </a:lnTo>
                  <a:lnTo>
                    <a:pt x="555142" y="1146086"/>
                  </a:lnTo>
                  <a:lnTo>
                    <a:pt x="548474" y="1149896"/>
                  </a:lnTo>
                  <a:lnTo>
                    <a:pt x="548754" y="1149896"/>
                  </a:lnTo>
                  <a:lnTo>
                    <a:pt x="541972" y="1154976"/>
                  </a:lnTo>
                  <a:lnTo>
                    <a:pt x="542251" y="1153706"/>
                  </a:lnTo>
                  <a:lnTo>
                    <a:pt x="535355" y="1158786"/>
                  </a:lnTo>
                  <a:lnTo>
                    <a:pt x="535635" y="1157516"/>
                  </a:lnTo>
                  <a:lnTo>
                    <a:pt x="528624" y="1161326"/>
                  </a:lnTo>
                  <a:lnTo>
                    <a:pt x="528904" y="1161326"/>
                  </a:lnTo>
                  <a:lnTo>
                    <a:pt x="521779" y="1165136"/>
                  </a:lnTo>
                  <a:lnTo>
                    <a:pt x="522071" y="1165136"/>
                  </a:lnTo>
                  <a:lnTo>
                    <a:pt x="514832" y="1168946"/>
                  </a:lnTo>
                  <a:lnTo>
                    <a:pt x="515124" y="1168946"/>
                  </a:lnTo>
                  <a:lnTo>
                    <a:pt x="507784" y="1172756"/>
                  </a:lnTo>
                  <a:lnTo>
                    <a:pt x="508076" y="1172756"/>
                  </a:lnTo>
                  <a:lnTo>
                    <a:pt x="500634" y="1175296"/>
                  </a:lnTo>
                  <a:lnTo>
                    <a:pt x="500926" y="1175296"/>
                  </a:lnTo>
                  <a:lnTo>
                    <a:pt x="493382" y="1177836"/>
                  </a:lnTo>
                  <a:lnTo>
                    <a:pt x="493687" y="1177836"/>
                  </a:lnTo>
                  <a:lnTo>
                    <a:pt x="486041" y="1181646"/>
                  </a:lnTo>
                  <a:lnTo>
                    <a:pt x="486346" y="1181646"/>
                  </a:lnTo>
                  <a:lnTo>
                    <a:pt x="478599" y="1184186"/>
                  </a:lnTo>
                  <a:lnTo>
                    <a:pt x="478904" y="1184186"/>
                  </a:lnTo>
                  <a:lnTo>
                    <a:pt x="471068" y="1186726"/>
                  </a:lnTo>
                  <a:lnTo>
                    <a:pt x="471373" y="1186726"/>
                  </a:lnTo>
                  <a:lnTo>
                    <a:pt x="463461" y="1189266"/>
                  </a:lnTo>
                  <a:lnTo>
                    <a:pt x="463765" y="1189266"/>
                  </a:lnTo>
                  <a:lnTo>
                    <a:pt x="455752" y="1190536"/>
                  </a:lnTo>
                  <a:lnTo>
                    <a:pt x="456057" y="1190536"/>
                  </a:lnTo>
                  <a:lnTo>
                    <a:pt x="447967" y="1193076"/>
                  </a:lnTo>
                  <a:lnTo>
                    <a:pt x="448271" y="1193076"/>
                  </a:lnTo>
                  <a:lnTo>
                    <a:pt x="440105" y="1195616"/>
                  </a:lnTo>
                  <a:lnTo>
                    <a:pt x="440410" y="1195616"/>
                  </a:lnTo>
                  <a:lnTo>
                    <a:pt x="432155" y="1196886"/>
                  </a:lnTo>
                  <a:lnTo>
                    <a:pt x="432473" y="1196886"/>
                  </a:lnTo>
                  <a:lnTo>
                    <a:pt x="424141" y="1198156"/>
                  </a:lnTo>
                  <a:lnTo>
                    <a:pt x="424459" y="1198156"/>
                  </a:lnTo>
                  <a:lnTo>
                    <a:pt x="416052" y="1199426"/>
                  </a:lnTo>
                  <a:lnTo>
                    <a:pt x="416369" y="1199426"/>
                  </a:lnTo>
                  <a:lnTo>
                    <a:pt x="407885" y="1200696"/>
                  </a:lnTo>
                  <a:lnTo>
                    <a:pt x="408203" y="1200696"/>
                  </a:lnTo>
                  <a:lnTo>
                    <a:pt x="399656" y="1201966"/>
                  </a:lnTo>
                  <a:lnTo>
                    <a:pt x="399973" y="1201966"/>
                  </a:lnTo>
                  <a:lnTo>
                    <a:pt x="391363" y="1203236"/>
                  </a:lnTo>
                  <a:lnTo>
                    <a:pt x="383324" y="1203236"/>
                  </a:lnTo>
                  <a:lnTo>
                    <a:pt x="374586" y="1204506"/>
                  </a:lnTo>
                  <a:lnTo>
                    <a:pt x="340906" y="1204506"/>
                  </a:lnTo>
                  <a:lnTo>
                    <a:pt x="332168" y="1203236"/>
                  </a:lnTo>
                  <a:lnTo>
                    <a:pt x="324129" y="1203236"/>
                  </a:lnTo>
                  <a:lnTo>
                    <a:pt x="315518" y="1201966"/>
                  </a:lnTo>
                  <a:lnTo>
                    <a:pt x="315836" y="1201966"/>
                  </a:lnTo>
                  <a:lnTo>
                    <a:pt x="307289" y="1200696"/>
                  </a:lnTo>
                  <a:lnTo>
                    <a:pt x="307606" y="1200696"/>
                  </a:lnTo>
                  <a:lnTo>
                    <a:pt x="299123" y="1199426"/>
                  </a:lnTo>
                  <a:lnTo>
                    <a:pt x="299440" y="1199426"/>
                  </a:lnTo>
                  <a:lnTo>
                    <a:pt x="291033" y="1198156"/>
                  </a:lnTo>
                  <a:lnTo>
                    <a:pt x="291350" y="1198156"/>
                  </a:lnTo>
                  <a:lnTo>
                    <a:pt x="283019" y="1196886"/>
                  </a:lnTo>
                  <a:lnTo>
                    <a:pt x="283337" y="1196886"/>
                  </a:lnTo>
                  <a:lnTo>
                    <a:pt x="275082" y="1195616"/>
                  </a:lnTo>
                  <a:lnTo>
                    <a:pt x="275386" y="1195616"/>
                  </a:lnTo>
                  <a:lnTo>
                    <a:pt x="267220" y="1193076"/>
                  </a:lnTo>
                  <a:lnTo>
                    <a:pt x="267525" y="1193076"/>
                  </a:lnTo>
                  <a:lnTo>
                    <a:pt x="259435" y="1190536"/>
                  </a:lnTo>
                  <a:lnTo>
                    <a:pt x="259740" y="1190536"/>
                  </a:lnTo>
                  <a:lnTo>
                    <a:pt x="251726" y="1189266"/>
                  </a:lnTo>
                  <a:lnTo>
                    <a:pt x="252031" y="1189266"/>
                  </a:lnTo>
                  <a:lnTo>
                    <a:pt x="244119" y="1186726"/>
                  </a:lnTo>
                  <a:lnTo>
                    <a:pt x="244424" y="1186726"/>
                  </a:lnTo>
                  <a:lnTo>
                    <a:pt x="236588" y="1184186"/>
                  </a:lnTo>
                  <a:lnTo>
                    <a:pt x="236893" y="1184186"/>
                  </a:lnTo>
                  <a:lnTo>
                    <a:pt x="229146" y="1181646"/>
                  </a:lnTo>
                  <a:lnTo>
                    <a:pt x="229450" y="1181646"/>
                  </a:lnTo>
                  <a:lnTo>
                    <a:pt x="221805" y="1177836"/>
                  </a:lnTo>
                  <a:lnTo>
                    <a:pt x="222110" y="1177836"/>
                  </a:lnTo>
                  <a:lnTo>
                    <a:pt x="214566" y="1175296"/>
                  </a:lnTo>
                  <a:lnTo>
                    <a:pt x="214858" y="1175296"/>
                  </a:lnTo>
                  <a:lnTo>
                    <a:pt x="207416" y="1172756"/>
                  </a:lnTo>
                  <a:lnTo>
                    <a:pt x="207708" y="1172756"/>
                  </a:lnTo>
                  <a:lnTo>
                    <a:pt x="200367" y="1168946"/>
                  </a:lnTo>
                  <a:lnTo>
                    <a:pt x="200660" y="1168946"/>
                  </a:lnTo>
                  <a:lnTo>
                    <a:pt x="193421" y="1165136"/>
                  </a:lnTo>
                  <a:lnTo>
                    <a:pt x="193713" y="1165136"/>
                  </a:lnTo>
                  <a:lnTo>
                    <a:pt x="186588" y="1161326"/>
                  </a:lnTo>
                  <a:lnTo>
                    <a:pt x="186867" y="1161326"/>
                  </a:lnTo>
                  <a:lnTo>
                    <a:pt x="182194" y="1158786"/>
                  </a:lnTo>
                  <a:lnTo>
                    <a:pt x="179857" y="1157516"/>
                  </a:lnTo>
                  <a:lnTo>
                    <a:pt x="180136" y="1158786"/>
                  </a:lnTo>
                  <a:lnTo>
                    <a:pt x="174955" y="1154976"/>
                  </a:lnTo>
                  <a:lnTo>
                    <a:pt x="173240" y="1153706"/>
                  </a:lnTo>
                  <a:lnTo>
                    <a:pt x="173520" y="1154976"/>
                  </a:lnTo>
                  <a:lnTo>
                    <a:pt x="166738" y="1149896"/>
                  </a:lnTo>
                  <a:lnTo>
                    <a:pt x="167017" y="1149896"/>
                  </a:lnTo>
                  <a:lnTo>
                    <a:pt x="160350" y="1146086"/>
                  </a:lnTo>
                  <a:lnTo>
                    <a:pt x="160629" y="1146086"/>
                  </a:lnTo>
                  <a:lnTo>
                    <a:pt x="154089" y="1142276"/>
                  </a:lnTo>
                  <a:lnTo>
                    <a:pt x="154355" y="1142276"/>
                  </a:lnTo>
                  <a:lnTo>
                    <a:pt x="147929" y="1137196"/>
                  </a:lnTo>
                  <a:lnTo>
                    <a:pt x="148209" y="1137196"/>
                  </a:lnTo>
                  <a:lnTo>
                    <a:pt x="141922" y="1133386"/>
                  </a:lnTo>
                  <a:lnTo>
                    <a:pt x="142176" y="1133386"/>
                  </a:lnTo>
                  <a:lnTo>
                    <a:pt x="136042" y="1128306"/>
                  </a:lnTo>
                  <a:lnTo>
                    <a:pt x="136283" y="1128306"/>
                  </a:lnTo>
                  <a:lnTo>
                    <a:pt x="130276" y="1123226"/>
                  </a:lnTo>
                  <a:lnTo>
                    <a:pt x="130530" y="1123226"/>
                  </a:lnTo>
                  <a:lnTo>
                    <a:pt x="124637" y="1118146"/>
                  </a:lnTo>
                  <a:lnTo>
                    <a:pt x="124879" y="1118146"/>
                  </a:lnTo>
                  <a:lnTo>
                    <a:pt x="120586" y="1114336"/>
                  </a:lnTo>
                  <a:lnTo>
                    <a:pt x="119151" y="1113066"/>
                  </a:lnTo>
                  <a:lnTo>
                    <a:pt x="119392" y="1114336"/>
                  </a:lnTo>
                  <a:lnTo>
                    <a:pt x="113792" y="1107986"/>
                  </a:lnTo>
                  <a:lnTo>
                    <a:pt x="114033" y="1107986"/>
                  </a:lnTo>
                  <a:lnTo>
                    <a:pt x="108572" y="1102906"/>
                  </a:lnTo>
                  <a:lnTo>
                    <a:pt x="108813" y="1102906"/>
                  </a:lnTo>
                  <a:lnTo>
                    <a:pt x="103505" y="1097826"/>
                  </a:lnTo>
                  <a:lnTo>
                    <a:pt x="103733" y="1097826"/>
                  </a:lnTo>
                  <a:lnTo>
                    <a:pt x="98564" y="1092746"/>
                  </a:lnTo>
                  <a:lnTo>
                    <a:pt x="98806" y="1092746"/>
                  </a:lnTo>
                  <a:lnTo>
                    <a:pt x="94780" y="1087666"/>
                  </a:lnTo>
                  <a:lnTo>
                    <a:pt x="93789" y="1086396"/>
                  </a:lnTo>
                  <a:lnTo>
                    <a:pt x="94018" y="1087666"/>
                  </a:lnTo>
                  <a:lnTo>
                    <a:pt x="89154" y="1081316"/>
                  </a:lnTo>
                  <a:lnTo>
                    <a:pt x="89369" y="1081316"/>
                  </a:lnTo>
                  <a:lnTo>
                    <a:pt x="85610" y="1076236"/>
                  </a:lnTo>
                  <a:lnTo>
                    <a:pt x="84670" y="1074966"/>
                  </a:lnTo>
                  <a:lnTo>
                    <a:pt x="84886" y="1076236"/>
                  </a:lnTo>
                  <a:lnTo>
                    <a:pt x="80352" y="1069886"/>
                  </a:lnTo>
                  <a:lnTo>
                    <a:pt x="80556" y="1069886"/>
                  </a:lnTo>
                  <a:lnTo>
                    <a:pt x="76187" y="1063536"/>
                  </a:lnTo>
                  <a:lnTo>
                    <a:pt x="76390" y="1063536"/>
                  </a:lnTo>
                  <a:lnTo>
                    <a:pt x="73012" y="1058456"/>
                  </a:lnTo>
                  <a:lnTo>
                    <a:pt x="72174" y="1057186"/>
                  </a:lnTo>
                  <a:lnTo>
                    <a:pt x="72377" y="1058456"/>
                  </a:lnTo>
                  <a:lnTo>
                    <a:pt x="68999" y="1052106"/>
                  </a:lnTo>
                  <a:lnTo>
                    <a:pt x="68326" y="1050836"/>
                  </a:lnTo>
                  <a:lnTo>
                    <a:pt x="68516" y="1052106"/>
                  </a:lnTo>
                  <a:lnTo>
                    <a:pt x="64643" y="1045756"/>
                  </a:lnTo>
                  <a:lnTo>
                    <a:pt x="64833" y="1045756"/>
                  </a:lnTo>
                  <a:lnTo>
                    <a:pt x="61125" y="1039406"/>
                  </a:lnTo>
                  <a:lnTo>
                    <a:pt x="61302" y="1039406"/>
                  </a:lnTo>
                  <a:lnTo>
                    <a:pt x="57785" y="1033056"/>
                  </a:lnTo>
                  <a:lnTo>
                    <a:pt x="57950" y="1033056"/>
                  </a:lnTo>
                  <a:lnTo>
                    <a:pt x="54610" y="1026706"/>
                  </a:lnTo>
                  <a:lnTo>
                    <a:pt x="54775" y="1026706"/>
                  </a:lnTo>
                  <a:lnTo>
                    <a:pt x="52133" y="1020356"/>
                  </a:lnTo>
                  <a:lnTo>
                    <a:pt x="51612" y="1019086"/>
                  </a:lnTo>
                  <a:lnTo>
                    <a:pt x="51765" y="1020356"/>
                  </a:lnTo>
                  <a:lnTo>
                    <a:pt x="48793" y="1012736"/>
                  </a:lnTo>
                  <a:lnTo>
                    <a:pt x="48933" y="1012736"/>
                  </a:lnTo>
                  <a:lnTo>
                    <a:pt x="46151" y="1006386"/>
                  </a:lnTo>
                  <a:lnTo>
                    <a:pt x="46278" y="1006386"/>
                  </a:lnTo>
                  <a:lnTo>
                    <a:pt x="43688" y="1000036"/>
                  </a:lnTo>
                  <a:lnTo>
                    <a:pt x="43815" y="1000036"/>
                  </a:lnTo>
                  <a:lnTo>
                    <a:pt x="41795" y="993686"/>
                  </a:lnTo>
                  <a:lnTo>
                    <a:pt x="41402" y="992416"/>
                  </a:lnTo>
                  <a:lnTo>
                    <a:pt x="41529" y="993686"/>
                  </a:lnTo>
                  <a:lnTo>
                    <a:pt x="39306" y="986066"/>
                  </a:lnTo>
                  <a:lnTo>
                    <a:pt x="37731" y="979716"/>
                  </a:lnTo>
                  <a:lnTo>
                    <a:pt x="37401" y="978446"/>
                  </a:lnTo>
                  <a:lnTo>
                    <a:pt x="37503" y="979716"/>
                  </a:lnTo>
                  <a:lnTo>
                    <a:pt x="35687" y="972096"/>
                  </a:lnTo>
                  <a:lnTo>
                    <a:pt x="34163" y="964476"/>
                  </a:lnTo>
                  <a:lnTo>
                    <a:pt x="32842" y="958126"/>
                  </a:lnTo>
                  <a:lnTo>
                    <a:pt x="32080" y="952944"/>
                  </a:lnTo>
                  <a:lnTo>
                    <a:pt x="27952" y="949236"/>
                  </a:lnTo>
                  <a:lnTo>
                    <a:pt x="32080" y="952931"/>
                  </a:lnTo>
                  <a:lnTo>
                    <a:pt x="36499" y="956856"/>
                  </a:lnTo>
                  <a:lnTo>
                    <a:pt x="45288" y="965746"/>
                  </a:lnTo>
                  <a:lnTo>
                    <a:pt x="54330" y="973366"/>
                  </a:lnTo>
                  <a:lnTo>
                    <a:pt x="63614" y="980986"/>
                  </a:lnTo>
                  <a:lnTo>
                    <a:pt x="73126" y="988606"/>
                  </a:lnTo>
                  <a:lnTo>
                    <a:pt x="82880" y="994956"/>
                  </a:lnTo>
                  <a:lnTo>
                    <a:pt x="92862" y="1002576"/>
                  </a:lnTo>
                  <a:lnTo>
                    <a:pt x="103060" y="1008926"/>
                  </a:lnTo>
                  <a:lnTo>
                    <a:pt x="113474" y="1015276"/>
                  </a:lnTo>
                  <a:lnTo>
                    <a:pt x="124091" y="1021626"/>
                  </a:lnTo>
                  <a:lnTo>
                    <a:pt x="145923" y="1031786"/>
                  </a:lnTo>
                  <a:lnTo>
                    <a:pt x="157137" y="1038136"/>
                  </a:lnTo>
                  <a:lnTo>
                    <a:pt x="168529" y="1043216"/>
                  </a:lnTo>
                  <a:lnTo>
                    <a:pt x="180111" y="1047026"/>
                  </a:lnTo>
                  <a:lnTo>
                    <a:pt x="191858" y="1052106"/>
                  </a:lnTo>
                  <a:lnTo>
                    <a:pt x="228079" y="1063536"/>
                  </a:lnTo>
                  <a:lnTo>
                    <a:pt x="240474" y="1066076"/>
                  </a:lnTo>
                  <a:lnTo>
                    <a:pt x="252996" y="1069886"/>
                  </a:lnTo>
                  <a:lnTo>
                    <a:pt x="265671" y="1072426"/>
                  </a:lnTo>
                  <a:lnTo>
                    <a:pt x="278472" y="1073696"/>
                  </a:lnTo>
                  <a:lnTo>
                    <a:pt x="291401" y="1076236"/>
                  </a:lnTo>
                  <a:lnTo>
                    <a:pt x="330898" y="1080046"/>
                  </a:lnTo>
                  <a:lnTo>
                    <a:pt x="384619" y="1080046"/>
                  </a:lnTo>
                  <a:lnTo>
                    <a:pt x="424116" y="1076236"/>
                  </a:lnTo>
                  <a:lnTo>
                    <a:pt x="437045" y="1073696"/>
                  </a:lnTo>
                  <a:lnTo>
                    <a:pt x="449859" y="1072426"/>
                  </a:lnTo>
                  <a:lnTo>
                    <a:pt x="462521" y="1069886"/>
                  </a:lnTo>
                  <a:lnTo>
                    <a:pt x="475056" y="1066076"/>
                  </a:lnTo>
                  <a:lnTo>
                    <a:pt x="487438" y="1063536"/>
                  </a:lnTo>
                  <a:lnTo>
                    <a:pt x="523671" y="1052106"/>
                  </a:lnTo>
                  <a:lnTo>
                    <a:pt x="535419" y="1047026"/>
                  </a:lnTo>
                  <a:lnTo>
                    <a:pt x="546989" y="1043216"/>
                  </a:lnTo>
                  <a:lnTo>
                    <a:pt x="558380" y="1038136"/>
                  </a:lnTo>
                  <a:lnTo>
                    <a:pt x="569595" y="1031786"/>
                  </a:lnTo>
                  <a:lnTo>
                    <a:pt x="591426" y="1021626"/>
                  </a:lnTo>
                  <a:lnTo>
                    <a:pt x="602043" y="1015276"/>
                  </a:lnTo>
                  <a:lnTo>
                    <a:pt x="612457" y="1008926"/>
                  </a:lnTo>
                  <a:lnTo>
                    <a:pt x="622655" y="1002576"/>
                  </a:lnTo>
                  <a:lnTo>
                    <a:pt x="632625" y="994956"/>
                  </a:lnTo>
                  <a:lnTo>
                    <a:pt x="642378" y="988606"/>
                  </a:lnTo>
                  <a:lnTo>
                    <a:pt x="651903" y="980986"/>
                  </a:lnTo>
                  <a:lnTo>
                    <a:pt x="661187" y="973366"/>
                  </a:lnTo>
                  <a:lnTo>
                    <a:pt x="670217" y="965746"/>
                  </a:lnTo>
                  <a:lnTo>
                    <a:pt x="679005" y="956856"/>
                  </a:lnTo>
                  <a:lnTo>
                    <a:pt x="683387" y="952957"/>
                  </a:lnTo>
                  <a:lnTo>
                    <a:pt x="683387" y="911326"/>
                  </a:lnTo>
                  <a:lnTo>
                    <a:pt x="682409" y="912406"/>
                  </a:lnTo>
                  <a:lnTo>
                    <a:pt x="682675" y="912406"/>
                  </a:lnTo>
                  <a:lnTo>
                    <a:pt x="674954" y="921296"/>
                  </a:lnTo>
                  <a:lnTo>
                    <a:pt x="675233" y="921296"/>
                  </a:lnTo>
                  <a:lnTo>
                    <a:pt x="667245" y="928916"/>
                  </a:lnTo>
                  <a:lnTo>
                    <a:pt x="667537" y="928916"/>
                  </a:lnTo>
                  <a:lnTo>
                    <a:pt x="659295" y="936536"/>
                  </a:lnTo>
                  <a:lnTo>
                    <a:pt x="659587" y="936536"/>
                  </a:lnTo>
                  <a:lnTo>
                    <a:pt x="651090" y="944156"/>
                  </a:lnTo>
                  <a:lnTo>
                    <a:pt x="651395" y="944156"/>
                  </a:lnTo>
                  <a:lnTo>
                    <a:pt x="642658" y="951776"/>
                  </a:lnTo>
                  <a:lnTo>
                    <a:pt x="642962" y="950506"/>
                  </a:lnTo>
                  <a:lnTo>
                    <a:pt x="633984" y="958126"/>
                  </a:lnTo>
                  <a:lnTo>
                    <a:pt x="634288" y="958126"/>
                  </a:lnTo>
                  <a:lnTo>
                    <a:pt x="625094" y="965746"/>
                  </a:lnTo>
                  <a:lnTo>
                    <a:pt x="625398" y="964476"/>
                  </a:lnTo>
                  <a:lnTo>
                    <a:pt x="615975" y="972096"/>
                  </a:lnTo>
                  <a:lnTo>
                    <a:pt x="616292" y="972096"/>
                  </a:lnTo>
                  <a:lnTo>
                    <a:pt x="606640" y="978446"/>
                  </a:lnTo>
                  <a:lnTo>
                    <a:pt x="606958" y="978446"/>
                  </a:lnTo>
                  <a:lnTo>
                    <a:pt x="597090" y="984796"/>
                  </a:lnTo>
                  <a:lnTo>
                    <a:pt x="597420" y="984796"/>
                  </a:lnTo>
                  <a:lnTo>
                    <a:pt x="587336" y="989876"/>
                  </a:lnTo>
                  <a:lnTo>
                    <a:pt x="587679" y="989876"/>
                  </a:lnTo>
                  <a:lnTo>
                    <a:pt x="577392" y="996226"/>
                  </a:lnTo>
                  <a:lnTo>
                    <a:pt x="577723" y="996226"/>
                  </a:lnTo>
                  <a:lnTo>
                    <a:pt x="567245" y="1001306"/>
                  </a:lnTo>
                  <a:lnTo>
                    <a:pt x="567588" y="1001306"/>
                  </a:lnTo>
                  <a:lnTo>
                    <a:pt x="556907" y="1006386"/>
                  </a:lnTo>
                  <a:lnTo>
                    <a:pt x="557250" y="1006386"/>
                  </a:lnTo>
                  <a:lnTo>
                    <a:pt x="546392" y="1011466"/>
                  </a:lnTo>
                  <a:lnTo>
                    <a:pt x="546747" y="1011466"/>
                  </a:lnTo>
                  <a:lnTo>
                    <a:pt x="535698" y="1016546"/>
                  </a:lnTo>
                  <a:lnTo>
                    <a:pt x="536054" y="1016546"/>
                  </a:lnTo>
                  <a:lnTo>
                    <a:pt x="524827" y="1020356"/>
                  </a:lnTo>
                  <a:lnTo>
                    <a:pt x="525183" y="1020356"/>
                  </a:lnTo>
                  <a:lnTo>
                    <a:pt x="513791" y="1025436"/>
                  </a:lnTo>
                  <a:lnTo>
                    <a:pt x="514146" y="1025436"/>
                  </a:lnTo>
                  <a:lnTo>
                    <a:pt x="502589" y="1029246"/>
                  </a:lnTo>
                  <a:lnTo>
                    <a:pt x="502958" y="1029246"/>
                  </a:lnTo>
                  <a:lnTo>
                    <a:pt x="491236" y="1031786"/>
                  </a:lnTo>
                  <a:lnTo>
                    <a:pt x="491604" y="1031786"/>
                  </a:lnTo>
                  <a:lnTo>
                    <a:pt x="479729" y="1035596"/>
                  </a:lnTo>
                  <a:lnTo>
                    <a:pt x="480098" y="1035596"/>
                  </a:lnTo>
                  <a:lnTo>
                    <a:pt x="468083" y="1038136"/>
                  </a:lnTo>
                  <a:lnTo>
                    <a:pt x="468452" y="1038136"/>
                  </a:lnTo>
                  <a:lnTo>
                    <a:pt x="456298" y="1041946"/>
                  </a:lnTo>
                  <a:lnTo>
                    <a:pt x="456666" y="1041946"/>
                  </a:lnTo>
                  <a:lnTo>
                    <a:pt x="444373" y="1043216"/>
                  </a:lnTo>
                  <a:lnTo>
                    <a:pt x="444741" y="1043216"/>
                  </a:lnTo>
                  <a:lnTo>
                    <a:pt x="432308" y="1045756"/>
                  </a:lnTo>
                  <a:lnTo>
                    <a:pt x="432689" y="1045756"/>
                  </a:lnTo>
                  <a:lnTo>
                    <a:pt x="420141" y="1048296"/>
                  </a:lnTo>
                  <a:lnTo>
                    <a:pt x="420509" y="1048296"/>
                  </a:lnTo>
                  <a:lnTo>
                    <a:pt x="407835" y="1049566"/>
                  </a:lnTo>
                  <a:lnTo>
                    <a:pt x="408216" y="1049566"/>
                  </a:lnTo>
                  <a:lnTo>
                    <a:pt x="395427" y="1050836"/>
                  </a:lnTo>
                  <a:lnTo>
                    <a:pt x="383286" y="1050836"/>
                  </a:lnTo>
                  <a:lnTo>
                    <a:pt x="370293" y="1052106"/>
                  </a:lnTo>
                  <a:lnTo>
                    <a:pt x="345236" y="1052106"/>
                  </a:lnTo>
                  <a:lnTo>
                    <a:pt x="332232" y="1050836"/>
                  </a:lnTo>
                  <a:lnTo>
                    <a:pt x="320090" y="1050836"/>
                  </a:lnTo>
                  <a:lnTo>
                    <a:pt x="307301" y="1049566"/>
                  </a:lnTo>
                  <a:lnTo>
                    <a:pt x="307682" y="1049566"/>
                  </a:lnTo>
                  <a:lnTo>
                    <a:pt x="295008" y="1048296"/>
                  </a:lnTo>
                  <a:lnTo>
                    <a:pt x="295389" y="1048296"/>
                  </a:lnTo>
                  <a:lnTo>
                    <a:pt x="282829" y="1045756"/>
                  </a:lnTo>
                  <a:lnTo>
                    <a:pt x="283210" y="1045756"/>
                  </a:lnTo>
                  <a:lnTo>
                    <a:pt x="270776" y="1043216"/>
                  </a:lnTo>
                  <a:lnTo>
                    <a:pt x="271157" y="1043216"/>
                  </a:lnTo>
                  <a:lnTo>
                    <a:pt x="258851" y="1041946"/>
                  </a:lnTo>
                  <a:lnTo>
                    <a:pt x="259232" y="1041946"/>
                  </a:lnTo>
                  <a:lnTo>
                    <a:pt x="247065" y="1038136"/>
                  </a:lnTo>
                  <a:lnTo>
                    <a:pt x="247434" y="1038136"/>
                  </a:lnTo>
                  <a:lnTo>
                    <a:pt x="235419" y="1035596"/>
                  </a:lnTo>
                  <a:lnTo>
                    <a:pt x="235788" y="1035596"/>
                  </a:lnTo>
                  <a:lnTo>
                    <a:pt x="223913" y="1031786"/>
                  </a:lnTo>
                  <a:lnTo>
                    <a:pt x="224282" y="1031786"/>
                  </a:lnTo>
                  <a:lnTo>
                    <a:pt x="212559" y="1029246"/>
                  </a:lnTo>
                  <a:lnTo>
                    <a:pt x="212928" y="1029246"/>
                  </a:lnTo>
                  <a:lnTo>
                    <a:pt x="201371" y="1025436"/>
                  </a:lnTo>
                  <a:lnTo>
                    <a:pt x="201726" y="1025436"/>
                  </a:lnTo>
                  <a:lnTo>
                    <a:pt x="190334" y="1020356"/>
                  </a:lnTo>
                  <a:lnTo>
                    <a:pt x="190690" y="1020356"/>
                  </a:lnTo>
                  <a:lnTo>
                    <a:pt x="179476" y="1016546"/>
                  </a:lnTo>
                  <a:lnTo>
                    <a:pt x="179819" y="1016546"/>
                  </a:lnTo>
                  <a:lnTo>
                    <a:pt x="168783" y="1011466"/>
                  </a:lnTo>
                  <a:lnTo>
                    <a:pt x="169125" y="1011466"/>
                  </a:lnTo>
                  <a:lnTo>
                    <a:pt x="158267" y="1006386"/>
                  </a:lnTo>
                  <a:lnTo>
                    <a:pt x="158610" y="1006386"/>
                  </a:lnTo>
                  <a:lnTo>
                    <a:pt x="147929" y="1001306"/>
                  </a:lnTo>
                  <a:lnTo>
                    <a:pt x="148272" y="1001306"/>
                  </a:lnTo>
                  <a:lnTo>
                    <a:pt x="137795" y="996226"/>
                  </a:lnTo>
                  <a:lnTo>
                    <a:pt x="138125" y="996226"/>
                  </a:lnTo>
                  <a:lnTo>
                    <a:pt x="127825" y="989876"/>
                  </a:lnTo>
                  <a:lnTo>
                    <a:pt x="128181" y="989876"/>
                  </a:lnTo>
                  <a:lnTo>
                    <a:pt x="118097" y="984796"/>
                  </a:lnTo>
                  <a:lnTo>
                    <a:pt x="118427" y="984796"/>
                  </a:lnTo>
                  <a:lnTo>
                    <a:pt x="108546" y="978446"/>
                  </a:lnTo>
                  <a:lnTo>
                    <a:pt x="108877" y="978446"/>
                  </a:lnTo>
                  <a:lnTo>
                    <a:pt x="99225" y="972096"/>
                  </a:lnTo>
                  <a:lnTo>
                    <a:pt x="99542" y="972096"/>
                  </a:lnTo>
                  <a:lnTo>
                    <a:pt x="91668" y="965746"/>
                  </a:lnTo>
                  <a:lnTo>
                    <a:pt x="90106" y="964476"/>
                  </a:lnTo>
                  <a:lnTo>
                    <a:pt x="90424" y="965746"/>
                  </a:lnTo>
                  <a:lnTo>
                    <a:pt x="81216" y="958126"/>
                  </a:lnTo>
                  <a:lnTo>
                    <a:pt x="81521" y="958126"/>
                  </a:lnTo>
                  <a:lnTo>
                    <a:pt x="74028" y="951776"/>
                  </a:lnTo>
                  <a:lnTo>
                    <a:pt x="72542" y="950506"/>
                  </a:lnTo>
                  <a:lnTo>
                    <a:pt x="72847" y="951776"/>
                  </a:lnTo>
                  <a:lnTo>
                    <a:pt x="64109" y="944156"/>
                  </a:lnTo>
                  <a:lnTo>
                    <a:pt x="64414" y="944156"/>
                  </a:lnTo>
                  <a:lnTo>
                    <a:pt x="55918" y="936536"/>
                  </a:lnTo>
                  <a:lnTo>
                    <a:pt x="56210" y="936536"/>
                  </a:lnTo>
                  <a:lnTo>
                    <a:pt x="47967" y="928916"/>
                  </a:lnTo>
                  <a:lnTo>
                    <a:pt x="48260" y="928916"/>
                  </a:lnTo>
                  <a:lnTo>
                    <a:pt x="40259" y="921296"/>
                  </a:lnTo>
                  <a:lnTo>
                    <a:pt x="40551" y="921296"/>
                  </a:lnTo>
                  <a:lnTo>
                    <a:pt x="33921" y="913676"/>
                  </a:lnTo>
                  <a:lnTo>
                    <a:pt x="32816" y="912406"/>
                  </a:lnTo>
                  <a:lnTo>
                    <a:pt x="33083" y="912406"/>
                  </a:lnTo>
                  <a:lnTo>
                    <a:pt x="0" y="875576"/>
                  </a:lnTo>
                  <a:lnTo>
                    <a:pt x="673" y="922566"/>
                  </a:lnTo>
                  <a:lnTo>
                    <a:pt x="4711" y="963206"/>
                  </a:lnTo>
                  <a:lnTo>
                    <a:pt x="14249" y="1001306"/>
                  </a:lnTo>
                  <a:lnTo>
                    <a:pt x="28892" y="1038136"/>
                  </a:lnTo>
                  <a:lnTo>
                    <a:pt x="32397" y="1045756"/>
                  </a:lnTo>
                  <a:lnTo>
                    <a:pt x="36093" y="1052106"/>
                  </a:lnTo>
                  <a:lnTo>
                    <a:pt x="39979" y="1059726"/>
                  </a:lnTo>
                  <a:lnTo>
                    <a:pt x="44043" y="1066076"/>
                  </a:lnTo>
                  <a:lnTo>
                    <a:pt x="66954" y="1099096"/>
                  </a:lnTo>
                  <a:lnTo>
                    <a:pt x="82677" y="1116876"/>
                  </a:lnTo>
                  <a:lnTo>
                    <a:pt x="88226" y="1123226"/>
                  </a:lnTo>
                  <a:lnTo>
                    <a:pt x="93929" y="1128306"/>
                  </a:lnTo>
                  <a:lnTo>
                    <a:pt x="99783" y="1134656"/>
                  </a:lnTo>
                  <a:lnTo>
                    <a:pt x="105791" y="1139736"/>
                  </a:lnTo>
                  <a:lnTo>
                    <a:pt x="137858" y="1165136"/>
                  </a:lnTo>
                  <a:lnTo>
                    <a:pt x="151612" y="1174026"/>
                  </a:lnTo>
                  <a:lnTo>
                    <a:pt x="158673" y="1179106"/>
                  </a:lnTo>
                  <a:lnTo>
                    <a:pt x="173151" y="1186726"/>
                  </a:lnTo>
                  <a:lnTo>
                    <a:pt x="188087" y="1194346"/>
                  </a:lnTo>
                  <a:lnTo>
                    <a:pt x="203454" y="1201966"/>
                  </a:lnTo>
                  <a:lnTo>
                    <a:pt x="211302" y="1204506"/>
                  </a:lnTo>
                  <a:lnTo>
                    <a:pt x="219240" y="1208316"/>
                  </a:lnTo>
                  <a:lnTo>
                    <a:pt x="260375" y="1221016"/>
                  </a:lnTo>
                  <a:lnTo>
                    <a:pt x="268859" y="1222286"/>
                  </a:lnTo>
                  <a:lnTo>
                    <a:pt x="277431" y="1224826"/>
                  </a:lnTo>
                  <a:lnTo>
                    <a:pt x="330403" y="1232446"/>
                  </a:lnTo>
                  <a:lnTo>
                    <a:pt x="381558" y="1232446"/>
                  </a:lnTo>
                  <a:lnTo>
                    <a:pt x="381558" y="1447800"/>
                  </a:lnTo>
                  <a:lnTo>
                    <a:pt x="410133" y="1447800"/>
                  </a:lnTo>
                  <a:lnTo>
                    <a:pt x="410133" y="1228852"/>
                  </a:lnTo>
                  <a:lnTo>
                    <a:pt x="438061" y="1224826"/>
                  </a:lnTo>
                  <a:lnTo>
                    <a:pt x="446633" y="1222286"/>
                  </a:lnTo>
                  <a:lnTo>
                    <a:pt x="455117" y="1221016"/>
                  </a:lnTo>
                  <a:lnTo>
                    <a:pt x="496252" y="1208316"/>
                  </a:lnTo>
                  <a:lnTo>
                    <a:pt x="504190" y="1204506"/>
                  </a:lnTo>
                  <a:lnTo>
                    <a:pt x="512038" y="1201966"/>
                  </a:lnTo>
                  <a:lnTo>
                    <a:pt x="527405" y="1194346"/>
                  </a:lnTo>
                  <a:lnTo>
                    <a:pt x="542340" y="1186726"/>
                  </a:lnTo>
                  <a:lnTo>
                    <a:pt x="556818" y="1179106"/>
                  </a:lnTo>
                  <a:lnTo>
                    <a:pt x="563880" y="1174026"/>
                  </a:lnTo>
                  <a:lnTo>
                    <a:pt x="570814" y="1170216"/>
                  </a:lnTo>
                  <a:lnTo>
                    <a:pt x="577634" y="1165136"/>
                  </a:lnTo>
                  <a:lnTo>
                    <a:pt x="584314" y="1160056"/>
                  </a:lnTo>
                  <a:lnTo>
                    <a:pt x="585939" y="1158786"/>
                  </a:lnTo>
                  <a:lnTo>
                    <a:pt x="590867" y="1154976"/>
                  </a:lnTo>
                  <a:lnTo>
                    <a:pt x="621563" y="1128306"/>
                  </a:lnTo>
                  <a:lnTo>
                    <a:pt x="627265" y="1123226"/>
                  </a:lnTo>
                  <a:lnTo>
                    <a:pt x="632815" y="1116876"/>
                  </a:lnTo>
                  <a:lnTo>
                    <a:pt x="635508" y="1114336"/>
                  </a:lnTo>
                  <a:lnTo>
                    <a:pt x="638213" y="1111796"/>
                  </a:lnTo>
                  <a:lnTo>
                    <a:pt x="643458" y="1105446"/>
                  </a:lnTo>
                  <a:lnTo>
                    <a:pt x="648538" y="1099096"/>
                  </a:lnTo>
                  <a:lnTo>
                    <a:pt x="653465" y="1092746"/>
                  </a:lnTo>
                  <a:lnTo>
                    <a:pt x="657263" y="1087666"/>
                  </a:lnTo>
                  <a:lnTo>
                    <a:pt x="658215" y="1086396"/>
                  </a:lnTo>
                  <a:lnTo>
                    <a:pt x="662800" y="1080046"/>
                  </a:lnTo>
                  <a:lnTo>
                    <a:pt x="665441" y="1076236"/>
                  </a:lnTo>
                  <a:lnTo>
                    <a:pt x="667219" y="1073696"/>
                  </a:lnTo>
                  <a:lnTo>
                    <a:pt x="671449" y="1066076"/>
                  </a:lnTo>
                  <a:lnTo>
                    <a:pt x="675513" y="1059726"/>
                  </a:lnTo>
                  <a:lnTo>
                    <a:pt x="676160" y="1058456"/>
                  </a:lnTo>
                  <a:lnTo>
                    <a:pt x="679399" y="1052106"/>
                  </a:lnTo>
                  <a:lnTo>
                    <a:pt x="683094" y="1045756"/>
                  </a:lnTo>
                  <a:lnTo>
                    <a:pt x="686600" y="1038136"/>
                  </a:lnTo>
                  <a:lnTo>
                    <a:pt x="689927" y="1031786"/>
                  </a:lnTo>
                  <a:lnTo>
                    <a:pt x="693051" y="1024166"/>
                  </a:lnTo>
                  <a:lnTo>
                    <a:pt x="694512" y="1020356"/>
                  </a:lnTo>
                  <a:lnTo>
                    <a:pt x="695985" y="1016546"/>
                  </a:lnTo>
                  <a:lnTo>
                    <a:pt x="707288" y="979716"/>
                  </a:lnTo>
                  <a:lnTo>
                    <a:pt x="707605" y="978446"/>
                  </a:lnTo>
                  <a:lnTo>
                    <a:pt x="713879" y="939076"/>
                  </a:lnTo>
                  <a:lnTo>
                    <a:pt x="714946" y="913676"/>
                  </a:lnTo>
                  <a:lnTo>
                    <a:pt x="715492" y="875576"/>
                  </a:lnTo>
                  <a:close/>
                </a:path>
                <a:path w="1082039" h="1447800">
                  <a:moveTo>
                    <a:pt x="1081646" y="214312"/>
                  </a:moveTo>
                  <a:lnTo>
                    <a:pt x="700646" y="214312"/>
                  </a:lnTo>
                  <a:lnTo>
                    <a:pt x="700646" y="228600"/>
                  </a:lnTo>
                  <a:lnTo>
                    <a:pt x="686358" y="228600"/>
                  </a:lnTo>
                  <a:lnTo>
                    <a:pt x="686358" y="442912"/>
                  </a:lnTo>
                  <a:lnTo>
                    <a:pt x="410133" y="442912"/>
                  </a:lnTo>
                  <a:lnTo>
                    <a:pt x="410133" y="0"/>
                  </a:lnTo>
                  <a:lnTo>
                    <a:pt x="381558" y="0"/>
                  </a:lnTo>
                  <a:lnTo>
                    <a:pt x="381558" y="442912"/>
                  </a:lnTo>
                  <a:lnTo>
                    <a:pt x="229158" y="442912"/>
                  </a:lnTo>
                  <a:lnTo>
                    <a:pt x="229273" y="652462"/>
                  </a:lnTo>
                  <a:lnTo>
                    <a:pt x="236054" y="689292"/>
                  </a:lnTo>
                  <a:lnTo>
                    <a:pt x="237845" y="695642"/>
                  </a:lnTo>
                  <a:lnTo>
                    <a:pt x="239826" y="700722"/>
                  </a:lnTo>
                  <a:lnTo>
                    <a:pt x="241998" y="704532"/>
                  </a:lnTo>
                  <a:lnTo>
                    <a:pt x="244360" y="709612"/>
                  </a:lnTo>
                  <a:lnTo>
                    <a:pt x="269443" y="747712"/>
                  </a:lnTo>
                  <a:lnTo>
                    <a:pt x="277317" y="755332"/>
                  </a:lnTo>
                  <a:lnTo>
                    <a:pt x="285788" y="764222"/>
                  </a:lnTo>
                  <a:lnTo>
                    <a:pt x="294830" y="771842"/>
                  </a:lnTo>
                  <a:lnTo>
                    <a:pt x="304419" y="779462"/>
                  </a:lnTo>
                  <a:lnTo>
                    <a:pt x="314528" y="787082"/>
                  </a:lnTo>
                  <a:lnTo>
                    <a:pt x="325145" y="793432"/>
                  </a:lnTo>
                  <a:lnTo>
                    <a:pt x="336245" y="801052"/>
                  </a:lnTo>
                  <a:lnTo>
                    <a:pt x="347814" y="806132"/>
                  </a:lnTo>
                  <a:lnTo>
                    <a:pt x="359829" y="812482"/>
                  </a:lnTo>
                  <a:lnTo>
                    <a:pt x="372275" y="818832"/>
                  </a:lnTo>
                  <a:lnTo>
                    <a:pt x="385076" y="823899"/>
                  </a:lnTo>
                  <a:lnTo>
                    <a:pt x="398360" y="827722"/>
                  </a:lnTo>
                  <a:lnTo>
                    <a:pt x="411975" y="832802"/>
                  </a:lnTo>
                  <a:lnTo>
                    <a:pt x="440258" y="840422"/>
                  </a:lnTo>
                  <a:lnTo>
                    <a:pt x="485000" y="848042"/>
                  </a:lnTo>
                  <a:lnTo>
                    <a:pt x="532053" y="851852"/>
                  </a:lnTo>
                  <a:lnTo>
                    <a:pt x="533958" y="851852"/>
                  </a:lnTo>
                  <a:lnTo>
                    <a:pt x="533958" y="990600"/>
                  </a:lnTo>
                  <a:lnTo>
                    <a:pt x="562533" y="990600"/>
                  </a:lnTo>
                  <a:lnTo>
                    <a:pt x="562533" y="851852"/>
                  </a:lnTo>
                  <a:lnTo>
                    <a:pt x="564438" y="851852"/>
                  </a:lnTo>
                  <a:lnTo>
                    <a:pt x="611492" y="848042"/>
                  </a:lnTo>
                  <a:lnTo>
                    <a:pt x="656234" y="840422"/>
                  </a:lnTo>
                  <a:lnTo>
                    <a:pt x="684517" y="832802"/>
                  </a:lnTo>
                  <a:lnTo>
                    <a:pt x="698131" y="827722"/>
                  </a:lnTo>
                  <a:lnTo>
                    <a:pt x="711365" y="823912"/>
                  </a:lnTo>
                  <a:lnTo>
                    <a:pt x="724217" y="818832"/>
                  </a:lnTo>
                  <a:lnTo>
                    <a:pt x="736663" y="812482"/>
                  </a:lnTo>
                  <a:lnTo>
                    <a:pt x="748677" y="806132"/>
                  </a:lnTo>
                  <a:lnTo>
                    <a:pt x="760247" y="801052"/>
                  </a:lnTo>
                  <a:lnTo>
                    <a:pt x="765797" y="797242"/>
                  </a:lnTo>
                  <a:lnTo>
                    <a:pt x="771347" y="793432"/>
                  </a:lnTo>
                  <a:lnTo>
                    <a:pt x="781964" y="787082"/>
                  </a:lnTo>
                  <a:lnTo>
                    <a:pt x="788695" y="782002"/>
                  </a:lnTo>
                  <a:lnTo>
                    <a:pt x="792073" y="779462"/>
                  </a:lnTo>
                  <a:lnTo>
                    <a:pt x="801662" y="771842"/>
                  </a:lnTo>
                  <a:lnTo>
                    <a:pt x="810704" y="764222"/>
                  </a:lnTo>
                  <a:lnTo>
                    <a:pt x="819175" y="755332"/>
                  </a:lnTo>
                  <a:lnTo>
                    <a:pt x="827049" y="747712"/>
                  </a:lnTo>
                  <a:lnTo>
                    <a:pt x="830160" y="743902"/>
                  </a:lnTo>
                  <a:lnTo>
                    <a:pt x="834313" y="738822"/>
                  </a:lnTo>
                  <a:lnTo>
                    <a:pt x="836180" y="736282"/>
                  </a:lnTo>
                  <a:lnTo>
                    <a:pt x="853897" y="705802"/>
                  </a:lnTo>
                  <a:lnTo>
                    <a:pt x="854494" y="704532"/>
                  </a:lnTo>
                  <a:lnTo>
                    <a:pt x="855941" y="701992"/>
                  </a:lnTo>
                  <a:lnTo>
                    <a:pt x="856665" y="700722"/>
                  </a:lnTo>
                  <a:lnTo>
                    <a:pt x="857656" y="698182"/>
                  </a:lnTo>
                  <a:lnTo>
                    <a:pt x="858647" y="695642"/>
                  </a:lnTo>
                  <a:lnTo>
                    <a:pt x="860437" y="689292"/>
                  </a:lnTo>
                  <a:lnTo>
                    <a:pt x="862025" y="684212"/>
                  </a:lnTo>
                  <a:lnTo>
                    <a:pt x="862723" y="681672"/>
                  </a:lnTo>
                  <a:lnTo>
                    <a:pt x="863422" y="679132"/>
                  </a:lnTo>
                  <a:lnTo>
                    <a:pt x="864603" y="674052"/>
                  </a:lnTo>
                  <a:lnTo>
                    <a:pt x="865581" y="668972"/>
                  </a:lnTo>
                  <a:lnTo>
                    <a:pt x="866140" y="665162"/>
                  </a:lnTo>
                  <a:lnTo>
                    <a:pt x="866343" y="663892"/>
                  </a:lnTo>
                  <a:lnTo>
                    <a:pt x="866889" y="657542"/>
                  </a:lnTo>
                  <a:lnTo>
                    <a:pt x="866965" y="656272"/>
                  </a:lnTo>
                  <a:lnTo>
                    <a:pt x="867232" y="652462"/>
                  </a:lnTo>
                  <a:lnTo>
                    <a:pt x="867333" y="470852"/>
                  </a:lnTo>
                  <a:lnTo>
                    <a:pt x="867333" y="456882"/>
                  </a:lnTo>
                  <a:lnTo>
                    <a:pt x="867333" y="442912"/>
                  </a:lnTo>
                  <a:lnTo>
                    <a:pt x="838746" y="442912"/>
                  </a:lnTo>
                  <a:lnTo>
                    <a:pt x="838746" y="470852"/>
                  </a:lnTo>
                  <a:lnTo>
                    <a:pt x="838682" y="651192"/>
                  </a:lnTo>
                  <a:lnTo>
                    <a:pt x="838390" y="656272"/>
                  </a:lnTo>
                  <a:lnTo>
                    <a:pt x="838441" y="655002"/>
                  </a:lnTo>
                  <a:lnTo>
                    <a:pt x="837946" y="660082"/>
                  </a:lnTo>
                  <a:lnTo>
                    <a:pt x="837323" y="665162"/>
                  </a:lnTo>
                  <a:lnTo>
                    <a:pt x="837412" y="663892"/>
                  </a:lnTo>
                  <a:lnTo>
                    <a:pt x="836549" y="668972"/>
                  </a:lnTo>
                  <a:lnTo>
                    <a:pt x="836650" y="667702"/>
                  </a:lnTo>
                  <a:lnTo>
                    <a:pt x="835596" y="672782"/>
                  </a:lnTo>
                  <a:lnTo>
                    <a:pt x="835723" y="672782"/>
                  </a:lnTo>
                  <a:lnTo>
                    <a:pt x="834478" y="676592"/>
                  </a:lnTo>
                  <a:lnTo>
                    <a:pt x="834631" y="676592"/>
                  </a:lnTo>
                  <a:lnTo>
                    <a:pt x="833196" y="681672"/>
                  </a:lnTo>
                  <a:lnTo>
                    <a:pt x="833361" y="680402"/>
                  </a:lnTo>
                  <a:lnTo>
                    <a:pt x="831748" y="685482"/>
                  </a:lnTo>
                  <a:lnTo>
                    <a:pt x="831938" y="685482"/>
                  </a:lnTo>
                  <a:lnTo>
                    <a:pt x="830135" y="689292"/>
                  </a:lnTo>
                  <a:lnTo>
                    <a:pt x="830338" y="689292"/>
                  </a:lnTo>
                  <a:lnTo>
                    <a:pt x="828370" y="693102"/>
                  </a:lnTo>
                  <a:lnTo>
                    <a:pt x="828586" y="693102"/>
                  </a:lnTo>
                  <a:lnTo>
                    <a:pt x="826439" y="698182"/>
                  </a:lnTo>
                  <a:lnTo>
                    <a:pt x="826668" y="696912"/>
                  </a:lnTo>
                  <a:lnTo>
                    <a:pt x="824357" y="701992"/>
                  </a:lnTo>
                  <a:lnTo>
                    <a:pt x="824585" y="700722"/>
                  </a:lnTo>
                  <a:lnTo>
                    <a:pt x="822109" y="705802"/>
                  </a:lnTo>
                  <a:lnTo>
                    <a:pt x="822350" y="704532"/>
                  </a:lnTo>
                  <a:lnTo>
                    <a:pt x="819696" y="709612"/>
                  </a:lnTo>
                  <a:lnTo>
                    <a:pt x="819950" y="709612"/>
                  </a:lnTo>
                  <a:lnTo>
                    <a:pt x="817130" y="713422"/>
                  </a:lnTo>
                  <a:lnTo>
                    <a:pt x="817511" y="713422"/>
                  </a:lnTo>
                  <a:lnTo>
                    <a:pt x="811415" y="721042"/>
                  </a:lnTo>
                  <a:lnTo>
                    <a:pt x="811936" y="721042"/>
                  </a:lnTo>
                  <a:lnTo>
                    <a:pt x="805205" y="728662"/>
                  </a:lnTo>
                  <a:lnTo>
                    <a:pt x="805738" y="728662"/>
                  </a:lnTo>
                  <a:lnTo>
                    <a:pt x="798410" y="736282"/>
                  </a:lnTo>
                  <a:lnTo>
                    <a:pt x="798944" y="735012"/>
                  </a:lnTo>
                  <a:lnTo>
                    <a:pt x="791019" y="743902"/>
                  </a:lnTo>
                  <a:lnTo>
                    <a:pt x="791565" y="742632"/>
                  </a:lnTo>
                  <a:lnTo>
                    <a:pt x="783056" y="750252"/>
                  </a:lnTo>
                  <a:lnTo>
                    <a:pt x="783602" y="750252"/>
                  </a:lnTo>
                  <a:lnTo>
                    <a:pt x="774547" y="756602"/>
                  </a:lnTo>
                  <a:lnTo>
                    <a:pt x="775081" y="756602"/>
                  </a:lnTo>
                  <a:lnTo>
                    <a:pt x="765505" y="762952"/>
                  </a:lnTo>
                  <a:lnTo>
                    <a:pt x="766025" y="762952"/>
                  </a:lnTo>
                  <a:lnTo>
                    <a:pt x="755942" y="769302"/>
                  </a:lnTo>
                  <a:lnTo>
                    <a:pt x="756462" y="769302"/>
                  </a:lnTo>
                  <a:lnTo>
                    <a:pt x="745871" y="775652"/>
                  </a:lnTo>
                  <a:lnTo>
                    <a:pt x="746379" y="775652"/>
                  </a:lnTo>
                  <a:lnTo>
                    <a:pt x="735330" y="782002"/>
                  </a:lnTo>
                  <a:lnTo>
                    <a:pt x="735825" y="780732"/>
                  </a:lnTo>
                  <a:lnTo>
                    <a:pt x="724319" y="787082"/>
                  </a:lnTo>
                  <a:lnTo>
                    <a:pt x="724814" y="787082"/>
                  </a:lnTo>
                  <a:lnTo>
                    <a:pt x="712863" y="792162"/>
                  </a:lnTo>
                  <a:lnTo>
                    <a:pt x="713346" y="792162"/>
                  </a:lnTo>
                  <a:lnTo>
                    <a:pt x="700976" y="797242"/>
                  </a:lnTo>
                  <a:lnTo>
                    <a:pt x="701459" y="795972"/>
                  </a:lnTo>
                  <a:lnTo>
                    <a:pt x="688695" y="801052"/>
                  </a:lnTo>
                  <a:lnTo>
                    <a:pt x="689178" y="801052"/>
                  </a:lnTo>
                  <a:lnTo>
                    <a:pt x="676033" y="804862"/>
                  </a:lnTo>
                  <a:lnTo>
                    <a:pt x="676503" y="804862"/>
                  </a:lnTo>
                  <a:lnTo>
                    <a:pt x="663003" y="808672"/>
                  </a:lnTo>
                  <a:lnTo>
                    <a:pt x="663473" y="808672"/>
                  </a:lnTo>
                  <a:lnTo>
                    <a:pt x="649630" y="812482"/>
                  </a:lnTo>
                  <a:lnTo>
                    <a:pt x="650087" y="812482"/>
                  </a:lnTo>
                  <a:lnTo>
                    <a:pt x="635927" y="815022"/>
                  </a:lnTo>
                  <a:lnTo>
                    <a:pt x="636384" y="815022"/>
                  </a:lnTo>
                  <a:lnTo>
                    <a:pt x="621919" y="817562"/>
                  </a:lnTo>
                  <a:lnTo>
                    <a:pt x="622376" y="817562"/>
                  </a:lnTo>
                  <a:lnTo>
                    <a:pt x="607631" y="820102"/>
                  </a:lnTo>
                  <a:lnTo>
                    <a:pt x="608088" y="820102"/>
                  </a:lnTo>
                  <a:lnTo>
                    <a:pt x="593077" y="821372"/>
                  </a:lnTo>
                  <a:lnTo>
                    <a:pt x="593534" y="821372"/>
                  </a:lnTo>
                  <a:lnTo>
                    <a:pt x="578281" y="822642"/>
                  </a:lnTo>
                  <a:lnTo>
                    <a:pt x="556006" y="822642"/>
                  </a:lnTo>
                  <a:lnTo>
                    <a:pt x="548246" y="823899"/>
                  </a:lnTo>
                  <a:lnTo>
                    <a:pt x="540486" y="822642"/>
                  </a:lnTo>
                  <a:lnTo>
                    <a:pt x="518210" y="822642"/>
                  </a:lnTo>
                  <a:lnTo>
                    <a:pt x="502958" y="821372"/>
                  </a:lnTo>
                  <a:lnTo>
                    <a:pt x="503415" y="821372"/>
                  </a:lnTo>
                  <a:lnTo>
                    <a:pt x="488403" y="820102"/>
                  </a:lnTo>
                  <a:lnTo>
                    <a:pt x="488861" y="820102"/>
                  </a:lnTo>
                  <a:lnTo>
                    <a:pt x="474116" y="817562"/>
                  </a:lnTo>
                  <a:lnTo>
                    <a:pt x="474573" y="817562"/>
                  </a:lnTo>
                  <a:lnTo>
                    <a:pt x="460108" y="815022"/>
                  </a:lnTo>
                  <a:lnTo>
                    <a:pt x="460565" y="815022"/>
                  </a:lnTo>
                  <a:lnTo>
                    <a:pt x="446405" y="812482"/>
                  </a:lnTo>
                  <a:lnTo>
                    <a:pt x="446862" y="812482"/>
                  </a:lnTo>
                  <a:lnTo>
                    <a:pt x="433019" y="808672"/>
                  </a:lnTo>
                  <a:lnTo>
                    <a:pt x="433489" y="808672"/>
                  </a:lnTo>
                  <a:lnTo>
                    <a:pt x="419989" y="804862"/>
                  </a:lnTo>
                  <a:lnTo>
                    <a:pt x="420458" y="804862"/>
                  </a:lnTo>
                  <a:lnTo>
                    <a:pt x="407314" y="801052"/>
                  </a:lnTo>
                  <a:lnTo>
                    <a:pt x="407797" y="801052"/>
                  </a:lnTo>
                  <a:lnTo>
                    <a:pt x="398221" y="797242"/>
                  </a:lnTo>
                  <a:lnTo>
                    <a:pt x="395033" y="795972"/>
                  </a:lnTo>
                  <a:lnTo>
                    <a:pt x="395516" y="797242"/>
                  </a:lnTo>
                  <a:lnTo>
                    <a:pt x="383146" y="792162"/>
                  </a:lnTo>
                  <a:lnTo>
                    <a:pt x="383628" y="792162"/>
                  </a:lnTo>
                  <a:lnTo>
                    <a:pt x="371678" y="787082"/>
                  </a:lnTo>
                  <a:lnTo>
                    <a:pt x="372173" y="787082"/>
                  </a:lnTo>
                  <a:lnTo>
                    <a:pt x="362966" y="782002"/>
                  </a:lnTo>
                  <a:lnTo>
                    <a:pt x="360667" y="780732"/>
                  </a:lnTo>
                  <a:lnTo>
                    <a:pt x="361162" y="782002"/>
                  </a:lnTo>
                  <a:lnTo>
                    <a:pt x="350113" y="775652"/>
                  </a:lnTo>
                  <a:lnTo>
                    <a:pt x="350621" y="775652"/>
                  </a:lnTo>
                  <a:lnTo>
                    <a:pt x="340029" y="769302"/>
                  </a:lnTo>
                  <a:lnTo>
                    <a:pt x="340550" y="769302"/>
                  </a:lnTo>
                  <a:lnTo>
                    <a:pt x="330466" y="762952"/>
                  </a:lnTo>
                  <a:lnTo>
                    <a:pt x="330987" y="762952"/>
                  </a:lnTo>
                  <a:lnTo>
                    <a:pt x="321411" y="756602"/>
                  </a:lnTo>
                  <a:lnTo>
                    <a:pt x="321945" y="756602"/>
                  </a:lnTo>
                  <a:lnTo>
                    <a:pt x="312889" y="750252"/>
                  </a:lnTo>
                  <a:lnTo>
                    <a:pt x="313436" y="750252"/>
                  </a:lnTo>
                  <a:lnTo>
                    <a:pt x="306349" y="743902"/>
                  </a:lnTo>
                  <a:lnTo>
                    <a:pt x="304939" y="742632"/>
                  </a:lnTo>
                  <a:lnTo>
                    <a:pt x="305473" y="743902"/>
                  </a:lnTo>
                  <a:lnTo>
                    <a:pt x="298678" y="736282"/>
                  </a:lnTo>
                  <a:lnTo>
                    <a:pt x="297548" y="735012"/>
                  </a:lnTo>
                  <a:lnTo>
                    <a:pt x="298094" y="736282"/>
                  </a:lnTo>
                  <a:lnTo>
                    <a:pt x="290753" y="728662"/>
                  </a:lnTo>
                  <a:lnTo>
                    <a:pt x="291287" y="728662"/>
                  </a:lnTo>
                  <a:lnTo>
                    <a:pt x="284556" y="721042"/>
                  </a:lnTo>
                  <a:lnTo>
                    <a:pt x="285076" y="721042"/>
                  </a:lnTo>
                  <a:lnTo>
                    <a:pt x="278980" y="713422"/>
                  </a:lnTo>
                  <a:lnTo>
                    <a:pt x="279361" y="713422"/>
                  </a:lnTo>
                  <a:lnTo>
                    <a:pt x="276542" y="709612"/>
                  </a:lnTo>
                  <a:lnTo>
                    <a:pt x="276796" y="709612"/>
                  </a:lnTo>
                  <a:lnTo>
                    <a:pt x="274802" y="705802"/>
                  </a:lnTo>
                  <a:lnTo>
                    <a:pt x="274142" y="704532"/>
                  </a:lnTo>
                  <a:lnTo>
                    <a:pt x="274383" y="705802"/>
                  </a:lnTo>
                  <a:lnTo>
                    <a:pt x="272516" y="701992"/>
                  </a:lnTo>
                  <a:lnTo>
                    <a:pt x="271907" y="700722"/>
                  </a:lnTo>
                  <a:lnTo>
                    <a:pt x="272135" y="701992"/>
                  </a:lnTo>
                  <a:lnTo>
                    <a:pt x="270395" y="698182"/>
                  </a:lnTo>
                  <a:lnTo>
                    <a:pt x="269824" y="696912"/>
                  </a:lnTo>
                  <a:lnTo>
                    <a:pt x="270052" y="698182"/>
                  </a:lnTo>
                  <a:lnTo>
                    <a:pt x="267906" y="693102"/>
                  </a:lnTo>
                  <a:lnTo>
                    <a:pt x="268122" y="693102"/>
                  </a:lnTo>
                  <a:lnTo>
                    <a:pt x="266153" y="689292"/>
                  </a:lnTo>
                  <a:lnTo>
                    <a:pt x="266357" y="689292"/>
                  </a:lnTo>
                  <a:lnTo>
                    <a:pt x="264566" y="685482"/>
                  </a:lnTo>
                  <a:lnTo>
                    <a:pt x="264744" y="685482"/>
                  </a:lnTo>
                  <a:lnTo>
                    <a:pt x="263525" y="681672"/>
                  </a:lnTo>
                  <a:lnTo>
                    <a:pt x="263131" y="680402"/>
                  </a:lnTo>
                  <a:lnTo>
                    <a:pt x="263296" y="681672"/>
                  </a:lnTo>
                  <a:lnTo>
                    <a:pt x="261861" y="676592"/>
                  </a:lnTo>
                  <a:lnTo>
                    <a:pt x="262013" y="676592"/>
                  </a:lnTo>
                  <a:lnTo>
                    <a:pt x="260769" y="672782"/>
                  </a:lnTo>
                  <a:lnTo>
                    <a:pt x="260896" y="672782"/>
                  </a:lnTo>
                  <a:lnTo>
                    <a:pt x="260096" y="668972"/>
                  </a:lnTo>
                  <a:lnTo>
                    <a:pt x="259842" y="667702"/>
                  </a:lnTo>
                  <a:lnTo>
                    <a:pt x="259943" y="668972"/>
                  </a:lnTo>
                  <a:lnTo>
                    <a:pt x="259295" y="665162"/>
                  </a:lnTo>
                  <a:lnTo>
                    <a:pt x="259080" y="663892"/>
                  </a:lnTo>
                  <a:lnTo>
                    <a:pt x="259168" y="665162"/>
                  </a:lnTo>
                  <a:lnTo>
                    <a:pt x="258483" y="660082"/>
                  </a:lnTo>
                  <a:lnTo>
                    <a:pt x="258178" y="656272"/>
                  </a:lnTo>
                  <a:lnTo>
                    <a:pt x="258064" y="655002"/>
                  </a:lnTo>
                  <a:lnTo>
                    <a:pt x="258102" y="656272"/>
                  </a:lnTo>
                  <a:lnTo>
                    <a:pt x="257810" y="651192"/>
                  </a:lnTo>
                  <a:lnTo>
                    <a:pt x="257733" y="470852"/>
                  </a:lnTo>
                  <a:lnTo>
                    <a:pt x="838746" y="470852"/>
                  </a:lnTo>
                  <a:lnTo>
                    <a:pt x="838746" y="442912"/>
                  </a:lnTo>
                  <a:lnTo>
                    <a:pt x="714933" y="442912"/>
                  </a:lnTo>
                  <a:lnTo>
                    <a:pt x="714933" y="242887"/>
                  </a:lnTo>
                  <a:lnTo>
                    <a:pt x="1081646" y="242887"/>
                  </a:lnTo>
                  <a:lnTo>
                    <a:pt x="1081646" y="214312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487" y="3417887"/>
              <a:ext cx="485775" cy="1270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481866" y="2358707"/>
            <a:ext cx="263398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51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用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设置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，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用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设置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07266" y="4805679"/>
            <a:ext cx="2870200" cy="1127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1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输入和输出中断通过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或门输出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信号。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9915" y="3011487"/>
            <a:ext cx="5505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WR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66343" y="3035300"/>
            <a:ext cx="664210" cy="1395730"/>
            <a:chOff x="566343" y="3035300"/>
            <a:chExt cx="664210" cy="1395730"/>
          </a:xfrm>
        </p:grpSpPr>
        <p:sp>
          <p:nvSpPr>
            <p:cNvPr id="41" name="object 41"/>
            <p:cNvSpPr/>
            <p:nvPr/>
          </p:nvSpPr>
          <p:spPr>
            <a:xfrm>
              <a:off x="566343" y="3035300"/>
              <a:ext cx="549275" cy="28575"/>
            </a:xfrm>
            <a:custGeom>
              <a:avLst/>
              <a:gdLst/>
              <a:ahLst/>
              <a:cxnLst/>
              <a:rect l="l" t="t" r="r" b="b"/>
              <a:pathLst>
                <a:path w="549275" h="28575">
                  <a:moveTo>
                    <a:pt x="549274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549274" y="0"/>
                  </a:lnTo>
                  <a:lnTo>
                    <a:pt x="549274" y="28575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1887" y="4303712"/>
              <a:ext cx="98425" cy="11747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44537" y="4316412"/>
              <a:ext cx="392430" cy="114300"/>
            </a:xfrm>
            <a:custGeom>
              <a:avLst/>
              <a:gdLst/>
              <a:ahLst/>
              <a:cxnLst/>
              <a:rect l="l" t="t" r="r" b="b"/>
              <a:pathLst>
                <a:path w="392430" h="114300">
                  <a:moveTo>
                    <a:pt x="277812" y="114300"/>
                  </a:moveTo>
                  <a:lnTo>
                    <a:pt x="277812" y="0"/>
                  </a:lnTo>
                  <a:lnTo>
                    <a:pt x="354012" y="38100"/>
                  </a:lnTo>
                  <a:lnTo>
                    <a:pt x="306387" y="38100"/>
                  </a:lnTo>
                  <a:lnTo>
                    <a:pt x="306387" y="76200"/>
                  </a:lnTo>
                  <a:lnTo>
                    <a:pt x="354012" y="76200"/>
                  </a:lnTo>
                  <a:lnTo>
                    <a:pt x="277812" y="114300"/>
                  </a:lnTo>
                  <a:close/>
                </a:path>
                <a:path w="392430" h="114300">
                  <a:moveTo>
                    <a:pt x="277812" y="76200"/>
                  </a:moveTo>
                  <a:lnTo>
                    <a:pt x="0" y="76200"/>
                  </a:lnTo>
                  <a:lnTo>
                    <a:pt x="0" y="38100"/>
                  </a:lnTo>
                  <a:lnTo>
                    <a:pt x="277812" y="38100"/>
                  </a:lnTo>
                  <a:lnTo>
                    <a:pt x="277812" y="76200"/>
                  </a:lnTo>
                  <a:close/>
                </a:path>
                <a:path w="392430" h="114300">
                  <a:moveTo>
                    <a:pt x="354012" y="76200"/>
                  </a:moveTo>
                  <a:lnTo>
                    <a:pt x="306387" y="76200"/>
                  </a:lnTo>
                  <a:lnTo>
                    <a:pt x="306387" y="38100"/>
                  </a:lnTo>
                  <a:lnTo>
                    <a:pt x="354012" y="38100"/>
                  </a:lnTo>
                  <a:lnTo>
                    <a:pt x="392112" y="57150"/>
                  </a:lnTo>
                  <a:lnTo>
                    <a:pt x="354012" y="762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8965" y="3897312"/>
            <a:ext cx="466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RD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30225" y="3921125"/>
            <a:ext cx="587375" cy="28575"/>
          </a:xfrm>
          <a:custGeom>
            <a:avLst/>
            <a:gdLst/>
            <a:ahLst/>
            <a:cxnLst/>
            <a:rect l="l" t="t" r="r" b="b"/>
            <a:pathLst>
              <a:path w="587375" h="28575">
                <a:moveTo>
                  <a:pt x="587375" y="28575"/>
                </a:moveTo>
                <a:lnTo>
                  <a:pt x="0" y="28575"/>
                </a:lnTo>
                <a:lnTo>
                  <a:pt x="0" y="0"/>
                </a:lnTo>
                <a:lnTo>
                  <a:pt x="587375" y="0"/>
                </a:lnTo>
                <a:lnTo>
                  <a:pt x="587375" y="28575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29565" y="1660550"/>
            <a:ext cx="873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400" b="1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~D</a:t>
            </a:r>
            <a:r>
              <a:rPr sz="2325" b="1" spc="-15" baseline="-180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400850" y="2037880"/>
            <a:ext cx="806450" cy="406400"/>
          </a:xfrm>
          <a:custGeom>
            <a:avLst/>
            <a:gdLst/>
            <a:ahLst/>
            <a:cxnLst/>
            <a:rect l="l" t="t" r="r" b="b"/>
            <a:pathLst>
              <a:path w="806450" h="406400">
                <a:moveTo>
                  <a:pt x="203377" y="405930"/>
                </a:moveTo>
                <a:lnTo>
                  <a:pt x="0" y="202971"/>
                </a:lnTo>
                <a:lnTo>
                  <a:pt x="203377" y="0"/>
                </a:lnTo>
                <a:lnTo>
                  <a:pt x="203377" y="22961"/>
                </a:lnTo>
                <a:lnTo>
                  <a:pt x="184327" y="22961"/>
                </a:lnTo>
                <a:lnTo>
                  <a:pt x="184327" y="45929"/>
                </a:lnTo>
                <a:lnTo>
                  <a:pt x="33732" y="196227"/>
                </a:lnTo>
                <a:lnTo>
                  <a:pt x="20218" y="196227"/>
                </a:lnTo>
                <a:lnTo>
                  <a:pt x="20218" y="209715"/>
                </a:lnTo>
                <a:lnTo>
                  <a:pt x="33733" y="209715"/>
                </a:lnTo>
                <a:lnTo>
                  <a:pt x="184327" y="360001"/>
                </a:lnTo>
                <a:lnTo>
                  <a:pt x="184327" y="382968"/>
                </a:lnTo>
                <a:lnTo>
                  <a:pt x="203377" y="382968"/>
                </a:lnTo>
                <a:lnTo>
                  <a:pt x="203377" y="405930"/>
                </a:lnTo>
                <a:close/>
              </a:path>
              <a:path w="806450" h="406400">
                <a:moveTo>
                  <a:pt x="603059" y="112966"/>
                </a:moveTo>
                <a:lnTo>
                  <a:pt x="603059" y="0"/>
                </a:lnTo>
                <a:lnTo>
                  <a:pt x="626067" y="22961"/>
                </a:lnTo>
                <a:lnTo>
                  <a:pt x="622109" y="22961"/>
                </a:lnTo>
                <a:lnTo>
                  <a:pt x="605853" y="29705"/>
                </a:lnTo>
                <a:lnTo>
                  <a:pt x="622109" y="45929"/>
                </a:lnTo>
                <a:lnTo>
                  <a:pt x="622109" y="103441"/>
                </a:lnTo>
                <a:lnTo>
                  <a:pt x="612584" y="103441"/>
                </a:lnTo>
                <a:lnTo>
                  <a:pt x="603059" y="112966"/>
                </a:lnTo>
                <a:close/>
              </a:path>
              <a:path w="806450" h="406400">
                <a:moveTo>
                  <a:pt x="184327" y="45929"/>
                </a:moveTo>
                <a:lnTo>
                  <a:pt x="184327" y="22961"/>
                </a:lnTo>
                <a:lnTo>
                  <a:pt x="200583" y="29705"/>
                </a:lnTo>
                <a:lnTo>
                  <a:pt x="184327" y="45929"/>
                </a:lnTo>
                <a:close/>
              </a:path>
              <a:path w="806450" h="406400">
                <a:moveTo>
                  <a:pt x="622109" y="122491"/>
                </a:moveTo>
                <a:lnTo>
                  <a:pt x="184327" y="122491"/>
                </a:lnTo>
                <a:lnTo>
                  <a:pt x="184327" y="45929"/>
                </a:lnTo>
                <a:lnTo>
                  <a:pt x="200583" y="29705"/>
                </a:lnTo>
                <a:lnTo>
                  <a:pt x="184327" y="22961"/>
                </a:lnTo>
                <a:lnTo>
                  <a:pt x="203377" y="22961"/>
                </a:lnTo>
                <a:lnTo>
                  <a:pt x="203377" y="103441"/>
                </a:lnTo>
                <a:lnTo>
                  <a:pt x="193852" y="103441"/>
                </a:lnTo>
                <a:lnTo>
                  <a:pt x="203377" y="112966"/>
                </a:lnTo>
                <a:lnTo>
                  <a:pt x="622109" y="112966"/>
                </a:lnTo>
                <a:lnTo>
                  <a:pt x="622109" y="122491"/>
                </a:lnTo>
                <a:close/>
              </a:path>
              <a:path w="806450" h="406400">
                <a:moveTo>
                  <a:pt x="622109" y="45929"/>
                </a:moveTo>
                <a:lnTo>
                  <a:pt x="605853" y="29705"/>
                </a:lnTo>
                <a:lnTo>
                  <a:pt x="622109" y="22961"/>
                </a:lnTo>
                <a:lnTo>
                  <a:pt x="622109" y="45929"/>
                </a:lnTo>
                <a:close/>
              </a:path>
              <a:path w="806450" h="406400">
                <a:moveTo>
                  <a:pt x="779461" y="202971"/>
                </a:moveTo>
                <a:lnTo>
                  <a:pt x="622109" y="45929"/>
                </a:lnTo>
                <a:lnTo>
                  <a:pt x="622109" y="22961"/>
                </a:lnTo>
                <a:lnTo>
                  <a:pt x="626067" y="22961"/>
                </a:lnTo>
                <a:lnTo>
                  <a:pt x="799680" y="196227"/>
                </a:lnTo>
                <a:lnTo>
                  <a:pt x="786218" y="196227"/>
                </a:lnTo>
                <a:lnTo>
                  <a:pt x="779461" y="202971"/>
                </a:lnTo>
                <a:close/>
              </a:path>
              <a:path w="806450" h="406400">
                <a:moveTo>
                  <a:pt x="203377" y="112966"/>
                </a:moveTo>
                <a:lnTo>
                  <a:pt x="193852" y="103441"/>
                </a:lnTo>
                <a:lnTo>
                  <a:pt x="203377" y="103441"/>
                </a:lnTo>
                <a:lnTo>
                  <a:pt x="203377" y="112966"/>
                </a:lnTo>
                <a:close/>
              </a:path>
              <a:path w="806450" h="406400">
                <a:moveTo>
                  <a:pt x="603059" y="112966"/>
                </a:moveTo>
                <a:lnTo>
                  <a:pt x="203377" y="112966"/>
                </a:lnTo>
                <a:lnTo>
                  <a:pt x="203377" y="103441"/>
                </a:lnTo>
                <a:lnTo>
                  <a:pt x="603059" y="103441"/>
                </a:lnTo>
                <a:lnTo>
                  <a:pt x="603059" y="112966"/>
                </a:lnTo>
                <a:close/>
              </a:path>
              <a:path w="806450" h="406400">
                <a:moveTo>
                  <a:pt x="622109" y="112966"/>
                </a:moveTo>
                <a:lnTo>
                  <a:pt x="603059" y="112966"/>
                </a:lnTo>
                <a:lnTo>
                  <a:pt x="612584" y="103441"/>
                </a:lnTo>
                <a:lnTo>
                  <a:pt x="622109" y="103441"/>
                </a:lnTo>
                <a:lnTo>
                  <a:pt x="622109" y="112966"/>
                </a:lnTo>
                <a:close/>
              </a:path>
              <a:path w="806450" h="406400">
                <a:moveTo>
                  <a:pt x="20218" y="209715"/>
                </a:moveTo>
                <a:lnTo>
                  <a:pt x="20218" y="196227"/>
                </a:lnTo>
                <a:lnTo>
                  <a:pt x="26975" y="202971"/>
                </a:lnTo>
                <a:lnTo>
                  <a:pt x="20218" y="209715"/>
                </a:lnTo>
                <a:close/>
              </a:path>
              <a:path w="806450" h="406400">
                <a:moveTo>
                  <a:pt x="26975" y="202971"/>
                </a:moveTo>
                <a:lnTo>
                  <a:pt x="20218" y="196227"/>
                </a:lnTo>
                <a:lnTo>
                  <a:pt x="33732" y="196227"/>
                </a:lnTo>
                <a:lnTo>
                  <a:pt x="26975" y="202971"/>
                </a:lnTo>
                <a:close/>
              </a:path>
              <a:path w="806450" h="406400">
                <a:moveTo>
                  <a:pt x="786218" y="209715"/>
                </a:moveTo>
                <a:lnTo>
                  <a:pt x="779461" y="202971"/>
                </a:lnTo>
                <a:lnTo>
                  <a:pt x="786218" y="196227"/>
                </a:lnTo>
                <a:lnTo>
                  <a:pt x="786218" y="209715"/>
                </a:lnTo>
                <a:close/>
              </a:path>
              <a:path w="806450" h="406400">
                <a:moveTo>
                  <a:pt x="799679" y="209715"/>
                </a:moveTo>
                <a:lnTo>
                  <a:pt x="786218" y="209715"/>
                </a:lnTo>
                <a:lnTo>
                  <a:pt x="786218" y="196227"/>
                </a:lnTo>
                <a:lnTo>
                  <a:pt x="799680" y="196227"/>
                </a:lnTo>
                <a:lnTo>
                  <a:pt x="806437" y="202971"/>
                </a:lnTo>
                <a:lnTo>
                  <a:pt x="799679" y="209715"/>
                </a:lnTo>
                <a:close/>
              </a:path>
              <a:path w="806450" h="406400">
                <a:moveTo>
                  <a:pt x="33733" y="209715"/>
                </a:moveTo>
                <a:lnTo>
                  <a:pt x="20218" y="209715"/>
                </a:lnTo>
                <a:lnTo>
                  <a:pt x="26975" y="202971"/>
                </a:lnTo>
                <a:lnTo>
                  <a:pt x="33733" y="209715"/>
                </a:lnTo>
                <a:close/>
              </a:path>
              <a:path w="806450" h="406400">
                <a:moveTo>
                  <a:pt x="626068" y="382968"/>
                </a:moveTo>
                <a:lnTo>
                  <a:pt x="622109" y="382968"/>
                </a:lnTo>
                <a:lnTo>
                  <a:pt x="622109" y="360001"/>
                </a:lnTo>
                <a:lnTo>
                  <a:pt x="779461" y="202971"/>
                </a:lnTo>
                <a:lnTo>
                  <a:pt x="786218" y="209715"/>
                </a:lnTo>
                <a:lnTo>
                  <a:pt x="799679" y="209715"/>
                </a:lnTo>
                <a:lnTo>
                  <a:pt x="626068" y="382968"/>
                </a:lnTo>
                <a:close/>
              </a:path>
              <a:path w="806450" h="406400">
                <a:moveTo>
                  <a:pt x="203377" y="382968"/>
                </a:moveTo>
                <a:lnTo>
                  <a:pt x="184327" y="382968"/>
                </a:lnTo>
                <a:lnTo>
                  <a:pt x="200583" y="376224"/>
                </a:lnTo>
                <a:lnTo>
                  <a:pt x="184327" y="360001"/>
                </a:lnTo>
                <a:lnTo>
                  <a:pt x="184327" y="283438"/>
                </a:lnTo>
                <a:lnTo>
                  <a:pt x="622109" y="283438"/>
                </a:lnTo>
                <a:lnTo>
                  <a:pt x="622109" y="292963"/>
                </a:lnTo>
                <a:lnTo>
                  <a:pt x="203377" y="292963"/>
                </a:lnTo>
                <a:lnTo>
                  <a:pt x="193852" y="302488"/>
                </a:lnTo>
                <a:lnTo>
                  <a:pt x="203377" y="302488"/>
                </a:lnTo>
                <a:lnTo>
                  <a:pt x="203377" y="382968"/>
                </a:lnTo>
                <a:close/>
              </a:path>
              <a:path w="806450" h="406400">
                <a:moveTo>
                  <a:pt x="203377" y="302488"/>
                </a:moveTo>
                <a:lnTo>
                  <a:pt x="193852" y="302488"/>
                </a:lnTo>
                <a:lnTo>
                  <a:pt x="203377" y="292963"/>
                </a:lnTo>
                <a:lnTo>
                  <a:pt x="203377" y="302488"/>
                </a:lnTo>
                <a:close/>
              </a:path>
              <a:path w="806450" h="406400">
                <a:moveTo>
                  <a:pt x="603059" y="302488"/>
                </a:moveTo>
                <a:lnTo>
                  <a:pt x="203377" y="302488"/>
                </a:lnTo>
                <a:lnTo>
                  <a:pt x="203377" y="292963"/>
                </a:lnTo>
                <a:lnTo>
                  <a:pt x="603059" y="292963"/>
                </a:lnTo>
                <a:lnTo>
                  <a:pt x="603059" y="302488"/>
                </a:lnTo>
                <a:close/>
              </a:path>
              <a:path w="806450" h="406400">
                <a:moveTo>
                  <a:pt x="603059" y="405930"/>
                </a:moveTo>
                <a:lnTo>
                  <a:pt x="603059" y="292963"/>
                </a:lnTo>
                <a:lnTo>
                  <a:pt x="612584" y="302488"/>
                </a:lnTo>
                <a:lnTo>
                  <a:pt x="622109" y="302488"/>
                </a:lnTo>
                <a:lnTo>
                  <a:pt x="622109" y="360001"/>
                </a:lnTo>
                <a:lnTo>
                  <a:pt x="605853" y="376224"/>
                </a:lnTo>
                <a:lnTo>
                  <a:pt x="622109" y="382968"/>
                </a:lnTo>
                <a:lnTo>
                  <a:pt x="626068" y="382968"/>
                </a:lnTo>
                <a:lnTo>
                  <a:pt x="603059" y="405930"/>
                </a:lnTo>
                <a:close/>
              </a:path>
              <a:path w="806450" h="406400">
                <a:moveTo>
                  <a:pt x="622109" y="302488"/>
                </a:moveTo>
                <a:lnTo>
                  <a:pt x="612584" y="302488"/>
                </a:lnTo>
                <a:lnTo>
                  <a:pt x="603059" y="292963"/>
                </a:lnTo>
                <a:lnTo>
                  <a:pt x="622109" y="292963"/>
                </a:lnTo>
                <a:lnTo>
                  <a:pt x="622109" y="302488"/>
                </a:lnTo>
                <a:close/>
              </a:path>
              <a:path w="806450" h="406400">
                <a:moveTo>
                  <a:pt x="184327" y="382968"/>
                </a:moveTo>
                <a:lnTo>
                  <a:pt x="184327" y="360001"/>
                </a:lnTo>
                <a:lnTo>
                  <a:pt x="200583" y="376224"/>
                </a:lnTo>
                <a:lnTo>
                  <a:pt x="184327" y="382968"/>
                </a:lnTo>
                <a:close/>
              </a:path>
              <a:path w="806450" h="406400">
                <a:moveTo>
                  <a:pt x="622109" y="382968"/>
                </a:moveTo>
                <a:lnTo>
                  <a:pt x="605853" y="376224"/>
                </a:lnTo>
                <a:lnTo>
                  <a:pt x="622109" y="360001"/>
                </a:lnTo>
                <a:lnTo>
                  <a:pt x="622109" y="382968"/>
                </a:lnTo>
                <a:close/>
              </a:path>
            </a:pathLst>
          </a:custGeom>
          <a:solidFill>
            <a:srgbClr val="FF99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title"/>
          </p:nvPr>
        </p:nvSpPr>
        <p:spPr>
          <a:xfrm>
            <a:off x="447141" y="153085"/>
            <a:ext cx="605091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3</a:t>
            </a:r>
            <a:r>
              <a:rPr spc="15" dirty="0">
                <a:latin typeface="Arial" panose="020B0604020202020204"/>
                <a:cs typeface="Arial" panose="020B0604020202020204"/>
              </a:rPr>
              <a:t>. </a:t>
            </a:r>
            <a:r>
              <a:rPr spc="-30" dirty="0"/>
              <a:t>工作方式</a:t>
            </a:r>
            <a:r>
              <a:rPr dirty="0">
                <a:latin typeface="Arial" panose="020B0604020202020204"/>
                <a:cs typeface="Arial" panose="020B0604020202020204"/>
              </a:rPr>
              <a:t>2</a:t>
            </a:r>
            <a:r>
              <a:rPr spc="35" dirty="0">
                <a:latin typeface="Arial" panose="020B0604020202020204"/>
                <a:cs typeface="Arial" panose="020B0604020202020204"/>
              </a:rPr>
              <a:t> </a:t>
            </a:r>
            <a:r>
              <a:rPr spc="-35" dirty="0"/>
              <a:t>双向应答式输入输出方式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70468" y="6410203"/>
            <a:ext cx="339090" cy="340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</a:pPr>
            <a:r>
              <a:rPr sz="2400" spc="-3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26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052" y="149275"/>
            <a:ext cx="516128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0" dirty="0"/>
              <a:t>工作在方式</a:t>
            </a:r>
            <a:r>
              <a:rPr spc="-25" dirty="0">
                <a:latin typeface="Arial" panose="020B0604020202020204"/>
                <a:cs typeface="Arial" panose="020B0604020202020204"/>
              </a:rPr>
              <a:t>2</a:t>
            </a:r>
            <a:r>
              <a:rPr spc="-35" dirty="0"/>
              <a:t>下的工作时序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5051" y="470534"/>
            <a:ext cx="9036050" cy="6339205"/>
            <a:chOff x="35051" y="470534"/>
            <a:chExt cx="9036050" cy="63392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051" y="908304"/>
              <a:ext cx="9035796" cy="59009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30261" y="470534"/>
              <a:ext cx="922019" cy="481330"/>
            </a:xfrm>
            <a:custGeom>
              <a:avLst/>
              <a:gdLst/>
              <a:ahLst/>
              <a:cxnLst/>
              <a:rect l="l" t="t" r="r" b="b"/>
              <a:pathLst>
                <a:path w="922020" h="481330">
                  <a:moveTo>
                    <a:pt x="854214" y="480059"/>
                  </a:moveTo>
                  <a:lnTo>
                    <a:pt x="67284" y="480059"/>
                  </a:lnTo>
                  <a:lnTo>
                    <a:pt x="59181" y="477519"/>
                  </a:lnTo>
                  <a:lnTo>
                    <a:pt x="51409" y="474979"/>
                  </a:lnTo>
                  <a:lnTo>
                    <a:pt x="47663" y="472439"/>
                  </a:lnTo>
                  <a:lnTo>
                    <a:pt x="44018" y="471169"/>
                  </a:lnTo>
                  <a:lnTo>
                    <a:pt x="24561" y="455929"/>
                  </a:lnTo>
                  <a:lnTo>
                    <a:pt x="21767" y="453389"/>
                  </a:lnTo>
                  <a:lnTo>
                    <a:pt x="19113" y="450849"/>
                  </a:lnTo>
                  <a:lnTo>
                    <a:pt x="16611" y="447039"/>
                  </a:lnTo>
                  <a:lnTo>
                    <a:pt x="14262" y="444499"/>
                  </a:lnTo>
                  <a:lnTo>
                    <a:pt x="12065" y="440689"/>
                  </a:lnTo>
                  <a:lnTo>
                    <a:pt x="10032" y="436879"/>
                  </a:lnTo>
                  <a:lnTo>
                    <a:pt x="8305" y="433069"/>
                  </a:lnTo>
                  <a:lnTo>
                    <a:pt x="6603" y="430529"/>
                  </a:lnTo>
                  <a:lnTo>
                    <a:pt x="4978" y="425449"/>
                  </a:lnTo>
                  <a:lnTo>
                    <a:pt x="3657" y="421639"/>
                  </a:lnTo>
                  <a:lnTo>
                    <a:pt x="2527" y="417829"/>
                  </a:lnTo>
                  <a:lnTo>
                    <a:pt x="1587" y="414019"/>
                  </a:lnTo>
                  <a:lnTo>
                    <a:pt x="317" y="405129"/>
                  </a:lnTo>
                  <a:lnTo>
                    <a:pt x="0" y="401319"/>
                  </a:lnTo>
                  <a:lnTo>
                    <a:pt x="0" y="80009"/>
                  </a:lnTo>
                  <a:lnTo>
                    <a:pt x="317" y="74929"/>
                  </a:lnTo>
                  <a:lnTo>
                    <a:pt x="901" y="71119"/>
                  </a:lnTo>
                  <a:lnTo>
                    <a:pt x="1650" y="67309"/>
                  </a:lnTo>
                  <a:lnTo>
                    <a:pt x="2603" y="62229"/>
                  </a:lnTo>
                  <a:lnTo>
                    <a:pt x="12065" y="40639"/>
                  </a:lnTo>
                  <a:lnTo>
                    <a:pt x="16802" y="33019"/>
                  </a:lnTo>
                  <a:lnTo>
                    <a:pt x="19316" y="30479"/>
                  </a:lnTo>
                  <a:lnTo>
                    <a:pt x="21971" y="26669"/>
                  </a:lnTo>
                  <a:lnTo>
                    <a:pt x="24777" y="24129"/>
                  </a:lnTo>
                  <a:lnTo>
                    <a:pt x="55549" y="5079"/>
                  </a:lnTo>
                  <a:lnTo>
                    <a:pt x="59474" y="2539"/>
                  </a:lnTo>
                  <a:lnTo>
                    <a:pt x="63500" y="2539"/>
                  </a:lnTo>
                  <a:lnTo>
                    <a:pt x="71767" y="0"/>
                  </a:lnTo>
                  <a:lnTo>
                    <a:pt x="850366" y="0"/>
                  </a:lnTo>
                  <a:lnTo>
                    <a:pt x="858621" y="2539"/>
                  </a:lnTo>
                  <a:lnTo>
                    <a:pt x="866571" y="5079"/>
                  </a:lnTo>
                  <a:lnTo>
                    <a:pt x="874153" y="7619"/>
                  </a:lnTo>
                  <a:lnTo>
                    <a:pt x="877798" y="10159"/>
                  </a:lnTo>
                  <a:lnTo>
                    <a:pt x="881329" y="11429"/>
                  </a:lnTo>
                  <a:lnTo>
                    <a:pt x="883043" y="12699"/>
                  </a:lnTo>
                  <a:lnTo>
                    <a:pt x="73685" y="12699"/>
                  </a:lnTo>
                  <a:lnTo>
                    <a:pt x="69824" y="13969"/>
                  </a:lnTo>
                  <a:lnTo>
                    <a:pt x="66662" y="13969"/>
                  </a:lnTo>
                  <a:lnTo>
                    <a:pt x="62953" y="15239"/>
                  </a:lnTo>
                  <a:lnTo>
                    <a:pt x="63246" y="15239"/>
                  </a:lnTo>
                  <a:lnTo>
                    <a:pt x="59613" y="16509"/>
                  </a:lnTo>
                  <a:lnTo>
                    <a:pt x="59905" y="16509"/>
                  </a:lnTo>
                  <a:lnTo>
                    <a:pt x="56362" y="17779"/>
                  </a:lnTo>
                  <a:lnTo>
                    <a:pt x="56642" y="17779"/>
                  </a:lnTo>
                  <a:lnTo>
                    <a:pt x="53174" y="19049"/>
                  </a:lnTo>
                  <a:lnTo>
                    <a:pt x="53454" y="19049"/>
                  </a:lnTo>
                  <a:lnTo>
                    <a:pt x="50088" y="20319"/>
                  </a:lnTo>
                  <a:lnTo>
                    <a:pt x="50355" y="20319"/>
                  </a:lnTo>
                  <a:lnTo>
                    <a:pt x="47078" y="22859"/>
                  </a:lnTo>
                  <a:lnTo>
                    <a:pt x="47345" y="22859"/>
                  </a:lnTo>
                  <a:lnTo>
                    <a:pt x="44170" y="24129"/>
                  </a:lnTo>
                  <a:lnTo>
                    <a:pt x="44424" y="24129"/>
                  </a:lnTo>
                  <a:lnTo>
                    <a:pt x="41351" y="26669"/>
                  </a:lnTo>
                  <a:lnTo>
                    <a:pt x="41592" y="26669"/>
                  </a:lnTo>
                  <a:lnTo>
                    <a:pt x="40119" y="27939"/>
                  </a:lnTo>
                  <a:lnTo>
                    <a:pt x="38874" y="27939"/>
                  </a:lnTo>
                  <a:lnTo>
                    <a:pt x="36029" y="30479"/>
                  </a:lnTo>
                  <a:lnTo>
                    <a:pt x="36258" y="30479"/>
                  </a:lnTo>
                  <a:lnTo>
                    <a:pt x="33540" y="33019"/>
                  </a:lnTo>
                  <a:lnTo>
                    <a:pt x="33756" y="33019"/>
                  </a:lnTo>
                  <a:lnTo>
                    <a:pt x="31165" y="35559"/>
                  </a:lnTo>
                  <a:lnTo>
                    <a:pt x="31369" y="35559"/>
                  </a:lnTo>
                  <a:lnTo>
                    <a:pt x="28917" y="38099"/>
                  </a:lnTo>
                  <a:lnTo>
                    <a:pt x="29108" y="38099"/>
                  </a:lnTo>
                  <a:lnTo>
                    <a:pt x="26784" y="40639"/>
                  </a:lnTo>
                  <a:lnTo>
                    <a:pt x="26962" y="40639"/>
                  </a:lnTo>
                  <a:lnTo>
                    <a:pt x="25505" y="43179"/>
                  </a:lnTo>
                  <a:lnTo>
                    <a:pt x="24955" y="43179"/>
                  </a:lnTo>
                  <a:lnTo>
                    <a:pt x="22923" y="46989"/>
                  </a:lnTo>
                  <a:lnTo>
                    <a:pt x="23075" y="46989"/>
                  </a:lnTo>
                  <a:lnTo>
                    <a:pt x="21196" y="49529"/>
                  </a:lnTo>
                  <a:lnTo>
                    <a:pt x="21336" y="49529"/>
                  </a:lnTo>
                  <a:lnTo>
                    <a:pt x="20184" y="52069"/>
                  </a:lnTo>
                  <a:lnTo>
                    <a:pt x="19748" y="52069"/>
                  </a:lnTo>
                  <a:lnTo>
                    <a:pt x="18186" y="55879"/>
                  </a:lnTo>
                  <a:lnTo>
                    <a:pt x="16903" y="59689"/>
                  </a:lnTo>
                  <a:lnTo>
                    <a:pt x="15786" y="62229"/>
                  </a:lnTo>
                  <a:lnTo>
                    <a:pt x="14820" y="66039"/>
                  </a:lnTo>
                  <a:lnTo>
                    <a:pt x="14020" y="69849"/>
                  </a:lnTo>
                  <a:lnTo>
                    <a:pt x="13627" y="72389"/>
                  </a:lnTo>
                  <a:lnTo>
                    <a:pt x="13449" y="72389"/>
                  </a:lnTo>
                  <a:lnTo>
                    <a:pt x="12953" y="76199"/>
                  </a:lnTo>
                  <a:lnTo>
                    <a:pt x="12687" y="80009"/>
                  </a:lnTo>
                  <a:lnTo>
                    <a:pt x="12784" y="401319"/>
                  </a:lnTo>
                  <a:lnTo>
                    <a:pt x="12979" y="403859"/>
                  </a:lnTo>
                  <a:lnTo>
                    <a:pt x="13449" y="407669"/>
                  </a:lnTo>
                  <a:lnTo>
                    <a:pt x="14084" y="411479"/>
                  </a:lnTo>
                  <a:lnTo>
                    <a:pt x="14897" y="415289"/>
                  </a:lnTo>
                  <a:lnTo>
                    <a:pt x="15875" y="417829"/>
                  </a:lnTo>
                  <a:lnTo>
                    <a:pt x="17005" y="421639"/>
                  </a:lnTo>
                  <a:lnTo>
                    <a:pt x="18300" y="425449"/>
                  </a:lnTo>
                  <a:lnTo>
                    <a:pt x="18707" y="425449"/>
                  </a:lnTo>
                  <a:lnTo>
                    <a:pt x="19748" y="427989"/>
                  </a:lnTo>
                  <a:lnTo>
                    <a:pt x="19608" y="427989"/>
                  </a:lnTo>
                  <a:lnTo>
                    <a:pt x="21336" y="431799"/>
                  </a:lnTo>
                  <a:lnTo>
                    <a:pt x="21822" y="431799"/>
                  </a:lnTo>
                  <a:lnTo>
                    <a:pt x="23075" y="434339"/>
                  </a:lnTo>
                  <a:lnTo>
                    <a:pt x="22923" y="434339"/>
                  </a:lnTo>
                  <a:lnTo>
                    <a:pt x="24955" y="436879"/>
                  </a:lnTo>
                  <a:lnTo>
                    <a:pt x="24777" y="436879"/>
                  </a:lnTo>
                  <a:lnTo>
                    <a:pt x="26962" y="439419"/>
                  </a:lnTo>
                  <a:lnTo>
                    <a:pt x="26784" y="439419"/>
                  </a:lnTo>
                  <a:lnTo>
                    <a:pt x="29108" y="443229"/>
                  </a:lnTo>
                  <a:lnTo>
                    <a:pt x="29734" y="443229"/>
                  </a:lnTo>
                  <a:lnTo>
                    <a:pt x="31369" y="445769"/>
                  </a:lnTo>
                  <a:lnTo>
                    <a:pt x="32029" y="445769"/>
                  </a:lnTo>
                  <a:lnTo>
                    <a:pt x="33756" y="448309"/>
                  </a:lnTo>
                  <a:lnTo>
                    <a:pt x="34899" y="448309"/>
                  </a:lnTo>
                  <a:lnTo>
                    <a:pt x="36258" y="449579"/>
                  </a:lnTo>
                  <a:lnTo>
                    <a:pt x="36029" y="449579"/>
                  </a:lnTo>
                  <a:lnTo>
                    <a:pt x="38874" y="452119"/>
                  </a:lnTo>
                  <a:lnTo>
                    <a:pt x="38646" y="452119"/>
                  </a:lnTo>
                  <a:lnTo>
                    <a:pt x="41592" y="454659"/>
                  </a:lnTo>
                  <a:lnTo>
                    <a:pt x="41351" y="454659"/>
                  </a:lnTo>
                  <a:lnTo>
                    <a:pt x="44424" y="455929"/>
                  </a:lnTo>
                  <a:lnTo>
                    <a:pt x="44170" y="455929"/>
                  </a:lnTo>
                  <a:lnTo>
                    <a:pt x="47345" y="458469"/>
                  </a:lnTo>
                  <a:lnTo>
                    <a:pt x="47078" y="458469"/>
                  </a:lnTo>
                  <a:lnTo>
                    <a:pt x="50355" y="459739"/>
                  </a:lnTo>
                  <a:lnTo>
                    <a:pt x="50088" y="459739"/>
                  </a:lnTo>
                  <a:lnTo>
                    <a:pt x="53454" y="462279"/>
                  </a:lnTo>
                  <a:lnTo>
                    <a:pt x="54908" y="462279"/>
                  </a:lnTo>
                  <a:lnTo>
                    <a:pt x="56642" y="463549"/>
                  </a:lnTo>
                  <a:lnTo>
                    <a:pt x="56362" y="463549"/>
                  </a:lnTo>
                  <a:lnTo>
                    <a:pt x="59905" y="464819"/>
                  </a:lnTo>
                  <a:lnTo>
                    <a:pt x="59613" y="464819"/>
                  </a:lnTo>
                  <a:lnTo>
                    <a:pt x="63246" y="466089"/>
                  </a:lnTo>
                  <a:lnTo>
                    <a:pt x="66357" y="466089"/>
                  </a:lnTo>
                  <a:lnTo>
                    <a:pt x="70142" y="467359"/>
                  </a:lnTo>
                  <a:lnTo>
                    <a:pt x="73367" y="467359"/>
                  </a:lnTo>
                  <a:lnTo>
                    <a:pt x="77279" y="468629"/>
                  </a:lnTo>
                  <a:lnTo>
                    <a:pt x="882783" y="468629"/>
                  </a:lnTo>
                  <a:lnTo>
                    <a:pt x="881062" y="469899"/>
                  </a:lnTo>
                  <a:lnTo>
                    <a:pt x="877519" y="471169"/>
                  </a:lnTo>
                  <a:lnTo>
                    <a:pt x="874153" y="472439"/>
                  </a:lnTo>
                  <a:lnTo>
                    <a:pt x="870407" y="474979"/>
                  </a:lnTo>
                  <a:lnTo>
                    <a:pt x="866571" y="476249"/>
                  </a:lnTo>
                  <a:lnTo>
                    <a:pt x="862329" y="477519"/>
                  </a:lnTo>
                  <a:lnTo>
                    <a:pt x="854214" y="480059"/>
                  </a:lnTo>
                  <a:close/>
                </a:path>
                <a:path w="922020" h="481330">
                  <a:moveTo>
                    <a:pt x="883170" y="29209"/>
                  </a:moveTo>
                  <a:lnTo>
                    <a:pt x="880224" y="26669"/>
                  </a:lnTo>
                  <a:lnTo>
                    <a:pt x="880465" y="26669"/>
                  </a:lnTo>
                  <a:lnTo>
                    <a:pt x="877392" y="24129"/>
                  </a:lnTo>
                  <a:lnTo>
                    <a:pt x="877646" y="24129"/>
                  </a:lnTo>
                  <a:lnTo>
                    <a:pt x="874471" y="22859"/>
                  </a:lnTo>
                  <a:lnTo>
                    <a:pt x="874737" y="22859"/>
                  </a:lnTo>
                  <a:lnTo>
                    <a:pt x="871461" y="20319"/>
                  </a:lnTo>
                  <a:lnTo>
                    <a:pt x="871727" y="20319"/>
                  </a:lnTo>
                  <a:lnTo>
                    <a:pt x="868362" y="19049"/>
                  </a:lnTo>
                  <a:lnTo>
                    <a:pt x="868641" y="19049"/>
                  </a:lnTo>
                  <a:lnTo>
                    <a:pt x="865174" y="17779"/>
                  </a:lnTo>
                  <a:lnTo>
                    <a:pt x="865454" y="17779"/>
                  </a:lnTo>
                  <a:lnTo>
                    <a:pt x="861910" y="16509"/>
                  </a:lnTo>
                  <a:lnTo>
                    <a:pt x="862202" y="16509"/>
                  </a:lnTo>
                  <a:lnTo>
                    <a:pt x="858570" y="15239"/>
                  </a:lnTo>
                  <a:lnTo>
                    <a:pt x="858862" y="15239"/>
                  </a:lnTo>
                  <a:lnTo>
                    <a:pt x="855154" y="13969"/>
                  </a:lnTo>
                  <a:lnTo>
                    <a:pt x="851992" y="13969"/>
                  </a:lnTo>
                  <a:lnTo>
                    <a:pt x="848131" y="12699"/>
                  </a:lnTo>
                  <a:lnTo>
                    <a:pt x="883043" y="12699"/>
                  </a:lnTo>
                  <a:lnTo>
                    <a:pt x="884758" y="13969"/>
                  </a:lnTo>
                  <a:lnTo>
                    <a:pt x="900933" y="27939"/>
                  </a:lnTo>
                  <a:lnTo>
                    <a:pt x="882942" y="27939"/>
                  </a:lnTo>
                  <a:lnTo>
                    <a:pt x="883170" y="29209"/>
                  </a:lnTo>
                  <a:close/>
                </a:path>
                <a:path w="922020" h="481330">
                  <a:moveTo>
                    <a:pt x="38646" y="29209"/>
                  </a:moveTo>
                  <a:lnTo>
                    <a:pt x="38874" y="27939"/>
                  </a:lnTo>
                  <a:lnTo>
                    <a:pt x="40119" y="27939"/>
                  </a:lnTo>
                  <a:lnTo>
                    <a:pt x="38646" y="29209"/>
                  </a:lnTo>
                  <a:close/>
                </a:path>
                <a:path w="922020" h="481330">
                  <a:moveTo>
                    <a:pt x="897026" y="44449"/>
                  </a:moveTo>
                  <a:lnTo>
                    <a:pt x="894854" y="40639"/>
                  </a:lnTo>
                  <a:lnTo>
                    <a:pt x="895032" y="40639"/>
                  </a:lnTo>
                  <a:lnTo>
                    <a:pt x="892708" y="38099"/>
                  </a:lnTo>
                  <a:lnTo>
                    <a:pt x="892898" y="38099"/>
                  </a:lnTo>
                  <a:lnTo>
                    <a:pt x="890447" y="35559"/>
                  </a:lnTo>
                  <a:lnTo>
                    <a:pt x="890651" y="35559"/>
                  </a:lnTo>
                  <a:lnTo>
                    <a:pt x="888060" y="33019"/>
                  </a:lnTo>
                  <a:lnTo>
                    <a:pt x="888276" y="33019"/>
                  </a:lnTo>
                  <a:lnTo>
                    <a:pt x="885558" y="30479"/>
                  </a:lnTo>
                  <a:lnTo>
                    <a:pt x="885786" y="30479"/>
                  </a:lnTo>
                  <a:lnTo>
                    <a:pt x="882942" y="27939"/>
                  </a:lnTo>
                  <a:lnTo>
                    <a:pt x="900933" y="27939"/>
                  </a:lnTo>
                  <a:lnTo>
                    <a:pt x="902703" y="30479"/>
                  </a:lnTo>
                  <a:lnTo>
                    <a:pt x="905205" y="33019"/>
                  </a:lnTo>
                  <a:lnTo>
                    <a:pt x="907554" y="36829"/>
                  </a:lnTo>
                  <a:lnTo>
                    <a:pt x="909751" y="40639"/>
                  </a:lnTo>
                  <a:lnTo>
                    <a:pt x="911783" y="43179"/>
                  </a:lnTo>
                  <a:lnTo>
                    <a:pt x="896861" y="43179"/>
                  </a:lnTo>
                  <a:lnTo>
                    <a:pt x="897026" y="44449"/>
                  </a:lnTo>
                  <a:close/>
                </a:path>
                <a:path w="922020" h="481330">
                  <a:moveTo>
                    <a:pt x="24777" y="44449"/>
                  </a:moveTo>
                  <a:lnTo>
                    <a:pt x="24955" y="43179"/>
                  </a:lnTo>
                  <a:lnTo>
                    <a:pt x="25505" y="43179"/>
                  </a:lnTo>
                  <a:lnTo>
                    <a:pt x="24777" y="44449"/>
                  </a:lnTo>
                  <a:close/>
                </a:path>
                <a:path w="922020" h="481330">
                  <a:moveTo>
                    <a:pt x="902207" y="53339"/>
                  </a:moveTo>
                  <a:lnTo>
                    <a:pt x="900468" y="49529"/>
                  </a:lnTo>
                  <a:lnTo>
                    <a:pt x="900620" y="49529"/>
                  </a:lnTo>
                  <a:lnTo>
                    <a:pt x="898740" y="46989"/>
                  </a:lnTo>
                  <a:lnTo>
                    <a:pt x="898893" y="46989"/>
                  </a:lnTo>
                  <a:lnTo>
                    <a:pt x="896861" y="43179"/>
                  </a:lnTo>
                  <a:lnTo>
                    <a:pt x="911783" y="43179"/>
                  </a:lnTo>
                  <a:lnTo>
                    <a:pt x="915212" y="50799"/>
                  </a:lnTo>
                  <a:lnTo>
                    <a:pt x="915754" y="52069"/>
                  </a:lnTo>
                  <a:lnTo>
                    <a:pt x="902068" y="52069"/>
                  </a:lnTo>
                  <a:lnTo>
                    <a:pt x="902207" y="53339"/>
                  </a:lnTo>
                  <a:close/>
                </a:path>
                <a:path w="922020" h="481330">
                  <a:moveTo>
                    <a:pt x="19608" y="53339"/>
                  </a:moveTo>
                  <a:lnTo>
                    <a:pt x="19748" y="52069"/>
                  </a:lnTo>
                  <a:lnTo>
                    <a:pt x="20184" y="52069"/>
                  </a:lnTo>
                  <a:lnTo>
                    <a:pt x="19608" y="53339"/>
                  </a:lnTo>
                  <a:close/>
                </a:path>
                <a:path w="922020" h="481330">
                  <a:moveTo>
                    <a:pt x="908418" y="73659"/>
                  </a:moveTo>
                  <a:lnTo>
                    <a:pt x="907732" y="69849"/>
                  </a:lnTo>
                  <a:lnTo>
                    <a:pt x="906919" y="66039"/>
                  </a:lnTo>
                  <a:lnTo>
                    <a:pt x="905941" y="62229"/>
                  </a:lnTo>
                  <a:lnTo>
                    <a:pt x="904811" y="59689"/>
                  </a:lnTo>
                  <a:lnTo>
                    <a:pt x="903516" y="55879"/>
                  </a:lnTo>
                  <a:lnTo>
                    <a:pt x="902068" y="52069"/>
                  </a:lnTo>
                  <a:lnTo>
                    <a:pt x="915754" y="52069"/>
                  </a:lnTo>
                  <a:lnTo>
                    <a:pt x="916838" y="54609"/>
                  </a:lnTo>
                  <a:lnTo>
                    <a:pt x="918159" y="58419"/>
                  </a:lnTo>
                  <a:lnTo>
                    <a:pt x="919289" y="63499"/>
                  </a:lnTo>
                  <a:lnTo>
                    <a:pt x="920229" y="67309"/>
                  </a:lnTo>
                  <a:lnTo>
                    <a:pt x="920965" y="71119"/>
                  </a:lnTo>
                  <a:lnTo>
                    <a:pt x="921143" y="72389"/>
                  </a:lnTo>
                  <a:lnTo>
                    <a:pt x="908367" y="72389"/>
                  </a:lnTo>
                  <a:lnTo>
                    <a:pt x="908418" y="73659"/>
                  </a:lnTo>
                  <a:close/>
                </a:path>
                <a:path w="922020" h="481330">
                  <a:moveTo>
                    <a:pt x="13398" y="73659"/>
                  </a:moveTo>
                  <a:lnTo>
                    <a:pt x="13449" y="72389"/>
                  </a:lnTo>
                  <a:lnTo>
                    <a:pt x="13627" y="72389"/>
                  </a:lnTo>
                  <a:lnTo>
                    <a:pt x="13398" y="73659"/>
                  </a:lnTo>
                  <a:close/>
                </a:path>
                <a:path w="922020" h="481330">
                  <a:moveTo>
                    <a:pt x="921804" y="401319"/>
                  </a:moveTo>
                  <a:lnTo>
                    <a:pt x="909116" y="401319"/>
                  </a:lnTo>
                  <a:lnTo>
                    <a:pt x="909116" y="80009"/>
                  </a:lnTo>
                  <a:lnTo>
                    <a:pt x="908837" y="76199"/>
                  </a:lnTo>
                  <a:lnTo>
                    <a:pt x="908367" y="72389"/>
                  </a:lnTo>
                  <a:lnTo>
                    <a:pt x="921143" y="72389"/>
                  </a:lnTo>
                  <a:lnTo>
                    <a:pt x="921499" y="74929"/>
                  </a:lnTo>
                  <a:lnTo>
                    <a:pt x="921816" y="80009"/>
                  </a:lnTo>
                  <a:lnTo>
                    <a:pt x="921804" y="401319"/>
                  </a:lnTo>
                  <a:close/>
                </a:path>
                <a:path w="922020" h="481330">
                  <a:moveTo>
                    <a:pt x="12784" y="401319"/>
                  </a:moveTo>
                  <a:lnTo>
                    <a:pt x="12687" y="400049"/>
                  </a:lnTo>
                  <a:lnTo>
                    <a:pt x="12784" y="401319"/>
                  </a:lnTo>
                  <a:close/>
                </a:path>
                <a:path w="922020" h="481330">
                  <a:moveTo>
                    <a:pt x="916845" y="425449"/>
                  </a:moveTo>
                  <a:lnTo>
                    <a:pt x="903516" y="425449"/>
                  </a:lnTo>
                  <a:lnTo>
                    <a:pt x="904913" y="421639"/>
                  </a:lnTo>
                  <a:lnTo>
                    <a:pt x="906030" y="417829"/>
                  </a:lnTo>
                  <a:lnTo>
                    <a:pt x="906995" y="415289"/>
                  </a:lnTo>
                  <a:lnTo>
                    <a:pt x="907796" y="411479"/>
                  </a:lnTo>
                  <a:lnTo>
                    <a:pt x="908418" y="407669"/>
                  </a:lnTo>
                  <a:lnTo>
                    <a:pt x="908862" y="403859"/>
                  </a:lnTo>
                  <a:lnTo>
                    <a:pt x="909129" y="400049"/>
                  </a:lnTo>
                  <a:lnTo>
                    <a:pt x="909116" y="401319"/>
                  </a:lnTo>
                  <a:lnTo>
                    <a:pt x="921804" y="401319"/>
                  </a:lnTo>
                  <a:lnTo>
                    <a:pt x="918070" y="421639"/>
                  </a:lnTo>
                  <a:lnTo>
                    <a:pt x="916845" y="425449"/>
                  </a:lnTo>
                  <a:close/>
                </a:path>
                <a:path w="922020" h="481330">
                  <a:moveTo>
                    <a:pt x="18707" y="425449"/>
                  </a:moveTo>
                  <a:lnTo>
                    <a:pt x="18300" y="425449"/>
                  </a:lnTo>
                  <a:lnTo>
                    <a:pt x="18186" y="424179"/>
                  </a:lnTo>
                  <a:lnTo>
                    <a:pt x="18707" y="425449"/>
                  </a:lnTo>
                  <a:close/>
                </a:path>
                <a:path w="922020" h="481330">
                  <a:moveTo>
                    <a:pt x="914361" y="431799"/>
                  </a:moveTo>
                  <a:lnTo>
                    <a:pt x="900468" y="431799"/>
                  </a:lnTo>
                  <a:lnTo>
                    <a:pt x="902207" y="427989"/>
                  </a:lnTo>
                  <a:lnTo>
                    <a:pt x="902068" y="427989"/>
                  </a:lnTo>
                  <a:lnTo>
                    <a:pt x="903630" y="424179"/>
                  </a:lnTo>
                  <a:lnTo>
                    <a:pt x="903516" y="425449"/>
                  </a:lnTo>
                  <a:lnTo>
                    <a:pt x="916845" y="425449"/>
                  </a:lnTo>
                  <a:lnTo>
                    <a:pt x="915212" y="430529"/>
                  </a:lnTo>
                  <a:lnTo>
                    <a:pt x="914361" y="431799"/>
                  </a:lnTo>
                  <a:close/>
                </a:path>
                <a:path w="922020" h="481330">
                  <a:moveTo>
                    <a:pt x="21822" y="431799"/>
                  </a:moveTo>
                  <a:lnTo>
                    <a:pt x="21336" y="431799"/>
                  </a:lnTo>
                  <a:lnTo>
                    <a:pt x="21196" y="430529"/>
                  </a:lnTo>
                  <a:lnTo>
                    <a:pt x="21822" y="431799"/>
                  </a:lnTo>
                  <a:close/>
                </a:path>
                <a:path w="922020" h="481330">
                  <a:moveTo>
                    <a:pt x="908168" y="443229"/>
                  </a:moveTo>
                  <a:lnTo>
                    <a:pt x="892708" y="443229"/>
                  </a:lnTo>
                  <a:lnTo>
                    <a:pt x="895032" y="439419"/>
                  </a:lnTo>
                  <a:lnTo>
                    <a:pt x="894854" y="439419"/>
                  </a:lnTo>
                  <a:lnTo>
                    <a:pt x="897026" y="436879"/>
                  </a:lnTo>
                  <a:lnTo>
                    <a:pt x="896861" y="436879"/>
                  </a:lnTo>
                  <a:lnTo>
                    <a:pt x="898893" y="434339"/>
                  </a:lnTo>
                  <a:lnTo>
                    <a:pt x="898740" y="434339"/>
                  </a:lnTo>
                  <a:lnTo>
                    <a:pt x="900620" y="430529"/>
                  </a:lnTo>
                  <a:lnTo>
                    <a:pt x="900468" y="431799"/>
                  </a:lnTo>
                  <a:lnTo>
                    <a:pt x="914361" y="431799"/>
                  </a:lnTo>
                  <a:lnTo>
                    <a:pt x="913511" y="433069"/>
                  </a:lnTo>
                  <a:lnTo>
                    <a:pt x="909751" y="440689"/>
                  </a:lnTo>
                  <a:lnTo>
                    <a:pt x="908168" y="443229"/>
                  </a:lnTo>
                  <a:close/>
                </a:path>
                <a:path w="922020" h="481330">
                  <a:moveTo>
                    <a:pt x="29734" y="443229"/>
                  </a:moveTo>
                  <a:lnTo>
                    <a:pt x="29108" y="443229"/>
                  </a:lnTo>
                  <a:lnTo>
                    <a:pt x="28917" y="441959"/>
                  </a:lnTo>
                  <a:lnTo>
                    <a:pt x="29734" y="443229"/>
                  </a:lnTo>
                  <a:close/>
                </a:path>
                <a:path w="922020" h="481330">
                  <a:moveTo>
                    <a:pt x="906291" y="445769"/>
                  </a:moveTo>
                  <a:lnTo>
                    <a:pt x="890447" y="445769"/>
                  </a:lnTo>
                  <a:lnTo>
                    <a:pt x="892898" y="441959"/>
                  </a:lnTo>
                  <a:lnTo>
                    <a:pt x="892708" y="443229"/>
                  </a:lnTo>
                  <a:lnTo>
                    <a:pt x="908168" y="443229"/>
                  </a:lnTo>
                  <a:lnTo>
                    <a:pt x="907376" y="444499"/>
                  </a:lnTo>
                  <a:lnTo>
                    <a:pt x="906291" y="445769"/>
                  </a:lnTo>
                  <a:close/>
                </a:path>
                <a:path w="922020" h="481330">
                  <a:moveTo>
                    <a:pt x="32029" y="445769"/>
                  </a:moveTo>
                  <a:lnTo>
                    <a:pt x="31369" y="445769"/>
                  </a:lnTo>
                  <a:lnTo>
                    <a:pt x="31165" y="444499"/>
                  </a:lnTo>
                  <a:lnTo>
                    <a:pt x="32029" y="445769"/>
                  </a:lnTo>
                  <a:close/>
                </a:path>
                <a:path w="922020" h="481330">
                  <a:moveTo>
                    <a:pt x="904371" y="448309"/>
                  </a:moveTo>
                  <a:lnTo>
                    <a:pt x="888060" y="448309"/>
                  </a:lnTo>
                  <a:lnTo>
                    <a:pt x="890651" y="444499"/>
                  </a:lnTo>
                  <a:lnTo>
                    <a:pt x="890447" y="445769"/>
                  </a:lnTo>
                  <a:lnTo>
                    <a:pt x="906291" y="445769"/>
                  </a:lnTo>
                  <a:lnTo>
                    <a:pt x="905205" y="447039"/>
                  </a:lnTo>
                  <a:lnTo>
                    <a:pt x="904371" y="448309"/>
                  </a:lnTo>
                  <a:close/>
                </a:path>
                <a:path w="922020" h="481330">
                  <a:moveTo>
                    <a:pt x="34899" y="448309"/>
                  </a:moveTo>
                  <a:lnTo>
                    <a:pt x="33756" y="448309"/>
                  </a:lnTo>
                  <a:lnTo>
                    <a:pt x="33540" y="447039"/>
                  </a:lnTo>
                  <a:lnTo>
                    <a:pt x="34899" y="448309"/>
                  </a:lnTo>
                  <a:close/>
                </a:path>
                <a:path w="922020" h="481330">
                  <a:moveTo>
                    <a:pt x="891260" y="462279"/>
                  </a:moveTo>
                  <a:lnTo>
                    <a:pt x="868362" y="462279"/>
                  </a:lnTo>
                  <a:lnTo>
                    <a:pt x="871727" y="459739"/>
                  </a:lnTo>
                  <a:lnTo>
                    <a:pt x="871461" y="459739"/>
                  </a:lnTo>
                  <a:lnTo>
                    <a:pt x="874737" y="458469"/>
                  </a:lnTo>
                  <a:lnTo>
                    <a:pt x="874471" y="458469"/>
                  </a:lnTo>
                  <a:lnTo>
                    <a:pt x="877646" y="455929"/>
                  </a:lnTo>
                  <a:lnTo>
                    <a:pt x="877392" y="455929"/>
                  </a:lnTo>
                  <a:lnTo>
                    <a:pt x="880465" y="454659"/>
                  </a:lnTo>
                  <a:lnTo>
                    <a:pt x="880224" y="454659"/>
                  </a:lnTo>
                  <a:lnTo>
                    <a:pt x="883170" y="452119"/>
                  </a:lnTo>
                  <a:lnTo>
                    <a:pt x="882942" y="452119"/>
                  </a:lnTo>
                  <a:lnTo>
                    <a:pt x="885786" y="449579"/>
                  </a:lnTo>
                  <a:lnTo>
                    <a:pt x="885558" y="449579"/>
                  </a:lnTo>
                  <a:lnTo>
                    <a:pt x="888276" y="447039"/>
                  </a:lnTo>
                  <a:lnTo>
                    <a:pt x="888060" y="448309"/>
                  </a:lnTo>
                  <a:lnTo>
                    <a:pt x="904371" y="448309"/>
                  </a:lnTo>
                  <a:lnTo>
                    <a:pt x="902703" y="450849"/>
                  </a:lnTo>
                  <a:lnTo>
                    <a:pt x="899845" y="453389"/>
                  </a:lnTo>
                  <a:lnTo>
                    <a:pt x="897039" y="457199"/>
                  </a:lnTo>
                  <a:lnTo>
                    <a:pt x="894092" y="459739"/>
                  </a:lnTo>
                  <a:lnTo>
                    <a:pt x="891260" y="462279"/>
                  </a:lnTo>
                  <a:close/>
                </a:path>
                <a:path w="922020" h="481330">
                  <a:moveTo>
                    <a:pt x="54908" y="462279"/>
                  </a:moveTo>
                  <a:lnTo>
                    <a:pt x="53454" y="462279"/>
                  </a:lnTo>
                  <a:lnTo>
                    <a:pt x="53174" y="461009"/>
                  </a:lnTo>
                  <a:lnTo>
                    <a:pt x="54908" y="462279"/>
                  </a:lnTo>
                  <a:close/>
                </a:path>
                <a:path w="922020" h="481330">
                  <a:moveTo>
                    <a:pt x="882783" y="468629"/>
                  </a:moveTo>
                  <a:lnTo>
                    <a:pt x="844537" y="468629"/>
                  </a:lnTo>
                  <a:lnTo>
                    <a:pt x="848448" y="467359"/>
                  </a:lnTo>
                  <a:lnTo>
                    <a:pt x="851674" y="467359"/>
                  </a:lnTo>
                  <a:lnTo>
                    <a:pt x="855459" y="466089"/>
                  </a:lnTo>
                  <a:lnTo>
                    <a:pt x="858570" y="466089"/>
                  </a:lnTo>
                  <a:lnTo>
                    <a:pt x="862202" y="464819"/>
                  </a:lnTo>
                  <a:lnTo>
                    <a:pt x="861910" y="464819"/>
                  </a:lnTo>
                  <a:lnTo>
                    <a:pt x="865454" y="463549"/>
                  </a:lnTo>
                  <a:lnTo>
                    <a:pt x="865174" y="463549"/>
                  </a:lnTo>
                  <a:lnTo>
                    <a:pt x="868641" y="461009"/>
                  </a:lnTo>
                  <a:lnTo>
                    <a:pt x="868362" y="462279"/>
                  </a:lnTo>
                  <a:lnTo>
                    <a:pt x="891260" y="462279"/>
                  </a:lnTo>
                  <a:lnTo>
                    <a:pt x="888072" y="464819"/>
                  </a:lnTo>
                  <a:lnTo>
                    <a:pt x="884504" y="467359"/>
                  </a:lnTo>
                  <a:lnTo>
                    <a:pt x="882783" y="468629"/>
                  </a:lnTo>
                  <a:close/>
                </a:path>
                <a:path w="922020" h="481330">
                  <a:moveTo>
                    <a:pt x="845820" y="481329"/>
                  </a:moveTo>
                  <a:lnTo>
                    <a:pt x="75679" y="481329"/>
                  </a:lnTo>
                  <a:lnTo>
                    <a:pt x="71450" y="480059"/>
                  </a:lnTo>
                  <a:lnTo>
                    <a:pt x="850049" y="480059"/>
                  </a:lnTo>
                  <a:lnTo>
                    <a:pt x="845820" y="48132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773086" y="48519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说明</a:t>
            </a:r>
            <a:endParaRPr sz="240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8768" y="6309360"/>
            <a:ext cx="609600" cy="5486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052" y="149275"/>
            <a:ext cx="587248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0" dirty="0"/>
              <a:t>工作在方式</a:t>
            </a:r>
            <a:r>
              <a:rPr spc="-25" dirty="0">
                <a:latin typeface="Arial" panose="020B0604020202020204"/>
                <a:cs typeface="Arial" panose="020B0604020202020204"/>
              </a:rPr>
              <a:t>2</a:t>
            </a:r>
            <a:r>
              <a:rPr spc="-35" dirty="0"/>
              <a:t>下的工作时序说明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4225" y="976719"/>
            <a:ext cx="8300720" cy="47637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241935" algn="just">
              <a:lnSpc>
                <a:spcPct val="90000"/>
              </a:lnSpc>
              <a:spcBef>
                <a:spcPts val="39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当数据端口作为输入工作时，在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STB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有效时，由外设把输入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数据送入端口，并发出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IBF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有效信号。当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执行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400" spc="25" dirty="0">
                <a:solidFill>
                  <a:srgbClr val="0000CC"/>
                </a:solidFill>
                <a:latin typeface="Noto Serif CJK JP"/>
                <a:cs typeface="Noto Serif CJK JP"/>
              </a:rPr>
              <a:t>指令对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该数据口进行读入操作后，由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RD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的上升沿使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IBF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复位，为下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一次输入数据作好准备。如果该数据端口的中断允许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INTE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被</a:t>
            </a:r>
            <a:r>
              <a:rPr sz="2400" spc="95" dirty="0">
                <a:solidFill>
                  <a:srgbClr val="0000CC"/>
                </a:solidFill>
                <a:latin typeface="Noto Serif CJK JP"/>
                <a:cs typeface="Noto Serif CJK JP"/>
              </a:rPr>
              <a:t>置位，则在</a:t>
            </a:r>
            <a:r>
              <a:rPr sz="2400" spc="9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STB</a:t>
            </a:r>
            <a:r>
              <a:rPr sz="2400" spc="95" dirty="0">
                <a:solidFill>
                  <a:srgbClr val="0000CC"/>
                </a:solidFill>
                <a:latin typeface="Noto Serif CJK JP"/>
                <a:cs typeface="Noto Serif CJK JP"/>
              </a:rPr>
              <a:t>信号回复到高电平时，</a:t>
            </a:r>
            <a:r>
              <a:rPr sz="2400" spc="9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100" dirty="0">
                <a:solidFill>
                  <a:srgbClr val="0000CC"/>
                </a:solidFill>
                <a:latin typeface="Noto Serif CJK JP"/>
                <a:cs typeface="Noto Serif CJK JP"/>
              </a:rPr>
              <a:t>通过</a:t>
            </a:r>
            <a:r>
              <a:rPr sz="2400" spc="8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向 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发中断请求。若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响应该中断请求，读取该数据端口</a:t>
            </a:r>
            <a:r>
              <a:rPr sz="2400" spc="50" dirty="0">
                <a:solidFill>
                  <a:srgbClr val="0000CC"/>
                </a:solidFill>
                <a:latin typeface="Noto Serif CJK JP"/>
                <a:cs typeface="Noto Serif CJK JP"/>
              </a:rPr>
              <a:t>的输入数据，则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RD</a:t>
            </a:r>
            <a:r>
              <a:rPr sz="2400" spc="50" dirty="0">
                <a:solidFill>
                  <a:srgbClr val="0000CC"/>
                </a:solidFill>
                <a:latin typeface="Noto Serif CJK JP"/>
                <a:cs typeface="Noto Serif CJK JP"/>
              </a:rPr>
              <a:t>由下降沿使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400" spc="40" dirty="0">
                <a:solidFill>
                  <a:srgbClr val="0000CC"/>
                </a:solidFill>
                <a:latin typeface="Noto Serif CJK JP"/>
                <a:cs typeface="Noto Serif CJK JP"/>
              </a:rPr>
              <a:t>复位，为下一次数据输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入请求中断作好准备。</a:t>
            </a:r>
            <a:endParaRPr sz="2400">
              <a:latin typeface="Noto Serif CJK JP"/>
              <a:cs typeface="Noto Serif CJK JP"/>
            </a:endParaRPr>
          </a:p>
          <a:p>
            <a:pPr marL="24130" marR="243840" algn="just">
              <a:lnSpc>
                <a:spcPct val="90000"/>
              </a:lnSpc>
              <a:spcBef>
                <a:spcPts val="3040"/>
              </a:spcBef>
            </a:pPr>
            <a:r>
              <a:rPr sz="2400" spc="114" dirty="0">
                <a:solidFill>
                  <a:srgbClr val="0000CC"/>
                </a:solidFill>
                <a:latin typeface="Noto Serif CJK JP"/>
                <a:cs typeface="Noto Serif CJK JP"/>
              </a:rPr>
              <a:t>当数据端口作为输出口时，在</a:t>
            </a:r>
            <a:r>
              <a:rPr sz="2400" spc="1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100" dirty="0">
                <a:solidFill>
                  <a:srgbClr val="0000CC"/>
                </a:solidFill>
                <a:latin typeface="Noto Serif CJK JP"/>
                <a:cs typeface="Noto Serif CJK JP"/>
              </a:rPr>
              <a:t>把数据写入端口后，由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WR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的上升沿使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OBF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有效并使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INTR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复位。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OBF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由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输出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到外设，并通知外设可以取走端口的输出数据。当外设取走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一个数据时，应向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发回应答信号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ACK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  <a:p>
            <a:pPr marL="24130">
              <a:lnSpc>
                <a:spcPct val="100000"/>
              </a:lnSpc>
              <a:spcBef>
                <a:spcPts val="30"/>
              </a:spcBef>
            </a:pP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ACK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的有效低电平可以使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OBF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复位，为下一次输出作好准备。</a:t>
            </a:r>
            <a:endParaRPr sz="240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402" y="187007"/>
            <a:ext cx="35617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7.2.6 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的控制字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47052" y="985519"/>
            <a:ext cx="7978140" cy="2188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的工作方式通过向控制端口中写入控制字来确定，其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控制字有下列两种。</a:t>
            </a:r>
            <a:endParaRPr sz="2400" dirty="0">
              <a:latin typeface="Noto Serif CJK JP"/>
              <a:cs typeface="Noto Serif CJK JP"/>
            </a:endParaRPr>
          </a:p>
          <a:p>
            <a:pPr marL="761365" indent="-255905">
              <a:lnSpc>
                <a:spcPct val="100000"/>
              </a:lnSpc>
              <a:spcBef>
                <a:spcPts val="2055"/>
              </a:spcBef>
              <a:buSzPct val="96000"/>
              <a:buFont typeface="Arial" panose="020B0604020202020204"/>
              <a:buAutoNum type="arabicPeriod"/>
              <a:tabLst>
                <a:tab pos="761365" algn="l"/>
              </a:tabLst>
            </a:pP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各端口的方式选择控制字</a:t>
            </a:r>
            <a:endParaRPr sz="2400" dirty="0">
              <a:latin typeface="Noto Serif CJK JP"/>
              <a:cs typeface="Noto Serif CJK JP"/>
            </a:endParaRPr>
          </a:p>
          <a:p>
            <a:pPr marL="761365" indent="-255905">
              <a:lnSpc>
                <a:spcPct val="100000"/>
              </a:lnSpc>
              <a:spcBef>
                <a:spcPts val="2045"/>
              </a:spcBef>
              <a:buSzPct val="96000"/>
              <a:buFont typeface="Arial" panose="020B0604020202020204"/>
              <a:buAutoNum type="arabicPeriod"/>
              <a:tabLst>
                <a:tab pos="76136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端口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按位置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1/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清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控制字</a:t>
            </a:r>
            <a:endParaRPr sz="2400" dirty="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615" y="191452"/>
            <a:ext cx="29095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1</a:t>
            </a:r>
            <a:r>
              <a:rPr spc="15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工作方式控制字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2287" y="1006475"/>
            <a:ext cx="64477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通过对</a:t>
            </a:r>
            <a:r>
              <a:rPr sz="2400" spc="-4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6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4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60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4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=11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的端口写入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=1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的数据来设置。</a:t>
            </a:r>
            <a:endParaRPr sz="240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75263" y="5576444"/>
            <a:ext cx="1006128" cy="5397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962303" y="5597575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CC"/>
                </a:solidFill>
                <a:latin typeface="Droid Sans Fallback"/>
                <a:cs typeface="Droid Sans Fallback"/>
              </a:rPr>
              <a:t>返回</a:t>
            </a:r>
            <a:endParaRPr sz="2400">
              <a:latin typeface="Droid Sans Fallback"/>
              <a:cs typeface="Droid Sans Fallb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1980" y="1758686"/>
            <a:ext cx="7846059" cy="4076700"/>
            <a:chOff x="684276" y="1700783"/>
            <a:chExt cx="7846059" cy="40767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4276" y="1700783"/>
              <a:ext cx="6954011" cy="40767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57516" y="2392679"/>
              <a:ext cx="972312" cy="7330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099808" y="4102899"/>
              <a:ext cx="802005" cy="351790"/>
            </a:xfrm>
            <a:custGeom>
              <a:avLst/>
              <a:gdLst/>
              <a:ahLst/>
              <a:cxnLst/>
              <a:rect l="l" t="t" r="r" b="b"/>
              <a:pathLst>
                <a:path w="802004" h="351789">
                  <a:moveTo>
                    <a:pt x="801611" y="4762"/>
                  </a:moveTo>
                  <a:lnTo>
                    <a:pt x="796848" y="0"/>
                  </a:lnTo>
                  <a:lnTo>
                    <a:pt x="4762" y="0"/>
                  </a:lnTo>
                  <a:lnTo>
                    <a:pt x="0" y="4762"/>
                  </a:lnTo>
                  <a:lnTo>
                    <a:pt x="0" y="346405"/>
                  </a:lnTo>
                  <a:lnTo>
                    <a:pt x="4762" y="351167"/>
                  </a:lnTo>
                  <a:lnTo>
                    <a:pt x="796848" y="351167"/>
                  </a:lnTo>
                  <a:lnTo>
                    <a:pt x="801611" y="346405"/>
                  </a:lnTo>
                  <a:lnTo>
                    <a:pt x="801611" y="341642"/>
                  </a:lnTo>
                  <a:lnTo>
                    <a:pt x="801611" y="9525"/>
                  </a:lnTo>
                  <a:lnTo>
                    <a:pt x="801611" y="4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06564" y="4479327"/>
              <a:ext cx="802005" cy="351155"/>
            </a:xfrm>
            <a:custGeom>
              <a:avLst/>
              <a:gdLst/>
              <a:ahLst/>
              <a:cxnLst/>
              <a:rect l="l" t="t" r="r" b="b"/>
              <a:pathLst>
                <a:path w="802004" h="351154">
                  <a:moveTo>
                    <a:pt x="801611" y="4762"/>
                  </a:moveTo>
                  <a:lnTo>
                    <a:pt x="796848" y="0"/>
                  </a:lnTo>
                  <a:lnTo>
                    <a:pt x="4762" y="0"/>
                  </a:lnTo>
                  <a:lnTo>
                    <a:pt x="0" y="4762"/>
                  </a:lnTo>
                  <a:lnTo>
                    <a:pt x="0" y="346392"/>
                  </a:lnTo>
                  <a:lnTo>
                    <a:pt x="4762" y="351155"/>
                  </a:lnTo>
                  <a:lnTo>
                    <a:pt x="796848" y="351155"/>
                  </a:lnTo>
                  <a:lnTo>
                    <a:pt x="801611" y="346392"/>
                  </a:lnTo>
                  <a:lnTo>
                    <a:pt x="801611" y="341630"/>
                  </a:lnTo>
                  <a:lnTo>
                    <a:pt x="801611" y="9525"/>
                  </a:lnTo>
                  <a:lnTo>
                    <a:pt x="801611" y="47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99820" y="4003014"/>
            <a:ext cx="606425" cy="77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6985">
              <a:lnSpc>
                <a:spcPct val="137000"/>
              </a:lnSpc>
              <a:spcBef>
                <a:spcPts val="100"/>
              </a:spcBef>
            </a:pPr>
            <a:r>
              <a:rPr sz="1800" b="1" dirty="0">
                <a:latin typeface="Noto Sans Mono CJK HK"/>
                <a:cs typeface="Noto Sans Mono CJK HK"/>
              </a:rPr>
              <a:t>方式</a:t>
            </a:r>
            <a:r>
              <a:rPr sz="1800" b="1" spc="-50" dirty="0">
                <a:latin typeface="Noto Sans Mono CJK HK"/>
                <a:cs typeface="Noto Sans Mono CJK HK"/>
              </a:rPr>
              <a:t>0</a:t>
            </a:r>
            <a:r>
              <a:rPr sz="1800" b="1" dirty="0">
                <a:latin typeface="Noto Sans Mono CJK HK"/>
                <a:cs typeface="Noto Sans Mono CJK HK"/>
              </a:rPr>
              <a:t>方式</a:t>
            </a:r>
            <a:r>
              <a:rPr sz="1800" b="1" spc="-50" dirty="0">
                <a:latin typeface="Noto Sans Mono CJK HK"/>
                <a:cs typeface="Noto Sans Mono CJK HK"/>
              </a:rPr>
              <a:t>1</a:t>
            </a:r>
            <a:endParaRPr sz="1800">
              <a:latin typeface="Noto Sans Mono CJK HK"/>
              <a:cs typeface="Noto Sans Mono CJK HK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4977" y="3000057"/>
            <a:ext cx="2364105" cy="321945"/>
          </a:xfrm>
          <a:custGeom>
            <a:avLst/>
            <a:gdLst/>
            <a:ahLst/>
            <a:cxnLst/>
            <a:rect l="l" t="t" r="r" b="b"/>
            <a:pathLst>
              <a:path w="2364105" h="321945">
                <a:moveTo>
                  <a:pt x="2364105" y="4762"/>
                </a:moveTo>
                <a:lnTo>
                  <a:pt x="2359342" y="0"/>
                </a:lnTo>
                <a:lnTo>
                  <a:pt x="4762" y="0"/>
                </a:lnTo>
                <a:lnTo>
                  <a:pt x="0" y="4762"/>
                </a:lnTo>
                <a:lnTo>
                  <a:pt x="0" y="317182"/>
                </a:lnTo>
                <a:lnTo>
                  <a:pt x="4762" y="321945"/>
                </a:lnTo>
                <a:lnTo>
                  <a:pt x="2359342" y="321945"/>
                </a:lnTo>
                <a:lnTo>
                  <a:pt x="2364105" y="317182"/>
                </a:lnTo>
                <a:lnTo>
                  <a:pt x="2364105" y="312420"/>
                </a:lnTo>
                <a:lnTo>
                  <a:pt x="2364105" y="9525"/>
                </a:lnTo>
                <a:lnTo>
                  <a:pt x="2364105" y="47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01980" y="3006725"/>
            <a:ext cx="2068195" cy="268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5" dirty="0">
                <a:latin typeface="Noto Sans Mono CJK HK"/>
                <a:cs typeface="Noto Sans Mono CJK HK"/>
              </a:rPr>
              <a:t>方式选择控制字标志位</a:t>
            </a:r>
            <a:endParaRPr sz="1600">
              <a:latin typeface="Noto Sans Mono CJK HK"/>
              <a:cs typeface="Noto Sans Mono CJK HK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2</a:t>
            </a:r>
            <a:r>
              <a:rPr spc="25" dirty="0">
                <a:latin typeface="Arial" panose="020B0604020202020204"/>
                <a:cs typeface="Arial" panose="020B0604020202020204"/>
              </a:rPr>
              <a:t>. </a:t>
            </a:r>
            <a:r>
              <a:rPr spc="-30" dirty="0"/>
              <a:t>端口</a:t>
            </a:r>
            <a:r>
              <a:rPr spc="-30" dirty="0">
                <a:latin typeface="Arial" panose="020B0604020202020204"/>
                <a:cs typeface="Arial" panose="020B0604020202020204"/>
              </a:rPr>
              <a:t>C</a:t>
            </a:r>
            <a:r>
              <a:rPr spc="-30" dirty="0"/>
              <a:t>置</a:t>
            </a:r>
            <a:r>
              <a:rPr spc="-10" dirty="0">
                <a:latin typeface="Arial" panose="020B0604020202020204"/>
                <a:cs typeface="Arial" panose="020B0604020202020204"/>
              </a:rPr>
              <a:t>1/</a:t>
            </a:r>
            <a:r>
              <a:rPr spc="-30" dirty="0"/>
              <a:t>清</a:t>
            </a:r>
            <a:r>
              <a:rPr spc="-25" dirty="0">
                <a:latin typeface="Arial" panose="020B0604020202020204"/>
                <a:cs typeface="Arial" panose="020B0604020202020204"/>
              </a:rPr>
              <a:t>0</a:t>
            </a:r>
            <a:r>
              <a:rPr spc="-40" dirty="0"/>
              <a:t>控制字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687" y="1001395"/>
            <a:ext cx="68789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通过对</a:t>
            </a:r>
            <a:r>
              <a:rPr sz="2400" spc="-4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A1A0=11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的端口写入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D7=0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的数据进行设置。</a:t>
            </a:r>
            <a:endParaRPr sz="240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7572" y="1988820"/>
            <a:ext cx="6934200" cy="359054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402" y="135889"/>
            <a:ext cx="39370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3</a:t>
            </a:r>
            <a:r>
              <a:rPr spc="35" dirty="0">
                <a:latin typeface="Arial" panose="020B0604020202020204"/>
                <a:cs typeface="Arial" panose="020B0604020202020204"/>
              </a:rPr>
              <a:t>. 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初始化编程步骤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30804" y="1427162"/>
            <a:ext cx="2457450" cy="1733550"/>
            <a:chOff x="2630804" y="1427162"/>
            <a:chExt cx="2457450" cy="1733550"/>
          </a:xfrm>
        </p:grpSpPr>
        <p:sp>
          <p:nvSpPr>
            <p:cNvPr id="4" name="object 4"/>
            <p:cNvSpPr/>
            <p:nvPr/>
          </p:nvSpPr>
          <p:spPr>
            <a:xfrm>
              <a:off x="3816349" y="2800350"/>
              <a:ext cx="76200" cy="360680"/>
            </a:xfrm>
            <a:custGeom>
              <a:avLst/>
              <a:gdLst/>
              <a:ahLst/>
              <a:cxnLst/>
              <a:rect l="l" t="t" r="r" b="b"/>
              <a:pathLst>
                <a:path w="76200" h="360680">
                  <a:moveTo>
                    <a:pt x="42862" y="303212"/>
                  </a:moveTo>
                  <a:lnTo>
                    <a:pt x="33337" y="303212"/>
                  </a:lnTo>
                  <a:lnTo>
                    <a:pt x="33337" y="0"/>
                  </a:lnTo>
                  <a:lnTo>
                    <a:pt x="42862" y="0"/>
                  </a:lnTo>
                  <a:lnTo>
                    <a:pt x="42862" y="303212"/>
                  </a:lnTo>
                  <a:close/>
                </a:path>
                <a:path w="76200" h="360680">
                  <a:moveTo>
                    <a:pt x="38100" y="360362"/>
                  </a:moveTo>
                  <a:lnTo>
                    <a:pt x="0" y="284162"/>
                  </a:lnTo>
                  <a:lnTo>
                    <a:pt x="33337" y="284162"/>
                  </a:lnTo>
                  <a:lnTo>
                    <a:pt x="33337" y="303212"/>
                  </a:lnTo>
                  <a:lnTo>
                    <a:pt x="66675" y="303212"/>
                  </a:lnTo>
                  <a:lnTo>
                    <a:pt x="38100" y="360362"/>
                  </a:lnTo>
                  <a:close/>
                </a:path>
                <a:path w="76200" h="360680">
                  <a:moveTo>
                    <a:pt x="66675" y="303212"/>
                  </a:moveTo>
                  <a:lnTo>
                    <a:pt x="42862" y="303212"/>
                  </a:lnTo>
                  <a:lnTo>
                    <a:pt x="42862" y="284162"/>
                  </a:lnTo>
                  <a:lnTo>
                    <a:pt x="76200" y="284162"/>
                  </a:lnTo>
                  <a:lnTo>
                    <a:pt x="66675" y="3032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34995" y="1432560"/>
              <a:ext cx="2449195" cy="504825"/>
            </a:xfrm>
            <a:custGeom>
              <a:avLst/>
              <a:gdLst/>
              <a:ahLst/>
              <a:cxnLst/>
              <a:rect l="l" t="t" r="r" b="b"/>
              <a:pathLst>
                <a:path w="2449195" h="504825">
                  <a:moveTo>
                    <a:pt x="2449068" y="504443"/>
                  </a:moveTo>
                  <a:lnTo>
                    <a:pt x="0" y="504443"/>
                  </a:lnTo>
                  <a:lnTo>
                    <a:pt x="0" y="0"/>
                  </a:lnTo>
                  <a:lnTo>
                    <a:pt x="2449068" y="0"/>
                  </a:lnTo>
                  <a:lnTo>
                    <a:pt x="2449068" y="504443"/>
                  </a:lnTo>
                  <a:close/>
                </a:path>
              </a:pathLst>
            </a:custGeom>
            <a:solidFill>
              <a:srgbClr val="287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30804" y="1427162"/>
              <a:ext cx="2457450" cy="514350"/>
            </a:xfrm>
            <a:custGeom>
              <a:avLst/>
              <a:gdLst/>
              <a:ahLst/>
              <a:cxnLst/>
              <a:rect l="l" t="t" r="r" b="b"/>
              <a:pathLst>
                <a:path w="2457450" h="514350">
                  <a:moveTo>
                    <a:pt x="2457449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2457449" y="0"/>
                  </a:lnTo>
                  <a:lnTo>
                    <a:pt x="2457449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04825"/>
                  </a:lnTo>
                  <a:lnTo>
                    <a:pt x="4762" y="504825"/>
                  </a:lnTo>
                  <a:lnTo>
                    <a:pt x="9525" y="509587"/>
                  </a:lnTo>
                  <a:lnTo>
                    <a:pt x="2457449" y="509587"/>
                  </a:lnTo>
                  <a:lnTo>
                    <a:pt x="2457449" y="514350"/>
                  </a:lnTo>
                  <a:close/>
                </a:path>
                <a:path w="2457450" h="51435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2457450" h="514350">
                  <a:moveTo>
                    <a:pt x="2447924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2447924" y="4762"/>
                  </a:lnTo>
                  <a:lnTo>
                    <a:pt x="2447924" y="9525"/>
                  </a:lnTo>
                  <a:close/>
                </a:path>
                <a:path w="2457450" h="514350">
                  <a:moveTo>
                    <a:pt x="2447924" y="509587"/>
                  </a:moveTo>
                  <a:lnTo>
                    <a:pt x="2447924" y="4762"/>
                  </a:lnTo>
                  <a:lnTo>
                    <a:pt x="2452687" y="9525"/>
                  </a:lnTo>
                  <a:lnTo>
                    <a:pt x="2457449" y="9525"/>
                  </a:lnTo>
                  <a:lnTo>
                    <a:pt x="2457449" y="504825"/>
                  </a:lnTo>
                  <a:lnTo>
                    <a:pt x="2452687" y="504825"/>
                  </a:lnTo>
                  <a:lnTo>
                    <a:pt x="2447924" y="509587"/>
                  </a:lnTo>
                  <a:close/>
                </a:path>
                <a:path w="2457450" h="514350">
                  <a:moveTo>
                    <a:pt x="2457449" y="9525"/>
                  </a:moveTo>
                  <a:lnTo>
                    <a:pt x="2452687" y="9525"/>
                  </a:lnTo>
                  <a:lnTo>
                    <a:pt x="2447924" y="4762"/>
                  </a:lnTo>
                  <a:lnTo>
                    <a:pt x="2457449" y="4762"/>
                  </a:lnTo>
                  <a:lnTo>
                    <a:pt x="2457449" y="9525"/>
                  </a:lnTo>
                  <a:close/>
                </a:path>
                <a:path w="2457450" h="514350">
                  <a:moveTo>
                    <a:pt x="9525" y="509587"/>
                  </a:moveTo>
                  <a:lnTo>
                    <a:pt x="4762" y="504825"/>
                  </a:lnTo>
                  <a:lnTo>
                    <a:pt x="9525" y="504825"/>
                  </a:lnTo>
                  <a:lnTo>
                    <a:pt x="9525" y="509587"/>
                  </a:lnTo>
                  <a:close/>
                </a:path>
                <a:path w="2457450" h="514350">
                  <a:moveTo>
                    <a:pt x="2447924" y="509587"/>
                  </a:moveTo>
                  <a:lnTo>
                    <a:pt x="9525" y="509587"/>
                  </a:lnTo>
                  <a:lnTo>
                    <a:pt x="9525" y="504825"/>
                  </a:lnTo>
                  <a:lnTo>
                    <a:pt x="2447924" y="504825"/>
                  </a:lnTo>
                  <a:lnTo>
                    <a:pt x="2447924" y="509587"/>
                  </a:lnTo>
                  <a:close/>
                </a:path>
                <a:path w="2457450" h="514350">
                  <a:moveTo>
                    <a:pt x="2457449" y="509587"/>
                  </a:moveTo>
                  <a:lnTo>
                    <a:pt x="2447924" y="509587"/>
                  </a:lnTo>
                  <a:lnTo>
                    <a:pt x="2452687" y="504825"/>
                  </a:lnTo>
                  <a:lnTo>
                    <a:pt x="2457449" y="504825"/>
                  </a:lnTo>
                  <a:lnTo>
                    <a:pt x="2457449" y="5095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27312" y="1456690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00"/>
                </a:solidFill>
                <a:latin typeface="Droid Sans Fallback"/>
                <a:cs typeface="Droid Sans Fallback"/>
              </a:rPr>
              <a:t>设置初始化命令字</a:t>
            </a:r>
            <a:endParaRPr sz="2400">
              <a:latin typeface="Droid Sans Fallback"/>
              <a:cs typeface="Droid Sans Fallb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24518" y="2181034"/>
            <a:ext cx="5014595" cy="1615440"/>
            <a:chOff x="2724518" y="2181034"/>
            <a:chExt cx="5014595" cy="1615440"/>
          </a:xfrm>
        </p:grpSpPr>
        <p:sp>
          <p:nvSpPr>
            <p:cNvPr id="9" name="object 9"/>
            <p:cNvSpPr/>
            <p:nvPr/>
          </p:nvSpPr>
          <p:spPr>
            <a:xfrm>
              <a:off x="2749296" y="2185416"/>
              <a:ext cx="2232660" cy="647700"/>
            </a:xfrm>
            <a:custGeom>
              <a:avLst/>
              <a:gdLst/>
              <a:ahLst/>
              <a:cxnLst/>
              <a:rect l="l" t="t" r="r" b="b"/>
              <a:pathLst>
                <a:path w="2232660" h="647700">
                  <a:moveTo>
                    <a:pt x="1115568" y="647699"/>
                  </a:moveTo>
                  <a:lnTo>
                    <a:pt x="0" y="324611"/>
                  </a:lnTo>
                  <a:lnTo>
                    <a:pt x="1115568" y="0"/>
                  </a:lnTo>
                  <a:lnTo>
                    <a:pt x="2232660" y="324611"/>
                  </a:lnTo>
                  <a:lnTo>
                    <a:pt x="1115568" y="647699"/>
                  </a:lnTo>
                  <a:close/>
                </a:path>
              </a:pathLst>
            </a:custGeom>
            <a:solidFill>
              <a:srgbClr val="287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32455" y="2181034"/>
              <a:ext cx="2266315" cy="657860"/>
            </a:xfrm>
            <a:custGeom>
              <a:avLst/>
              <a:gdLst/>
              <a:ahLst/>
              <a:cxnLst/>
              <a:rect l="l" t="t" r="r" b="b"/>
              <a:pathLst>
                <a:path w="2266315" h="657860">
                  <a:moveTo>
                    <a:pt x="1133106" y="657618"/>
                  </a:moveTo>
                  <a:lnTo>
                    <a:pt x="0" y="328802"/>
                  </a:lnTo>
                  <a:lnTo>
                    <a:pt x="1133106" y="0"/>
                  </a:lnTo>
                  <a:lnTo>
                    <a:pt x="1165931" y="9525"/>
                  </a:lnTo>
                  <a:lnTo>
                    <a:pt x="1131773" y="9525"/>
                  </a:lnTo>
                  <a:lnTo>
                    <a:pt x="1133100" y="9910"/>
                  </a:lnTo>
                  <a:lnTo>
                    <a:pt x="49925" y="324230"/>
                  </a:lnTo>
                  <a:lnTo>
                    <a:pt x="18415" y="324230"/>
                  </a:lnTo>
                  <a:lnTo>
                    <a:pt x="18415" y="333375"/>
                  </a:lnTo>
                  <a:lnTo>
                    <a:pt x="49925" y="333375"/>
                  </a:lnTo>
                  <a:lnTo>
                    <a:pt x="1133100" y="647695"/>
                  </a:lnTo>
                  <a:lnTo>
                    <a:pt x="1131773" y="648080"/>
                  </a:lnTo>
                  <a:lnTo>
                    <a:pt x="1165973" y="648080"/>
                  </a:lnTo>
                  <a:lnTo>
                    <a:pt x="1133106" y="657618"/>
                  </a:lnTo>
                  <a:close/>
                </a:path>
                <a:path w="2266315" h="657860">
                  <a:moveTo>
                    <a:pt x="1133100" y="9910"/>
                  </a:moveTo>
                  <a:lnTo>
                    <a:pt x="1131773" y="9525"/>
                  </a:lnTo>
                  <a:lnTo>
                    <a:pt x="1134427" y="9525"/>
                  </a:lnTo>
                  <a:lnTo>
                    <a:pt x="1133100" y="9910"/>
                  </a:lnTo>
                  <a:close/>
                </a:path>
                <a:path w="2266315" h="657860">
                  <a:moveTo>
                    <a:pt x="2232030" y="328802"/>
                  </a:moveTo>
                  <a:lnTo>
                    <a:pt x="1133100" y="9910"/>
                  </a:lnTo>
                  <a:lnTo>
                    <a:pt x="1134427" y="9525"/>
                  </a:lnTo>
                  <a:lnTo>
                    <a:pt x="1165931" y="9525"/>
                  </a:lnTo>
                  <a:lnTo>
                    <a:pt x="2250457" y="324230"/>
                  </a:lnTo>
                  <a:lnTo>
                    <a:pt x="2247785" y="324230"/>
                  </a:lnTo>
                  <a:lnTo>
                    <a:pt x="2232030" y="328802"/>
                  </a:lnTo>
                  <a:close/>
                </a:path>
                <a:path w="2266315" h="657860">
                  <a:moveTo>
                    <a:pt x="18415" y="333375"/>
                  </a:moveTo>
                  <a:lnTo>
                    <a:pt x="18415" y="324230"/>
                  </a:lnTo>
                  <a:lnTo>
                    <a:pt x="34170" y="328802"/>
                  </a:lnTo>
                  <a:lnTo>
                    <a:pt x="18415" y="333375"/>
                  </a:lnTo>
                  <a:close/>
                </a:path>
                <a:path w="2266315" h="657860">
                  <a:moveTo>
                    <a:pt x="34170" y="328802"/>
                  </a:moveTo>
                  <a:lnTo>
                    <a:pt x="18415" y="324230"/>
                  </a:lnTo>
                  <a:lnTo>
                    <a:pt x="49925" y="324230"/>
                  </a:lnTo>
                  <a:lnTo>
                    <a:pt x="34170" y="328802"/>
                  </a:lnTo>
                  <a:close/>
                </a:path>
                <a:path w="2266315" h="657860">
                  <a:moveTo>
                    <a:pt x="2247785" y="333375"/>
                  </a:moveTo>
                  <a:lnTo>
                    <a:pt x="2232030" y="328802"/>
                  </a:lnTo>
                  <a:lnTo>
                    <a:pt x="2247785" y="324230"/>
                  </a:lnTo>
                  <a:lnTo>
                    <a:pt x="2247785" y="333375"/>
                  </a:lnTo>
                  <a:close/>
                </a:path>
                <a:path w="2266315" h="657860">
                  <a:moveTo>
                    <a:pt x="2250458" y="333375"/>
                  </a:moveTo>
                  <a:lnTo>
                    <a:pt x="2247785" y="333375"/>
                  </a:lnTo>
                  <a:lnTo>
                    <a:pt x="2247785" y="324230"/>
                  </a:lnTo>
                  <a:lnTo>
                    <a:pt x="2250457" y="324230"/>
                  </a:lnTo>
                  <a:lnTo>
                    <a:pt x="2266213" y="328802"/>
                  </a:lnTo>
                  <a:lnTo>
                    <a:pt x="2250458" y="333375"/>
                  </a:lnTo>
                  <a:close/>
                </a:path>
                <a:path w="2266315" h="657860">
                  <a:moveTo>
                    <a:pt x="49925" y="333375"/>
                  </a:moveTo>
                  <a:lnTo>
                    <a:pt x="18415" y="333375"/>
                  </a:lnTo>
                  <a:lnTo>
                    <a:pt x="34170" y="328802"/>
                  </a:lnTo>
                  <a:lnTo>
                    <a:pt x="49925" y="333375"/>
                  </a:lnTo>
                  <a:close/>
                </a:path>
                <a:path w="2266315" h="657860">
                  <a:moveTo>
                    <a:pt x="1165973" y="648080"/>
                  </a:moveTo>
                  <a:lnTo>
                    <a:pt x="1134427" y="648080"/>
                  </a:lnTo>
                  <a:lnTo>
                    <a:pt x="1133100" y="647695"/>
                  </a:lnTo>
                  <a:lnTo>
                    <a:pt x="2232030" y="328802"/>
                  </a:lnTo>
                  <a:lnTo>
                    <a:pt x="2247785" y="333375"/>
                  </a:lnTo>
                  <a:lnTo>
                    <a:pt x="2250458" y="333375"/>
                  </a:lnTo>
                  <a:lnTo>
                    <a:pt x="1165973" y="648080"/>
                  </a:lnTo>
                  <a:close/>
                </a:path>
                <a:path w="2266315" h="657860">
                  <a:moveTo>
                    <a:pt x="1134427" y="648080"/>
                  </a:moveTo>
                  <a:lnTo>
                    <a:pt x="1131773" y="648080"/>
                  </a:lnTo>
                  <a:lnTo>
                    <a:pt x="1133100" y="647695"/>
                  </a:lnTo>
                  <a:lnTo>
                    <a:pt x="1134427" y="6480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1676" y="3144011"/>
              <a:ext cx="2232660" cy="647700"/>
            </a:xfrm>
            <a:custGeom>
              <a:avLst/>
              <a:gdLst/>
              <a:ahLst/>
              <a:cxnLst/>
              <a:rect l="l" t="t" r="r" b="b"/>
              <a:pathLst>
                <a:path w="2232660" h="647700">
                  <a:moveTo>
                    <a:pt x="1115568" y="647700"/>
                  </a:moveTo>
                  <a:lnTo>
                    <a:pt x="0" y="323088"/>
                  </a:lnTo>
                  <a:lnTo>
                    <a:pt x="1115568" y="0"/>
                  </a:lnTo>
                  <a:lnTo>
                    <a:pt x="2232660" y="323088"/>
                  </a:lnTo>
                  <a:lnTo>
                    <a:pt x="1115568" y="647700"/>
                  </a:lnTo>
                  <a:close/>
                </a:path>
              </a:pathLst>
            </a:custGeom>
            <a:solidFill>
              <a:srgbClr val="287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24518" y="3138297"/>
              <a:ext cx="2266315" cy="657860"/>
            </a:xfrm>
            <a:custGeom>
              <a:avLst/>
              <a:gdLst/>
              <a:ahLst/>
              <a:cxnLst/>
              <a:rect l="l" t="t" r="r" b="b"/>
              <a:pathLst>
                <a:path w="2266315" h="657860">
                  <a:moveTo>
                    <a:pt x="1133106" y="657605"/>
                  </a:moveTo>
                  <a:lnTo>
                    <a:pt x="0" y="328802"/>
                  </a:lnTo>
                  <a:lnTo>
                    <a:pt x="1133106" y="0"/>
                  </a:lnTo>
                  <a:lnTo>
                    <a:pt x="1165931" y="9525"/>
                  </a:lnTo>
                  <a:lnTo>
                    <a:pt x="1131785" y="9525"/>
                  </a:lnTo>
                  <a:lnTo>
                    <a:pt x="1133113" y="9910"/>
                  </a:lnTo>
                  <a:lnTo>
                    <a:pt x="49938" y="324230"/>
                  </a:lnTo>
                  <a:lnTo>
                    <a:pt x="18427" y="324230"/>
                  </a:lnTo>
                  <a:lnTo>
                    <a:pt x="18427" y="333375"/>
                  </a:lnTo>
                  <a:lnTo>
                    <a:pt x="49938" y="333375"/>
                  </a:lnTo>
                  <a:lnTo>
                    <a:pt x="1133113" y="647695"/>
                  </a:lnTo>
                  <a:lnTo>
                    <a:pt x="1131785" y="648080"/>
                  </a:lnTo>
                  <a:lnTo>
                    <a:pt x="1165931" y="648080"/>
                  </a:lnTo>
                  <a:lnTo>
                    <a:pt x="1133106" y="657605"/>
                  </a:lnTo>
                  <a:close/>
                </a:path>
                <a:path w="2266315" h="657860">
                  <a:moveTo>
                    <a:pt x="1133113" y="9910"/>
                  </a:moveTo>
                  <a:lnTo>
                    <a:pt x="1131785" y="9525"/>
                  </a:lnTo>
                  <a:lnTo>
                    <a:pt x="1134440" y="9525"/>
                  </a:lnTo>
                  <a:lnTo>
                    <a:pt x="1133113" y="9910"/>
                  </a:lnTo>
                  <a:close/>
                </a:path>
                <a:path w="2266315" h="657860">
                  <a:moveTo>
                    <a:pt x="2232042" y="328802"/>
                  </a:moveTo>
                  <a:lnTo>
                    <a:pt x="1133113" y="9910"/>
                  </a:lnTo>
                  <a:lnTo>
                    <a:pt x="1134440" y="9525"/>
                  </a:lnTo>
                  <a:lnTo>
                    <a:pt x="1165931" y="9525"/>
                  </a:lnTo>
                  <a:lnTo>
                    <a:pt x="2250457" y="324230"/>
                  </a:lnTo>
                  <a:lnTo>
                    <a:pt x="2247798" y="324230"/>
                  </a:lnTo>
                  <a:lnTo>
                    <a:pt x="2232042" y="328802"/>
                  </a:lnTo>
                  <a:close/>
                </a:path>
                <a:path w="2266315" h="657860">
                  <a:moveTo>
                    <a:pt x="18427" y="333375"/>
                  </a:moveTo>
                  <a:lnTo>
                    <a:pt x="18427" y="324230"/>
                  </a:lnTo>
                  <a:lnTo>
                    <a:pt x="34183" y="328802"/>
                  </a:lnTo>
                  <a:lnTo>
                    <a:pt x="18427" y="333375"/>
                  </a:lnTo>
                  <a:close/>
                </a:path>
                <a:path w="2266315" h="657860">
                  <a:moveTo>
                    <a:pt x="34183" y="328802"/>
                  </a:moveTo>
                  <a:lnTo>
                    <a:pt x="18427" y="324230"/>
                  </a:lnTo>
                  <a:lnTo>
                    <a:pt x="49938" y="324230"/>
                  </a:lnTo>
                  <a:lnTo>
                    <a:pt x="34183" y="328802"/>
                  </a:lnTo>
                  <a:close/>
                </a:path>
                <a:path w="2266315" h="657860">
                  <a:moveTo>
                    <a:pt x="2247798" y="333375"/>
                  </a:moveTo>
                  <a:lnTo>
                    <a:pt x="2232042" y="328802"/>
                  </a:lnTo>
                  <a:lnTo>
                    <a:pt x="2247798" y="324230"/>
                  </a:lnTo>
                  <a:lnTo>
                    <a:pt x="2247798" y="333375"/>
                  </a:lnTo>
                  <a:close/>
                </a:path>
                <a:path w="2266315" h="657860">
                  <a:moveTo>
                    <a:pt x="2250457" y="333375"/>
                  </a:moveTo>
                  <a:lnTo>
                    <a:pt x="2247798" y="333375"/>
                  </a:lnTo>
                  <a:lnTo>
                    <a:pt x="2247798" y="324230"/>
                  </a:lnTo>
                  <a:lnTo>
                    <a:pt x="2250457" y="324230"/>
                  </a:lnTo>
                  <a:lnTo>
                    <a:pt x="2266213" y="328802"/>
                  </a:lnTo>
                  <a:lnTo>
                    <a:pt x="2250457" y="333375"/>
                  </a:lnTo>
                  <a:close/>
                </a:path>
                <a:path w="2266315" h="657860">
                  <a:moveTo>
                    <a:pt x="49938" y="333375"/>
                  </a:moveTo>
                  <a:lnTo>
                    <a:pt x="18427" y="333375"/>
                  </a:lnTo>
                  <a:lnTo>
                    <a:pt x="34183" y="328802"/>
                  </a:lnTo>
                  <a:lnTo>
                    <a:pt x="49938" y="333375"/>
                  </a:lnTo>
                  <a:close/>
                </a:path>
                <a:path w="2266315" h="657860">
                  <a:moveTo>
                    <a:pt x="1165931" y="648080"/>
                  </a:moveTo>
                  <a:lnTo>
                    <a:pt x="1134440" y="648080"/>
                  </a:lnTo>
                  <a:lnTo>
                    <a:pt x="1133113" y="647695"/>
                  </a:lnTo>
                  <a:lnTo>
                    <a:pt x="2232042" y="328802"/>
                  </a:lnTo>
                  <a:lnTo>
                    <a:pt x="2247798" y="333375"/>
                  </a:lnTo>
                  <a:lnTo>
                    <a:pt x="2250457" y="333375"/>
                  </a:lnTo>
                  <a:lnTo>
                    <a:pt x="1165931" y="648080"/>
                  </a:lnTo>
                  <a:close/>
                </a:path>
                <a:path w="2266315" h="657860">
                  <a:moveTo>
                    <a:pt x="1134440" y="648080"/>
                  </a:moveTo>
                  <a:lnTo>
                    <a:pt x="1131785" y="648080"/>
                  </a:lnTo>
                  <a:lnTo>
                    <a:pt x="1133113" y="647695"/>
                  </a:lnTo>
                  <a:lnTo>
                    <a:pt x="1134440" y="6480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86756" y="3201924"/>
              <a:ext cx="2447925" cy="504825"/>
            </a:xfrm>
            <a:custGeom>
              <a:avLst/>
              <a:gdLst/>
              <a:ahLst/>
              <a:cxnLst/>
              <a:rect l="l" t="t" r="r" b="b"/>
              <a:pathLst>
                <a:path w="2447925" h="504825">
                  <a:moveTo>
                    <a:pt x="2447544" y="504444"/>
                  </a:moveTo>
                  <a:lnTo>
                    <a:pt x="0" y="504444"/>
                  </a:lnTo>
                  <a:lnTo>
                    <a:pt x="0" y="0"/>
                  </a:lnTo>
                  <a:lnTo>
                    <a:pt x="2447544" y="0"/>
                  </a:lnTo>
                  <a:lnTo>
                    <a:pt x="2447544" y="504444"/>
                  </a:lnTo>
                  <a:close/>
                </a:path>
              </a:pathLst>
            </a:custGeom>
            <a:solidFill>
              <a:srgbClr val="287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81612" y="3197225"/>
              <a:ext cx="2457450" cy="514350"/>
            </a:xfrm>
            <a:custGeom>
              <a:avLst/>
              <a:gdLst/>
              <a:ahLst/>
              <a:cxnLst/>
              <a:rect l="l" t="t" r="r" b="b"/>
              <a:pathLst>
                <a:path w="2457450" h="514350">
                  <a:moveTo>
                    <a:pt x="2457450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2457450" y="0"/>
                  </a:lnTo>
                  <a:lnTo>
                    <a:pt x="2457450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04825"/>
                  </a:lnTo>
                  <a:lnTo>
                    <a:pt x="4762" y="504825"/>
                  </a:lnTo>
                  <a:lnTo>
                    <a:pt x="9525" y="509587"/>
                  </a:lnTo>
                  <a:lnTo>
                    <a:pt x="2457450" y="509587"/>
                  </a:lnTo>
                  <a:lnTo>
                    <a:pt x="2457450" y="514350"/>
                  </a:lnTo>
                  <a:close/>
                </a:path>
                <a:path w="2457450" h="51435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2457450" h="514350">
                  <a:moveTo>
                    <a:pt x="2447925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2447925" y="4762"/>
                  </a:lnTo>
                  <a:lnTo>
                    <a:pt x="2447925" y="9525"/>
                  </a:lnTo>
                  <a:close/>
                </a:path>
                <a:path w="2457450" h="514350">
                  <a:moveTo>
                    <a:pt x="2447925" y="509587"/>
                  </a:moveTo>
                  <a:lnTo>
                    <a:pt x="2447925" y="4762"/>
                  </a:lnTo>
                  <a:lnTo>
                    <a:pt x="2452687" y="9525"/>
                  </a:lnTo>
                  <a:lnTo>
                    <a:pt x="2457450" y="9525"/>
                  </a:lnTo>
                  <a:lnTo>
                    <a:pt x="2457450" y="504825"/>
                  </a:lnTo>
                  <a:lnTo>
                    <a:pt x="2452687" y="504825"/>
                  </a:lnTo>
                  <a:lnTo>
                    <a:pt x="2447925" y="509587"/>
                  </a:lnTo>
                  <a:close/>
                </a:path>
                <a:path w="2457450" h="514350">
                  <a:moveTo>
                    <a:pt x="2457450" y="9525"/>
                  </a:moveTo>
                  <a:lnTo>
                    <a:pt x="2452687" y="9525"/>
                  </a:lnTo>
                  <a:lnTo>
                    <a:pt x="2447925" y="4762"/>
                  </a:lnTo>
                  <a:lnTo>
                    <a:pt x="2457450" y="4762"/>
                  </a:lnTo>
                  <a:lnTo>
                    <a:pt x="2457450" y="9525"/>
                  </a:lnTo>
                  <a:close/>
                </a:path>
                <a:path w="2457450" h="514350">
                  <a:moveTo>
                    <a:pt x="9525" y="509587"/>
                  </a:moveTo>
                  <a:lnTo>
                    <a:pt x="4762" y="504825"/>
                  </a:lnTo>
                  <a:lnTo>
                    <a:pt x="9525" y="504825"/>
                  </a:lnTo>
                  <a:lnTo>
                    <a:pt x="9525" y="509587"/>
                  </a:lnTo>
                  <a:close/>
                </a:path>
                <a:path w="2457450" h="514350">
                  <a:moveTo>
                    <a:pt x="2447925" y="509587"/>
                  </a:moveTo>
                  <a:lnTo>
                    <a:pt x="9525" y="509587"/>
                  </a:lnTo>
                  <a:lnTo>
                    <a:pt x="9525" y="504825"/>
                  </a:lnTo>
                  <a:lnTo>
                    <a:pt x="2447925" y="504825"/>
                  </a:lnTo>
                  <a:lnTo>
                    <a:pt x="2447925" y="509587"/>
                  </a:lnTo>
                  <a:close/>
                </a:path>
                <a:path w="2457450" h="514350">
                  <a:moveTo>
                    <a:pt x="2457450" y="509587"/>
                  </a:moveTo>
                  <a:lnTo>
                    <a:pt x="2447925" y="509587"/>
                  </a:lnTo>
                  <a:lnTo>
                    <a:pt x="2452687" y="504825"/>
                  </a:lnTo>
                  <a:lnTo>
                    <a:pt x="2457450" y="504825"/>
                  </a:lnTo>
                  <a:lnTo>
                    <a:pt x="2457450" y="5095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683250" y="3219767"/>
            <a:ext cx="16535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00"/>
                </a:solidFill>
                <a:latin typeface="Droid Sans Fallback"/>
                <a:cs typeface="Droid Sans Fallback"/>
              </a:rPr>
              <a:t>设置</a:t>
            </a:r>
            <a:r>
              <a:rPr sz="2400" spc="-10" dirty="0">
                <a:solidFill>
                  <a:srgbClr val="FFFF00"/>
                </a:solidFill>
                <a:latin typeface="Times New Roman" panose="02020603050405020304"/>
                <a:cs typeface="Times New Roman" panose="02020603050405020304"/>
              </a:rPr>
              <a:t>INTE=0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22550" y="4905375"/>
            <a:ext cx="2457450" cy="514350"/>
            <a:chOff x="2622550" y="4905375"/>
            <a:chExt cx="2457450" cy="514350"/>
          </a:xfrm>
        </p:grpSpPr>
        <p:sp>
          <p:nvSpPr>
            <p:cNvPr id="17" name="object 17"/>
            <p:cNvSpPr/>
            <p:nvPr/>
          </p:nvSpPr>
          <p:spPr>
            <a:xfrm>
              <a:off x="2627375" y="4910327"/>
              <a:ext cx="2447925" cy="504825"/>
            </a:xfrm>
            <a:custGeom>
              <a:avLst/>
              <a:gdLst/>
              <a:ahLst/>
              <a:cxnLst/>
              <a:rect l="l" t="t" r="r" b="b"/>
              <a:pathLst>
                <a:path w="2447925" h="504825">
                  <a:moveTo>
                    <a:pt x="2447544" y="504444"/>
                  </a:moveTo>
                  <a:lnTo>
                    <a:pt x="0" y="504444"/>
                  </a:lnTo>
                  <a:lnTo>
                    <a:pt x="0" y="0"/>
                  </a:lnTo>
                  <a:lnTo>
                    <a:pt x="2447544" y="0"/>
                  </a:lnTo>
                  <a:lnTo>
                    <a:pt x="2447544" y="504444"/>
                  </a:lnTo>
                  <a:close/>
                </a:path>
              </a:pathLst>
            </a:custGeom>
            <a:solidFill>
              <a:srgbClr val="287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22550" y="4905375"/>
              <a:ext cx="2457450" cy="514350"/>
            </a:xfrm>
            <a:custGeom>
              <a:avLst/>
              <a:gdLst/>
              <a:ahLst/>
              <a:cxnLst/>
              <a:rect l="l" t="t" r="r" b="b"/>
              <a:pathLst>
                <a:path w="2457450" h="514350">
                  <a:moveTo>
                    <a:pt x="2457450" y="514350"/>
                  </a:moveTo>
                  <a:lnTo>
                    <a:pt x="0" y="514350"/>
                  </a:lnTo>
                  <a:lnTo>
                    <a:pt x="0" y="0"/>
                  </a:lnTo>
                  <a:lnTo>
                    <a:pt x="2457450" y="0"/>
                  </a:lnTo>
                  <a:lnTo>
                    <a:pt x="2457450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04825"/>
                  </a:lnTo>
                  <a:lnTo>
                    <a:pt x="4762" y="504825"/>
                  </a:lnTo>
                  <a:lnTo>
                    <a:pt x="9525" y="509587"/>
                  </a:lnTo>
                  <a:lnTo>
                    <a:pt x="2457450" y="509587"/>
                  </a:lnTo>
                  <a:lnTo>
                    <a:pt x="2457450" y="514350"/>
                  </a:lnTo>
                  <a:close/>
                </a:path>
                <a:path w="2457450" h="51435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2457450" h="514350">
                  <a:moveTo>
                    <a:pt x="2447925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2447925" y="4762"/>
                  </a:lnTo>
                  <a:lnTo>
                    <a:pt x="2447925" y="9525"/>
                  </a:lnTo>
                  <a:close/>
                </a:path>
                <a:path w="2457450" h="514350">
                  <a:moveTo>
                    <a:pt x="2447925" y="509587"/>
                  </a:moveTo>
                  <a:lnTo>
                    <a:pt x="2447925" y="4762"/>
                  </a:lnTo>
                  <a:lnTo>
                    <a:pt x="2452687" y="9525"/>
                  </a:lnTo>
                  <a:lnTo>
                    <a:pt x="2457450" y="9525"/>
                  </a:lnTo>
                  <a:lnTo>
                    <a:pt x="2457450" y="504825"/>
                  </a:lnTo>
                  <a:lnTo>
                    <a:pt x="2452687" y="504825"/>
                  </a:lnTo>
                  <a:lnTo>
                    <a:pt x="2447925" y="509587"/>
                  </a:lnTo>
                  <a:close/>
                </a:path>
                <a:path w="2457450" h="514350">
                  <a:moveTo>
                    <a:pt x="2457450" y="9525"/>
                  </a:moveTo>
                  <a:lnTo>
                    <a:pt x="2452687" y="9525"/>
                  </a:lnTo>
                  <a:lnTo>
                    <a:pt x="2447925" y="4762"/>
                  </a:lnTo>
                  <a:lnTo>
                    <a:pt x="2457450" y="4762"/>
                  </a:lnTo>
                  <a:lnTo>
                    <a:pt x="2457450" y="9525"/>
                  </a:lnTo>
                  <a:close/>
                </a:path>
                <a:path w="2457450" h="514350">
                  <a:moveTo>
                    <a:pt x="9525" y="509587"/>
                  </a:moveTo>
                  <a:lnTo>
                    <a:pt x="4762" y="504825"/>
                  </a:lnTo>
                  <a:lnTo>
                    <a:pt x="9525" y="504825"/>
                  </a:lnTo>
                  <a:lnTo>
                    <a:pt x="9525" y="509587"/>
                  </a:lnTo>
                  <a:close/>
                </a:path>
                <a:path w="2457450" h="514350">
                  <a:moveTo>
                    <a:pt x="2447925" y="509587"/>
                  </a:moveTo>
                  <a:lnTo>
                    <a:pt x="9525" y="509587"/>
                  </a:lnTo>
                  <a:lnTo>
                    <a:pt x="9525" y="504825"/>
                  </a:lnTo>
                  <a:lnTo>
                    <a:pt x="2447925" y="504825"/>
                  </a:lnTo>
                  <a:lnTo>
                    <a:pt x="2447925" y="509587"/>
                  </a:lnTo>
                  <a:close/>
                </a:path>
                <a:path w="2457450" h="514350">
                  <a:moveTo>
                    <a:pt x="2457450" y="509587"/>
                  </a:moveTo>
                  <a:lnTo>
                    <a:pt x="2447925" y="509587"/>
                  </a:lnTo>
                  <a:lnTo>
                    <a:pt x="2452687" y="504825"/>
                  </a:lnTo>
                  <a:lnTo>
                    <a:pt x="2457450" y="504825"/>
                  </a:lnTo>
                  <a:lnTo>
                    <a:pt x="2457450" y="5095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76257" y="4934902"/>
            <a:ext cx="154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00"/>
                </a:solidFill>
                <a:latin typeface="Droid Sans Fallback"/>
                <a:cs typeface="Droid Sans Fallback"/>
              </a:rPr>
              <a:t>初始化结束</a:t>
            </a:r>
            <a:endParaRPr sz="2400">
              <a:latin typeface="Droid Sans Fallback"/>
              <a:cs typeface="Droid Sans Fallb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36762" y="1918970"/>
            <a:ext cx="4489450" cy="2969260"/>
            <a:chOff x="2036762" y="1918970"/>
            <a:chExt cx="4489450" cy="2969260"/>
          </a:xfrm>
        </p:grpSpPr>
        <p:sp>
          <p:nvSpPr>
            <p:cNvPr id="21" name="object 21"/>
            <p:cNvSpPr/>
            <p:nvPr/>
          </p:nvSpPr>
          <p:spPr>
            <a:xfrm>
              <a:off x="3830320" y="1918969"/>
              <a:ext cx="1451610" cy="1579880"/>
            </a:xfrm>
            <a:custGeom>
              <a:avLst/>
              <a:gdLst/>
              <a:ahLst/>
              <a:cxnLst/>
              <a:rect l="l" t="t" r="r" b="b"/>
              <a:pathLst>
                <a:path w="1451610" h="1579879">
                  <a:moveTo>
                    <a:pt x="76200" y="211137"/>
                  </a:moveTo>
                  <a:lnTo>
                    <a:pt x="42862" y="211137"/>
                  </a:lnTo>
                  <a:lnTo>
                    <a:pt x="42862" y="0"/>
                  </a:lnTo>
                  <a:lnTo>
                    <a:pt x="33337" y="0"/>
                  </a:lnTo>
                  <a:lnTo>
                    <a:pt x="33337" y="211137"/>
                  </a:lnTo>
                  <a:lnTo>
                    <a:pt x="0" y="211137"/>
                  </a:lnTo>
                  <a:lnTo>
                    <a:pt x="38100" y="287337"/>
                  </a:lnTo>
                  <a:lnTo>
                    <a:pt x="66675" y="230187"/>
                  </a:lnTo>
                  <a:lnTo>
                    <a:pt x="76200" y="211137"/>
                  </a:lnTo>
                  <a:close/>
                </a:path>
                <a:path w="1451610" h="1579879">
                  <a:moveTo>
                    <a:pt x="1451292" y="1541780"/>
                  </a:moveTo>
                  <a:lnTo>
                    <a:pt x="1441767" y="1537017"/>
                  </a:lnTo>
                  <a:lnTo>
                    <a:pt x="1375092" y="1503680"/>
                  </a:lnTo>
                  <a:lnTo>
                    <a:pt x="1375092" y="1537017"/>
                  </a:lnTo>
                  <a:lnTo>
                    <a:pt x="1092517" y="1537017"/>
                  </a:lnTo>
                  <a:lnTo>
                    <a:pt x="1092517" y="1546542"/>
                  </a:lnTo>
                  <a:lnTo>
                    <a:pt x="1375092" y="1546542"/>
                  </a:lnTo>
                  <a:lnTo>
                    <a:pt x="1375092" y="1579880"/>
                  </a:lnTo>
                  <a:lnTo>
                    <a:pt x="1441767" y="1546542"/>
                  </a:lnTo>
                  <a:lnTo>
                    <a:pt x="1451292" y="1541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34995" y="4096512"/>
              <a:ext cx="2447925" cy="504825"/>
            </a:xfrm>
            <a:custGeom>
              <a:avLst/>
              <a:gdLst/>
              <a:ahLst/>
              <a:cxnLst/>
              <a:rect l="l" t="t" r="r" b="b"/>
              <a:pathLst>
                <a:path w="2447925" h="504825">
                  <a:moveTo>
                    <a:pt x="2447544" y="504443"/>
                  </a:moveTo>
                  <a:lnTo>
                    <a:pt x="0" y="504443"/>
                  </a:lnTo>
                  <a:lnTo>
                    <a:pt x="0" y="0"/>
                  </a:lnTo>
                  <a:lnTo>
                    <a:pt x="2447544" y="0"/>
                  </a:lnTo>
                  <a:lnTo>
                    <a:pt x="2447544" y="504443"/>
                  </a:lnTo>
                  <a:close/>
                </a:path>
              </a:pathLst>
            </a:custGeom>
            <a:solidFill>
              <a:srgbClr val="287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36762" y="2506662"/>
              <a:ext cx="4489450" cy="2381250"/>
            </a:xfrm>
            <a:custGeom>
              <a:avLst/>
              <a:gdLst/>
              <a:ahLst/>
              <a:cxnLst/>
              <a:rect l="l" t="t" r="r" b="b"/>
              <a:pathLst>
                <a:path w="4489450" h="2381250">
                  <a:moveTo>
                    <a:pt x="3051175" y="1584325"/>
                  </a:moveTo>
                  <a:lnTo>
                    <a:pt x="3041650" y="1584325"/>
                  </a:lnTo>
                  <a:lnTo>
                    <a:pt x="3041650" y="1593850"/>
                  </a:lnTo>
                  <a:lnTo>
                    <a:pt x="3041650" y="2089150"/>
                  </a:lnTo>
                  <a:lnTo>
                    <a:pt x="603250" y="2089150"/>
                  </a:lnTo>
                  <a:lnTo>
                    <a:pt x="603250" y="1593850"/>
                  </a:lnTo>
                  <a:lnTo>
                    <a:pt x="3041650" y="1593850"/>
                  </a:lnTo>
                  <a:lnTo>
                    <a:pt x="3041650" y="1584325"/>
                  </a:lnTo>
                  <a:lnTo>
                    <a:pt x="1820062" y="1584325"/>
                  </a:lnTo>
                  <a:lnTo>
                    <a:pt x="1846262" y="1531937"/>
                  </a:lnTo>
                  <a:lnTo>
                    <a:pt x="1855787" y="1512887"/>
                  </a:lnTo>
                  <a:lnTo>
                    <a:pt x="1822450" y="1512887"/>
                  </a:lnTo>
                  <a:lnTo>
                    <a:pt x="1822450" y="1301750"/>
                  </a:lnTo>
                  <a:lnTo>
                    <a:pt x="1812925" y="1301750"/>
                  </a:lnTo>
                  <a:lnTo>
                    <a:pt x="1812925" y="1512887"/>
                  </a:lnTo>
                  <a:lnTo>
                    <a:pt x="1779587" y="1512887"/>
                  </a:lnTo>
                  <a:lnTo>
                    <a:pt x="1815299" y="1584325"/>
                  </a:lnTo>
                  <a:lnTo>
                    <a:pt x="593725" y="1584325"/>
                  </a:lnTo>
                  <a:lnTo>
                    <a:pt x="593725" y="2098675"/>
                  </a:lnTo>
                  <a:lnTo>
                    <a:pt x="1800225" y="2098675"/>
                  </a:lnTo>
                  <a:lnTo>
                    <a:pt x="1800225" y="2234412"/>
                  </a:lnTo>
                  <a:lnTo>
                    <a:pt x="1798637" y="2233612"/>
                  </a:lnTo>
                  <a:lnTo>
                    <a:pt x="1731962" y="2200275"/>
                  </a:lnTo>
                  <a:lnTo>
                    <a:pt x="1731962" y="2233612"/>
                  </a:lnTo>
                  <a:lnTo>
                    <a:pt x="9525" y="2233612"/>
                  </a:lnTo>
                  <a:lnTo>
                    <a:pt x="9525" y="9525"/>
                  </a:lnTo>
                  <a:lnTo>
                    <a:pt x="725487" y="9525"/>
                  </a:lnTo>
                  <a:lnTo>
                    <a:pt x="725487" y="0"/>
                  </a:lnTo>
                  <a:lnTo>
                    <a:pt x="4762" y="0"/>
                  </a:lnTo>
                  <a:lnTo>
                    <a:pt x="4762" y="4762"/>
                  </a:lnTo>
                  <a:lnTo>
                    <a:pt x="0" y="4762"/>
                  </a:lnTo>
                  <a:lnTo>
                    <a:pt x="0" y="2238375"/>
                  </a:lnTo>
                  <a:lnTo>
                    <a:pt x="4762" y="2238375"/>
                  </a:lnTo>
                  <a:lnTo>
                    <a:pt x="4762" y="2243137"/>
                  </a:lnTo>
                  <a:lnTo>
                    <a:pt x="1731962" y="2243137"/>
                  </a:lnTo>
                  <a:lnTo>
                    <a:pt x="1731962" y="2276475"/>
                  </a:lnTo>
                  <a:lnTo>
                    <a:pt x="1798637" y="2243137"/>
                  </a:lnTo>
                  <a:lnTo>
                    <a:pt x="1800225" y="2242350"/>
                  </a:lnTo>
                  <a:lnTo>
                    <a:pt x="1800225" y="2305050"/>
                  </a:lnTo>
                  <a:lnTo>
                    <a:pt x="1766887" y="2305050"/>
                  </a:lnTo>
                  <a:lnTo>
                    <a:pt x="1804987" y="2381250"/>
                  </a:lnTo>
                  <a:lnTo>
                    <a:pt x="1833562" y="2324100"/>
                  </a:lnTo>
                  <a:lnTo>
                    <a:pt x="1843087" y="2305050"/>
                  </a:lnTo>
                  <a:lnTo>
                    <a:pt x="1809750" y="2305050"/>
                  </a:lnTo>
                  <a:lnTo>
                    <a:pt x="1809750" y="2098675"/>
                  </a:lnTo>
                  <a:lnTo>
                    <a:pt x="3051175" y="2098675"/>
                  </a:lnTo>
                  <a:lnTo>
                    <a:pt x="3051175" y="2093912"/>
                  </a:lnTo>
                  <a:lnTo>
                    <a:pt x="3051175" y="2089150"/>
                  </a:lnTo>
                  <a:lnTo>
                    <a:pt x="3051175" y="1593850"/>
                  </a:lnTo>
                  <a:lnTo>
                    <a:pt x="3051175" y="1589087"/>
                  </a:lnTo>
                  <a:lnTo>
                    <a:pt x="3051175" y="1584325"/>
                  </a:lnTo>
                  <a:close/>
                </a:path>
                <a:path w="4489450" h="2381250">
                  <a:moveTo>
                    <a:pt x="4484687" y="2238375"/>
                  </a:moveTo>
                  <a:lnTo>
                    <a:pt x="1893887" y="2238375"/>
                  </a:lnTo>
                  <a:lnTo>
                    <a:pt x="1893887" y="2205037"/>
                  </a:lnTo>
                  <a:lnTo>
                    <a:pt x="1817687" y="2243137"/>
                  </a:lnTo>
                  <a:lnTo>
                    <a:pt x="1893887" y="2281237"/>
                  </a:lnTo>
                  <a:lnTo>
                    <a:pt x="1893887" y="2247900"/>
                  </a:lnTo>
                  <a:lnTo>
                    <a:pt x="4484687" y="2247900"/>
                  </a:lnTo>
                  <a:lnTo>
                    <a:pt x="4484687" y="2238375"/>
                  </a:lnTo>
                  <a:close/>
                </a:path>
                <a:path w="4489450" h="2381250">
                  <a:moveTo>
                    <a:pt x="4489450" y="1230312"/>
                  </a:moveTo>
                  <a:lnTo>
                    <a:pt x="4479925" y="1230312"/>
                  </a:lnTo>
                  <a:lnTo>
                    <a:pt x="4479925" y="2236787"/>
                  </a:lnTo>
                  <a:lnTo>
                    <a:pt x="4489450" y="2236787"/>
                  </a:lnTo>
                  <a:lnTo>
                    <a:pt x="4489450" y="12303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37752" y="2179319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25" name="object 25"/>
          <p:cNvSpPr txBox="1"/>
          <p:nvPr/>
        </p:nvSpPr>
        <p:spPr>
          <a:xfrm>
            <a:off x="5001577" y="3115944"/>
            <a:ext cx="209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32125" y="2140099"/>
            <a:ext cx="1653539" cy="2364740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70"/>
              </a:spcBef>
            </a:pPr>
            <a:r>
              <a:rPr sz="2400" dirty="0">
                <a:solidFill>
                  <a:srgbClr val="FFFF00"/>
                </a:solidFill>
                <a:latin typeface="Droid Sans Fallback"/>
                <a:cs typeface="Droid Sans Fallback"/>
              </a:rPr>
              <a:t>方式</a:t>
            </a:r>
            <a:r>
              <a:rPr sz="2400" spc="-25" dirty="0">
                <a:solidFill>
                  <a:srgbClr val="FFFF0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-25" dirty="0">
                <a:solidFill>
                  <a:srgbClr val="FFFF00"/>
                </a:solidFill>
                <a:latin typeface="Droid Sans Fallback"/>
                <a:cs typeface="Droid Sans Fallback"/>
              </a:rPr>
              <a:t>？</a:t>
            </a:r>
            <a:endParaRPr sz="2400">
              <a:latin typeface="Droid Sans Fallback"/>
              <a:cs typeface="Droid Sans Fallback"/>
            </a:endParaRPr>
          </a:p>
          <a:p>
            <a:pPr marL="468630">
              <a:lnSpc>
                <a:spcPct val="100000"/>
              </a:lnSpc>
              <a:spcBef>
                <a:spcPts val="900"/>
              </a:spcBef>
            </a:pPr>
            <a:r>
              <a:rPr sz="2000" b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2400" spc="-10" dirty="0">
                <a:solidFill>
                  <a:srgbClr val="FFFF00"/>
                </a:solidFill>
                <a:latin typeface="Droid Sans Fallback"/>
                <a:cs typeface="Droid Sans Fallback"/>
              </a:rPr>
              <a:t>查询方式？</a:t>
            </a:r>
            <a:endParaRPr sz="2400">
              <a:latin typeface="Droid Sans Fallback"/>
              <a:cs typeface="Droid Sans Fallback"/>
            </a:endParaRPr>
          </a:p>
          <a:p>
            <a:pPr marL="468630">
              <a:lnSpc>
                <a:spcPct val="100000"/>
              </a:lnSpc>
              <a:spcBef>
                <a:spcPts val="675"/>
              </a:spcBef>
            </a:pPr>
            <a:r>
              <a:rPr sz="2000" b="1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2400" dirty="0">
                <a:solidFill>
                  <a:srgbClr val="FFFF00"/>
                </a:solidFill>
                <a:latin typeface="Droid Sans Fallback"/>
                <a:cs typeface="Droid Sans Fallback"/>
              </a:rPr>
              <a:t>设置</a:t>
            </a:r>
            <a:r>
              <a:rPr sz="2400" spc="-10" dirty="0">
                <a:solidFill>
                  <a:srgbClr val="FFFF00"/>
                </a:solidFill>
                <a:latin typeface="Times New Roman" panose="02020603050405020304"/>
                <a:cs typeface="Times New Roman" panose="02020603050405020304"/>
              </a:rPr>
              <a:t>INTE=1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530" y="119176"/>
            <a:ext cx="18427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4</a:t>
            </a:r>
            <a:r>
              <a:rPr spc="5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编程举例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272" y="983614"/>
            <a:ext cx="8124190" cy="363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755" marR="5080" algn="just">
              <a:lnSpc>
                <a:spcPct val="125000"/>
              </a:lnSpc>
              <a:spcBef>
                <a:spcPts val="105"/>
              </a:spcBef>
            </a:pPr>
            <a:r>
              <a:rPr sz="2400" spc="90" dirty="0">
                <a:solidFill>
                  <a:srgbClr val="0000CC"/>
                </a:solidFill>
                <a:latin typeface="Noto Serif CJK JP"/>
                <a:cs typeface="Noto Serif CJK JP"/>
              </a:rPr>
              <a:t>设</a:t>
            </a:r>
            <a:r>
              <a:rPr sz="2400" spc="7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114" dirty="0">
                <a:solidFill>
                  <a:srgbClr val="0000CC"/>
                </a:solidFill>
                <a:latin typeface="Noto Serif CJK JP"/>
                <a:cs typeface="Noto Serif CJK JP"/>
              </a:rPr>
              <a:t>的 </a:t>
            </a:r>
            <a:r>
              <a:rPr sz="2400" spc="8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9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8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spc="9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7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95" dirty="0">
                <a:solidFill>
                  <a:srgbClr val="0000CC"/>
                </a:solidFill>
                <a:latin typeface="Noto Serif CJK JP"/>
                <a:cs typeface="Noto Serif CJK JP"/>
              </a:rPr>
              <a:t>三个数据口地址分别为</a:t>
            </a:r>
            <a:r>
              <a:rPr sz="2400" spc="8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60H</a:t>
            </a:r>
            <a:r>
              <a:rPr sz="2400" spc="120" dirty="0">
                <a:solidFill>
                  <a:srgbClr val="0000CC"/>
                </a:solidFill>
                <a:latin typeface="Noto Serif CJK JP"/>
                <a:cs typeface="Noto Serif CJK JP"/>
              </a:rPr>
              <a:t>、 </a:t>
            </a:r>
            <a:r>
              <a:rPr sz="2400" spc="8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61H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、 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62H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，控制口地址为 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63H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，写出将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设置成如下工作方式的汇编指令。</a:t>
            </a:r>
            <a:endParaRPr sz="2400" dirty="0">
              <a:latin typeface="Noto Serif CJK JP"/>
              <a:cs typeface="Noto Serif CJK JP"/>
            </a:endParaRPr>
          </a:p>
          <a:p>
            <a:pPr marL="12700">
              <a:lnSpc>
                <a:spcPts val="2735"/>
              </a:lnSpc>
              <a:spcBef>
                <a:spcPts val="3465"/>
              </a:spcBef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口方式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，输出；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口方式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，输入；</a:t>
            </a:r>
            <a:endParaRPr sz="2400" dirty="0">
              <a:latin typeface="Noto Serif CJK JP"/>
              <a:cs typeface="Noto Serif CJK JP"/>
            </a:endParaRPr>
          </a:p>
          <a:p>
            <a:pPr marL="772795">
              <a:lnSpc>
                <a:spcPts val="2735"/>
              </a:lnSpc>
            </a:pP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口高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位输出，低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15" dirty="0">
                <a:solidFill>
                  <a:srgbClr val="0000CC"/>
                </a:solidFill>
                <a:latin typeface="Noto Serif CJK JP"/>
                <a:cs typeface="Noto Serif CJK JP"/>
              </a:rPr>
              <a:t>位输入。</a:t>
            </a:r>
            <a:endParaRPr sz="2400" dirty="0">
              <a:latin typeface="Noto Serif CJK JP"/>
              <a:cs typeface="Noto Serif CJK JP"/>
            </a:endParaRPr>
          </a:p>
          <a:p>
            <a:pPr marL="809625" marR="4330065">
              <a:lnSpc>
                <a:spcPct val="101000"/>
              </a:lnSpc>
              <a:spcBef>
                <a:spcPts val="2690"/>
              </a:spcBef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spc="-16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AL</a:t>
            </a: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，</a:t>
            </a:r>
            <a:r>
              <a:rPr sz="24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7000011</a:t>
            </a:r>
            <a:r>
              <a:rPr sz="2400" u="none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 </a:t>
            </a:r>
            <a:r>
              <a:rPr sz="2400" u="none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u="none" spc="-7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63H</a:t>
            </a:r>
            <a:r>
              <a:rPr sz="2400" u="none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，</a:t>
            </a:r>
            <a:r>
              <a:rPr sz="2400" u="none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4372" y="1034160"/>
            <a:ext cx="6817359" cy="2639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（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）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设置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口指定位的状态：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PC7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置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，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PC3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清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  <a:p>
            <a:pPr marL="882015">
              <a:lnSpc>
                <a:spcPct val="100000"/>
              </a:lnSpc>
              <a:spcBef>
                <a:spcPts val="1940"/>
              </a:spcBef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DX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，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63H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882015" marR="1454785">
              <a:lnSpc>
                <a:spcPct val="111000"/>
              </a:lnSpc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spc="13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AL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，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0000,1111B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；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PC7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置</a:t>
            </a:r>
            <a:r>
              <a:rPr sz="2400" spc="-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 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spc="-3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DX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，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882015" marR="1454785">
              <a:lnSpc>
                <a:spcPct val="111000"/>
              </a:lnSpc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spc="13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AL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，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0000,017B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；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PC3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清</a:t>
            </a:r>
            <a:r>
              <a:rPr sz="2400" spc="-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spc="-3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DX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，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402" y="126364"/>
            <a:ext cx="486600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98245" algn="l"/>
              </a:tabLst>
            </a:pPr>
            <a:r>
              <a:rPr spc="-10" dirty="0">
                <a:latin typeface="Arial" panose="020B0604020202020204"/>
                <a:cs typeface="Arial" panose="020B0604020202020204"/>
              </a:rPr>
              <a:t>7.2.7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0" dirty="0"/>
              <a:t>在</a:t>
            </a:r>
            <a:r>
              <a:rPr spc="-10" dirty="0">
                <a:latin typeface="Arial" panose="020B0604020202020204"/>
                <a:cs typeface="Arial" panose="020B0604020202020204"/>
              </a:rPr>
              <a:t>PC</a:t>
            </a:r>
            <a:r>
              <a:rPr spc="-35" dirty="0"/>
              <a:t>机中的应用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369" y="985519"/>
            <a:ext cx="8211820" cy="2461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 algn="just">
              <a:lnSpc>
                <a:spcPct val="125000"/>
              </a:lnSpc>
              <a:spcBef>
                <a:spcPts val="100"/>
              </a:spcBef>
              <a:buFont typeface="Wingdings" panose="05000000000000000000"/>
              <a:buChar char=""/>
              <a:tabLst>
                <a:tab pos="354965" algn="l"/>
                <a:tab pos="828040" algn="l"/>
              </a:tabLst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6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PC/XT</a:t>
            </a:r>
            <a:r>
              <a:rPr sz="2400" spc="75" dirty="0">
                <a:solidFill>
                  <a:srgbClr val="0000CC"/>
                </a:solidFill>
                <a:latin typeface="Noto Serif CJK JP"/>
                <a:cs typeface="Noto Serif CJK JP"/>
              </a:rPr>
              <a:t>机中有一片</a:t>
            </a:r>
            <a:r>
              <a:rPr sz="2400" u="heavy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2" action="ppaction://hlinksldjump"/>
              </a:rPr>
              <a:t>8255A</a:t>
            </a:r>
            <a:r>
              <a:rPr sz="2400" u="none" spc="70" dirty="0">
                <a:solidFill>
                  <a:srgbClr val="0000CC"/>
                </a:solidFill>
                <a:latin typeface="Noto Serif CJK JP"/>
                <a:cs typeface="Noto Serif CJK JP"/>
              </a:rPr>
              <a:t>，用作键盘输入和系统设置</a:t>
            </a:r>
            <a:r>
              <a:rPr sz="2400" u="none" spc="-1310" dirty="0">
                <a:solidFill>
                  <a:srgbClr val="0000CC"/>
                </a:solidFill>
                <a:latin typeface="Noto Serif CJK JP"/>
                <a:cs typeface="Noto Serif CJK JP"/>
              </a:rPr>
              <a:t>开</a:t>
            </a:r>
            <a:r>
              <a:rPr sz="2400" u="none" spc="-5" dirty="0">
                <a:solidFill>
                  <a:srgbClr val="0000CC"/>
                </a:solidFill>
                <a:latin typeface="Noto Serif CJK JP"/>
                <a:cs typeface="Noto Serif CJK JP"/>
              </a:rPr>
              <a:t>关输入的并行接口，同时提供扬声器发声和其他控制信号</a:t>
            </a:r>
            <a:r>
              <a:rPr sz="2400" u="none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  <a:p>
            <a:pPr marL="354965" marR="5080" indent="-342900" algn="just">
              <a:lnSpc>
                <a:spcPct val="125000"/>
              </a:lnSpc>
              <a:spcBef>
                <a:spcPts val="1215"/>
              </a:spcBef>
              <a:buFont typeface="Wingdings" panose="05000000000000000000"/>
              <a:buChar char=""/>
              <a:tabLst>
                <a:tab pos="354965" algn="l"/>
                <a:tab pos="828040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	端口地址是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3" action="ppaction://hlinksldjump"/>
              </a:rPr>
              <a:t>60H~63H</a:t>
            </a:r>
            <a:r>
              <a:rPr sz="2400" u="none" dirty="0">
                <a:solidFill>
                  <a:srgbClr val="0000CC"/>
                </a:solidFill>
                <a:latin typeface="Noto Serif CJK JP"/>
                <a:cs typeface="Noto Serif CJK JP"/>
              </a:rPr>
              <a:t>。正常工作时</a:t>
            </a:r>
            <a:r>
              <a:rPr sz="2400" u="none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u="none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u="none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u="none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u="none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u="none" spc="-275" dirty="0">
                <a:solidFill>
                  <a:srgbClr val="0000CC"/>
                </a:solidFill>
                <a:latin typeface="Noto Serif CJK JP"/>
                <a:cs typeface="Noto Serif CJK JP"/>
              </a:rPr>
              <a:t>三个口都是</a:t>
            </a:r>
            <a:r>
              <a:rPr sz="2400" u="none" dirty="0">
                <a:solidFill>
                  <a:srgbClr val="0000CC"/>
                </a:solidFill>
                <a:latin typeface="Noto Serif CJK JP"/>
                <a:cs typeface="Noto Serif CJK JP"/>
              </a:rPr>
              <a:t>方式</a:t>
            </a:r>
            <a:r>
              <a:rPr sz="2400" u="none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u="none" spc="-5" dirty="0">
                <a:solidFill>
                  <a:srgbClr val="0000CC"/>
                </a:solidFill>
                <a:latin typeface="Noto Serif CJK JP"/>
                <a:cs typeface="Noto Serif CJK JP"/>
              </a:rPr>
              <a:t>，其中</a:t>
            </a:r>
            <a:r>
              <a:rPr sz="2400" u="none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u="none" dirty="0">
                <a:solidFill>
                  <a:srgbClr val="0000CC"/>
                </a:solidFill>
                <a:latin typeface="Noto Serif CJK JP"/>
                <a:cs typeface="Noto Serif CJK JP"/>
              </a:rPr>
              <a:t>口、</a:t>
            </a:r>
            <a:r>
              <a:rPr sz="2400" u="none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u="none" spc="-5" dirty="0">
                <a:solidFill>
                  <a:srgbClr val="0000CC"/>
                </a:solidFill>
                <a:latin typeface="Noto Serif CJK JP"/>
                <a:cs typeface="Noto Serif CJK JP"/>
              </a:rPr>
              <a:t>口输入，</a:t>
            </a:r>
            <a:r>
              <a:rPr sz="2400" u="none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u="none" spc="-5" dirty="0">
                <a:solidFill>
                  <a:srgbClr val="0000CC"/>
                </a:solidFill>
                <a:latin typeface="Noto Serif CJK JP"/>
                <a:cs typeface="Noto Serif CJK JP"/>
              </a:rPr>
              <a:t>口输出。工作方式控制字是</a:t>
            </a:r>
            <a:r>
              <a:rPr sz="2400" u="none" spc="5" dirty="0">
                <a:solidFill>
                  <a:srgbClr val="0000CC"/>
                </a:solidFill>
                <a:latin typeface="Noto Serif CJK JP"/>
                <a:cs typeface="Noto Serif CJK JP"/>
              </a:rPr>
              <a:t>： </a:t>
            </a:r>
            <a:r>
              <a:rPr sz="2400" u="none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99H</a:t>
            </a:r>
            <a:r>
              <a:rPr sz="2400" u="none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73162" y="5041900"/>
            <a:ext cx="7327900" cy="546100"/>
          </a:xfrm>
          <a:custGeom>
            <a:avLst/>
            <a:gdLst/>
            <a:ahLst/>
            <a:cxnLst/>
            <a:rect l="l" t="t" r="r" b="b"/>
            <a:pathLst>
              <a:path w="7327900" h="546100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533400"/>
                </a:lnTo>
                <a:lnTo>
                  <a:pt x="6413500" y="533400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533400"/>
                </a:lnTo>
                <a:lnTo>
                  <a:pt x="5499100" y="533400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533400"/>
                </a:lnTo>
                <a:lnTo>
                  <a:pt x="4584700" y="533400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533400"/>
                </a:lnTo>
                <a:lnTo>
                  <a:pt x="3670300" y="533400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533400"/>
                </a:lnTo>
                <a:lnTo>
                  <a:pt x="2755900" y="533400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533400"/>
                </a:lnTo>
                <a:lnTo>
                  <a:pt x="1841500" y="533400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533400"/>
                </a:lnTo>
                <a:lnTo>
                  <a:pt x="927100" y="533400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533400"/>
                </a:lnTo>
                <a:lnTo>
                  <a:pt x="12700" y="533400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546100"/>
                </a:lnTo>
                <a:lnTo>
                  <a:pt x="914400" y="546100"/>
                </a:lnTo>
                <a:lnTo>
                  <a:pt x="927100" y="546100"/>
                </a:lnTo>
                <a:lnTo>
                  <a:pt x="7327900" y="546100"/>
                </a:lnTo>
                <a:lnTo>
                  <a:pt x="7327900" y="539750"/>
                </a:lnTo>
                <a:lnTo>
                  <a:pt x="7327900" y="533400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35100" y="4430984"/>
            <a:ext cx="6939280" cy="109220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1100"/>
              </a:spcBef>
              <a:tabLst>
                <a:tab pos="994410" algn="l"/>
                <a:tab pos="1908810" algn="l"/>
                <a:tab pos="2823210" algn="l"/>
                <a:tab pos="3737610" algn="l"/>
                <a:tab pos="4652010" algn="l"/>
                <a:tab pos="5566410" algn="l"/>
                <a:tab pos="6480810" algn="l"/>
              </a:tabLst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D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7</a:t>
            </a:r>
            <a:r>
              <a:rPr sz="2325" b="1" baseline="-18000" dirty="0">
                <a:latin typeface="Arial" panose="020B0604020202020204"/>
                <a:cs typeface="Arial" panose="020B0604020202020204"/>
              </a:rPr>
              <a:t>	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D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6</a:t>
            </a:r>
            <a:r>
              <a:rPr sz="2325" b="1" baseline="-18000" dirty="0">
                <a:latin typeface="Arial" panose="020B0604020202020204"/>
                <a:cs typeface="Arial" panose="020B0604020202020204"/>
              </a:rPr>
              <a:t>	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D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5</a:t>
            </a:r>
            <a:r>
              <a:rPr sz="2325" b="1" baseline="-18000" dirty="0">
                <a:latin typeface="Arial" panose="020B0604020202020204"/>
                <a:cs typeface="Arial" panose="020B0604020202020204"/>
              </a:rPr>
              <a:t>	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D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4</a:t>
            </a:r>
            <a:r>
              <a:rPr sz="2325" b="1" baseline="-18000" dirty="0">
                <a:latin typeface="Arial" panose="020B0604020202020204"/>
                <a:cs typeface="Arial" panose="020B0604020202020204"/>
              </a:rPr>
              <a:t>	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D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3</a:t>
            </a:r>
            <a:r>
              <a:rPr sz="2325" b="1" baseline="-18000" dirty="0">
                <a:latin typeface="Arial" panose="020B0604020202020204"/>
                <a:cs typeface="Arial" panose="020B0604020202020204"/>
              </a:rPr>
              <a:t>	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D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2</a:t>
            </a:r>
            <a:r>
              <a:rPr sz="2325" b="1" baseline="-18000" dirty="0">
                <a:latin typeface="Arial" panose="020B0604020202020204"/>
                <a:cs typeface="Arial" panose="020B0604020202020204"/>
              </a:rPr>
              <a:t>	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D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1</a:t>
            </a:r>
            <a:r>
              <a:rPr sz="2325" b="1" baseline="-18000" dirty="0">
                <a:latin typeface="Arial" panose="020B0604020202020204"/>
                <a:cs typeface="Arial" panose="020B0604020202020204"/>
              </a:rPr>
              <a:t>	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D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50800">
              <a:lnSpc>
                <a:spcPct val="100000"/>
              </a:lnSpc>
              <a:spcBef>
                <a:spcPts val="1160"/>
              </a:spcBef>
              <a:tabLst>
                <a:tab pos="1054100" algn="l"/>
                <a:tab pos="1968500" algn="l"/>
                <a:tab pos="2784475" algn="l"/>
                <a:tab pos="3754120" algn="l"/>
                <a:tab pos="4711700" algn="l"/>
                <a:tab pos="5626100" algn="l"/>
                <a:tab pos="6518275" algn="l"/>
              </a:tabLst>
            </a:pPr>
            <a:r>
              <a:rPr sz="4200" b="1" spc="-75" baseline="-2000" dirty="0">
                <a:latin typeface="Arial" panose="020B0604020202020204"/>
                <a:cs typeface="Arial" panose="020B0604020202020204"/>
              </a:rPr>
              <a:t>1</a:t>
            </a:r>
            <a:r>
              <a:rPr sz="4200" b="1" baseline="-2000" dirty="0">
                <a:latin typeface="Arial" panose="020B0604020202020204"/>
                <a:cs typeface="Arial" panose="020B0604020202020204"/>
              </a:rPr>
              <a:t>	</a:t>
            </a:r>
            <a:r>
              <a:rPr sz="2400" b="1" spc="-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b="1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b="1" spc="-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b="1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b="1" spc="-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b="1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b="1" spc="-50" dirty="0">
                <a:solidFill>
                  <a:srgbClr val="9900F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b="1" dirty="0">
                <a:solidFill>
                  <a:srgbClr val="9900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b="1" spc="-50" dirty="0">
                <a:solidFill>
                  <a:srgbClr val="9900F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b="1" dirty="0">
                <a:solidFill>
                  <a:srgbClr val="9900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9935" y="1354162"/>
            <a:ext cx="6124575" cy="3457575"/>
          </a:xfrm>
          <a:custGeom>
            <a:avLst/>
            <a:gdLst/>
            <a:ahLst/>
            <a:cxnLst/>
            <a:rect l="l" t="t" r="r" b="b"/>
            <a:pathLst>
              <a:path w="6124575" h="3457575">
                <a:moveTo>
                  <a:pt x="6124575" y="2451100"/>
                </a:moveTo>
                <a:lnTo>
                  <a:pt x="6096000" y="2451100"/>
                </a:lnTo>
                <a:lnTo>
                  <a:pt x="6096000" y="2479675"/>
                </a:lnTo>
                <a:lnTo>
                  <a:pt x="6096000" y="3179762"/>
                </a:lnTo>
                <a:lnTo>
                  <a:pt x="5286375" y="3179762"/>
                </a:lnTo>
                <a:lnTo>
                  <a:pt x="5286375" y="2479675"/>
                </a:lnTo>
                <a:lnTo>
                  <a:pt x="6096000" y="2479675"/>
                </a:lnTo>
                <a:lnTo>
                  <a:pt x="6096000" y="2451100"/>
                </a:lnTo>
                <a:lnTo>
                  <a:pt x="5257800" y="2451100"/>
                </a:lnTo>
                <a:lnTo>
                  <a:pt x="5257800" y="2787650"/>
                </a:lnTo>
                <a:lnTo>
                  <a:pt x="4905019" y="2787650"/>
                </a:lnTo>
                <a:lnTo>
                  <a:pt x="4900346" y="2749245"/>
                </a:lnTo>
                <a:lnTo>
                  <a:pt x="4898834" y="2741612"/>
                </a:lnTo>
                <a:lnTo>
                  <a:pt x="4897145" y="2733992"/>
                </a:lnTo>
                <a:lnTo>
                  <a:pt x="4895253" y="2727642"/>
                </a:lnTo>
                <a:lnTo>
                  <a:pt x="4893183" y="2720022"/>
                </a:lnTo>
                <a:lnTo>
                  <a:pt x="4890922" y="2713672"/>
                </a:lnTo>
                <a:lnTo>
                  <a:pt x="4888484" y="2706052"/>
                </a:lnTo>
                <a:lnTo>
                  <a:pt x="4885868" y="2699702"/>
                </a:lnTo>
                <a:lnTo>
                  <a:pt x="4884928" y="2697162"/>
                </a:lnTo>
                <a:lnTo>
                  <a:pt x="4883074" y="2692095"/>
                </a:lnTo>
                <a:lnTo>
                  <a:pt x="4880114" y="2685745"/>
                </a:lnTo>
                <a:lnTo>
                  <a:pt x="4876990" y="2679395"/>
                </a:lnTo>
                <a:lnTo>
                  <a:pt x="4876698" y="2678836"/>
                </a:lnTo>
                <a:lnTo>
                  <a:pt x="4876698" y="2794711"/>
                </a:lnTo>
                <a:lnTo>
                  <a:pt x="4876698" y="2807970"/>
                </a:lnTo>
                <a:lnTo>
                  <a:pt x="4876406" y="2815272"/>
                </a:lnTo>
                <a:lnTo>
                  <a:pt x="4875936" y="2821622"/>
                </a:lnTo>
                <a:lnTo>
                  <a:pt x="4875288" y="2829242"/>
                </a:lnTo>
                <a:lnTo>
                  <a:pt x="4875327" y="2827972"/>
                </a:lnTo>
                <a:lnTo>
                  <a:pt x="4874450" y="2835592"/>
                </a:lnTo>
                <a:lnTo>
                  <a:pt x="4874514" y="2834322"/>
                </a:lnTo>
                <a:lnTo>
                  <a:pt x="4873447" y="2841942"/>
                </a:lnTo>
                <a:lnTo>
                  <a:pt x="4872266" y="2848292"/>
                </a:lnTo>
                <a:lnTo>
                  <a:pt x="4870907" y="2854642"/>
                </a:lnTo>
                <a:lnTo>
                  <a:pt x="4869370" y="2860992"/>
                </a:lnTo>
                <a:lnTo>
                  <a:pt x="4867681" y="2867342"/>
                </a:lnTo>
                <a:lnTo>
                  <a:pt x="4865814" y="2873692"/>
                </a:lnTo>
                <a:lnTo>
                  <a:pt x="4863782" y="2880042"/>
                </a:lnTo>
                <a:lnTo>
                  <a:pt x="4863909" y="2880042"/>
                </a:lnTo>
                <a:lnTo>
                  <a:pt x="4861598" y="2886392"/>
                </a:lnTo>
                <a:lnTo>
                  <a:pt x="4861725" y="2886392"/>
                </a:lnTo>
                <a:lnTo>
                  <a:pt x="4859236" y="2892742"/>
                </a:lnTo>
                <a:lnTo>
                  <a:pt x="4859375" y="2892742"/>
                </a:lnTo>
                <a:lnTo>
                  <a:pt x="4856734" y="2899092"/>
                </a:lnTo>
                <a:lnTo>
                  <a:pt x="4856873" y="2899092"/>
                </a:lnTo>
                <a:lnTo>
                  <a:pt x="4854067" y="2905442"/>
                </a:lnTo>
                <a:lnTo>
                  <a:pt x="4854219" y="2904172"/>
                </a:lnTo>
                <a:lnTo>
                  <a:pt x="4851247" y="2910522"/>
                </a:lnTo>
                <a:lnTo>
                  <a:pt x="4851412" y="2910522"/>
                </a:lnTo>
                <a:lnTo>
                  <a:pt x="4848276" y="2916872"/>
                </a:lnTo>
                <a:lnTo>
                  <a:pt x="4848453" y="2916872"/>
                </a:lnTo>
                <a:lnTo>
                  <a:pt x="4845164" y="2921952"/>
                </a:lnTo>
                <a:lnTo>
                  <a:pt x="4845342" y="2921952"/>
                </a:lnTo>
                <a:lnTo>
                  <a:pt x="4841900" y="2928302"/>
                </a:lnTo>
                <a:lnTo>
                  <a:pt x="4842078" y="2928302"/>
                </a:lnTo>
                <a:lnTo>
                  <a:pt x="4838484" y="2933395"/>
                </a:lnTo>
                <a:lnTo>
                  <a:pt x="4838674" y="2933395"/>
                </a:lnTo>
                <a:lnTo>
                  <a:pt x="4834928" y="2939745"/>
                </a:lnTo>
                <a:lnTo>
                  <a:pt x="4835131" y="2938462"/>
                </a:lnTo>
                <a:lnTo>
                  <a:pt x="4831232" y="2944812"/>
                </a:lnTo>
                <a:lnTo>
                  <a:pt x="4831435" y="2944812"/>
                </a:lnTo>
                <a:lnTo>
                  <a:pt x="4827397" y="2949892"/>
                </a:lnTo>
                <a:lnTo>
                  <a:pt x="4827613" y="2949892"/>
                </a:lnTo>
                <a:lnTo>
                  <a:pt x="4823434" y="2954972"/>
                </a:lnTo>
                <a:lnTo>
                  <a:pt x="4823650" y="2954972"/>
                </a:lnTo>
                <a:lnTo>
                  <a:pt x="4819320" y="2960052"/>
                </a:lnTo>
                <a:lnTo>
                  <a:pt x="4819548" y="2960052"/>
                </a:lnTo>
                <a:lnTo>
                  <a:pt x="4815090" y="2965145"/>
                </a:lnTo>
                <a:lnTo>
                  <a:pt x="4815319" y="2965145"/>
                </a:lnTo>
                <a:lnTo>
                  <a:pt x="4810722" y="2970212"/>
                </a:lnTo>
                <a:lnTo>
                  <a:pt x="4810950" y="2970212"/>
                </a:lnTo>
                <a:lnTo>
                  <a:pt x="4806226" y="2975292"/>
                </a:lnTo>
                <a:lnTo>
                  <a:pt x="4806467" y="2975292"/>
                </a:lnTo>
                <a:lnTo>
                  <a:pt x="4801603" y="2980372"/>
                </a:lnTo>
                <a:lnTo>
                  <a:pt x="4801971" y="2980372"/>
                </a:lnTo>
                <a:lnTo>
                  <a:pt x="4791875" y="2989262"/>
                </a:lnTo>
                <a:lnTo>
                  <a:pt x="4792383" y="2989262"/>
                </a:lnTo>
                <a:lnTo>
                  <a:pt x="4781791" y="2998152"/>
                </a:lnTo>
                <a:lnTo>
                  <a:pt x="4782312" y="2998152"/>
                </a:lnTo>
                <a:lnTo>
                  <a:pt x="4771250" y="3007042"/>
                </a:lnTo>
                <a:lnTo>
                  <a:pt x="4771644" y="3007042"/>
                </a:lnTo>
                <a:lnTo>
                  <a:pt x="4765941" y="3010852"/>
                </a:lnTo>
                <a:lnTo>
                  <a:pt x="4766221" y="3010852"/>
                </a:lnTo>
                <a:lnTo>
                  <a:pt x="4760404" y="3014662"/>
                </a:lnTo>
                <a:lnTo>
                  <a:pt x="4760684" y="3014662"/>
                </a:lnTo>
                <a:lnTo>
                  <a:pt x="4754753" y="3018472"/>
                </a:lnTo>
                <a:lnTo>
                  <a:pt x="4755032" y="3018472"/>
                </a:lnTo>
                <a:lnTo>
                  <a:pt x="4749012" y="3022295"/>
                </a:lnTo>
                <a:lnTo>
                  <a:pt x="4749292" y="3022295"/>
                </a:lnTo>
                <a:lnTo>
                  <a:pt x="4743158" y="3026092"/>
                </a:lnTo>
                <a:lnTo>
                  <a:pt x="4743437" y="3026092"/>
                </a:lnTo>
                <a:lnTo>
                  <a:pt x="4737201" y="3028645"/>
                </a:lnTo>
                <a:lnTo>
                  <a:pt x="4737493" y="3028645"/>
                </a:lnTo>
                <a:lnTo>
                  <a:pt x="4731169" y="3032442"/>
                </a:lnTo>
                <a:lnTo>
                  <a:pt x="4731461" y="3032442"/>
                </a:lnTo>
                <a:lnTo>
                  <a:pt x="4725022" y="3036252"/>
                </a:lnTo>
                <a:lnTo>
                  <a:pt x="4725314" y="3034995"/>
                </a:lnTo>
                <a:lnTo>
                  <a:pt x="4718799" y="3038792"/>
                </a:lnTo>
                <a:lnTo>
                  <a:pt x="4719091" y="3038792"/>
                </a:lnTo>
                <a:lnTo>
                  <a:pt x="4712474" y="3041345"/>
                </a:lnTo>
                <a:lnTo>
                  <a:pt x="4712779" y="3041345"/>
                </a:lnTo>
                <a:lnTo>
                  <a:pt x="4706074" y="3043872"/>
                </a:lnTo>
                <a:lnTo>
                  <a:pt x="4706378" y="3043872"/>
                </a:lnTo>
                <a:lnTo>
                  <a:pt x="4699584" y="3046412"/>
                </a:lnTo>
                <a:lnTo>
                  <a:pt x="4699889" y="3046412"/>
                </a:lnTo>
                <a:lnTo>
                  <a:pt x="4693005" y="3048952"/>
                </a:lnTo>
                <a:lnTo>
                  <a:pt x="4693323" y="3048952"/>
                </a:lnTo>
                <a:lnTo>
                  <a:pt x="4686363" y="3051492"/>
                </a:lnTo>
                <a:lnTo>
                  <a:pt x="4686668" y="3051492"/>
                </a:lnTo>
                <a:lnTo>
                  <a:pt x="4679632" y="3054045"/>
                </a:lnTo>
                <a:lnTo>
                  <a:pt x="4679950" y="3054045"/>
                </a:lnTo>
                <a:lnTo>
                  <a:pt x="4672825" y="3056572"/>
                </a:lnTo>
                <a:lnTo>
                  <a:pt x="4673143" y="3055302"/>
                </a:lnTo>
                <a:lnTo>
                  <a:pt x="4665942" y="3057842"/>
                </a:lnTo>
                <a:lnTo>
                  <a:pt x="4666272" y="3057842"/>
                </a:lnTo>
                <a:lnTo>
                  <a:pt x="4658995" y="3059112"/>
                </a:lnTo>
                <a:lnTo>
                  <a:pt x="4659325" y="3059112"/>
                </a:lnTo>
                <a:lnTo>
                  <a:pt x="4651984" y="3061652"/>
                </a:lnTo>
                <a:lnTo>
                  <a:pt x="4652302" y="3061652"/>
                </a:lnTo>
                <a:lnTo>
                  <a:pt x="4644898" y="3062922"/>
                </a:lnTo>
                <a:lnTo>
                  <a:pt x="4645228" y="3062922"/>
                </a:lnTo>
                <a:lnTo>
                  <a:pt x="4637748" y="3064192"/>
                </a:lnTo>
                <a:lnTo>
                  <a:pt x="4638078" y="3064192"/>
                </a:lnTo>
                <a:lnTo>
                  <a:pt x="4630547" y="3065462"/>
                </a:lnTo>
                <a:lnTo>
                  <a:pt x="4623613" y="3065462"/>
                </a:lnTo>
                <a:lnTo>
                  <a:pt x="4615954" y="3066745"/>
                </a:lnTo>
                <a:lnTo>
                  <a:pt x="4608906" y="3066745"/>
                </a:lnTo>
                <a:lnTo>
                  <a:pt x="4601134" y="3068002"/>
                </a:lnTo>
                <a:lnTo>
                  <a:pt x="4295775" y="3068002"/>
                </a:lnTo>
                <a:lnTo>
                  <a:pt x="4295775" y="2534602"/>
                </a:lnTo>
                <a:lnTo>
                  <a:pt x="4601134" y="2534602"/>
                </a:lnTo>
                <a:lnTo>
                  <a:pt x="4608906" y="2535872"/>
                </a:lnTo>
                <a:lnTo>
                  <a:pt x="4615954" y="2535872"/>
                </a:lnTo>
                <a:lnTo>
                  <a:pt x="4623613" y="2537142"/>
                </a:lnTo>
                <a:lnTo>
                  <a:pt x="4630547" y="2537142"/>
                </a:lnTo>
                <a:lnTo>
                  <a:pt x="4638078" y="2538412"/>
                </a:lnTo>
                <a:lnTo>
                  <a:pt x="4637748" y="2538412"/>
                </a:lnTo>
                <a:lnTo>
                  <a:pt x="4645228" y="2539695"/>
                </a:lnTo>
                <a:lnTo>
                  <a:pt x="4644898" y="2539695"/>
                </a:lnTo>
                <a:lnTo>
                  <a:pt x="4652302" y="2540952"/>
                </a:lnTo>
                <a:lnTo>
                  <a:pt x="4651984" y="2540952"/>
                </a:lnTo>
                <a:lnTo>
                  <a:pt x="4659325" y="2543492"/>
                </a:lnTo>
                <a:lnTo>
                  <a:pt x="4658995" y="2543492"/>
                </a:lnTo>
                <a:lnTo>
                  <a:pt x="4666272" y="2544762"/>
                </a:lnTo>
                <a:lnTo>
                  <a:pt x="4665942" y="2544762"/>
                </a:lnTo>
                <a:lnTo>
                  <a:pt x="4673143" y="2547302"/>
                </a:lnTo>
                <a:lnTo>
                  <a:pt x="4672825" y="2546045"/>
                </a:lnTo>
                <a:lnTo>
                  <a:pt x="4679950" y="2548572"/>
                </a:lnTo>
                <a:lnTo>
                  <a:pt x="4679632" y="2548572"/>
                </a:lnTo>
                <a:lnTo>
                  <a:pt x="4686668" y="2551112"/>
                </a:lnTo>
                <a:lnTo>
                  <a:pt x="4686363" y="2551112"/>
                </a:lnTo>
                <a:lnTo>
                  <a:pt x="4693323" y="2553652"/>
                </a:lnTo>
                <a:lnTo>
                  <a:pt x="4693005" y="2553652"/>
                </a:lnTo>
                <a:lnTo>
                  <a:pt x="4699889" y="2556192"/>
                </a:lnTo>
                <a:lnTo>
                  <a:pt x="4699584" y="2556192"/>
                </a:lnTo>
                <a:lnTo>
                  <a:pt x="4706378" y="2558745"/>
                </a:lnTo>
                <a:lnTo>
                  <a:pt x="4706074" y="2558745"/>
                </a:lnTo>
                <a:lnTo>
                  <a:pt x="4712779" y="2561272"/>
                </a:lnTo>
                <a:lnTo>
                  <a:pt x="4712474" y="2561272"/>
                </a:lnTo>
                <a:lnTo>
                  <a:pt x="4719091" y="2563812"/>
                </a:lnTo>
                <a:lnTo>
                  <a:pt x="4718799" y="2563812"/>
                </a:lnTo>
                <a:lnTo>
                  <a:pt x="4725314" y="2567622"/>
                </a:lnTo>
                <a:lnTo>
                  <a:pt x="4725022" y="2566352"/>
                </a:lnTo>
                <a:lnTo>
                  <a:pt x="4731461" y="2570162"/>
                </a:lnTo>
                <a:lnTo>
                  <a:pt x="4731169" y="2570162"/>
                </a:lnTo>
                <a:lnTo>
                  <a:pt x="4737493" y="2573972"/>
                </a:lnTo>
                <a:lnTo>
                  <a:pt x="4737201" y="2573972"/>
                </a:lnTo>
                <a:lnTo>
                  <a:pt x="4743437" y="2576512"/>
                </a:lnTo>
                <a:lnTo>
                  <a:pt x="4743158" y="2576512"/>
                </a:lnTo>
                <a:lnTo>
                  <a:pt x="4749292" y="2580322"/>
                </a:lnTo>
                <a:lnTo>
                  <a:pt x="4749012" y="2580322"/>
                </a:lnTo>
                <a:lnTo>
                  <a:pt x="4755032" y="2584145"/>
                </a:lnTo>
                <a:lnTo>
                  <a:pt x="4754753" y="2584145"/>
                </a:lnTo>
                <a:lnTo>
                  <a:pt x="4760684" y="2587942"/>
                </a:lnTo>
                <a:lnTo>
                  <a:pt x="4760404" y="2587942"/>
                </a:lnTo>
                <a:lnTo>
                  <a:pt x="4766221" y="2591752"/>
                </a:lnTo>
                <a:lnTo>
                  <a:pt x="4765941" y="2591752"/>
                </a:lnTo>
                <a:lnTo>
                  <a:pt x="4771644" y="2595562"/>
                </a:lnTo>
                <a:lnTo>
                  <a:pt x="4771250" y="2595562"/>
                </a:lnTo>
                <a:lnTo>
                  <a:pt x="4782312" y="2604452"/>
                </a:lnTo>
                <a:lnTo>
                  <a:pt x="4781791" y="2604452"/>
                </a:lnTo>
                <a:lnTo>
                  <a:pt x="4792383" y="2613342"/>
                </a:lnTo>
                <a:lnTo>
                  <a:pt x="4791875" y="2613342"/>
                </a:lnTo>
                <a:lnTo>
                  <a:pt x="4801971" y="2622245"/>
                </a:lnTo>
                <a:lnTo>
                  <a:pt x="4801603" y="2622245"/>
                </a:lnTo>
                <a:lnTo>
                  <a:pt x="4806467" y="2627312"/>
                </a:lnTo>
                <a:lnTo>
                  <a:pt x="4806226" y="2627312"/>
                </a:lnTo>
                <a:lnTo>
                  <a:pt x="4810950" y="2632392"/>
                </a:lnTo>
                <a:lnTo>
                  <a:pt x="4810722" y="2632392"/>
                </a:lnTo>
                <a:lnTo>
                  <a:pt x="4815319" y="2637472"/>
                </a:lnTo>
                <a:lnTo>
                  <a:pt x="4815090" y="2637472"/>
                </a:lnTo>
                <a:lnTo>
                  <a:pt x="4819548" y="2642552"/>
                </a:lnTo>
                <a:lnTo>
                  <a:pt x="4819320" y="2642552"/>
                </a:lnTo>
                <a:lnTo>
                  <a:pt x="4823650" y="2647645"/>
                </a:lnTo>
                <a:lnTo>
                  <a:pt x="4823434" y="2647645"/>
                </a:lnTo>
                <a:lnTo>
                  <a:pt x="4827613" y="2652712"/>
                </a:lnTo>
                <a:lnTo>
                  <a:pt x="4827397" y="2652712"/>
                </a:lnTo>
                <a:lnTo>
                  <a:pt x="4831435" y="2657792"/>
                </a:lnTo>
                <a:lnTo>
                  <a:pt x="4831232" y="2657792"/>
                </a:lnTo>
                <a:lnTo>
                  <a:pt x="4835131" y="2664142"/>
                </a:lnTo>
                <a:lnTo>
                  <a:pt x="4834928" y="2662872"/>
                </a:lnTo>
                <a:lnTo>
                  <a:pt x="4838674" y="2669222"/>
                </a:lnTo>
                <a:lnTo>
                  <a:pt x="4838484" y="2669222"/>
                </a:lnTo>
                <a:lnTo>
                  <a:pt x="4842078" y="2674302"/>
                </a:lnTo>
                <a:lnTo>
                  <a:pt x="4841900" y="2674302"/>
                </a:lnTo>
                <a:lnTo>
                  <a:pt x="4845342" y="2680652"/>
                </a:lnTo>
                <a:lnTo>
                  <a:pt x="4845164" y="2680652"/>
                </a:lnTo>
                <a:lnTo>
                  <a:pt x="4848453" y="2685745"/>
                </a:lnTo>
                <a:lnTo>
                  <a:pt x="4848276" y="2685745"/>
                </a:lnTo>
                <a:lnTo>
                  <a:pt x="4851412" y="2692095"/>
                </a:lnTo>
                <a:lnTo>
                  <a:pt x="4851247" y="2692095"/>
                </a:lnTo>
                <a:lnTo>
                  <a:pt x="4854219" y="2698445"/>
                </a:lnTo>
                <a:lnTo>
                  <a:pt x="4854067" y="2697162"/>
                </a:lnTo>
                <a:lnTo>
                  <a:pt x="4856873" y="2703512"/>
                </a:lnTo>
                <a:lnTo>
                  <a:pt x="4856734" y="2703512"/>
                </a:lnTo>
                <a:lnTo>
                  <a:pt x="4859375" y="2709862"/>
                </a:lnTo>
                <a:lnTo>
                  <a:pt x="4859236" y="2709862"/>
                </a:lnTo>
                <a:lnTo>
                  <a:pt x="4861725" y="2716212"/>
                </a:lnTo>
                <a:lnTo>
                  <a:pt x="4861598" y="2716212"/>
                </a:lnTo>
                <a:lnTo>
                  <a:pt x="4863909" y="2722562"/>
                </a:lnTo>
                <a:lnTo>
                  <a:pt x="4863782" y="2722562"/>
                </a:lnTo>
                <a:lnTo>
                  <a:pt x="4865929" y="2728912"/>
                </a:lnTo>
                <a:lnTo>
                  <a:pt x="4867783" y="2735262"/>
                </a:lnTo>
                <a:lnTo>
                  <a:pt x="4869472" y="2741612"/>
                </a:lnTo>
                <a:lnTo>
                  <a:pt x="4870983" y="2747962"/>
                </a:lnTo>
                <a:lnTo>
                  <a:pt x="4872329" y="2754312"/>
                </a:lnTo>
                <a:lnTo>
                  <a:pt x="4873510" y="2760662"/>
                </a:lnTo>
                <a:lnTo>
                  <a:pt x="4874336" y="2767012"/>
                </a:lnTo>
                <a:lnTo>
                  <a:pt x="4874514" y="2768295"/>
                </a:lnTo>
                <a:lnTo>
                  <a:pt x="4874450" y="2767012"/>
                </a:lnTo>
                <a:lnTo>
                  <a:pt x="4875174" y="2773362"/>
                </a:lnTo>
                <a:lnTo>
                  <a:pt x="4875327" y="2774645"/>
                </a:lnTo>
                <a:lnTo>
                  <a:pt x="4875288" y="2773362"/>
                </a:lnTo>
                <a:lnTo>
                  <a:pt x="4875974" y="2780995"/>
                </a:lnTo>
                <a:lnTo>
                  <a:pt x="4876330" y="2786062"/>
                </a:lnTo>
                <a:lnTo>
                  <a:pt x="4876406" y="2787345"/>
                </a:lnTo>
                <a:lnTo>
                  <a:pt x="4876647" y="2793695"/>
                </a:lnTo>
                <a:lnTo>
                  <a:pt x="4876698" y="2794711"/>
                </a:lnTo>
                <a:lnTo>
                  <a:pt x="4876698" y="2678836"/>
                </a:lnTo>
                <a:lnTo>
                  <a:pt x="4873688" y="2673045"/>
                </a:lnTo>
                <a:lnTo>
                  <a:pt x="4850549" y="2636202"/>
                </a:lnTo>
                <a:lnTo>
                  <a:pt x="4846167" y="2629852"/>
                </a:lnTo>
                <a:lnTo>
                  <a:pt x="4841633" y="2624772"/>
                </a:lnTo>
                <a:lnTo>
                  <a:pt x="4836947" y="2618422"/>
                </a:lnTo>
                <a:lnTo>
                  <a:pt x="4832134" y="2613342"/>
                </a:lnTo>
                <a:lnTo>
                  <a:pt x="4827168" y="2608262"/>
                </a:lnTo>
                <a:lnTo>
                  <a:pt x="4822012" y="2601912"/>
                </a:lnTo>
                <a:lnTo>
                  <a:pt x="4811496" y="2591752"/>
                </a:lnTo>
                <a:lnTo>
                  <a:pt x="4800409" y="2582862"/>
                </a:lnTo>
                <a:lnTo>
                  <a:pt x="4788878" y="2572702"/>
                </a:lnTo>
                <a:lnTo>
                  <a:pt x="4782845" y="2568892"/>
                </a:lnTo>
                <a:lnTo>
                  <a:pt x="4779797" y="2566352"/>
                </a:lnTo>
                <a:lnTo>
                  <a:pt x="4776762" y="2563812"/>
                </a:lnTo>
                <a:lnTo>
                  <a:pt x="4770564" y="2560002"/>
                </a:lnTo>
                <a:lnTo>
                  <a:pt x="4757839" y="2552395"/>
                </a:lnTo>
                <a:lnTo>
                  <a:pt x="4746891" y="2546045"/>
                </a:lnTo>
                <a:lnTo>
                  <a:pt x="4737963" y="2540952"/>
                </a:lnTo>
                <a:lnTo>
                  <a:pt x="4731143" y="2538412"/>
                </a:lnTo>
                <a:lnTo>
                  <a:pt x="4724222" y="2534602"/>
                </a:lnTo>
                <a:lnTo>
                  <a:pt x="4717212" y="2532062"/>
                </a:lnTo>
                <a:lnTo>
                  <a:pt x="4684560" y="2520645"/>
                </a:lnTo>
                <a:lnTo>
                  <a:pt x="4673346" y="2516822"/>
                </a:lnTo>
                <a:lnTo>
                  <a:pt x="4665751" y="2515552"/>
                </a:lnTo>
                <a:lnTo>
                  <a:pt x="4658093" y="2513012"/>
                </a:lnTo>
                <a:lnTo>
                  <a:pt x="4626762" y="2507945"/>
                </a:lnTo>
                <a:lnTo>
                  <a:pt x="4618774" y="2507945"/>
                </a:lnTo>
                <a:lnTo>
                  <a:pt x="4610735" y="2506662"/>
                </a:lnTo>
                <a:lnTo>
                  <a:pt x="4267200" y="2506662"/>
                </a:lnTo>
                <a:lnTo>
                  <a:pt x="4267200" y="2682087"/>
                </a:lnTo>
                <a:lnTo>
                  <a:pt x="4252912" y="2674937"/>
                </a:lnTo>
                <a:lnTo>
                  <a:pt x="4195762" y="2646362"/>
                </a:lnTo>
                <a:lnTo>
                  <a:pt x="4195762" y="2674937"/>
                </a:lnTo>
                <a:lnTo>
                  <a:pt x="1933575" y="2674937"/>
                </a:lnTo>
                <a:lnTo>
                  <a:pt x="1933575" y="28575"/>
                </a:lnTo>
                <a:lnTo>
                  <a:pt x="1933575" y="14287"/>
                </a:lnTo>
                <a:lnTo>
                  <a:pt x="1933575" y="0"/>
                </a:lnTo>
                <a:lnTo>
                  <a:pt x="1905000" y="0"/>
                </a:lnTo>
                <a:lnTo>
                  <a:pt x="1905000" y="28575"/>
                </a:lnTo>
                <a:lnTo>
                  <a:pt x="1905000" y="3429000"/>
                </a:lnTo>
                <a:lnTo>
                  <a:pt x="28575" y="3429000"/>
                </a:lnTo>
                <a:lnTo>
                  <a:pt x="28575" y="28575"/>
                </a:lnTo>
                <a:lnTo>
                  <a:pt x="1905000" y="28575"/>
                </a:lnTo>
                <a:lnTo>
                  <a:pt x="1905000" y="0"/>
                </a:lnTo>
                <a:lnTo>
                  <a:pt x="0" y="0"/>
                </a:lnTo>
                <a:lnTo>
                  <a:pt x="0" y="3457575"/>
                </a:lnTo>
                <a:lnTo>
                  <a:pt x="1933575" y="3457575"/>
                </a:lnTo>
                <a:lnTo>
                  <a:pt x="1933575" y="3443287"/>
                </a:lnTo>
                <a:lnTo>
                  <a:pt x="1933575" y="3429000"/>
                </a:lnTo>
                <a:lnTo>
                  <a:pt x="1933575" y="3097212"/>
                </a:lnTo>
                <a:lnTo>
                  <a:pt x="2290762" y="3097212"/>
                </a:lnTo>
                <a:lnTo>
                  <a:pt x="2290762" y="3125787"/>
                </a:lnTo>
                <a:lnTo>
                  <a:pt x="2347912" y="3097212"/>
                </a:lnTo>
                <a:lnTo>
                  <a:pt x="2376487" y="3082925"/>
                </a:lnTo>
                <a:lnTo>
                  <a:pt x="2347912" y="3068637"/>
                </a:lnTo>
                <a:lnTo>
                  <a:pt x="2290762" y="3040062"/>
                </a:lnTo>
                <a:lnTo>
                  <a:pt x="2290762" y="3068637"/>
                </a:lnTo>
                <a:lnTo>
                  <a:pt x="1933575" y="3068637"/>
                </a:lnTo>
                <a:lnTo>
                  <a:pt x="1933575" y="2703512"/>
                </a:lnTo>
                <a:lnTo>
                  <a:pt x="4195762" y="2703512"/>
                </a:lnTo>
                <a:lnTo>
                  <a:pt x="4195762" y="2732087"/>
                </a:lnTo>
                <a:lnTo>
                  <a:pt x="4252912" y="2703512"/>
                </a:lnTo>
                <a:lnTo>
                  <a:pt x="4267200" y="2696375"/>
                </a:lnTo>
                <a:lnTo>
                  <a:pt x="4267200" y="3097212"/>
                </a:lnTo>
                <a:lnTo>
                  <a:pt x="4586363" y="3097212"/>
                </a:lnTo>
                <a:lnTo>
                  <a:pt x="4594479" y="3095942"/>
                </a:lnTo>
                <a:lnTo>
                  <a:pt x="4610735" y="3095942"/>
                </a:lnTo>
                <a:lnTo>
                  <a:pt x="4618774" y="3094672"/>
                </a:lnTo>
                <a:lnTo>
                  <a:pt x="4626762" y="3094672"/>
                </a:lnTo>
                <a:lnTo>
                  <a:pt x="4658093" y="3089592"/>
                </a:lnTo>
                <a:lnTo>
                  <a:pt x="4665751" y="3087052"/>
                </a:lnTo>
                <a:lnTo>
                  <a:pt x="4673346" y="3085795"/>
                </a:lnTo>
                <a:lnTo>
                  <a:pt x="4684560" y="3081972"/>
                </a:lnTo>
                <a:lnTo>
                  <a:pt x="4695660" y="3078162"/>
                </a:lnTo>
                <a:lnTo>
                  <a:pt x="4724222" y="3068002"/>
                </a:lnTo>
                <a:lnTo>
                  <a:pt x="4731143" y="3064192"/>
                </a:lnTo>
                <a:lnTo>
                  <a:pt x="4737963" y="3061652"/>
                </a:lnTo>
                <a:lnTo>
                  <a:pt x="4776762" y="3038792"/>
                </a:lnTo>
                <a:lnTo>
                  <a:pt x="4779797" y="3036252"/>
                </a:lnTo>
                <a:lnTo>
                  <a:pt x="4782845" y="3033712"/>
                </a:lnTo>
                <a:lnTo>
                  <a:pt x="4788878" y="3029902"/>
                </a:lnTo>
                <a:lnTo>
                  <a:pt x="4800409" y="3019742"/>
                </a:lnTo>
                <a:lnTo>
                  <a:pt x="4811496" y="3010852"/>
                </a:lnTo>
                <a:lnTo>
                  <a:pt x="4822012" y="3000692"/>
                </a:lnTo>
                <a:lnTo>
                  <a:pt x="4827168" y="2994342"/>
                </a:lnTo>
                <a:lnTo>
                  <a:pt x="4832134" y="2989262"/>
                </a:lnTo>
                <a:lnTo>
                  <a:pt x="4836947" y="2984195"/>
                </a:lnTo>
                <a:lnTo>
                  <a:pt x="4841633" y="2977845"/>
                </a:lnTo>
                <a:lnTo>
                  <a:pt x="4846167" y="2972752"/>
                </a:lnTo>
                <a:lnTo>
                  <a:pt x="4850549" y="2966402"/>
                </a:lnTo>
                <a:lnTo>
                  <a:pt x="4854791" y="2961322"/>
                </a:lnTo>
                <a:lnTo>
                  <a:pt x="4858893" y="2954972"/>
                </a:lnTo>
                <a:lnTo>
                  <a:pt x="4880114" y="2916872"/>
                </a:lnTo>
                <a:lnTo>
                  <a:pt x="4884928" y="2905442"/>
                </a:lnTo>
                <a:lnTo>
                  <a:pt x="4885868" y="2902902"/>
                </a:lnTo>
                <a:lnTo>
                  <a:pt x="4888484" y="2896552"/>
                </a:lnTo>
                <a:lnTo>
                  <a:pt x="4890922" y="2888945"/>
                </a:lnTo>
                <a:lnTo>
                  <a:pt x="4893183" y="2882595"/>
                </a:lnTo>
                <a:lnTo>
                  <a:pt x="4895253" y="2874962"/>
                </a:lnTo>
                <a:lnTo>
                  <a:pt x="4897145" y="2868612"/>
                </a:lnTo>
                <a:lnTo>
                  <a:pt x="4898834" y="2860992"/>
                </a:lnTo>
                <a:lnTo>
                  <a:pt x="4900346" y="2853372"/>
                </a:lnTo>
                <a:lnTo>
                  <a:pt x="4901666" y="2847022"/>
                </a:lnTo>
                <a:lnTo>
                  <a:pt x="4902784" y="2839402"/>
                </a:lnTo>
                <a:lnTo>
                  <a:pt x="4903241" y="2835592"/>
                </a:lnTo>
                <a:lnTo>
                  <a:pt x="4903711" y="2831795"/>
                </a:lnTo>
                <a:lnTo>
                  <a:pt x="4903952" y="2829242"/>
                </a:lnTo>
                <a:lnTo>
                  <a:pt x="4904435" y="2824162"/>
                </a:lnTo>
                <a:lnTo>
                  <a:pt x="4904956" y="2816542"/>
                </a:lnTo>
                <a:lnTo>
                  <a:pt x="4904968" y="2816225"/>
                </a:lnTo>
                <a:lnTo>
                  <a:pt x="5257800" y="2816225"/>
                </a:lnTo>
                <a:lnTo>
                  <a:pt x="5257800" y="3208337"/>
                </a:lnTo>
                <a:lnTo>
                  <a:pt x="6124575" y="3208337"/>
                </a:lnTo>
                <a:lnTo>
                  <a:pt x="6124575" y="3194050"/>
                </a:lnTo>
                <a:lnTo>
                  <a:pt x="6124575" y="3179762"/>
                </a:lnTo>
                <a:lnTo>
                  <a:pt x="6124575" y="2479675"/>
                </a:lnTo>
                <a:lnTo>
                  <a:pt x="6124575" y="2465387"/>
                </a:lnTo>
                <a:lnTo>
                  <a:pt x="6124575" y="24511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0005" y="831875"/>
            <a:ext cx="923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00"/>
                </a:solidFill>
                <a:latin typeface="Arial" panose="020B0604020202020204"/>
                <a:cs typeface="Arial" panose="020B0604020202020204"/>
              </a:rPr>
              <a:t>8255A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6327" y="3767163"/>
            <a:ext cx="6362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Noto Sans Mono CJK HK"/>
                <a:cs typeface="Noto Sans Mono CJK HK"/>
              </a:rPr>
              <a:t>驱动电路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35822" y="3750106"/>
            <a:ext cx="5653405" cy="2384425"/>
          </a:xfrm>
          <a:custGeom>
            <a:avLst/>
            <a:gdLst/>
            <a:ahLst/>
            <a:cxnLst/>
            <a:rect l="l" t="t" r="r" b="b"/>
            <a:pathLst>
              <a:path w="5653405" h="2384425">
                <a:moveTo>
                  <a:pt x="2452687" y="1458506"/>
                </a:moveTo>
                <a:lnTo>
                  <a:pt x="2424112" y="1458506"/>
                </a:lnTo>
                <a:lnTo>
                  <a:pt x="2424112" y="1487081"/>
                </a:lnTo>
                <a:lnTo>
                  <a:pt x="2424112" y="2355443"/>
                </a:lnTo>
                <a:lnTo>
                  <a:pt x="1462087" y="2355443"/>
                </a:lnTo>
                <a:lnTo>
                  <a:pt x="1462087" y="1487081"/>
                </a:lnTo>
                <a:lnTo>
                  <a:pt x="2424112" y="1487081"/>
                </a:lnTo>
                <a:lnTo>
                  <a:pt x="2424112" y="1458506"/>
                </a:lnTo>
                <a:lnTo>
                  <a:pt x="1433512" y="1458506"/>
                </a:lnTo>
                <a:lnTo>
                  <a:pt x="1433512" y="1689493"/>
                </a:lnTo>
                <a:lnTo>
                  <a:pt x="1419225" y="1682343"/>
                </a:lnTo>
                <a:lnTo>
                  <a:pt x="1362075" y="1653768"/>
                </a:lnTo>
                <a:lnTo>
                  <a:pt x="1362075" y="1682343"/>
                </a:lnTo>
                <a:lnTo>
                  <a:pt x="1004887" y="1682343"/>
                </a:lnTo>
                <a:lnTo>
                  <a:pt x="1004887" y="686981"/>
                </a:lnTo>
                <a:lnTo>
                  <a:pt x="976312" y="686981"/>
                </a:lnTo>
                <a:lnTo>
                  <a:pt x="976312" y="1696631"/>
                </a:lnTo>
                <a:lnTo>
                  <a:pt x="990600" y="1696631"/>
                </a:lnTo>
                <a:lnTo>
                  <a:pt x="990600" y="1710918"/>
                </a:lnTo>
                <a:lnTo>
                  <a:pt x="1362075" y="1710918"/>
                </a:lnTo>
                <a:lnTo>
                  <a:pt x="1362075" y="1739493"/>
                </a:lnTo>
                <a:lnTo>
                  <a:pt x="1419225" y="1710918"/>
                </a:lnTo>
                <a:lnTo>
                  <a:pt x="1433512" y="1703781"/>
                </a:lnTo>
                <a:lnTo>
                  <a:pt x="1433512" y="2138756"/>
                </a:lnTo>
                <a:lnTo>
                  <a:pt x="1419225" y="2131606"/>
                </a:lnTo>
                <a:lnTo>
                  <a:pt x="1362075" y="2103031"/>
                </a:lnTo>
                <a:lnTo>
                  <a:pt x="1362075" y="2131606"/>
                </a:lnTo>
                <a:lnTo>
                  <a:pt x="0" y="2131606"/>
                </a:lnTo>
                <a:lnTo>
                  <a:pt x="0" y="2160181"/>
                </a:lnTo>
                <a:lnTo>
                  <a:pt x="1362075" y="2160181"/>
                </a:lnTo>
                <a:lnTo>
                  <a:pt x="1362075" y="2188756"/>
                </a:lnTo>
                <a:lnTo>
                  <a:pt x="1419225" y="2160181"/>
                </a:lnTo>
                <a:lnTo>
                  <a:pt x="1433512" y="2153043"/>
                </a:lnTo>
                <a:lnTo>
                  <a:pt x="1433512" y="2384018"/>
                </a:lnTo>
                <a:lnTo>
                  <a:pt x="2452687" y="2384018"/>
                </a:lnTo>
                <a:lnTo>
                  <a:pt x="2452687" y="2369731"/>
                </a:lnTo>
                <a:lnTo>
                  <a:pt x="2452687" y="2355443"/>
                </a:lnTo>
                <a:lnTo>
                  <a:pt x="2452687" y="1487081"/>
                </a:lnTo>
                <a:lnTo>
                  <a:pt x="2452687" y="1472793"/>
                </a:lnTo>
                <a:lnTo>
                  <a:pt x="2452687" y="1458506"/>
                </a:lnTo>
                <a:close/>
              </a:path>
              <a:path w="5653405" h="2384425">
                <a:moveTo>
                  <a:pt x="5653087" y="12293"/>
                </a:moveTo>
                <a:lnTo>
                  <a:pt x="5638800" y="12293"/>
                </a:lnTo>
                <a:lnTo>
                  <a:pt x="5631523" y="0"/>
                </a:lnTo>
                <a:lnTo>
                  <a:pt x="5624512" y="4152"/>
                </a:lnTo>
                <a:lnTo>
                  <a:pt x="5624512" y="37350"/>
                </a:lnTo>
                <a:lnTo>
                  <a:pt x="5624512" y="773150"/>
                </a:lnTo>
                <a:lnTo>
                  <a:pt x="5272087" y="566102"/>
                </a:lnTo>
                <a:lnTo>
                  <a:pt x="5272087" y="245872"/>
                </a:lnTo>
                <a:lnTo>
                  <a:pt x="5624512" y="37350"/>
                </a:lnTo>
                <a:lnTo>
                  <a:pt x="5624512" y="4152"/>
                </a:lnTo>
                <a:lnTo>
                  <a:pt x="5272087" y="212674"/>
                </a:lnTo>
                <a:lnTo>
                  <a:pt x="5272087" y="194856"/>
                </a:lnTo>
                <a:lnTo>
                  <a:pt x="5272087" y="180568"/>
                </a:lnTo>
                <a:lnTo>
                  <a:pt x="5272087" y="166281"/>
                </a:lnTo>
                <a:lnTo>
                  <a:pt x="5243512" y="166281"/>
                </a:lnTo>
                <a:lnTo>
                  <a:pt x="5243512" y="194856"/>
                </a:lnTo>
                <a:lnTo>
                  <a:pt x="5243512" y="615543"/>
                </a:lnTo>
                <a:lnTo>
                  <a:pt x="5119687" y="615543"/>
                </a:lnTo>
                <a:lnTo>
                  <a:pt x="5119687" y="194856"/>
                </a:lnTo>
                <a:lnTo>
                  <a:pt x="5243512" y="194856"/>
                </a:lnTo>
                <a:lnTo>
                  <a:pt x="5243512" y="166281"/>
                </a:lnTo>
                <a:lnTo>
                  <a:pt x="5091112" y="166281"/>
                </a:lnTo>
                <a:lnTo>
                  <a:pt x="5091112" y="391706"/>
                </a:lnTo>
                <a:lnTo>
                  <a:pt x="4724400" y="391706"/>
                </a:lnTo>
                <a:lnTo>
                  <a:pt x="4724400" y="420281"/>
                </a:lnTo>
                <a:lnTo>
                  <a:pt x="5091112" y="420281"/>
                </a:lnTo>
                <a:lnTo>
                  <a:pt x="5091112" y="644118"/>
                </a:lnTo>
                <a:lnTo>
                  <a:pt x="5272087" y="644118"/>
                </a:lnTo>
                <a:lnTo>
                  <a:pt x="5272087" y="629831"/>
                </a:lnTo>
                <a:lnTo>
                  <a:pt x="5272087" y="615543"/>
                </a:lnTo>
                <a:lnTo>
                  <a:pt x="5272087" y="599236"/>
                </a:lnTo>
                <a:lnTo>
                  <a:pt x="5631561" y="810425"/>
                </a:lnTo>
                <a:lnTo>
                  <a:pt x="5638800" y="798106"/>
                </a:lnTo>
                <a:lnTo>
                  <a:pt x="5653087" y="798106"/>
                </a:lnTo>
                <a:lnTo>
                  <a:pt x="5653087" y="12293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034542" y="4601235"/>
            <a:ext cx="942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Noto Sans Mono CJK HK"/>
                <a:cs typeface="Noto Sans Mono CJK HK"/>
              </a:rPr>
              <a:t>扬声器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86162" y="5150637"/>
            <a:ext cx="854710" cy="831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6675" marR="30480" indent="-28575">
              <a:lnSpc>
                <a:spcPct val="132000"/>
              </a:lnSpc>
              <a:spcBef>
                <a:spcPts val="95"/>
              </a:spcBef>
            </a:pPr>
            <a:r>
              <a:rPr sz="2000" b="1" spc="-45" dirty="0">
                <a:latin typeface="Arial" panose="020B0604020202020204"/>
                <a:cs typeface="Arial" panose="020B0604020202020204"/>
              </a:rPr>
              <a:t>GATE</a:t>
            </a:r>
            <a:r>
              <a:rPr sz="1950" b="1" spc="-67" baseline="-17000" dirty="0">
                <a:latin typeface="Arial" panose="020B0604020202020204"/>
                <a:cs typeface="Arial" panose="020B0604020202020204"/>
              </a:rPr>
              <a:t>2 </a:t>
            </a:r>
            <a:r>
              <a:rPr sz="2000" b="1" spc="-20" dirty="0">
                <a:latin typeface="Arial" panose="020B0604020202020204"/>
                <a:cs typeface="Arial" panose="020B0604020202020204"/>
              </a:rPr>
              <a:t>CLK</a:t>
            </a:r>
            <a:r>
              <a:rPr sz="1950" b="1" spc="-30" baseline="-17000" dirty="0">
                <a:latin typeface="Arial" panose="020B0604020202020204"/>
                <a:cs typeface="Arial" panose="020B0604020202020204"/>
              </a:rPr>
              <a:t>2</a:t>
            </a:r>
            <a:endParaRPr sz="1950" baseline="-17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4857" y="5668035"/>
            <a:ext cx="1248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latin typeface="Noto Sans Mono CJK HK"/>
                <a:cs typeface="Noto Sans Mono CJK HK"/>
              </a:rPr>
              <a:t>时钟信号</a:t>
            </a:r>
            <a:endParaRPr sz="2400">
              <a:latin typeface="Noto Sans Mono CJK HK"/>
              <a:cs typeface="Noto Sans Mono CJK H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74222" y="4281513"/>
            <a:ext cx="457200" cy="1431925"/>
            <a:chOff x="4474222" y="4281513"/>
            <a:chExt cx="457200" cy="14319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4222" y="5627713"/>
              <a:ext cx="228600" cy="857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88535" y="4324375"/>
              <a:ext cx="28575" cy="1346200"/>
            </a:xfrm>
            <a:custGeom>
              <a:avLst/>
              <a:gdLst/>
              <a:ahLst/>
              <a:cxnLst/>
              <a:rect l="l" t="t" r="r" b="b"/>
              <a:pathLst>
                <a:path w="28575" h="1346200">
                  <a:moveTo>
                    <a:pt x="28575" y="1346200"/>
                  </a:moveTo>
                  <a:lnTo>
                    <a:pt x="0" y="1346200"/>
                  </a:lnTo>
                  <a:lnTo>
                    <a:pt x="0" y="0"/>
                  </a:lnTo>
                  <a:lnTo>
                    <a:pt x="28575" y="0"/>
                  </a:lnTo>
                  <a:lnTo>
                    <a:pt x="28575" y="134620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2822" y="4281513"/>
              <a:ext cx="228600" cy="857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901577" y="4377397"/>
            <a:ext cx="636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Noto Sans Mono CJK HK"/>
                <a:cs typeface="Noto Sans Mono CJK HK"/>
              </a:rPr>
              <a:t>与门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56162" y="5776938"/>
            <a:ext cx="1951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Arial" panose="020B0604020202020204"/>
                <a:cs typeface="Arial" panose="020B0604020202020204"/>
              </a:rPr>
              <a:t>8253</a:t>
            </a:r>
            <a:r>
              <a:rPr sz="2400" b="1" dirty="0">
                <a:latin typeface="Noto Sans Mono CJK HK"/>
                <a:cs typeface="Noto Sans Mono CJK HK"/>
              </a:rPr>
              <a:t>的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2</a:t>
            </a:r>
            <a:r>
              <a:rPr sz="2325" b="1" spc="-15" baseline="22000" dirty="0">
                <a:latin typeface="Arial" panose="020B0604020202020204"/>
                <a:cs typeface="Arial" panose="020B0604020202020204"/>
              </a:rPr>
              <a:t>#</a:t>
            </a:r>
            <a:r>
              <a:rPr sz="2400" b="1" spc="-25" dirty="0">
                <a:latin typeface="Noto Sans Mono CJK HK"/>
                <a:cs typeface="Noto Sans Mono CJK HK"/>
              </a:rPr>
              <a:t>通道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9527" y="1792630"/>
            <a:ext cx="1276350" cy="285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latin typeface="Arial" panose="020B0604020202020204"/>
                <a:cs typeface="Arial" panose="020B0604020202020204"/>
              </a:rPr>
              <a:t>PA</a:t>
            </a:r>
            <a:r>
              <a:rPr sz="2325" b="1" spc="-30" baseline="-18000" dirty="0">
                <a:latin typeface="Arial" panose="020B0604020202020204"/>
                <a:cs typeface="Arial" panose="020B0604020202020204"/>
              </a:rPr>
              <a:t>7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~PA</a:t>
            </a:r>
            <a:r>
              <a:rPr sz="2325" b="1" spc="-30" baseline="-18000" dirty="0"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615950" marR="118745" algn="just">
              <a:lnSpc>
                <a:spcPct val="162000"/>
              </a:lnSpc>
              <a:spcBef>
                <a:spcPts val="735"/>
              </a:spcBef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PB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7 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PB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6 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PB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1 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PB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49842" y="1354162"/>
            <a:ext cx="4820285" cy="2038350"/>
            <a:chOff x="2549842" y="1354162"/>
            <a:chExt cx="4820285" cy="2038350"/>
          </a:xfrm>
        </p:grpSpPr>
        <p:sp>
          <p:nvSpPr>
            <p:cNvPr id="17" name="object 17"/>
            <p:cNvSpPr/>
            <p:nvPr/>
          </p:nvSpPr>
          <p:spPr>
            <a:xfrm>
              <a:off x="2549842" y="1788921"/>
              <a:ext cx="872490" cy="1604010"/>
            </a:xfrm>
            <a:custGeom>
              <a:avLst/>
              <a:gdLst/>
              <a:ahLst/>
              <a:cxnLst/>
              <a:rect l="l" t="t" r="r" b="b"/>
              <a:pathLst>
                <a:path w="872489" h="1604010">
                  <a:moveTo>
                    <a:pt x="857580" y="1560728"/>
                  </a:moveTo>
                  <a:lnTo>
                    <a:pt x="829005" y="1546440"/>
                  </a:lnTo>
                  <a:lnTo>
                    <a:pt x="771855" y="1517865"/>
                  </a:lnTo>
                  <a:lnTo>
                    <a:pt x="771855" y="1546440"/>
                  </a:lnTo>
                  <a:lnTo>
                    <a:pt x="19380" y="1546440"/>
                  </a:lnTo>
                  <a:lnTo>
                    <a:pt x="19380" y="1575015"/>
                  </a:lnTo>
                  <a:lnTo>
                    <a:pt x="771855" y="1575015"/>
                  </a:lnTo>
                  <a:lnTo>
                    <a:pt x="771855" y="1603590"/>
                  </a:lnTo>
                  <a:lnTo>
                    <a:pt x="829005" y="1575015"/>
                  </a:lnTo>
                  <a:lnTo>
                    <a:pt x="857580" y="1560728"/>
                  </a:lnTo>
                  <a:close/>
                </a:path>
                <a:path w="872489" h="1604010">
                  <a:moveTo>
                    <a:pt x="857580" y="1027328"/>
                  </a:moveTo>
                  <a:lnTo>
                    <a:pt x="829005" y="1013040"/>
                  </a:lnTo>
                  <a:lnTo>
                    <a:pt x="771855" y="984465"/>
                  </a:lnTo>
                  <a:lnTo>
                    <a:pt x="771855" y="1013040"/>
                  </a:lnTo>
                  <a:lnTo>
                    <a:pt x="19380" y="1013040"/>
                  </a:lnTo>
                  <a:lnTo>
                    <a:pt x="19380" y="1041615"/>
                  </a:lnTo>
                  <a:lnTo>
                    <a:pt x="771855" y="1041615"/>
                  </a:lnTo>
                  <a:lnTo>
                    <a:pt x="771855" y="1070190"/>
                  </a:lnTo>
                  <a:lnTo>
                    <a:pt x="829005" y="1041615"/>
                  </a:lnTo>
                  <a:lnTo>
                    <a:pt x="857580" y="1027328"/>
                  </a:lnTo>
                  <a:close/>
                </a:path>
                <a:path w="872489" h="1604010">
                  <a:moveTo>
                    <a:pt x="871867" y="136740"/>
                  </a:moveTo>
                  <a:lnTo>
                    <a:pt x="843292" y="136740"/>
                  </a:lnTo>
                  <a:lnTo>
                    <a:pt x="843292" y="165315"/>
                  </a:lnTo>
                  <a:lnTo>
                    <a:pt x="843292" y="365340"/>
                  </a:lnTo>
                  <a:lnTo>
                    <a:pt x="214642" y="365340"/>
                  </a:lnTo>
                  <a:lnTo>
                    <a:pt x="214642" y="457212"/>
                  </a:lnTo>
                  <a:lnTo>
                    <a:pt x="47599" y="274980"/>
                  </a:lnTo>
                  <a:lnTo>
                    <a:pt x="38747" y="265328"/>
                  </a:lnTo>
                  <a:lnTo>
                    <a:pt x="47599" y="255676"/>
                  </a:lnTo>
                  <a:lnTo>
                    <a:pt x="214642" y="73456"/>
                  </a:lnTo>
                  <a:lnTo>
                    <a:pt x="214642" y="165315"/>
                  </a:lnTo>
                  <a:lnTo>
                    <a:pt x="843292" y="165315"/>
                  </a:lnTo>
                  <a:lnTo>
                    <a:pt x="843292" y="136740"/>
                  </a:lnTo>
                  <a:lnTo>
                    <a:pt x="243217" y="136740"/>
                  </a:lnTo>
                  <a:lnTo>
                    <a:pt x="243217" y="36728"/>
                  </a:lnTo>
                  <a:lnTo>
                    <a:pt x="243217" y="0"/>
                  </a:lnTo>
                  <a:lnTo>
                    <a:pt x="0" y="265328"/>
                  </a:lnTo>
                  <a:lnTo>
                    <a:pt x="243217" y="530656"/>
                  </a:lnTo>
                  <a:lnTo>
                    <a:pt x="243217" y="493928"/>
                  </a:lnTo>
                  <a:lnTo>
                    <a:pt x="243217" y="393915"/>
                  </a:lnTo>
                  <a:lnTo>
                    <a:pt x="871867" y="393915"/>
                  </a:lnTo>
                  <a:lnTo>
                    <a:pt x="871867" y="365340"/>
                  </a:lnTo>
                  <a:lnTo>
                    <a:pt x="871867" y="165315"/>
                  </a:lnTo>
                  <a:lnTo>
                    <a:pt x="871867" y="13674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64622" y="1354162"/>
              <a:ext cx="3505200" cy="104775"/>
            </a:xfrm>
            <a:custGeom>
              <a:avLst/>
              <a:gdLst/>
              <a:ahLst/>
              <a:cxnLst/>
              <a:rect l="l" t="t" r="r" b="b"/>
              <a:pathLst>
                <a:path w="3505200" h="104775">
                  <a:moveTo>
                    <a:pt x="3505187" y="76200"/>
                  </a:moveTo>
                  <a:lnTo>
                    <a:pt x="0" y="76200"/>
                  </a:lnTo>
                  <a:lnTo>
                    <a:pt x="0" y="104775"/>
                  </a:lnTo>
                  <a:lnTo>
                    <a:pt x="3505187" y="104775"/>
                  </a:lnTo>
                  <a:lnTo>
                    <a:pt x="3505187" y="76200"/>
                  </a:lnTo>
                  <a:close/>
                </a:path>
                <a:path w="3505200" h="104775">
                  <a:moveTo>
                    <a:pt x="3505187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3505187" y="28575"/>
                  </a:lnTo>
                  <a:lnTo>
                    <a:pt x="3505187" y="0"/>
                  </a:lnTo>
                  <a:close/>
                </a:path>
              </a:pathLst>
            </a:custGeom>
            <a:solidFill>
              <a:srgbClr val="CC9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36022" y="1826285"/>
            <a:ext cx="1554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Noto Sans Mono CJK HK"/>
                <a:cs typeface="Noto Sans Mono CJK HK"/>
              </a:rPr>
              <a:t>键盘扫描码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14762" y="2416835"/>
            <a:ext cx="4699000" cy="109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000"/>
              </a:lnSpc>
              <a:spcBef>
                <a:spcPts val="100"/>
              </a:spcBef>
            </a:pPr>
            <a:r>
              <a:rPr sz="2400" b="1" dirty="0">
                <a:latin typeface="Noto Sans Mono CJK HK"/>
                <a:cs typeface="Noto Sans Mono CJK HK"/>
              </a:rPr>
              <a:t>输出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0</a:t>
            </a:r>
            <a:r>
              <a:rPr sz="2400" b="1" spc="-5" dirty="0">
                <a:latin typeface="Noto Sans Mono CJK HK"/>
                <a:cs typeface="Noto Sans Mono CJK HK"/>
              </a:rPr>
              <a:t>，使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A</a:t>
            </a:r>
            <a:r>
              <a:rPr sz="2400" b="1" spc="-5" dirty="0">
                <a:latin typeface="Noto Sans Mono CJK HK"/>
                <a:cs typeface="Noto Sans Mono CJK HK"/>
              </a:rPr>
              <a:t>口接收到的是键盘数据</a:t>
            </a:r>
            <a:r>
              <a:rPr sz="2400" b="1" dirty="0">
                <a:latin typeface="Noto Sans Mono CJK HK"/>
                <a:cs typeface="Noto Sans Mono CJK HK"/>
              </a:rPr>
              <a:t>输出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1</a:t>
            </a:r>
            <a:r>
              <a:rPr sz="2400" b="1" spc="-10" dirty="0">
                <a:latin typeface="Noto Sans Mono CJK HK"/>
                <a:cs typeface="Noto Sans Mono CJK HK"/>
              </a:rPr>
              <a:t>，给键盘送时钟信号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30662" y="911885"/>
            <a:ext cx="3390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Noto Sans Mono CJK HK"/>
                <a:cs typeface="Noto Sans Mono CJK HK"/>
              </a:rPr>
              <a:t>键盘和扬声器控制示意图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7702" y="5470016"/>
            <a:ext cx="542925" cy="600075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375" y="215900"/>
            <a:ext cx="5020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400" spc="-5" dirty="0">
                <a:solidFill>
                  <a:srgbClr val="0000CC"/>
                </a:solidFill>
              </a:rPr>
              <a:t>机主板接口芯片片选信号译码电路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47912" y="1347444"/>
            <a:ext cx="2162175" cy="3152775"/>
          </a:xfrm>
          <a:custGeom>
            <a:avLst/>
            <a:gdLst/>
            <a:ahLst/>
            <a:cxnLst/>
            <a:rect l="l" t="t" r="r" b="b"/>
            <a:pathLst>
              <a:path w="2162175" h="3152775">
                <a:moveTo>
                  <a:pt x="2162175" y="3152775"/>
                </a:moveTo>
                <a:lnTo>
                  <a:pt x="0" y="3152775"/>
                </a:lnTo>
                <a:lnTo>
                  <a:pt x="0" y="0"/>
                </a:lnTo>
                <a:lnTo>
                  <a:pt x="2162175" y="0"/>
                </a:lnTo>
                <a:lnTo>
                  <a:pt x="2162175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3124200"/>
                </a:lnTo>
                <a:lnTo>
                  <a:pt x="14287" y="3124200"/>
                </a:lnTo>
                <a:lnTo>
                  <a:pt x="28575" y="3138487"/>
                </a:lnTo>
                <a:lnTo>
                  <a:pt x="2162175" y="3138487"/>
                </a:lnTo>
                <a:lnTo>
                  <a:pt x="2162175" y="3152775"/>
                </a:lnTo>
                <a:close/>
              </a:path>
              <a:path w="2162175" h="3152775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2162175" h="3152775">
                <a:moveTo>
                  <a:pt x="2133600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2133600" y="14287"/>
                </a:lnTo>
                <a:lnTo>
                  <a:pt x="2133600" y="28574"/>
                </a:lnTo>
                <a:close/>
              </a:path>
              <a:path w="2162175" h="3152775">
                <a:moveTo>
                  <a:pt x="2133600" y="3138487"/>
                </a:moveTo>
                <a:lnTo>
                  <a:pt x="2133600" y="14287"/>
                </a:lnTo>
                <a:lnTo>
                  <a:pt x="2147887" y="28574"/>
                </a:lnTo>
                <a:lnTo>
                  <a:pt x="2162175" y="28574"/>
                </a:lnTo>
                <a:lnTo>
                  <a:pt x="2162175" y="3124200"/>
                </a:lnTo>
                <a:lnTo>
                  <a:pt x="2147887" y="3124200"/>
                </a:lnTo>
                <a:lnTo>
                  <a:pt x="2133600" y="3138487"/>
                </a:lnTo>
                <a:close/>
              </a:path>
              <a:path w="2162175" h="3152775">
                <a:moveTo>
                  <a:pt x="2162175" y="28574"/>
                </a:moveTo>
                <a:lnTo>
                  <a:pt x="2147887" y="28574"/>
                </a:lnTo>
                <a:lnTo>
                  <a:pt x="2133600" y="14287"/>
                </a:lnTo>
                <a:lnTo>
                  <a:pt x="2162175" y="14287"/>
                </a:lnTo>
                <a:lnTo>
                  <a:pt x="2162175" y="28574"/>
                </a:lnTo>
                <a:close/>
              </a:path>
              <a:path w="2162175" h="3152775">
                <a:moveTo>
                  <a:pt x="28575" y="3138487"/>
                </a:moveTo>
                <a:lnTo>
                  <a:pt x="14287" y="3124200"/>
                </a:lnTo>
                <a:lnTo>
                  <a:pt x="28575" y="3124200"/>
                </a:lnTo>
                <a:lnTo>
                  <a:pt x="28575" y="3138487"/>
                </a:lnTo>
                <a:close/>
              </a:path>
              <a:path w="2162175" h="3152775">
                <a:moveTo>
                  <a:pt x="2133600" y="3138487"/>
                </a:moveTo>
                <a:lnTo>
                  <a:pt x="28575" y="3138487"/>
                </a:lnTo>
                <a:lnTo>
                  <a:pt x="28575" y="3124200"/>
                </a:lnTo>
                <a:lnTo>
                  <a:pt x="2133600" y="3124200"/>
                </a:lnTo>
                <a:lnTo>
                  <a:pt x="2133600" y="3138487"/>
                </a:lnTo>
                <a:close/>
              </a:path>
              <a:path w="2162175" h="3152775">
                <a:moveTo>
                  <a:pt x="2162175" y="3138487"/>
                </a:moveTo>
                <a:lnTo>
                  <a:pt x="2133600" y="3138487"/>
                </a:lnTo>
                <a:lnTo>
                  <a:pt x="2147887" y="3124200"/>
                </a:lnTo>
                <a:lnTo>
                  <a:pt x="2162175" y="3124200"/>
                </a:lnTo>
                <a:lnTo>
                  <a:pt x="2162175" y="3138487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882264" y="977556"/>
            <a:ext cx="1262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 panose="020B0604020202020204"/>
                <a:cs typeface="Arial" panose="020B0604020202020204"/>
              </a:rPr>
              <a:t>74LS138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3000" y="1252511"/>
            <a:ext cx="56705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3810">
              <a:lnSpc>
                <a:spcPct val="142000"/>
              </a:lnSpc>
              <a:spcBef>
                <a:spcPts val="100"/>
              </a:spcBef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G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1 </a:t>
            </a:r>
            <a:r>
              <a:rPr sz="3600" b="1" spc="-37" baseline="12000" dirty="0">
                <a:latin typeface="Arial" panose="020B0604020202020204"/>
                <a:cs typeface="Arial" panose="020B0604020202020204"/>
              </a:rPr>
              <a:t>G</a:t>
            </a:r>
            <a:r>
              <a:rPr sz="1550" b="1" spc="-25" dirty="0">
                <a:latin typeface="Arial" panose="020B0604020202020204"/>
                <a:cs typeface="Arial" panose="020B0604020202020204"/>
              </a:rPr>
              <a:t>2A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07285" y="2167547"/>
            <a:ext cx="572770" cy="2096770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775"/>
              </a:spcBef>
            </a:pPr>
            <a:r>
              <a:rPr sz="3600" b="1" spc="-37" baseline="12000" dirty="0">
                <a:latin typeface="Arial" panose="020B0604020202020204"/>
                <a:cs typeface="Arial" panose="020B0604020202020204"/>
              </a:rPr>
              <a:t>G</a:t>
            </a:r>
            <a:r>
              <a:rPr sz="1550" b="1" spc="-25" dirty="0">
                <a:latin typeface="Arial" panose="020B0604020202020204"/>
                <a:cs typeface="Arial" panose="020B0604020202020204"/>
              </a:rPr>
              <a:t>2B</a:t>
            </a:r>
            <a:endParaRPr sz="1550">
              <a:latin typeface="Arial" panose="020B0604020202020204"/>
              <a:cs typeface="Arial" panose="020B0604020202020204"/>
            </a:endParaRPr>
          </a:p>
          <a:p>
            <a:pPr marL="38100" marR="297180" indent="8890" algn="just">
              <a:lnSpc>
                <a:spcPct val="125000"/>
              </a:lnSpc>
              <a:spcBef>
                <a:spcPts val="955"/>
              </a:spcBef>
            </a:pPr>
            <a:r>
              <a:rPr sz="2400" b="1" spc="-50" dirty="0">
                <a:latin typeface="Arial" panose="020B0604020202020204"/>
                <a:cs typeface="Arial" panose="020B0604020202020204"/>
              </a:rPr>
              <a:t>C B A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00200" y="1652244"/>
            <a:ext cx="1371600" cy="2466975"/>
            <a:chOff x="1600200" y="1652244"/>
            <a:chExt cx="1371600" cy="2466975"/>
          </a:xfrm>
        </p:grpSpPr>
        <p:sp>
          <p:nvSpPr>
            <p:cNvPr id="8" name="object 8"/>
            <p:cNvSpPr/>
            <p:nvPr/>
          </p:nvSpPr>
          <p:spPr>
            <a:xfrm>
              <a:off x="1600200" y="1652244"/>
              <a:ext cx="762000" cy="2466975"/>
            </a:xfrm>
            <a:custGeom>
              <a:avLst/>
              <a:gdLst/>
              <a:ahLst/>
              <a:cxnLst/>
              <a:rect l="l" t="t" r="r" b="b"/>
              <a:pathLst>
                <a:path w="762000" h="2466975">
                  <a:moveTo>
                    <a:pt x="762000" y="2438400"/>
                  </a:moveTo>
                  <a:lnTo>
                    <a:pt x="0" y="2438400"/>
                  </a:lnTo>
                  <a:lnTo>
                    <a:pt x="0" y="2466975"/>
                  </a:lnTo>
                  <a:lnTo>
                    <a:pt x="762000" y="2466975"/>
                  </a:lnTo>
                  <a:lnTo>
                    <a:pt x="762000" y="2438400"/>
                  </a:lnTo>
                  <a:close/>
                </a:path>
                <a:path w="762000" h="2466975">
                  <a:moveTo>
                    <a:pt x="762000" y="1981200"/>
                  </a:moveTo>
                  <a:lnTo>
                    <a:pt x="0" y="1981200"/>
                  </a:lnTo>
                  <a:lnTo>
                    <a:pt x="0" y="2009775"/>
                  </a:lnTo>
                  <a:lnTo>
                    <a:pt x="762000" y="2009775"/>
                  </a:lnTo>
                  <a:lnTo>
                    <a:pt x="762000" y="1981200"/>
                  </a:lnTo>
                  <a:close/>
                </a:path>
                <a:path w="762000" h="2466975">
                  <a:moveTo>
                    <a:pt x="762000" y="1524000"/>
                  </a:moveTo>
                  <a:lnTo>
                    <a:pt x="0" y="1524000"/>
                  </a:lnTo>
                  <a:lnTo>
                    <a:pt x="0" y="1552575"/>
                  </a:lnTo>
                  <a:lnTo>
                    <a:pt x="762000" y="1552575"/>
                  </a:lnTo>
                  <a:lnTo>
                    <a:pt x="762000" y="1524000"/>
                  </a:lnTo>
                  <a:close/>
                </a:path>
                <a:path w="762000" h="2466975">
                  <a:moveTo>
                    <a:pt x="762000" y="914400"/>
                  </a:moveTo>
                  <a:lnTo>
                    <a:pt x="0" y="914400"/>
                  </a:lnTo>
                  <a:lnTo>
                    <a:pt x="0" y="942975"/>
                  </a:lnTo>
                  <a:lnTo>
                    <a:pt x="762000" y="942975"/>
                  </a:lnTo>
                  <a:lnTo>
                    <a:pt x="762000" y="914400"/>
                  </a:lnTo>
                  <a:close/>
                </a:path>
                <a:path w="762000" h="2466975">
                  <a:moveTo>
                    <a:pt x="762000" y="457200"/>
                  </a:moveTo>
                  <a:lnTo>
                    <a:pt x="0" y="457200"/>
                  </a:lnTo>
                  <a:lnTo>
                    <a:pt x="0" y="485775"/>
                  </a:lnTo>
                  <a:lnTo>
                    <a:pt x="762000" y="485775"/>
                  </a:lnTo>
                  <a:lnTo>
                    <a:pt x="762000" y="457200"/>
                  </a:lnTo>
                  <a:close/>
                </a:path>
                <a:path w="762000" h="2466975">
                  <a:moveTo>
                    <a:pt x="7620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762000" y="28575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38400" y="1957044"/>
              <a:ext cx="533400" cy="485775"/>
            </a:xfrm>
            <a:custGeom>
              <a:avLst/>
              <a:gdLst/>
              <a:ahLst/>
              <a:cxnLst/>
              <a:rect l="l" t="t" r="r" b="b"/>
              <a:pathLst>
                <a:path w="533400" h="485775">
                  <a:moveTo>
                    <a:pt x="525462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25462" y="28575"/>
                  </a:lnTo>
                  <a:lnTo>
                    <a:pt x="525462" y="0"/>
                  </a:lnTo>
                  <a:close/>
                </a:path>
                <a:path w="533400" h="485775">
                  <a:moveTo>
                    <a:pt x="533400" y="457200"/>
                  </a:moveTo>
                  <a:lnTo>
                    <a:pt x="7937" y="457200"/>
                  </a:lnTo>
                  <a:lnTo>
                    <a:pt x="7937" y="485775"/>
                  </a:lnTo>
                  <a:lnTo>
                    <a:pt x="533400" y="485775"/>
                  </a:lnTo>
                  <a:lnTo>
                    <a:pt x="533400" y="457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50347" y="1481111"/>
            <a:ext cx="389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Y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4300" y="2043819"/>
            <a:ext cx="592455" cy="104775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48895" algn="ctr">
              <a:lnSpc>
                <a:spcPct val="100000"/>
              </a:lnSpc>
              <a:spcBef>
                <a:spcPts val="470"/>
              </a:spcBef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Y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1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1765"/>
              </a:lnSpc>
              <a:spcBef>
                <a:spcPts val="250"/>
              </a:spcBef>
              <a:tabLst>
                <a:tab pos="515620" algn="l"/>
              </a:tabLst>
            </a:pPr>
            <a:r>
              <a:rPr sz="1550" u="heavy" dirty="0">
                <a:uFill>
                  <a:solidFill>
                    <a:srgbClr val="000000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1550">
              <a:latin typeface="Times New Roman" panose="02020603050405020304"/>
              <a:cs typeface="Times New Roman" panose="02020603050405020304"/>
            </a:endParaRPr>
          </a:p>
          <a:p>
            <a:pPr marL="48895" algn="ctr">
              <a:lnSpc>
                <a:spcPts val="2785"/>
              </a:lnSpc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Y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2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50347" y="3386111"/>
            <a:ext cx="389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Y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3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62400" y="1499844"/>
            <a:ext cx="1295400" cy="2190750"/>
            <a:chOff x="3962400" y="1499844"/>
            <a:chExt cx="1295400" cy="2190750"/>
          </a:xfrm>
        </p:grpSpPr>
        <p:sp>
          <p:nvSpPr>
            <p:cNvPr id="14" name="object 14"/>
            <p:cNvSpPr/>
            <p:nvPr/>
          </p:nvSpPr>
          <p:spPr>
            <a:xfrm>
              <a:off x="4495800" y="1699869"/>
              <a:ext cx="762000" cy="1990725"/>
            </a:xfrm>
            <a:custGeom>
              <a:avLst/>
              <a:gdLst/>
              <a:ahLst/>
              <a:cxnLst/>
              <a:rect l="l" t="t" r="r" b="b"/>
              <a:pathLst>
                <a:path w="762000" h="1990725">
                  <a:moveTo>
                    <a:pt x="762000" y="1947862"/>
                  </a:moveTo>
                  <a:lnTo>
                    <a:pt x="733425" y="1933575"/>
                  </a:lnTo>
                  <a:lnTo>
                    <a:pt x="676275" y="1905000"/>
                  </a:lnTo>
                  <a:lnTo>
                    <a:pt x="676275" y="1933575"/>
                  </a:lnTo>
                  <a:lnTo>
                    <a:pt x="0" y="1933575"/>
                  </a:lnTo>
                  <a:lnTo>
                    <a:pt x="0" y="1962150"/>
                  </a:lnTo>
                  <a:lnTo>
                    <a:pt x="676275" y="1962150"/>
                  </a:lnTo>
                  <a:lnTo>
                    <a:pt x="676275" y="1990725"/>
                  </a:lnTo>
                  <a:lnTo>
                    <a:pt x="733425" y="1962150"/>
                  </a:lnTo>
                  <a:lnTo>
                    <a:pt x="762000" y="1947862"/>
                  </a:lnTo>
                  <a:close/>
                </a:path>
                <a:path w="762000" h="1990725">
                  <a:moveTo>
                    <a:pt x="762000" y="1338262"/>
                  </a:moveTo>
                  <a:lnTo>
                    <a:pt x="733425" y="1323975"/>
                  </a:lnTo>
                  <a:lnTo>
                    <a:pt x="676275" y="1295400"/>
                  </a:lnTo>
                  <a:lnTo>
                    <a:pt x="676275" y="1323975"/>
                  </a:lnTo>
                  <a:lnTo>
                    <a:pt x="0" y="1323975"/>
                  </a:lnTo>
                  <a:lnTo>
                    <a:pt x="0" y="1352550"/>
                  </a:lnTo>
                  <a:lnTo>
                    <a:pt x="676275" y="1352550"/>
                  </a:lnTo>
                  <a:lnTo>
                    <a:pt x="676275" y="1381125"/>
                  </a:lnTo>
                  <a:lnTo>
                    <a:pt x="733425" y="1352550"/>
                  </a:lnTo>
                  <a:lnTo>
                    <a:pt x="762000" y="1338262"/>
                  </a:lnTo>
                  <a:close/>
                </a:path>
                <a:path w="762000" h="1990725">
                  <a:moveTo>
                    <a:pt x="762000" y="728662"/>
                  </a:moveTo>
                  <a:lnTo>
                    <a:pt x="733425" y="714375"/>
                  </a:lnTo>
                  <a:lnTo>
                    <a:pt x="676275" y="685800"/>
                  </a:lnTo>
                  <a:lnTo>
                    <a:pt x="676275" y="714375"/>
                  </a:lnTo>
                  <a:lnTo>
                    <a:pt x="0" y="714375"/>
                  </a:lnTo>
                  <a:lnTo>
                    <a:pt x="0" y="742950"/>
                  </a:lnTo>
                  <a:lnTo>
                    <a:pt x="676275" y="742950"/>
                  </a:lnTo>
                  <a:lnTo>
                    <a:pt x="676275" y="771525"/>
                  </a:lnTo>
                  <a:lnTo>
                    <a:pt x="733425" y="742950"/>
                  </a:lnTo>
                  <a:lnTo>
                    <a:pt x="762000" y="728662"/>
                  </a:lnTo>
                  <a:close/>
                </a:path>
                <a:path w="762000" h="1990725">
                  <a:moveTo>
                    <a:pt x="762000" y="42862"/>
                  </a:moveTo>
                  <a:lnTo>
                    <a:pt x="733425" y="28575"/>
                  </a:lnTo>
                  <a:lnTo>
                    <a:pt x="676275" y="0"/>
                  </a:lnTo>
                  <a:lnTo>
                    <a:pt x="676275" y="28575"/>
                  </a:lnTo>
                  <a:lnTo>
                    <a:pt x="0" y="28575"/>
                  </a:lnTo>
                  <a:lnTo>
                    <a:pt x="0" y="57150"/>
                  </a:lnTo>
                  <a:lnTo>
                    <a:pt x="676275" y="57150"/>
                  </a:lnTo>
                  <a:lnTo>
                    <a:pt x="676275" y="85725"/>
                  </a:lnTo>
                  <a:lnTo>
                    <a:pt x="733425" y="57150"/>
                  </a:lnTo>
                  <a:lnTo>
                    <a:pt x="762000" y="42862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62400" y="1499844"/>
              <a:ext cx="466725" cy="1933575"/>
            </a:xfrm>
            <a:custGeom>
              <a:avLst/>
              <a:gdLst/>
              <a:ahLst/>
              <a:cxnLst/>
              <a:rect l="l" t="t" r="r" b="b"/>
              <a:pathLst>
                <a:path w="466725" h="1933575">
                  <a:moveTo>
                    <a:pt x="466725" y="1905000"/>
                  </a:moveTo>
                  <a:lnTo>
                    <a:pt x="0" y="1905000"/>
                  </a:lnTo>
                  <a:lnTo>
                    <a:pt x="0" y="1933575"/>
                  </a:lnTo>
                  <a:lnTo>
                    <a:pt x="466725" y="1933575"/>
                  </a:lnTo>
                  <a:lnTo>
                    <a:pt x="466725" y="1905000"/>
                  </a:lnTo>
                  <a:close/>
                </a:path>
                <a:path w="466725" h="1933575">
                  <a:moveTo>
                    <a:pt x="466725" y="609600"/>
                  </a:moveTo>
                  <a:lnTo>
                    <a:pt x="0" y="609600"/>
                  </a:lnTo>
                  <a:lnTo>
                    <a:pt x="0" y="638175"/>
                  </a:lnTo>
                  <a:lnTo>
                    <a:pt x="466725" y="638175"/>
                  </a:lnTo>
                  <a:lnTo>
                    <a:pt x="466725" y="609600"/>
                  </a:lnTo>
                  <a:close/>
                </a:path>
                <a:path w="466725" h="1933575">
                  <a:moveTo>
                    <a:pt x="466725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466725" y="28575"/>
                  </a:lnTo>
                  <a:lnTo>
                    <a:pt x="466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488940" y="1510956"/>
            <a:ext cx="3220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8237.CS</a:t>
            </a:r>
            <a:r>
              <a:rPr sz="24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Noto Sans Mono CJK HK"/>
                <a:cs typeface="Noto Sans Mono CJK HK"/>
              </a:rPr>
              <a:t>（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00H~1FH</a:t>
            </a:r>
            <a:r>
              <a:rPr sz="2400" b="1" spc="-10" dirty="0">
                <a:latin typeface="Noto Sans Mono CJK HK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69229" y="2196756"/>
            <a:ext cx="344042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8259A.CS</a:t>
            </a:r>
            <a:r>
              <a:rPr sz="24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Noto Sans Mono CJK HK"/>
                <a:cs typeface="Noto Sans Mono CJK HK"/>
              </a:rPr>
              <a:t>（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20H~3FH</a:t>
            </a:r>
            <a:r>
              <a:rPr sz="2400" b="1" spc="-10" dirty="0">
                <a:latin typeface="Noto Sans Mono CJK HK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38152" y="2806356"/>
            <a:ext cx="3220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8253.CS</a:t>
            </a:r>
            <a:r>
              <a:rPr sz="24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Noto Sans Mono CJK HK"/>
                <a:cs typeface="Noto Sans Mono CJK HK"/>
              </a:rPr>
              <a:t>（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40H~5FH</a:t>
            </a:r>
            <a:r>
              <a:rPr sz="2400" b="1" spc="-10" dirty="0">
                <a:latin typeface="Noto Sans Mono CJK HK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248400" y="1499844"/>
            <a:ext cx="457200" cy="28575"/>
          </a:xfrm>
          <a:custGeom>
            <a:avLst/>
            <a:gdLst/>
            <a:ahLst/>
            <a:cxnLst/>
            <a:rect l="l" t="t" r="r" b="b"/>
            <a:pathLst>
              <a:path w="457200" h="28575">
                <a:moveTo>
                  <a:pt x="457200" y="28574"/>
                </a:moveTo>
                <a:lnTo>
                  <a:pt x="0" y="28574"/>
                </a:lnTo>
                <a:lnTo>
                  <a:pt x="0" y="0"/>
                </a:lnTo>
                <a:lnTo>
                  <a:pt x="457200" y="0"/>
                </a:lnTo>
                <a:lnTo>
                  <a:pt x="457200" y="285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48400" y="2185644"/>
            <a:ext cx="457200" cy="28575"/>
          </a:xfrm>
          <a:custGeom>
            <a:avLst/>
            <a:gdLst/>
            <a:ahLst/>
            <a:cxnLst/>
            <a:rect l="l" t="t" r="r" b="b"/>
            <a:pathLst>
              <a:path w="457200" h="28575">
                <a:moveTo>
                  <a:pt x="457200" y="28575"/>
                </a:moveTo>
                <a:lnTo>
                  <a:pt x="0" y="28575"/>
                </a:lnTo>
                <a:lnTo>
                  <a:pt x="0" y="0"/>
                </a:lnTo>
                <a:lnTo>
                  <a:pt x="457200" y="0"/>
                </a:lnTo>
                <a:lnTo>
                  <a:pt x="4572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48400" y="2795244"/>
            <a:ext cx="457200" cy="28575"/>
          </a:xfrm>
          <a:custGeom>
            <a:avLst/>
            <a:gdLst/>
            <a:ahLst/>
            <a:cxnLst/>
            <a:rect l="l" t="t" r="r" b="b"/>
            <a:pathLst>
              <a:path w="457200" h="28575">
                <a:moveTo>
                  <a:pt x="457200" y="28575"/>
                </a:moveTo>
                <a:lnTo>
                  <a:pt x="0" y="28575"/>
                </a:lnTo>
                <a:lnTo>
                  <a:pt x="0" y="0"/>
                </a:lnTo>
                <a:lnTo>
                  <a:pt x="457200" y="0"/>
                </a:lnTo>
                <a:lnTo>
                  <a:pt x="4572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48400" y="3481044"/>
            <a:ext cx="457200" cy="28575"/>
          </a:xfrm>
          <a:custGeom>
            <a:avLst/>
            <a:gdLst/>
            <a:ahLst/>
            <a:cxnLst/>
            <a:rect l="l" t="t" r="r" b="b"/>
            <a:pathLst>
              <a:path w="457200" h="28575">
                <a:moveTo>
                  <a:pt x="457200" y="28575"/>
                </a:moveTo>
                <a:lnTo>
                  <a:pt x="0" y="28575"/>
                </a:lnTo>
                <a:lnTo>
                  <a:pt x="0" y="0"/>
                </a:lnTo>
                <a:lnTo>
                  <a:pt x="457200" y="0"/>
                </a:lnTo>
                <a:lnTo>
                  <a:pt x="45720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318442" y="3382014"/>
            <a:ext cx="3440429" cy="105156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400" b="1" dirty="0">
                <a:latin typeface="Arial" panose="020B0604020202020204"/>
                <a:cs typeface="Arial" panose="020B0604020202020204"/>
              </a:rPr>
              <a:t>8255A.CS</a:t>
            </a:r>
            <a:r>
              <a:rPr sz="2400" b="1" spc="-100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Noto Sans Mono CJK HK"/>
                <a:cs typeface="Noto Sans Mono CJK HK"/>
              </a:rPr>
              <a:t>（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60H~7FH</a:t>
            </a:r>
            <a:r>
              <a:rPr sz="2400" b="1" spc="-10" dirty="0">
                <a:latin typeface="Noto Sans Mono CJK HK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  <a:p>
            <a:pPr marL="1014730">
              <a:lnSpc>
                <a:spcPct val="100000"/>
              </a:lnSpc>
              <a:spcBef>
                <a:spcPts val="1005"/>
              </a:spcBef>
            </a:pPr>
            <a:r>
              <a:rPr sz="2800" b="1" dirty="0">
                <a:latin typeface="Arial" panose="020B0604020202020204"/>
                <a:cs typeface="Arial" panose="020B0604020202020204"/>
              </a:rPr>
              <a:t>00</a:t>
            </a:r>
            <a:r>
              <a:rPr sz="28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017</a:t>
            </a:r>
            <a:r>
              <a:rPr sz="2800" b="1" spc="-105" dirty="0">
                <a:latin typeface="Arial" panose="020B0604020202020204"/>
                <a:cs typeface="Arial" panose="020B0604020202020204"/>
              </a:rPr>
              <a:t> </a:t>
            </a:r>
            <a:r>
              <a:rPr sz="2800" b="1" spc="-20" dirty="0">
                <a:latin typeface="Arial" panose="020B0604020202020204"/>
                <a:cs typeface="Arial" panose="020B0604020202020204"/>
              </a:rPr>
              <a:t>0000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7872" y="1373162"/>
            <a:ext cx="720090" cy="286131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85"/>
              </a:spcBef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AEN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316865" marR="64135">
              <a:lnSpc>
                <a:spcPts val="3600"/>
              </a:lnSpc>
              <a:spcBef>
                <a:spcPts val="5"/>
              </a:spcBef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A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9 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A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8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316865" marR="64135" algn="just">
              <a:lnSpc>
                <a:spcPct val="125000"/>
              </a:lnSpc>
              <a:spcBef>
                <a:spcPts val="960"/>
              </a:spcBef>
            </a:pPr>
            <a:r>
              <a:rPr sz="2400" b="1" spc="-25" dirty="0">
                <a:latin typeface="Arial" panose="020B0604020202020204"/>
                <a:cs typeface="Arial" panose="020B0604020202020204"/>
              </a:rPr>
              <a:t>A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7 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A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6 </a:t>
            </a:r>
            <a:r>
              <a:rPr sz="2400" b="1" spc="-25" dirty="0">
                <a:latin typeface="Arial" panose="020B0604020202020204"/>
                <a:cs typeface="Arial" panose="020B0604020202020204"/>
              </a:rPr>
              <a:t>A</a:t>
            </a:r>
            <a:r>
              <a:rPr sz="2325" b="1" spc="-37" baseline="-18000" dirty="0">
                <a:latin typeface="Arial" panose="020B0604020202020204"/>
                <a:cs typeface="Arial" panose="020B0604020202020204"/>
              </a:rPr>
              <a:t>5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8177" y="4712449"/>
            <a:ext cx="8395970" cy="134239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93065" marR="43180" indent="-342900">
              <a:lnSpc>
                <a:spcPts val="2570"/>
              </a:lnSpc>
              <a:spcBef>
                <a:spcPts val="440"/>
              </a:spcBef>
              <a:buFont typeface="Wingdings" panose="05000000000000000000"/>
              <a:buChar char=""/>
              <a:tabLst>
                <a:tab pos="393065" algn="l"/>
                <a:tab pos="866140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	由于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既没有作为片选地址线，也没有作为片</a:t>
            </a:r>
            <a:r>
              <a:rPr sz="2400" spc="-1395" dirty="0">
                <a:solidFill>
                  <a:srgbClr val="0000CC"/>
                </a:solidFill>
                <a:latin typeface="Noto Serif CJK JP"/>
                <a:cs typeface="Noto Serif CJK JP"/>
              </a:rPr>
              <a:t>内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地址线使用，所以是不完全译码。端口地址会有重叠。</a:t>
            </a:r>
            <a:endParaRPr sz="2400">
              <a:latin typeface="Noto Serif CJK JP"/>
              <a:cs typeface="Noto Serif CJK JP"/>
            </a:endParaRPr>
          </a:p>
          <a:p>
            <a:pPr marL="866775" indent="-815975">
              <a:lnSpc>
                <a:spcPct val="100000"/>
              </a:lnSpc>
              <a:spcBef>
                <a:spcPts val="2010"/>
              </a:spcBef>
              <a:buFont typeface="Wingdings" panose="05000000000000000000"/>
              <a:buChar char=""/>
              <a:tabLst>
                <a:tab pos="866775" algn="l"/>
              </a:tabLst>
            </a:pP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例如：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70H~73H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64H~67H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等都同于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60H~63H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7702" y="5470016"/>
            <a:ext cx="542925" cy="600075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8377" y="2539339"/>
            <a:ext cx="257174" cy="2698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2532" y="3155289"/>
            <a:ext cx="247649" cy="2635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6277" y="990574"/>
            <a:ext cx="8100695" cy="368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例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1. 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某应用系统以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作为接口，采集一组开关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S7~S0 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的</a:t>
            </a:r>
            <a:r>
              <a:rPr sz="2400" spc="165" dirty="0">
                <a:solidFill>
                  <a:srgbClr val="0000CC"/>
                </a:solidFill>
                <a:latin typeface="Noto Serif CJK JP"/>
                <a:cs typeface="Noto Serif CJK JP"/>
              </a:rPr>
              <a:t>状态，然后通过一组发光二极管</a:t>
            </a:r>
            <a:r>
              <a:rPr sz="2400" spc="1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LED7~LED0</a:t>
            </a:r>
            <a:r>
              <a:rPr sz="2400" spc="125" dirty="0">
                <a:solidFill>
                  <a:srgbClr val="0000CC"/>
                </a:solidFill>
                <a:latin typeface="Noto Serif CJK JP"/>
                <a:cs typeface="Noto Serif CJK JP"/>
              </a:rPr>
              <a:t>显示开关状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态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,(Si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闭合，则对应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LEDi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亮，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Si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断开，则对应的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LEDi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灭）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电</a:t>
            </a:r>
            <a:r>
              <a:rPr sz="2400" spc="45" dirty="0">
                <a:solidFill>
                  <a:srgbClr val="0000CC"/>
                </a:solidFill>
                <a:latin typeface="Noto Serif CJK JP"/>
                <a:cs typeface="Noto Serif CJK JP"/>
              </a:rPr>
              <a:t>路连接如下   ，已知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两组均工作在方式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 dirty="0">
              <a:latin typeface="Noto Serif CJK JP"/>
              <a:cs typeface="Noto Serif CJK JP"/>
            </a:endParaRPr>
          </a:p>
          <a:p>
            <a:pPr marL="469265" indent="-456565">
              <a:lnSpc>
                <a:spcPct val="100000"/>
              </a:lnSpc>
              <a:spcBef>
                <a:spcPts val="1920"/>
              </a:spcBef>
              <a:buFont typeface="Arial" panose="020B0604020202020204"/>
              <a:buAutoNum type="arabicPeriod"/>
              <a:tabLst>
                <a:tab pos="469265" algn="l"/>
                <a:tab pos="206184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写出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个端口的地址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 dirty="0">
              <a:latin typeface="Noto Serif CJK JP"/>
              <a:cs typeface="Noto Serif CJK JP"/>
            </a:endParaRPr>
          </a:p>
          <a:p>
            <a:pPr marL="469265" indent="-456565">
              <a:lnSpc>
                <a:spcPct val="100000"/>
              </a:lnSpc>
              <a:spcBef>
                <a:spcPts val="1920"/>
              </a:spcBef>
              <a:buFont typeface="Arial" panose="020B0604020202020204"/>
              <a:buAutoNum type="arabicPeriod"/>
              <a:tabLst>
                <a:tab pos="469265" algn="l"/>
              </a:tabLst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写出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工作方式控制字。</a:t>
            </a:r>
            <a:endParaRPr sz="2400" dirty="0">
              <a:latin typeface="Noto Serif CJK JP"/>
              <a:cs typeface="Noto Serif CJK JP"/>
            </a:endParaRPr>
          </a:p>
          <a:p>
            <a:pPr marL="469265" indent="-456565">
              <a:lnSpc>
                <a:spcPct val="100000"/>
              </a:lnSpc>
              <a:spcBef>
                <a:spcPts val="1905"/>
              </a:spcBef>
              <a:buFont typeface="Arial" panose="020B0604020202020204"/>
              <a:buAutoNum type="arabicPeriod"/>
              <a:tabLst>
                <a:tab pos="469265" algn="l"/>
              </a:tabLst>
            </a:pP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写出实现给定功能的汇编语言程序。</a:t>
            </a:r>
            <a:endParaRPr sz="2400" dirty="0">
              <a:latin typeface="Noto Serif CJK JP"/>
              <a:cs typeface="Noto Serif CJK JP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26402" y="126364"/>
            <a:ext cx="47275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98245" algn="l"/>
              </a:tabLst>
            </a:pPr>
            <a:r>
              <a:rPr spc="-10" dirty="0">
                <a:latin typeface="Arial" panose="020B0604020202020204"/>
                <a:cs typeface="Arial" panose="020B0604020202020204"/>
              </a:rPr>
              <a:t>7.2.8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的其它应用举例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402" y="126364"/>
            <a:ext cx="43719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98245" algn="l"/>
              </a:tabLst>
            </a:pPr>
            <a:r>
              <a:rPr spc="-10" dirty="0">
                <a:latin typeface="Arial" panose="020B0604020202020204"/>
                <a:cs typeface="Arial" panose="020B0604020202020204"/>
              </a:rPr>
              <a:t>7.2.8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其它应用举例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1196339"/>
            <a:ext cx="6417563" cy="423062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81" y="928789"/>
            <a:ext cx="8808085" cy="200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00"/>
              </a:spcBef>
            </a:pPr>
            <a:r>
              <a:rPr sz="2400" spc="-430" dirty="0">
                <a:solidFill>
                  <a:srgbClr val="FF0000"/>
                </a:solidFill>
                <a:latin typeface="Noto Serif CJK JP"/>
                <a:cs typeface="Noto Serif CJK JP"/>
              </a:rPr>
              <a:t>答：</a:t>
            </a:r>
            <a:r>
              <a:rPr sz="3600" spc="-7" baseline="1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3600" baseline="1000" dirty="0">
                <a:solidFill>
                  <a:srgbClr val="0000CC"/>
                </a:solidFill>
                <a:latin typeface="Noto Serif CJK JP"/>
                <a:cs typeface="Noto Serif CJK JP"/>
              </a:rPr>
              <a:t>口、</a:t>
            </a:r>
            <a:r>
              <a:rPr sz="3600" spc="-15" baseline="1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3600" baseline="1000" dirty="0">
                <a:solidFill>
                  <a:srgbClr val="0000CC"/>
                </a:solidFill>
                <a:latin typeface="Noto Serif CJK JP"/>
                <a:cs typeface="Noto Serif CJK JP"/>
              </a:rPr>
              <a:t>口、</a:t>
            </a:r>
            <a:r>
              <a:rPr sz="3600" spc="-37" baseline="1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3600" spc="-7" baseline="1000" dirty="0">
                <a:solidFill>
                  <a:srgbClr val="0000CC"/>
                </a:solidFill>
                <a:latin typeface="Noto Serif CJK JP"/>
                <a:cs typeface="Noto Serif CJK JP"/>
              </a:rPr>
              <a:t>口和控制口的地址分别是</a:t>
            </a:r>
            <a:endParaRPr sz="3600" baseline="1000">
              <a:latin typeface="Noto Serif CJK JP"/>
              <a:cs typeface="Noto Serif CJK JP"/>
            </a:endParaRPr>
          </a:p>
          <a:p>
            <a:pPr marL="513715">
              <a:lnSpc>
                <a:spcPts val="2855"/>
              </a:lnSpc>
            </a:pP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320H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321H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、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322H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和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323H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。</a:t>
            </a:r>
            <a:endParaRPr sz="2400">
              <a:latin typeface="Noto Serif CJK JP"/>
              <a:cs typeface="Noto Serif CJK JP"/>
            </a:endParaRPr>
          </a:p>
          <a:p>
            <a:pPr marL="513715" marR="508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口工作在方式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输出，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口工作在方式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输入，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口空闲（</a:t>
            </a: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设置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为输入），所以其控制字是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700711b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＝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8BH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13715">
              <a:lnSpc>
                <a:spcPct val="100000"/>
              </a:lnSpc>
              <a:spcBef>
                <a:spcPts val="585"/>
              </a:spcBef>
            </a:pPr>
            <a:r>
              <a:rPr sz="2400" spc="-10" dirty="0">
                <a:solidFill>
                  <a:srgbClr val="FF0000"/>
                </a:solidFill>
                <a:latin typeface="Noto Serif CJK JP"/>
                <a:cs typeface="Noto Serif CJK JP"/>
              </a:rPr>
              <a:t>程序如下：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83222" y="2952349"/>
          <a:ext cx="8107679" cy="3264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7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2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7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marR="559435" algn="r">
                        <a:lnSpc>
                          <a:spcPts val="2655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MOV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655"/>
                        </a:lnSpc>
                      </a:pPr>
                      <a:r>
                        <a:rPr sz="240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AL,</a:t>
                      </a: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 8BH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2655"/>
                        </a:lnSpc>
                      </a:pP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r>
                        <a:rPr sz="2400" spc="-15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置方式字</a:t>
                      </a:r>
                      <a:endParaRPr sz="2400">
                        <a:latin typeface="Noto Serif CJK JP"/>
                        <a:cs typeface="Noto Serif CJK JP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559435" algn="r">
                        <a:lnSpc>
                          <a:spcPts val="2750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MOV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750"/>
                        </a:lnSpc>
                      </a:pPr>
                      <a:r>
                        <a:rPr sz="240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DX,</a:t>
                      </a:r>
                      <a:r>
                        <a:rPr sz="2400" spc="-3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2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323H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2750"/>
                        </a:lnSpc>
                      </a:pP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r>
                        <a:rPr sz="2400" spc="-1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置控制端口地址</a:t>
                      </a:r>
                      <a:endParaRPr sz="2400">
                        <a:latin typeface="Noto Serif CJK JP"/>
                        <a:cs typeface="Noto Serif CJK JP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0">
                        <a:lnSpc>
                          <a:spcPts val="2750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OUT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750"/>
                        </a:lnSpc>
                      </a:pPr>
                      <a:r>
                        <a:rPr sz="240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DX,</a:t>
                      </a:r>
                      <a:r>
                        <a:rPr sz="2400" spc="-16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559435" algn="r">
                        <a:lnSpc>
                          <a:spcPts val="2750"/>
                        </a:lnSpc>
                        <a:tabLst>
                          <a:tab pos="913765" algn="l"/>
                        </a:tabLst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L1:</a:t>
                      </a:r>
                      <a:r>
                        <a:rPr sz="240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MOV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750"/>
                        </a:lnSpc>
                      </a:pPr>
                      <a:r>
                        <a:rPr sz="240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DX,</a:t>
                      </a:r>
                      <a:r>
                        <a:rPr sz="2400" spc="-3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2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321H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2750"/>
                        </a:lnSpc>
                      </a:pP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r>
                        <a:rPr sz="240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置</a:t>
                      </a: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2400" spc="-2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口地址</a:t>
                      </a:r>
                      <a:endParaRPr sz="2400">
                        <a:latin typeface="Noto Serif CJK JP"/>
                        <a:cs typeface="Noto Serif CJK JP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R="2540" algn="ctr">
                        <a:lnSpc>
                          <a:spcPts val="2750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750"/>
                        </a:lnSpc>
                      </a:pPr>
                      <a:r>
                        <a:rPr sz="240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AL,</a:t>
                      </a: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 DX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2750"/>
                        </a:lnSpc>
                      </a:pP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r>
                        <a:rPr sz="240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读开关状态</a:t>
                      </a:r>
                      <a:r>
                        <a:rPr sz="2400" spc="-1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（</a:t>
                      </a: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2400" spc="-5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断，</a:t>
                      </a: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240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通</a:t>
                      </a:r>
                      <a:r>
                        <a:rPr sz="2400" spc="-5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）</a:t>
                      </a:r>
                      <a:endParaRPr sz="2400">
                        <a:latin typeface="Noto Serif CJK JP"/>
                        <a:cs typeface="Noto Serif CJK JP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0">
                        <a:lnSpc>
                          <a:spcPts val="2750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NOT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750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2750"/>
                        </a:lnSpc>
                      </a:pP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r>
                        <a:rPr sz="2400" spc="-15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状态取反</a:t>
                      </a:r>
                      <a:endParaRPr sz="2400">
                        <a:latin typeface="Noto Serif CJK JP"/>
                        <a:cs typeface="Noto Serif CJK JP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R="559435" algn="r">
                        <a:lnSpc>
                          <a:spcPts val="2750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MOV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750"/>
                        </a:lnSpc>
                      </a:pPr>
                      <a:r>
                        <a:rPr sz="240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DX,</a:t>
                      </a:r>
                      <a:r>
                        <a:rPr sz="2400" spc="-3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2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320H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2750"/>
                        </a:lnSpc>
                      </a:pP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r>
                        <a:rPr sz="240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置</a:t>
                      </a: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2400" spc="-2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口地址</a:t>
                      </a:r>
                      <a:endParaRPr sz="2400">
                        <a:latin typeface="Noto Serif CJK JP"/>
                        <a:cs typeface="Noto Serif CJK JP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46150">
                        <a:lnSpc>
                          <a:spcPts val="2750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OUT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750"/>
                        </a:lnSpc>
                      </a:pPr>
                      <a:r>
                        <a:rPr sz="240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DX,</a:t>
                      </a:r>
                      <a:r>
                        <a:rPr sz="2400" spc="-16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ts val="2750"/>
                        </a:lnSpc>
                      </a:pP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;</a:t>
                      </a:r>
                      <a:r>
                        <a:rPr sz="240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输出</a:t>
                      </a:r>
                      <a:r>
                        <a:rPr sz="2400" spc="-1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（</a:t>
                      </a: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2400" spc="-5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亮，</a:t>
                      </a:r>
                      <a:r>
                        <a:rPr sz="2400" spc="-10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240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灭</a:t>
                      </a:r>
                      <a:r>
                        <a:rPr sz="2400" spc="-50" dirty="0">
                          <a:solidFill>
                            <a:srgbClr val="2876E8"/>
                          </a:solidFill>
                          <a:latin typeface="Noto Serif CJK JP"/>
                          <a:cs typeface="Noto Serif CJK JP"/>
                        </a:rPr>
                        <a:t>）</a:t>
                      </a:r>
                      <a:endParaRPr sz="2400">
                        <a:latin typeface="Noto Serif CJK JP"/>
                        <a:cs typeface="Noto Serif CJK JP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060">
                <a:tc>
                  <a:txBody>
                    <a:bodyPr/>
                    <a:lstStyle/>
                    <a:p>
                      <a:pPr marL="946150">
                        <a:lnSpc>
                          <a:spcPts val="2680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JMP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7055">
                        <a:lnSpc>
                          <a:spcPts val="2680"/>
                        </a:lnSpc>
                      </a:pPr>
                      <a:r>
                        <a:rPr sz="2400" spc="-25" dirty="0">
                          <a:solidFill>
                            <a:srgbClr val="2876E8"/>
                          </a:solidFill>
                          <a:latin typeface="Arial" panose="020B0604020202020204"/>
                          <a:cs typeface="Arial" panose="020B0604020202020204"/>
                        </a:rPr>
                        <a:t>L1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6402" y="126364"/>
            <a:ext cx="43719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98245" algn="l"/>
              </a:tabLst>
            </a:pPr>
            <a:r>
              <a:rPr spc="-10" dirty="0">
                <a:latin typeface="Arial" panose="020B0604020202020204"/>
                <a:cs typeface="Arial" panose="020B0604020202020204"/>
              </a:rPr>
              <a:t>7.2.8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5" dirty="0"/>
              <a:t>其它应用举例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045" rIns="0" bIns="0" rtlCol="0">
            <a:spAutoFit/>
          </a:bodyPr>
          <a:lstStyle/>
          <a:p>
            <a:pPr marL="213995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0" dirty="0"/>
              <a:t>内部组成</a:t>
            </a:r>
            <a:r>
              <a:rPr spc="-20" dirty="0"/>
              <a:t>（</a:t>
            </a:r>
            <a:r>
              <a:rPr spc="-20" dirty="0">
                <a:latin typeface="Arial" panose="020B0604020202020204"/>
                <a:cs typeface="Arial" panose="020B0604020202020204"/>
              </a:rPr>
              <a:t>1</a:t>
            </a:r>
            <a:r>
              <a:rPr spc="-20" dirty="0"/>
              <a:t>）：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998220"/>
            <a:ext cx="8134350" cy="413575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indent="30480">
              <a:lnSpc>
                <a:spcPts val="2580"/>
              </a:lnSpc>
              <a:spcBef>
                <a:spcPts val="435"/>
              </a:spcBef>
            </a:pPr>
            <a:r>
              <a:rPr sz="2400"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</a:t>
            </a:r>
            <a:r>
              <a:rPr sz="2400" spc="65" dirty="0">
                <a:solidFill>
                  <a:srgbClr val="0000CC"/>
                </a:solidFill>
                <a:latin typeface="Noto Serif CJK JP"/>
                <a:cs typeface="Noto Serif CJK JP"/>
              </a:rPr>
              <a:t>有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spc="70" dirty="0">
                <a:solidFill>
                  <a:srgbClr val="0000CC"/>
                </a:solidFill>
                <a:latin typeface="Noto Serif CJK JP"/>
                <a:cs typeface="Noto Serif CJK JP"/>
              </a:rPr>
              <a:t>个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spc="70" dirty="0">
                <a:solidFill>
                  <a:srgbClr val="0000CC"/>
                </a:solidFill>
                <a:latin typeface="Noto Serif CJK JP"/>
                <a:cs typeface="Noto Serif CJK JP"/>
              </a:rPr>
              <a:t>位的</a:t>
            </a:r>
            <a:r>
              <a:rPr sz="2400" spc="6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I/O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端口，设计人员可以用软件使它们分别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作为输入端口或输出端口。</a:t>
            </a:r>
            <a:endParaRPr sz="2400">
              <a:latin typeface="Noto Serif CJK JP"/>
              <a:cs typeface="Noto Serif CJK JP"/>
            </a:endParaRPr>
          </a:p>
          <a:p>
            <a:pPr marL="22225" marR="5080" indent="-3175" algn="just">
              <a:lnSpc>
                <a:spcPct val="90000"/>
              </a:lnSpc>
              <a:spcBef>
                <a:spcPts val="1180"/>
              </a:spcBef>
            </a:pPr>
            <a:r>
              <a:rPr sz="2400" spc="60" dirty="0">
                <a:solidFill>
                  <a:srgbClr val="FF0000"/>
                </a:solidFill>
                <a:latin typeface="Noto Serif CJK JP"/>
                <a:cs typeface="Noto Serif CJK JP"/>
              </a:rPr>
              <a:t>端口</a:t>
            </a:r>
            <a:r>
              <a:rPr sz="2400" spc="5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55" dirty="0">
                <a:solidFill>
                  <a:srgbClr val="FF0000"/>
                </a:solidFill>
                <a:latin typeface="Noto Serif CJK JP"/>
                <a:cs typeface="Noto Serif CJK JP"/>
              </a:rPr>
              <a:t>：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对应了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个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spc="60" dirty="0">
                <a:solidFill>
                  <a:srgbClr val="0000CC"/>
                </a:solidFill>
                <a:latin typeface="Noto Serif CJK JP"/>
                <a:cs typeface="Noto Serif CJK JP"/>
              </a:rPr>
              <a:t>位的数据输入锁存器和</a:t>
            </a:r>
            <a:r>
              <a:rPr sz="2400"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65" dirty="0">
                <a:solidFill>
                  <a:srgbClr val="0000CC"/>
                </a:solidFill>
                <a:latin typeface="Noto Serif CJK JP"/>
                <a:cs typeface="Noto Serif CJK JP"/>
              </a:rPr>
              <a:t>个</a:t>
            </a:r>
            <a:r>
              <a:rPr sz="2400"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spc="40" dirty="0">
                <a:solidFill>
                  <a:srgbClr val="0000CC"/>
                </a:solidFill>
                <a:latin typeface="Noto Serif CJK JP"/>
                <a:cs typeface="Noto Serif CJK JP"/>
              </a:rPr>
              <a:t>位的数据输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出锁存</a:t>
            </a:r>
            <a:r>
              <a:rPr sz="2400"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缓冲器。所以口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spc="50" dirty="0">
                <a:solidFill>
                  <a:srgbClr val="0000CC"/>
                </a:solidFill>
                <a:latin typeface="Noto Serif CJK JP"/>
                <a:cs typeface="Noto Serif CJK JP"/>
              </a:rPr>
              <a:t>作为输入或输出时，数据均受到锁</a:t>
            </a:r>
            <a:r>
              <a:rPr sz="2400" spc="-25" dirty="0">
                <a:solidFill>
                  <a:srgbClr val="0000CC"/>
                </a:solidFill>
                <a:latin typeface="Noto Serif CJK JP"/>
                <a:cs typeface="Noto Serif CJK JP"/>
              </a:rPr>
              <a:t>存。</a:t>
            </a:r>
            <a:endParaRPr sz="2400">
              <a:latin typeface="Noto Serif CJK JP"/>
              <a:cs typeface="Noto Serif CJK JP"/>
            </a:endParaRPr>
          </a:p>
          <a:p>
            <a:pPr marL="22225" marR="5080" indent="-3175" algn="just">
              <a:lnSpc>
                <a:spcPct val="90000"/>
              </a:lnSpc>
              <a:spcBef>
                <a:spcPts val="1220"/>
              </a:spcBef>
            </a:pPr>
            <a:r>
              <a:rPr sz="2400" dirty="0">
                <a:solidFill>
                  <a:srgbClr val="FF0000"/>
                </a:solidFill>
                <a:latin typeface="Noto Serif CJK JP"/>
                <a:cs typeface="Noto Serif CJK JP"/>
              </a:rPr>
              <a:t>端口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FF0000"/>
                </a:solidFill>
                <a:latin typeface="Noto Serif CJK JP"/>
                <a:cs typeface="Noto Serif CJK JP"/>
              </a:rPr>
              <a:t>：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对应了一个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位的数据输入缓冲器和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个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位的数据输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出锁存器</a:t>
            </a:r>
            <a:r>
              <a:rPr sz="2400"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缓冲器。所以口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spc="50" dirty="0">
                <a:solidFill>
                  <a:srgbClr val="0000CC"/>
                </a:solidFill>
                <a:latin typeface="Noto Serif CJK JP"/>
                <a:cs typeface="Noto Serif CJK JP"/>
              </a:rPr>
              <a:t>作为输入端口时，不会对数据进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行锁存，而作为输出端口时，数据会受到锁存。</a:t>
            </a:r>
            <a:endParaRPr sz="2400">
              <a:latin typeface="Noto Serif CJK JP"/>
              <a:cs typeface="Noto Serif CJK JP"/>
            </a:endParaRPr>
          </a:p>
          <a:p>
            <a:pPr marL="22225" marR="5080" indent="-3175" algn="just">
              <a:lnSpc>
                <a:spcPct val="90000"/>
              </a:lnSpc>
              <a:spcBef>
                <a:spcPts val="1225"/>
              </a:spcBef>
            </a:pPr>
            <a:r>
              <a:rPr sz="2400" dirty="0">
                <a:solidFill>
                  <a:srgbClr val="FF0000"/>
                </a:solidFill>
                <a:latin typeface="Noto Serif CJK JP"/>
                <a:cs typeface="Noto Serif CJK JP"/>
              </a:rPr>
              <a:t>端口</a:t>
            </a:r>
            <a:r>
              <a:rPr sz="2400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-10" dirty="0">
                <a:solidFill>
                  <a:srgbClr val="FF0000"/>
                </a:solidFill>
                <a:latin typeface="Noto Serif CJK JP"/>
                <a:cs typeface="Noto Serif CJK JP"/>
              </a:rPr>
              <a:t>：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与口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基本一致，对应了一个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位数据输入缓冲器和</a:t>
            </a:r>
            <a:r>
              <a:rPr sz="2400" spc="-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个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位的数据输出锁存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缓冲器。所以口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作为输入端口时，对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数据不作锁存，而作为输出端口时，对数据进行锁存。</a:t>
            </a:r>
            <a:endParaRPr sz="2400">
              <a:latin typeface="Noto Serif CJK JP"/>
              <a:cs typeface="Noto Serif CJK JP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90255" y="5570194"/>
            <a:ext cx="449580" cy="503555"/>
            <a:chOff x="8390255" y="5570194"/>
            <a:chExt cx="449580" cy="503555"/>
          </a:xfrm>
        </p:grpSpPr>
        <p:sp>
          <p:nvSpPr>
            <p:cNvPr id="5" name="object 5"/>
            <p:cNvSpPr/>
            <p:nvPr/>
          </p:nvSpPr>
          <p:spPr>
            <a:xfrm>
              <a:off x="8409432" y="5588507"/>
              <a:ext cx="411480" cy="466725"/>
            </a:xfrm>
            <a:custGeom>
              <a:avLst/>
              <a:gdLst/>
              <a:ahLst/>
              <a:cxnLst/>
              <a:rect l="l" t="t" r="r" b="b"/>
              <a:pathLst>
                <a:path w="411479" h="466725">
                  <a:moveTo>
                    <a:pt x="411479" y="466343"/>
                  </a:moveTo>
                  <a:lnTo>
                    <a:pt x="0" y="466343"/>
                  </a:lnTo>
                  <a:lnTo>
                    <a:pt x="0" y="0"/>
                  </a:lnTo>
                  <a:lnTo>
                    <a:pt x="411479" y="0"/>
                  </a:lnTo>
                  <a:lnTo>
                    <a:pt x="411479" y="79247"/>
                  </a:lnTo>
                  <a:lnTo>
                    <a:pt x="281940" y="79247"/>
                  </a:lnTo>
                  <a:lnTo>
                    <a:pt x="205740" y="155447"/>
                  </a:lnTo>
                  <a:lnTo>
                    <a:pt x="51816" y="155447"/>
                  </a:lnTo>
                  <a:lnTo>
                    <a:pt x="51816" y="271271"/>
                  </a:lnTo>
                  <a:lnTo>
                    <a:pt x="60599" y="316610"/>
                  </a:lnTo>
                  <a:lnTo>
                    <a:pt x="85301" y="353496"/>
                  </a:lnTo>
                  <a:lnTo>
                    <a:pt x="122215" y="378226"/>
                  </a:lnTo>
                  <a:lnTo>
                    <a:pt x="167640" y="387095"/>
                  </a:lnTo>
                  <a:lnTo>
                    <a:pt x="411479" y="387095"/>
                  </a:lnTo>
                  <a:lnTo>
                    <a:pt x="411479" y="466343"/>
                  </a:lnTo>
                  <a:close/>
                </a:path>
                <a:path w="411479" h="466725">
                  <a:moveTo>
                    <a:pt x="411479" y="387095"/>
                  </a:moveTo>
                  <a:lnTo>
                    <a:pt x="205740" y="387095"/>
                  </a:lnTo>
                  <a:lnTo>
                    <a:pt x="250597" y="378226"/>
                  </a:lnTo>
                  <a:lnTo>
                    <a:pt x="287321" y="353496"/>
                  </a:lnTo>
                  <a:lnTo>
                    <a:pt x="312210" y="316610"/>
                  </a:lnTo>
                  <a:lnTo>
                    <a:pt x="321564" y="271271"/>
                  </a:lnTo>
                  <a:lnTo>
                    <a:pt x="321564" y="155447"/>
                  </a:lnTo>
                  <a:lnTo>
                    <a:pt x="359664" y="155447"/>
                  </a:lnTo>
                  <a:lnTo>
                    <a:pt x="281940" y="79247"/>
                  </a:lnTo>
                  <a:lnTo>
                    <a:pt x="411479" y="79247"/>
                  </a:lnTo>
                  <a:lnTo>
                    <a:pt x="411479" y="387095"/>
                  </a:lnTo>
                  <a:close/>
                </a:path>
                <a:path w="411479" h="466725">
                  <a:moveTo>
                    <a:pt x="205740" y="310895"/>
                  </a:moveTo>
                  <a:lnTo>
                    <a:pt x="167640" y="310895"/>
                  </a:lnTo>
                  <a:lnTo>
                    <a:pt x="152208" y="307565"/>
                  </a:lnTo>
                  <a:lnTo>
                    <a:pt x="139703" y="299094"/>
                  </a:lnTo>
                  <a:lnTo>
                    <a:pt x="131260" y="286617"/>
                  </a:lnTo>
                  <a:lnTo>
                    <a:pt x="128016" y="271271"/>
                  </a:lnTo>
                  <a:lnTo>
                    <a:pt x="128016" y="155447"/>
                  </a:lnTo>
                  <a:lnTo>
                    <a:pt x="243840" y="155447"/>
                  </a:lnTo>
                  <a:lnTo>
                    <a:pt x="243840" y="271271"/>
                  </a:lnTo>
                  <a:lnTo>
                    <a:pt x="240910" y="286617"/>
                  </a:lnTo>
                  <a:lnTo>
                    <a:pt x="232729" y="299094"/>
                  </a:lnTo>
                  <a:lnTo>
                    <a:pt x="220578" y="307565"/>
                  </a:lnTo>
                  <a:lnTo>
                    <a:pt x="205740" y="310895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8200" y="5664707"/>
              <a:ext cx="313944" cy="3139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90255" y="5570194"/>
              <a:ext cx="449262" cy="50323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670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8255A</a:t>
            </a:r>
            <a:r>
              <a:rPr spc="-30" dirty="0"/>
              <a:t>内部组成</a:t>
            </a:r>
            <a:r>
              <a:rPr spc="-20" dirty="0"/>
              <a:t>（</a:t>
            </a:r>
            <a:r>
              <a:rPr spc="-20" dirty="0">
                <a:latin typeface="Arial" panose="020B0604020202020204"/>
                <a:cs typeface="Arial" panose="020B0604020202020204"/>
              </a:rPr>
              <a:t>2</a:t>
            </a:r>
            <a:r>
              <a:rPr spc="-20" dirty="0"/>
              <a:t>）：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41375" indent="-815975" algn="just">
              <a:lnSpc>
                <a:spcPct val="100000"/>
              </a:lnSpc>
              <a:spcBef>
                <a:spcPts val="100"/>
              </a:spcBef>
              <a:buClr>
                <a:srgbClr val="0000CC"/>
              </a:buClr>
              <a:buFont typeface="Wingdings" panose="05000000000000000000"/>
              <a:buChar char=""/>
              <a:tabLst>
                <a:tab pos="841375" algn="l"/>
              </a:tabLst>
            </a:pPr>
            <a:r>
              <a:rPr spc="-10" dirty="0">
                <a:latin typeface="Arial" panose="020B0604020202020204"/>
                <a:cs typeface="Arial" panose="020B0604020202020204"/>
              </a:rPr>
              <a:t>A</a:t>
            </a:r>
            <a:r>
              <a:rPr dirty="0"/>
              <a:t>组控制和</a:t>
            </a:r>
            <a:r>
              <a:rPr spc="-10" dirty="0">
                <a:latin typeface="Arial" panose="020B0604020202020204"/>
                <a:cs typeface="Arial" panose="020B0604020202020204"/>
              </a:rPr>
              <a:t>B</a:t>
            </a:r>
            <a:r>
              <a:rPr spc="-20" dirty="0"/>
              <a:t>组控制</a:t>
            </a:r>
          </a:p>
          <a:p>
            <a:pPr marL="768350" marR="43815" indent="-32385" algn="just">
              <a:lnSpc>
                <a:spcPct val="125000"/>
              </a:lnSpc>
              <a:spcBef>
                <a:spcPts val="1205"/>
              </a:spcBef>
            </a:pPr>
            <a:r>
              <a:rPr spc="50" dirty="0">
                <a:solidFill>
                  <a:srgbClr val="0000CC"/>
                </a:solidFill>
              </a:rPr>
              <a:t>这两组控制电路一方面接收芯片内部总线上的控制字，</a:t>
            </a:r>
            <a:r>
              <a:rPr spc="85" dirty="0">
                <a:solidFill>
                  <a:srgbClr val="0000CC"/>
                </a:solidFill>
              </a:rPr>
              <a:t>一方面接收来自读</a:t>
            </a:r>
            <a:r>
              <a:rPr spc="8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pc="90" dirty="0">
                <a:solidFill>
                  <a:srgbClr val="0000CC"/>
                </a:solidFill>
              </a:rPr>
              <a:t>写控制逻辑电路的读</a:t>
            </a:r>
            <a:r>
              <a:rPr spc="8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pc="65" dirty="0">
                <a:solidFill>
                  <a:srgbClr val="0000CC"/>
                </a:solidFill>
              </a:rPr>
              <a:t>写命令，由此</a:t>
            </a:r>
            <a:r>
              <a:rPr spc="-5" dirty="0">
                <a:solidFill>
                  <a:srgbClr val="0000CC"/>
                </a:solidFill>
              </a:rPr>
              <a:t>决定两组端口的工作方式和读写操作。</a:t>
            </a:r>
          </a:p>
          <a:p>
            <a:pPr marL="768350" marR="43180" indent="52070">
              <a:lnSpc>
                <a:spcPct val="125000"/>
              </a:lnSpc>
              <a:spcBef>
                <a:spcPts val="1215"/>
              </a:spcBef>
            </a:pP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pc="50" dirty="0">
                <a:solidFill>
                  <a:srgbClr val="0000CC"/>
                </a:solidFill>
              </a:rPr>
              <a:t>组控制电路控制端口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pc="50" dirty="0">
                <a:solidFill>
                  <a:srgbClr val="0000CC"/>
                </a:solidFill>
              </a:rPr>
              <a:t>和口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pc="50" dirty="0">
                <a:solidFill>
                  <a:srgbClr val="0000CC"/>
                </a:solidFill>
              </a:rPr>
              <a:t>的高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pc="50" dirty="0">
                <a:solidFill>
                  <a:srgbClr val="0000CC"/>
                </a:solidFill>
              </a:rPr>
              <a:t>位</a:t>
            </a:r>
            <a:r>
              <a:rPr spc="45" dirty="0">
                <a:solidFill>
                  <a:srgbClr val="0000CC"/>
                </a:solidFill>
              </a:rPr>
              <a:t>（</a:t>
            </a:r>
            <a:r>
              <a:rPr spc="4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325" spc="67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spc="4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~PC</a:t>
            </a:r>
            <a:r>
              <a:rPr sz="2325" spc="67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45" dirty="0">
                <a:solidFill>
                  <a:srgbClr val="0000CC"/>
                </a:solidFill>
              </a:rPr>
              <a:t>）</a:t>
            </a:r>
            <a:r>
              <a:rPr sz="2400" spc="-50" dirty="0">
                <a:solidFill>
                  <a:srgbClr val="0000CC"/>
                </a:solidFill>
              </a:rPr>
              <a:t>的</a:t>
            </a:r>
            <a:r>
              <a:rPr sz="2400" dirty="0">
                <a:solidFill>
                  <a:srgbClr val="0000CC"/>
                </a:solidFill>
              </a:rPr>
              <a:t>工作方式和读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400" spc="-15" dirty="0">
                <a:solidFill>
                  <a:srgbClr val="0000CC"/>
                </a:solidFill>
              </a:rPr>
              <a:t>写操作。</a:t>
            </a:r>
            <a:endParaRPr sz="2400" dirty="0">
              <a:latin typeface="Arial" panose="020B0604020202020204"/>
              <a:cs typeface="Arial" panose="020B0604020202020204"/>
            </a:endParaRPr>
          </a:p>
          <a:p>
            <a:pPr marL="768350" marR="43180" indent="52070">
              <a:lnSpc>
                <a:spcPct val="125000"/>
              </a:lnSpc>
              <a:spcBef>
                <a:spcPts val="1200"/>
              </a:spcBef>
            </a:pP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pc="50" dirty="0">
                <a:solidFill>
                  <a:srgbClr val="0000CC"/>
                </a:solidFill>
              </a:rPr>
              <a:t>组控制电路控制端口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pc="50" dirty="0">
                <a:solidFill>
                  <a:srgbClr val="0000CC"/>
                </a:solidFill>
              </a:rPr>
              <a:t>和口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pc="50" dirty="0">
                <a:solidFill>
                  <a:srgbClr val="0000CC"/>
                </a:solidFill>
              </a:rPr>
              <a:t>的低</a:t>
            </a:r>
            <a:r>
              <a:rPr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pc="50" dirty="0">
                <a:solidFill>
                  <a:srgbClr val="0000CC"/>
                </a:solidFill>
              </a:rPr>
              <a:t>位</a:t>
            </a:r>
            <a:r>
              <a:rPr spc="45" dirty="0">
                <a:solidFill>
                  <a:srgbClr val="0000CC"/>
                </a:solidFill>
              </a:rPr>
              <a:t>（</a:t>
            </a:r>
            <a:r>
              <a:rPr spc="4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325" spc="67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spc="4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~PC</a:t>
            </a:r>
            <a:r>
              <a:rPr sz="2325" spc="67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45" dirty="0">
                <a:solidFill>
                  <a:srgbClr val="0000CC"/>
                </a:solidFill>
              </a:rPr>
              <a:t>）</a:t>
            </a:r>
            <a:r>
              <a:rPr sz="2400" spc="-50" dirty="0">
                <a:solidFill>
                  <a:srgbClr val="0000CC"/>
                </a:solidFill>
              </a:rPr>
              <a:t>的</a:t>
            </a:r>
            <a:r>
              <a:rPr sz="2400" dirty="0">
                <a:solidFill>
                  <a:srgbClr val="0000CC"/>
                </a:solidFill>
              </a:rPr>
              <a:t>工作方式和读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400" spc="-15" dirty="0">
                <a:solidFill>
                  <a:srgbClr val="0000CC"/>
                </a:solidFill>
              </a:rPr>
              <a:t>写操作。</a:t>
            </a:r>
            <a:endParaRPr sz="24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225358" y="5532983"/>
            <a:ext cx="449580" cy="503555"/>
            <a:chOff x="8225358" y="5532983"/>
            <a:chExt cx="449580" cy="503555"/>
          </a:xfrm>
        </p:grpSpPr>
        <p:sp>
          <p:nvSpPr>
            <p:cNvPr id="5" name="object 5"/>
            <p:cNvSpPr/>
            <p:nvPr/>
          </p:nvSpPr>
          <p:spPr>
            <a:xfrm>
              <a:off x="8244840" y="5551931"/>
              <a:ext cx="411480" cy="464820"/>
            </a:xfrm>
            <a:custGeom>
              <a:avLst/>
              <a:gdLst/>
              <a:ahLst/>
              <a:cxnLst/>
              <a:rect l="l" t="t" r="r" b="b"/>
              <a:pathLst>
                <a:path w="411479" h="464820">
                  <a:moveTo>
                    <a:pt x="411479" y="464819"/>
                  </a:moveTo>
                  <a:lnTo>
                    <a:pt x="0" y="464819"/>
                  </a:lnTo>
                  <a:lnTo>
                    <a:pt x="0" y="0"/>
                  </a:lnTo>
                  <a:lnTo>
                    <a:pt x="411479" y="0"/>
                  </a:lnTo>
                  <a:lnTo>
                    <a:pt x="411479" y="77723"/>
                  </a:lnTo>
                  <a:lnTo>
                    <a:pt x="281939" y="77723"/>
                  </a:lnTo>
                  <a:lnTo>
                    <a:pt x="205739" y="155447"/>
                  </a:lnTo>
                  <a:lnTo>
                    <a:pt x="50291" y="155447"/>
                  </a:lnTo>
                  <a:lnTo>
                    <a:pt x="50291" y="271271"/>
                  </a:lnTo>
                  <a:lnTo>
                    <a:pt x="59759" y="316253"/>
                  </a:lnTo>
                  <a:lnTo>
                    <a:pt x="84686" y="353020"/>
                  </a:lnTo>
                  <a:lnTo>
                    <a:pt x="121372" y="377869"/>
                  </a:lnTo>
                  <a:lnTo>
                    <a:pt x="166115" y="387095"/>
                  </a:lnTo>
                  <a:lnTo>
                    <a:pt x="411479" y="387095"/>
                  </a:lnTo>
                  <a:lnTo>
                    <a:pt x="411479" y="464819"/>
                  </a:lnTo>
                  <a:close/>
                </a:path>
                <a:path w="411479" h="464820">
                  <a:moveTo>
                    <a:pt x="411479" y="387095"/>
                  </a:moveTo>
                  <a:lnTo>
                    <a:pt x="205739" y="387095"/>
                  </a:lnTo>
                  <a:lnTo>
                    <a:pt x="250397" y="377869"/>
                  </a:lnTo>
                  <a:lnTo>
                    <a:pt x="286897" y="353020"/>
                  </a:lnTo>
                  <a:lnTo>
                    <a:pt x="311394" y="316253"/>
                  </a:lnTo>
                  <a:lnTo>
                    <a:pt x="320039" y="271271"/>
                  </a:lnTo>
                  <a:lnTo>
                    <a:pt x="320039" y="155447"/>
                  </a:lnTo>
                  <a:lnTo>
                    <a:pt x="359663" y="155447"/>
                  </a:lnTo>
                  <a:lnTo>
                    <a:pt x="281939" y="77723"/>
                  </a:lnTo>
                  <a:lnTo>
                    <a:pt x="411479" y="77723"/>
                  </a:lnTo>
                  <a:lnTo>
                    <a:pt x="411479" y="387095"/>
                  </a:lnTo>
                  <a:close/>
                </a:path>
                <a:path w="411479" h="464820">
                  <a:moveTo>
                    <a:pt x="205739" y="309371"/>
                  </a:moveTo>
                  <a:lnTo>
                    <a:pt x="166115" y="309371"/>
                  </a:lnTo>
                  <a:lnTo>
                    <a:pt x="151392" y="306571"/>
                  </a:lnTo>
                  <a:lnTo>
                    <a:pt x="139279" y="298432"/>
                  </a:lnTo>
                  <a:lnTo>
                    <a:pt x="131059" y="286238"/>
                  </a:lnTo>
                  <a:lnTo>
                    <a:pt x="128015" y="271271"/>
                  </a:lnTo>
                  <a:lnTo>
                    <a:pt x="128015" y="155447"/>
                  </a:lnTo>
                  <a:lnTo>
                    <a:pt x="243839" y="155447"/>
                  </a:lnTo>
                  <a:lnTo>
                    <a:pt x="243839" y="271271"/>
                  </a:lnTo>
                  <a:lnTo>
                    <a:pt x="240739" y="286238"/>
                  </a:lnTo>
                  <a:lnTo>
                    <a:pt x="232500" y="298432"/>
                  </a:lnTo>
                  <a:lnTo>
                    <a:pt x="220406" y="306571"/>
                  </a:lnTo>
                  <a:lnTo>
                    <a:pt x="205739" y="309371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2084" y="5626607"/>
              <a:ext cx="315468" cy="3154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5358" y="5532983"/>
              <a:ext cx="449262" cy="50323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370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信号说明：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052" y="888872"/>
            <a:ext cx="8738870" cy="49822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854075" indent="-815975">
              <a:lnSpc>
                <a:spcPct val="100000"/>
              </a:lnSpc>
              <a:spcBef>
                <a:spcPts val="700"/>
              </a:spcBef>
              <a:buFont typeface="Wingdings" panose="05000000000000000000"/>
              <a:buChar char=""/>
              <a:tabLst>
                <a:tab pos="854075" algn="l"/>
              </a:tabLst>
            </a:pP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和总线连接的引脚：</a:t>
            </a:r>
            <a:endParaRPr sz="2400">
              <a:latin typeface="Noto Serif CJK JP"/>
              <a:cs typeface="Noto Serif CJK JP"/>
            </a:endParaRPr>
          </a:p>
          <a:p>
            <a:pPr marL="495300">
              <a:lnSpc>
                <a:spcPct val="100000"/>
              </a:lnSpc>
              <a:spcBef>
                <a:spcPts val="600"/>
              </a:spcBef>
            </a:pP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~D</a:t>
            </a:r>
            <a:r>
              <a:rPr sz="2325" spc="-1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：</a:t>
            </a:r>
            <a:r>
              <a:rPr sz="2400" spc="-1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数据线，与系统数据总线相连。</a:t>
            </a:r>
            <a:endParaRPr sz="2400">
              <a:latin typeface="Noto Serif CJK JP"/>
              <a:cs typeface="Noto Serif CJK JP"/>
            </a:endParaRPr>
          </a:p>
          <a:p>
            <a:pPr marL="495300">
              <a:lnSpc>
                <a:spcPct val="100000"/>
              </a:lnSpc>
              <a:spcBef>
                <a:spcPts val="600"/>
              </a:spcBef>
            </a:pPr>
            <a:r>
              <a:rPr sz="2400" spc="6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CS*</a:t>
            </a:r>
            <a:r>
              <a:rPr sz="2400" spc="70" dirty="0">
                <a:solidFill>
                  <a:srgbClr val="0000CC"/>
                </a:solidFill>
                <a:latin typeface="Noto Serif CJK JP"/>
                <a:cs typeface="Noto Serif CJK JP"/>
              </a:rPr>
              <a:t>：片选信号，低电平有效。只有</a:t>
            </a:r>
            <a:r>
              <a:rPr sz="2400" spc="6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CS*</a:t>
            </a:r>
            <a:r>
              <a:rPr sz="2400" spc="80" dirty="0">
                <a:solidFill>
                  <a:srgbClr val="0000CC"/>
                </a:solidFill>
                <a:latin typeface="Noto Serif CJK JP"/>
                <a:cs typeface="Noto Serif CJK JP"/>
              </a:rPr>
              <a:t>有效时，读信号</a:t>
            </a:r>
            <a:r>
              <a:rPr sz="2400" spc="-2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RD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781050">
              <a:lnSpc>
                <a:spcPct val="100000"/>
              </a:lnSpc>
            </a:pP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和写信号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WR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才对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有效。</a:t>
            </a:r>
            <a:endParaRPr sz="2400">
              <a:latin typeface="Noto Serif CJK JP"/>
              <a:cs typeface="Noto Serif CJK JP"/>
            </a:endParaRPr>
          </a:p>
          <a:p>
            <a:pPr marL="781050" marR="30480" indent="-28575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RESET</a:t>
            </a:r>
            <a:r>
              <a:rPr sz="2400" spc="30" dirty="0">
                <a:solidFill>
                  <a:srgbClr val="0000CC"/>
                </a:solidFill>
                <a:latin typeface="Noto Serif CJK JP"/>
                <a:cs typeface="Noto Serif CJK JP"/>
              </a:rPr>
              <a:t>：复位信号，高电平时，所有内部寄存器都被清除，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同时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个数据端口被自动设为输入端口。</a:t>
            </a:r>
            <a:endParaRPr sz="2400">
              <a:latin typeface="Noto Serif CJK JP"/>
              <a:cs typeface="Noto Serif CJK JP"/>
            </a:endParaRPr>
          </a:p>
          <a:p>
            <a:pPr marL="781050" marR="30480" indent="-285750">
              <a:lnSpc>
                <a:spcPct val="100000"/>
              </a:lnSpc>
              <a:spcBef>
                <a:spcPts val="600"/>
              </a:spcBef>
            </a:pPr>
            <a:r>
              <a:rPr sz="2400" spc="8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RD*</a:t>
            </a:r>
            <a:r>
              <a:rPr sz="2400" spc="85" dirty="0">
                <a:solidFill>
                  <a:srgbClr val="0000CC"/>
                </a:solidFill>
                <a:latin typeface="Noto Serif CJK JP"/>
                <a:cs typeface="Noto Serif CJK JP"/>
              </a:rPr>
              <a:t>：读出信号，低电平有效，当</a:t>
            </a:r>
            <a:r>
              <a:rPr sz="2400" spc="8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RD*</a:t>
            </a:r>
            <a:r>
              <a:rPr sz="2400" spc="95" dirty="0">
                <a:solidFill>
                  <a:srgbClr val="0000CC"/>
                </a:solidFill>
                <a:latin typeface="Noto Serif CJK JP"/>
                <a:cs typeface="Noto Serif CJK JP"/>
              </a:rPr>
              <a:t>有效时，</a:t>
            </a:r>
            <a:r>
              <a:rPr sz="2400" spc="9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50" dirty="0">
                <a:solidFill>
                  <a:srgbClr val="0000CC"/>
                </a:solidFill>
                <a:latin typeface="Noto Serif CJK JP"/>
                <a:cs typeface="Noto Serif CJK JP"/>
              </a:rPr>
              <a:t>可以从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中读取输入数据。</a:t>
            </a:r>
            <a:endParaRPr sz="2400">
              <a:latin typeface="Noto Serif CJK JP"/>
              <a:cs typeface="Noto Serif CJK JP"/>
            </a:endParaRPr>
          </a:p>
          <a:p>
            <a:pPr marL="781050" marR="30480" indent="-28575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WR*</a:t>
            </a:r>
            <a:r>
              <a:rPr sz="2400" spc="40" dirty="0">
                <a:solidFill>
                  <a:srgbClr val="0000CC"/>
                </a:solidFill>
                <a:latin typeface="Noto Serif CJK JP"/>
                <a:cs typeface="Noto Serif CJK JP"/>
              </a:rPr>
              <a:t>：写入信号，低电平有效，当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WR*</a:t>
            </a:r>
            <a:r>
              <a:rPr sz="2400" spc="55" dirty="0">
                <a:solidFill>
                  <a:srgbClr val="0000CC"/>
                </a:solidFill>
                <a:latin typeface="Noto Serif CJK JP"/>
                <a:cs typeface="Noto Serif CJK JP"/>
              </a:rPr>
              <a:t>有效时，</a:t>
            </a:r>
            <a:r>
              <a:rPr sz="2400"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20" dirty="0">
                <a:solidFill>
                  <a:srgbClr val="0000CC"/>
                </a:solidFill>
                <a:latin typeface="Noto Serif CJK JP"/>
                <a:cs typeface="Noto Serif CJK JP"/>
              </a:rPr>
              <a:t>可以往</a:t>
            </a:r>
            <a:r>
              <a:rPr sz="2400" spc="-50" dirty="0">
                <a:solidFill>
                  <a:srgbClr val="0000CC"/>
                </a:solidFill>
                <a:latin typeface="Noto Serif CJK JP"/>
                <a:cs typeface="Noto Serif CJK JP"/>
              </a:rPr>
              <a:t> 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spc="-5" dirty="0">
                <a:solidFill>
                  <a:srgbClr val="0000CC"/>
                </a:solidFill>
                <a:latin typeface="Noto Serif CJK JP"/>
                <a:cs typeface="Noto Serif CJK JP"/>
              </a:rPr>
              <a:t>中写入控制字或数据。</a:t>
            </a:r>
            <a:endParaRPr sz="2400">
              <a:latin typeface="Noto Serif CJK JP"/>
              <a:cs typeface="Noto Serif CJK JP"/>
            </a:endParaRPr>
          </a:p>
          <a:p>
            <a:pPr marL="781050" marR="30480" indent="-28575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~A</a:t>
            </a:r>
            <a:r>
              <a:rPr sz="2325" baseline="-180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：端口选择信号。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8255A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内部有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个数据端口和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0" dirty="0">
                <a:solidFill>
                  <a:srgbClr val="0000CC"/>
                </a:solidFill>
                <a:latin typeface="Noto Serif CJK JP"/>
                <a:cs typeface="Noto Serif CJK JP"/>
              </a:rPr>
              <a:t>个控制</a:t>
            </a:r>
            <a:r>
              <a:rPr sz="2400" dirty="0">
                <a:solidFill>
                  <a:srgbClr val="0000CC"/>
                </a:solidFill>
                <a:latin typeface="Noto Serif CJK JP"/>
                <a:cs typeface="Noto Serif CJK JP"/>
              </a:rPr>
              <a:t>端口，共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10" dirty="0">
                <a:solidFill>
                  <a:srgbClr val="0000CC"/>
                </a:solidFill>
                <a:latin typeface="Noto Serif CJK JP"/>
                <a:cs typeface="Noto Serif CJK JP"/>
              </a:rPr>
              <a:t>个端口</a:t>
            </a:r>
            <a:r>
              <a:rPr lang="zh-CN" altLang="" sz="2400" spc="-10" dirty="0">
                <a:solidFill>
                  <a:srgbClr val="0000CC"/>
                </a:solidFill>
                <a:latin typeface="Noto Serif CJK JP"/>
                <a:ea typeface="宋体" panose="02010600030101010101" pitchFamily="2" charset="-122"/>
                <a:cs typeface="Noto Serif CJK JP"/>
              </a:rPr>
              <a:t>。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369375" y="5642203"/>
            <a:ext cx="449580" cy="503555"/>
            <a:chOff x="8369375" y="5642203"/>
            <a:chExt cx="449580" cy="503555"/>
          </a:xfrm>
        </p:grpSpPr>
        <p:sp>
          <p:nvSpPr>
            <p:cNvPr id="5" name="object 5"/>
            <p:cNvSpPr/>
            <p:nvPr/>
          </p:nvSpPr>
          <p:spPr>
            <a:xfrm>
              <a:off x="8388095" y="5661660"/>
              <a:ext cx="411480" cy="464820"/>
            </a:xfrm>
            <a:custGeom>
              <a:avLst/>
              <a:gdLst/>
              <a:ahLst/>
              <a:cxnLst/>
              <a:rect l="l" t="t" r="r" b="b"/>
              <a:pathLst>
                <a:path w="411479" h="464820">
                  <a:moveTo>
                    <a:pt x="411479" y="464819"/>
                  </a:moveTo>
                  <a:lnTo>
                    <a:pt x="0" y="464819"/>
                  </a:lnTo>
                  <a:lnTo>
                    <a:pt x="0" y="0"/>
                  </a:lnTo>
                  <a:lnTo>
                    <a:pt x="411479" y="0"/>
                  </a:lnTo>
                  <a:lnTo>
                    <a:pt x="411479" y="77724"/>
                  </a:lnTo>
                  <a:lnTo>
                    <a:pt x="283463" y="77724"/>
                  </a:lnTo>
                  <a:lnTo>
                    <a:pt x="205739" y="155448"/>
                  </a:lnTo>
                  <a:lnTo>
                    <a:pt x="51815" y="155448"/>
                  </a:lnTo>
                  <a:lnTo>
                    <a:pt x="51815" y="271272"/>
                  </a:lnTo>
                  <a:lnTo>
                    <a:pt x="60855" y="315967"/>
                  </a:lnTo>
                  <a:lnTo>
                    <a:pt x="85639" y="352639"/>
                  </a:lnTo>
                  <a:lnTo>
                    <a:pt x="122467" y="377583"/>
                  </a:lnTo>
                  <a:lnTo>
                    <a:pt x="167639" y="387095"/>
                  </a:lnTo>
                  <a:lnTo>
                    <a:pt x="411479" y="387095"/>
                  </a:lnTo>
                  <a:lnTo>
                    <a:pt x="411479" y="464819"/>
                  </a:lnTo>
                  <a:close/>
                </a:path>
                <a:path w="411479" h="464820">
                  <a:moveTo>
                    <a:pt x="411479" y="387095"/>
                  </a:moveTo>
                  <a:lnTo>
                    <a:pt x="205739" y="387095"/>
                  </a:lnTo>
                  <a:lnTo>
                    <a:pt x="250849" y="377583"/>
                  </a:lnTo>
                  <a:lnTo>
                    <a:pt x="287659" y="352639"/>
                  </a:lnTo>
                  <a:lnTo>
                    <a:pt x="312465" y="315967"/>
                  </a:lnTo>
                  <a:lnTo>
                    <a:pt x="321563" y="271272"/>
                  </a:lnTo>
                  <a:lnTo>
                    <a:pt x="321563" y="155448"/>
                  </a:lnTo>
                  <a:lnTo>
                    <a:pt x="359663" y="155448"/>
                  </a:lnTo>
                  <a:lnTo>
                    <a:pt x="283463" y="77724"/>
                  </a:lnTo>
                  <a:lnTo>
                    <a:pt x="411479" y="77724"/>
                  </a:lnTo>
                  <a:lnTo>
                    <a:pt x="411479" y="387095"/>
                  </a:lnTo>
                  <a:close/>
                </a:path>
                <a:path w="411479" h="464820">
                  <a:moveTo>
                    <a:pt x="205739" y="309372"/>
                  </a:moveTo>
                  <a:lnTo>
                    <a:pt x="167639" y="309372"/>
                  </a:lnTo>
                  <a:lnTo>
                    <a:pt x="152487" y="306278"/>
                  </a:lnTo>
                  <a:lnTo>
                    <a:pt x="140231" y="298042"/>
                  </a:lnTo>
                  <a:lnTo>
                    <a:pt x="132155" y="285945"/>
                  </a:lnTo>
                  <a:lnTo>
                    <a:pt x="129539" y="271272"/>
                  </a:lnTo>
                  <a:lnTo>
                    <a:pt x="129539" y="155448"/>
                  </a:lnTo>
                  <a:lnTo>
                    <a:pt x="243839" y="155448"/>
                  </a:lnTo>
                  <a:lnTo>
                    <a:pt x="243839" y="271272"/>
                  </a:lnTo>
                  <a:lnTo>
                    <a:pt x="241162" y="285945"/>
                  </a:lnTo>
                  <a:lnTo>
                    <a:pt x="233067" y="298042"/>
                  </a:lnTo>
                  <a:lnTo>
                    <a:pt x="220833" y="306278"/>
                  </a:lnTo>
                  <a:lnTo>
                    <a:pt x="205739" y="309372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36863" y="5736336"/>
              <a:ext cx="313944" cy="3154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69375" y="5642203"/>
              <a:ext cx="449262" cy="50323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828800" y="2743200"/>
            <a:ext cx="574548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  <a:buClrTx/>
              <a:buSzTx/>
              <a:buFontTx/>
              <a:tabLst>
                <a:tab pos="1078865" algn="l"/>
              </a:tabLst>
            </a:pPr>
            <a:r>
              <a:rPr sz="4800" spc="-15" dirty="0">
                <a:solidFill>
                  <a:srgbClr val="0000FF"/>
                </a:solidFill>
                <a:latin typeface="Droid Sans Fallback"/>
                <a:cs typeface="Droid Sans Fallback"/>
              </a:rPr>
              <a:t>LED数码管及其接口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/>
          <p:cNvSpPr txBox="1"/>
          <p:nvPr/>
        </p:nvSpPr>
        <p:spPr>
          <a:xfrm>
            <a:off x="546277" y="1146721"/>
            <a:ext cx="4580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Noto Sans Mono CJK HK"/>
                <a:cs typeface="Noto Sans Mono CJK HK"/>
              </a:rPr>
              <a:t>掌握</a:t>
            </a:r>
            <a:r>
              <a:rPr sz="24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LED</a:t>
            </a:r>
            <a:r>
              <a:rPr sz="2400" spc="-5" dirty="0">
                <a:solidFill>
                  <a:srgbClr val="0000FF"/>
                </a:solidFill>
                <a:latin typeface="Noto Sans Mono CJK HK"/>
                <a:cs typeface="Noto Sans Mono CJK HK"/>
              </a:rPr>
              <a:t>显示原理和多位显示原理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886200"/>
            <a:ext cx="7899400" cy="207010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457200" y="1066800"/>
            <a:ext cx="7032625" cy="113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8159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kumimoji="0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发光二极管LED是最简单的显示设备</a:t>
            </a:r>
          </a:p>
          <a:p>
            <a:pPr marL="12700" indent="8159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kumimoji="0" lang="zh-CN" altLang="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由</a:t>
            </a:r>
            <a:r>
              <a:rPr kumimoji="0" lang="en-US" altLang="zh-CN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7</a:t>
            </a:r>
            <a:r>
              <a:rPr kumimoji="0" lang="zh-CN" altLang="en-US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段</a:t>
            </a:r>
            <a:r>
              <a:rPr kumimoji="0" lang="en-US" altLang="zh-CN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LED</a:t>
            </a:r>
            <a:r>
              <a:rPr kumimoji="0" lang="zh-CN" altLang="en-US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就可以组成</a:t>
            </a:r>
            <a:r>
              <a:rPr kumimoji="0" lang="en-US" altLang="zh-CN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LED</a:t>
            </a:r>
            <a:r>
              <a:rPr kumimoji="0" lang="zh-CN" altLang="en-US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数码管（加小数点</a:t>
            </a:r>
            <a:r>
              <a:rPr kumimoji="0" lang="en-US" altLang="zh-CN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8</a:t>
            </a:r>
            <a:r>
              <a:rPr kumimoji="0" lang="zh-CN" altLang="en-US" sz="2400" b="0" i="0" u="none" strike="noStrike" kern="0" cap="none" spc="0" normalizeH="0" baseline="0" noProof="1">
                <a:solidFill>
                  <a:srgbClr val="0000CC"/>
                </a:solidFill>
                <a:latin typeface="Noto Sans Mono CJK HK"/>
                <a:ea typeface="Arial" panose="020B0604020202020204" pitchFamily="34" charset="0"/>
                <a:cs typeface="Noto Sans Mono CJK HK"/>
              </a:rPr>
              <a:t>段）</a:t>
            </a: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375" y="215900"/>
            <a:ext cx="502094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LED</a:t>
            </a: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显示接口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375" y="215900"/>
            <a:ext cx="502094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LED</a:t>
            </a: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数码管的工作原理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1012825"/>
            <a:ext cx="7821295" cy="483171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375" y="215900"/>
            <a:ext cx="502094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LED</a:t>
            </a: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数码管的结构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133600"/>
            <a:ext cx="7334250" cy="387477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990600"/>
            <a:ext cx="766826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375" y="215900"/>
            <a:ext cx="502094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单个</a:t>
            </a:r>
            <a:r>
              <a:rPr 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LED</a:t>
            </a: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数码管的显示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66800"/>
            <a:ext cx="8014970" cy="47498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375" y="215900"/>
            <a:ext cx="502094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软件译码法显示一位数字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987425"/>
            <a:ext cx="8074025" cy="500062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>
            <a:spLocks noGrp="1"/>
          </p:cNvSpPr>
          <p:nvPr/>
        </p:nvSpPr>
        <p:spPr>
          <a:xfrm>
            <a:off x="228600" y="228600"/>
            <a:ext cx="502094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800" b="0" i="0">
                <a:solidFill>
                  <a:srgbClr val="003366"/>
                </a:solidFill>
                <a:latin typeface="Noto Serif CJK JP"/>
                <a:ea typeface="+mj-ea"/>
                <a:cs typeface="Noto Serif CJK JP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软件译码法显示一位数字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66800"/>
            <a:ext cx="7213600" cy="2641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460375" y="215900"/>
            <a:ext cx="502094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多个</a:t>
            </a:r>
            <a:r>
              <a:rPr 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LED</a:t>
            </a: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数码管的显示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581400"/>
            <a:ext cx="7391400" cy="2508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7448550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7052" y="902969"/>
            <a:ext cx="7906384" cy="261747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可行的方案是用两个输出端口</a:t>
            </a:r>
            <a:r>
              <a:rPr sz="2400" spc="-5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757555" indent="-744855">
              <a:lnSpc>
                <a:spcPct val="100000"/>
              </a:lnSpc>
              <a:spcBef>
                <a:spcPts val="1330"/>
              </a:spcBef>
              <a:buClr>
                <a:srgbClr val="0000FF"/>
              </a:buClr>
              <a:buSzPct val="96000"/>
              <a:buFont typeface="Wingdings" panose="05000000000000000000"/>
              <a:buChar char=""/>
              <a:tabLst>
                <a:tab pos="757555" algn="l"/>
              </a:tabLst>
            </a:pP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一个作为</a:t>
            </a: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位控制</a:t>
            </a:r>
            <a:r>
              <a:rPr sz="2400" spc="-10" dirty="0">
                <a:solidFill>
                  <a:srgbClr val="0000CC"/>
                </a:solidFill>
                <a:latin typeface="Noto Sans Mono CJK HK"/>
                <a:cs typeface="Noto Sans Mono CJK HK"/>
              </a:rPr>
              <a:t>输出端口；</a:t>
            </a:r>
            <a:endParaRPr sz="2400">
              <a:latin typeface="Noto Sans Mono CJK HK"/>
              <a:cs typeface="Noto Sans Mono CJK HK"/>
            </a:endParaRPr>
          </a:p>
          <a:p>
            <a:pPr marL="463550" marR="5080" indent="6350">
              <a:lnSpc>
                <a:spcPct val="125000"/>
              </a:lnSpc>
              <a:spcBef>
                <a:spcPts val="590"/>
              </a:spcBef>
            </a:pP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例如共阳极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LED</a:t>
            </a:r>
            <a:r>
              <a:rPr sz="2400" spc="-5" dirty="0">
                <a:solidFill>
                  <a:srgbClr val="0000CC"/>
                </a:solidFill>
                <a:latin typeface="Noto Sans Mono CJK HK"/>
                <a:cs typeface="Noto Sans Mono CJK HK"/>
              </a:rPr>
              <a:t>，当位控制端口输出的控制码某一位为</a:t>
            </a: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高电平时，此位对应的</a:t>
            </a:r>
            <a:r>
              <a:rPr sz="2400" spc="-1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LED</a:t>
            </a:r>
            <a:r>
              <a:rPr sz="2400" spc="-10" dirty="0">
                <a:solidFill>
                  <a:srgbClr val="0000CC"/>
                </a:solidFill>
                <a:latin typeface="Noto Sans Mono CJK HK"/>
                <a:cs typeface="Noto Sans Mono CJK HK"/>
              </a:rPr>
              <a:t>显示数据。</a:t>
            </a:r>
            <a:endParaRPr sz="2400">
              <a:latin typeface="Noto Sans Mono CJK HK"/>
              <a:cs typeface="Noto Sans Mono CJK HK"/>
            </a:endParaRPr>
          </a:p>
          <a:p>
            <a:pPr marL="757555" indent="-744855">
              <a:lnSpc>
                <a:spcPct val="100000"/>
              </a:lnSpc>
              <a:spcBef>
                <a:spcPts val="1320"/>
              </a:spcBef>
              <a:buClr>
                <a:srgbClr val="0000FF"/>
              </a:buClr>
              <a:buSzPct val="96000"/>
              <a:buFont typeface="Wingdings" panose="05000000000000000000"/>
              <a:buChar char=""/>
              <a:tabLst>
                <a:tab pos="757555" algn="l"/>
              </a:tabLst>
            </a:pP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另一个作为</a:t>
            </a: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段控制</a:t>
            </a: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输出端口，输出</a:t>
            </a:r>
            <a:r>
              <a:rPr sz="2400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sz="2400" spc="-10" dirty="0">
                <a:solidFill>
                  <a:srgbClr val="0000CC"/>
                </a:solidFill>
                <a:latin typeface="Noto Sans Mono CJK HK"/>
                <a:cs typeface="Noto Sans Mono CJK HK"/>
              </a:rPr>
              <a:t>段译码值。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5372" y="4509515"/>
            <a:ext cx="5506212" cy="1295400"/>
          </a:xfrm>
          <a:prstGeom prst="rect">
            <a:avLst/>
          </a:prstGeom>
        </p:spPr>
      </p:pic>
      <p:sp>
        <p:nvSpPr>
          <p:cNvPr id="6" name="object 5"/>
          <p:cNvSpPr txBox="1"/>
          <p:nvPr/>
        </p:nvSpPr>
        <p:spPr>
          <a:xfrm>
            <a:off x="2429979" y="3992130"/>
            <a:ext cx="156718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45" dirty="0">
                <a:solidFill>
                  <a:srgbClr val="FF0000"/>
                </a:solidFill>
                <a:latin typeface="Noto Sans Mono CJK HK"/>
                <a:cs typeface="Noto Sans Mono CJK HK"/>
              </a:rPr>
              <a:t>位控制码 </a:t>
            </a:r>
            <a:r>
              <a:rPr sz="4200" b="1" spc="-75" baseline="-3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sz="4200" baseline="-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6"/>
          <p:cNvSpPr txBox="1"/>
          <p:nvPr/>
        </p:nvSpPr>
        <p:spPr>
          <a:xfrm>
            <a:off x="4367479" y="4008729"/>
            <a:ext cx="33889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5790" algn="l"/>
                <a:tab pos="1100455" algn="l"/>
                <a:tab pos="1595120" algn="l"/>
                <a:tab pos="2188845" algn="l"/>
                <a:tab pos="2683510" algn="l"/>
                <a:tab pos="3178175" algn="l"/>
              </a:tabLst>
            </a:pPr>
            <a:r>
              <a:rPr sz="28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7"/>
          <p:cNvSpPr txBox="1"/>
          <p:nvPr/>
        </p:nvSpPr>
        <p:spPr>
          <a:xfrm>
            <a:off x="1339989" y="5365927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FF0000"/>
                </a:solidFill>
                <a:latin typeface="Noto Sans Mono CJK HK"/>
                <a:cs typeface="Noto Sans Mono CJK HK"/>
              </a:rPr>
              <a:t>段控制码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9" name="object 2"/>
          <p:cNvSpPr txBox="1">
            <a:spLocks noGrp="1"/>
          </p:cNvSpPr>
          <p:nvPr>
            <p:ph type="title"/>
          </p:nvPr>
        </p:nvSpPr>
        <p:spPr>
          <a:xfrm>
            <a:off x="460375" y="215900"/>
            <a:ext cx="502094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多个</a:t>
            </a:r>
            <a:r>
              <a:rPr 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LED</a:t>
            </a:r>
            <a:r>
              <a:rPr lang="zh-CN" altLang="en-US"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数码管的显示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3276866" y="1295717"/>
            <a:ext cx="330200" cy="10490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spc="-50" dirty="0">
                <a:solidFill>
                  <a:srgbClr val="0000FF"/>
                </a:solidFill>
                <a:latin typeface="Noto Sans Mono CJK HK"/>
                <a:cs typeface="Noto Sans Mono CJK HK"/>
              </a:rPr>
              <a:t>位控制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9939" y="4124007"/>
            <a:ext cx="330200" cy="10490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spc="-50" dirty="0">
                <a:solidFill>
                  <a:srgbClr val="0000FF"/>
                </a:solidFill>
                <a:latin typeface="Noto Sans Mono CJK HK"/>
                <a:cs typeface="Noto Sans Mono CJK HK"/>
              </a:rPr>
              <a:t>段控制</a:t>
            </a:r>
            <a:endParaRPr sz="2400">
              <a:latin typeface="Noto Sans Mono CJK HK"/>
              <a:cs typeface="Noto Sans Mono CJK H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63270" y="1414145"/>
            <a:ext cx="2483485" cy="4745990"/>
            <a:chOff x="458723" y="836675"/>
            <a:chExt cx="2483485" cy="5628005"/>
          </a:xfrm>
        </p:grpSpPr>
        <p:sp>
          <p:nvSpPr>
            <p:cNvPr id="9" name="object 9"/>
            <p:cNvSpPr/>
            <p:nvPr/>
          </p:nvSpPr>
          <p:spPr>
            <a:xfrm>
              <a:off x="2607297" y="3149599"/>
              <a:ext cx="335280" cy="3314700"/>
            </a:xfrm>
            <a:custGeom>
              <a:avLst/>
              <a:gdLst/>
              <a:ahLst/>
              <a:cxnLst/>
              <a:rect l="l" t="t" r="r" b="b"/>
              <a:pathLst>
                <a:path w="335280" h="3314700">
                  <a:moveTo>
                    <a:pt x="334695" y="25400"/>
                  </a:moveTo>
                  <a:lnTo>
                    <a:pt x="242849" y="25400"/>
                  </a:lnTo>
                  <a:lnTo>
                    <a:pt x="250164" y="12700"/>
                  </a:lnTo>
                  <a:lnTo>
                    <a:pt x="266141" y="12700"/>
                  </a:lnTo>
                  <a:lnTo>
                    <a:pt x="273418" y="0"/>
                  </a:lnTo>
                  <a:lnTo>
                    <a:pt x="333882" y="0"/>
                  </a:lnTo>
                  <a:lnTo>
                    <a:pt x="334695" y="25400"/>
                  </a:lnTo>
                  <a:close/>
                </a:path>
                <a:path w="335280" h="3314700">
                  <a:moveTo>
                    <a:pt x="284200" y="38100"/>
                  </a:moveTo>
                  <a:lnTo>
                    <a:pt x="228942" y="38100"/>
                  </a:lnTo>
                  <a:lnTo>
                    <a:pt x="235775" y="25400"/>
                  </a:lnTo>
                  <a:lnTo>
                    <a:pt x="291655" y="25400"/>
                  </a:lnTo>
                  <a:lnTo>
                    <a:pt x="284200" y="38100"/>
                  </a:lnTo>
                  <a:close/>
                </a:path>
                <a:path w="335280" h="3314700">
                  <a:moveTo>
                    <a:pt x="258851" y="50800"/>
                  </a:moveTo>
                  <a:lnTo>
                    <a:pt x="216077" y="50800"/>
                  </a:lnTo>
                  <a:lnTo>
                    <a:pt x="222376" y="38100"/>
                  </a:lnTo>
                  <a:lnTo>
                    <a:pt x="265569" y="38100"/>
                  </a:lnTo>
                  <a:lnTo>
                    <a:pt x="258851" y="50800"/>
                  </a:lnTo>
                  <a:close/>
                </a:path>
                <a:path w="335280" h="3314700">
                  <a:moveTo>
                    <a:pt x="241706" y="63500"/>
                  </a:moveTo>
                  <a:lnTo>
                    <a:pt x="204749" y="63500"/>
                  </a:lnTo>
                  <a:lnTo>
                    <a:pt x="210057" y="50800"/>
                  </a:lnTo>
                  <a:lnTo>
                    <a:pt x="247764" y="50800"/>
                  </a:lnTo>
                  <a:lnTo>
                    <a:pt x="241706" y="63500"/>
                  </a:lnTo>
                  <a:close/>
                </a:path>
                <a:path w="335280" h="3314700">
                  <a:moveTo>
                    <a:pt x="226466" y="76200"/>
                  </a:moveTo>
                  <a:lnTo>
                    <a:pt x="194132" y="76200"/>
                  </a:lnTo>
                  <a:lnTo>
                    <a:pt x="198894" y="63500"/>
                  </a:lnTo>
                  <a:lnTo>
                    <a:pt x="231775" y="63500"/>
                  </a:lnTo>
                  <a:lnTo>
                    <a:pt x="226466" y="76200"/>
                  </a:lnTo>
                  <a:close/>
                </a:path>
                <a:path w="335280" h="3314700">
                  <a:moveTo>
                    <a:pt x="231317" y="76200"/>
                  </a:moveTo>
                  <a:lnTo>
                    <a:pt x="231775" y="63500"/>
                  </a:lnTo>
                  <a:lnTo>
                    <a:pt x="236880" y="63500"/>
                  </a:lnTo>
                  <a:lnTo>
                    <a:pt x="231317" y="76200"/>
                  </a:lnTo>
                  <a:close/>
                </a:path>
                <a:path w="335280" h="3314700">
                  <a:moveTo>
                    <a:pt x="217474" y="88900"/>
                  </a:moveTo>
                  <a:lnTo>
                    <a:pt x="184784" y="88900"/>
                  </a:lnTo>
                  <a:lnTo>
                    <a:pt x="188950" y="76200"/>
                  </a:lnTo>
                  <a:lnTo>
                    <a:pt x="222237" y="76200"/>
                  </a:lnTo>
                  <a:lnTo>
                    <a:pt x="217474" y="88900"/>
                  </a:lnTo>
                  <a:close/>
                </a:path>
                <a:path w="335280" h="3314700">
                  <a:moveTo>
                    <a:pt x="199796" y="127000"/>
                  </a:moveTo>
                  <a:lnTo>
                    <a:pt x="170014" y="127000"/>
                  </a:lnTo>
                  <a:lnTo>
                    <a:pt x="173088" y="114300"/>
                  </a:lnTo>
                  <a:lnTo>
                    <a:pt x="176783" y="101600"/>
                  </a:lnTo>
                  <a:lnTo>
                    <a:pt x="180606" y="88900"/>
                  </a:lnTo>
                  <a:lnTo>
                    <a:pt x="213715" y="88900"/>
                  </a:lnTo>
                  <a:lnTo>
                    <a:pt x="209550" y="101600"/>
                  </a:lnTo>
                  <a:lnTo>
                    <a:pt x="206286" y="101600"/>
                  </a:lnTo>
                  <a:lnTo>
                    <a:pt x="202742" y="114300"/>
                  </a:lnTo>
                  <a:lnTo>
                    <a:pt x="202996" y="114300"/>
                  </a:lnTo>
                  <a:lnTo>
                    <a:pt x="199796" y="127000"/>
                  </a:lnTo>
                  <a:close/>
                </a:path>
                <a:path w="335280" h="3314700">
                  <a:moveTo>
                    <a:pt x="206006" y="114300"/>
                  </a:moveTo>
                  <a:lnTo>
                    <a:pt x="206286" y="101600"/>
                  </a:lnTo>
                  <a:lnTo>
                    <a:pt x="209867" y="101600"/>
                  </a:lnTo>
                  <a:lnTo>
                    <a:pt x="206006" y="114300"/>
                  </a:lnTo>
                  <a:close/>
                </a:path>
                <a:path w="335280" h="3314700">
                  <a:moveTo>
                    <a:pt x="191198" y="152400"/>
                  </a:moveTo>
                  <a:lnTo>
                    <a:pt x="163220" y="152400"/>
                  </a:lnTo>
                  <a:lnTo>
                    <a:pt x="165150" y="139700"/>
                  </a:lnTo>
                  <a:lnTo>
                    <a:pt x="167487" y="127000"/>
                  </a:lnTo>
                  <a:lnTo>
                    <a:pt x="197357" y="127000"/>
                  </a:lnTo>
                  <a:lnTo>
                    <a:pt x="194830" y="139700"/>
                  </a:lnTo>
                  <a:lnTo>
                    <a:pt x="192989" y="139700"/>
                  </a:lnTo>
                  <a:lnTo>
                    <a:pt x="191198" y="152400"/>
                  </a:lnTo>
                  <a:close/>
                </a:path>
                <a:path w="335280" h="3314700">
                  <a:moveTo>
                    <a:pt x="187325" y="1473200"/>
                  </a:moveTo>
                  <a:lnTo>
                    <a:pt x="157911" y="1473200"/>
                  </a:lnTo>
                  <a:lnTo>
                    <a:pt x="158927" y="1460500"/>
                  </a:lnTo>
                  <a:lnTo>
                    <a:pt x="159461" y="1460500"/>
                  </a:lnTo>
                  <a:lnTo>
                    <a:pt x="159664" y="1447800"/>
                  </a:lnTo>
                  <a:lnTo>
                    <a:pt x="159664" y="190500"/>
                  </a:lnTo>
                  <a:lnTo>
                    <a:pt x="159905" y="177800"/>
                  </a:lnTo>
                  <a:lnTo>
                    <a:pt x="160527" y="165100"/>
                  </a:lnTo>
                  <a:lnTo>
                    <a:pt x="161607" y="152400"/>
                  </a:lnTo>
                  <a:lnTo>
                    <a:pt x="191312" y="152400"/>
                  </a:lnTo>
                  <a:lnTo>
                    <a:pt x="189903" y="165100"/>
                  </a:lnTo>
                  <a:lnTo>
                    <a:pt x="189039" y="165100"/>
                  </a:lnTo>
                  <a:lnTo>
                    <a:pt x="188417" y="177800"/>
                  </a:lnTo>
                  <a:lnTo>
                    <a:pt x="188239" y="190500"/>
                  </a:lnTo>
                  <a:lnTo>
                    <a:pt x="188239" y="1447800"/>
                  </a:lnTo>
                  <a:lnTo>
                    <a:pt x="187998" y="1460500"/>
                  </a:lnTo>
                  <a:lnTo>
                    <a:pt x="187325" y="1473200"/>
                  </a:lnTo>
                  <a:close/>
                </a:path>
                <a:path w="335280" h="3314700">
                  <a:moveTo>
                    <a:pt x="182752" y="1498600"/>
                  </a:moveTo>
                  <a:lnTo>
                    <a:pt x="152895" y="1498600"/>
                  </a:lnTo>
                  <a:lnTo>
                    <a:pt x="155054" y="1485900"/>
                  </a:lnTo>
                  <a:lnTo>
                    <a:pt x="156590" y="1485900"/>
                  </a:lnTo>
                  <a:lnTo>
                    <a:pt x="158000" y="1473200"/>
                  </a:lnTo>
                  <a:lnTo>
                    <a:pt x="186207" y="1473200"/>
                  </a:lnTo>
                  <a:lnTo>
                    <a:pt x="184683" y="1485900"/>
                  </a:lnTo>
                  <a:lnTo>
                    <a:pt x="182752" y="1498600"/>
                  </a:lnTo>
                  <a:close/>
                </a:path>
                <a:path w="335280" h="3314700">
                  <a:moveTo>
                    <a:pt x="174586" y="1524000"/>
                  </a:moveTo>
                  <a:lnTo>
                    <a:pt x="144906" y="1524000"/>
                  </a:lnTo>
                  <a:lnTo>
                    <a:pt x="148120" y="1511300"/>
                  </a:lnTo>
                  <a:lnTo>
                    <a:pt x="147878" y="1511300"/>
                  </a:lnTo>
                  <a:lnTo>
                    <a:pt x="150749" y="1498600"/>
                  </a:lnTo>
                  <a:lnTo>
                    <a:pt x="180594" y="1498600"/>
                  </a:lnTo>
                  <a:lnTo>
                    <a:pt x="177698" y="1511300"/>
                  </a:lnTo>
                  <a:lnTo>
                    <a:pt x="174586" y="1524000"/>
                  </a:lnTo>
                  <a:close/>
                </a:path>
                <a:path w="335280" h="3314700">
                  <a:moveTo>
                    <a:pt x="163436" y="1549400"/>
                  </a:moveTo>
                  <a:lnTo>
                    <a:pt x="130060" y="1549400"/>
                  </a:lnTo>
                  <a:lnTo>
                    <a:pt x="134531" y="1536700"/>
                  </a:lnTo>
                  <a:lnTo>
                    <a:pt x="138049" y="1536700"/>
                  </a:lnTo>
                  <a:lnTo>
                    <a:pt x="141909" y="1524000"/>
                  </a:lnTo>
                  <a:lnTo>
                    <a:pt x="171386" y="1524000"/>
                  </a:lnTo>
                  <a:lnTo>
                    <a:pt x="167297" y="1536700"/>
                  </a:lnTo>
                  <a:lnTo>
                    <a:pt x="163436" y="1549400"/>
                  </a:lnTo>
                  <a:close/>
                </a:path>
                <a:path w="335280" h="3314700">
                  <a:moveTo>
                    <a:pt x="154139" y="1562100"/>
                  </a:moveTo>
                  <a:lnTo>
                    <a:pt x="121018" y="1562100"/>
                  </a:lnTo>
                  <a:lnTo>
                    <a:pt x="126060" y="1549400"/>
                  </a:lnTo>
                  <a:lnTo>
                    <a:pt x="158610" y="1549400"/>
                  </a:lnTo>
                  <a:lnTo>
                    <a:pt x="154139" y="1562100"/>
                  </a:lnTo>
                  <a:close/>
                </a:path>
                <a:path w="335280" h="3314700">
                  <a:moveTo>
                    <a:pt x="148615" y="1574800"/>
                  </a:moveTo>
                  <a:lnTo>
                    <a:pt x="111023" y="1574800"/>
                  </a:lnTo>
                  <a:lnTo>
                    <a:pt x="116586" y="1562100"/>
                  </a:lnTo>
                  <a:lnTo>
                    <a:pt x="153771" y="1562100"/>
                  </a:lnTo>
                  <a:lnTo>
                    <a:pt x="148615" y="1574800"/>
                  </a:lnTo>
                  <a:close/>
                </a:path>
                <a:path w="335280" h="3314700">
                  <a:moveTo>
                    <a:pt x="137845" y="1587500"/>
                  </a:moveTo>
                  <a:lnTo>
                    <a:pt x="94386" y="1587500"/>
                  </a:lnTo>
                  <a:lnTo>
                    <a:pt x="100672" y="1574800"/>
                  </a:lnTo>
                  <a:lnTo>
                    <a:pt x="143154" y="1574800"/>
                  </a:lnTo>
                  <a:lnTo>
                    <a:pt x="137845" y="1587500"/>
                  </a:lnTo>
                  <a:close/>
                </a:path>
                <a:path w="335280" h="3314700">
                  <a:moveTo>
                    <a:pt x="125526" y="1600200"/>
                  </a:moveTo>
                  <a:lnTo>
                    <a:pt x="76047" y="1600200"/>
                  </a:lnTo>
                  <a:lnTo>
                    <a:pt x="82956" y="1587500"/>
                  </a:lnTo>
                  <a:lnTo>
                    <a:pt x="131343" y="1587500"/>
                  </a:lnTo>
                  <a:lnTo>
                    <a:pt x="125526" y="1600200"/>
                  </a:lnTo>
                  <a:close/>
                </a:path>
                <a:path w="335280" h="3314700">
                  <a:moveTo>
                    <a:pt x="111569" y="1612900"/>
                  </a:moveTo>
                  <a:lnTo>
                    <a:pt x="42367" y="1612900"/>
                  </a:lnTo>
                  <a:lnTo>
                    <a:pt x="50126" y="1600200"/>
                  </a:lnTo>
                  <a:lnTo>
                    <a:pt x="112128" y="1600200"/>
                  </a:lnTo>
                  <a:lnTo>
                    <a:pt x="111569" y="1612900"/>
                  </a:lnTo>
                  <a:close/>
                </a:path>
                <a:path w="335280" h="3314700">
                  <a:moveTo>
                    <a:pt x="14020" y="1638300"/>
                  </a:moveTo>
                  <a:lnTo>
                    <a:pt x="1181" y="1638300"/>
                  </a:lnTo>
                  <a:lnTo>
                    <a:pt x="0" y="1625600"/>
                  </a:lnTo>
                  <a:lnTo>
                    <a:pt x="1181" y="1612900"/>
                  </a:lnTo>
                  <a:lnTo>
                    <a:pt x="14020" y="1612900"/>
                  </a:lnTo>
                  <a:lnTo>
                    <a:pt x="14020" y="1638300"/>
                  </a:lnTo>
                  <a:close/>
                </a:path>
                <a:path w="335280" h="3314700">
                  <a:moveTo>
                    <a:pt x="58000" y="1638300"/>
                  </a:moveTo>
                  <a:lnTo>
                    <a:pt x="14020" y="1638300"/>
                  </a:lnTo>
                  <a:lnTo>
                    <a:pt x="14020" y="1612900"/>
                  </a:lnTo>
                  <a:lnTo>
                    <a:pt x="58000" y="1612900"/>
                  </a:lnTo>
                  <a:lnTo>
                    <a:pt x="65608" y="1625600"/>
                  </a:lnTo>
                  <a:lnTo>
                    <a:pt x="58000" y="1638300"/>
                  </a:lnTo>
                  <a:close/>
                </a:path>
                <a:path w="335280" h="3314700">
                  <a:moveTo>
                    <a:pt x="97116" y="1638300"/>
                  </a:moveTo>
                  <a:lnTo>
                    <a:pt x="58000" y="1638300"/>
                  </a:lnTo>
                  <a:lnTo>
                    <a:pt x="65608" y="1625600"/>
                  </a:lnTo>
                  <a:lnTo>
                    <a:pt x="58000" y="1612900"/>
                  </a:lnTo>
                  <a:lnTo>
                    <a:pt x="97116" y="1612900"/>
                  </a:lnTo>
                  <a:lnTo>
                    <a:pt x="90208" y="1625600"/>
                  </a:lnTo>
                  <a:lnTo>
                    <a:pt x="89560" y="1625600"/>
                  </a:lnTo>
                  <a:lnTo>
                    <a:pt x="97116" y="1638300"/>
                  </a:lnTo>
                  <a:close/>
                </a:path>
                <a:path w="335280" h="3314700">
                  <a:moveTo>
                    <a:pt x="118414" y="1651000"/>
                  </a:moveTo>
                  <a:lnTo>
                    <a:pt x="50126" y="1651000"/>
                  </a:lnTo>
                  <a:lnTo>
                    <a:pt x="42367" y="1638300"/>
                  </a:lnTo>
                  <a:lnTo>
                    <a:pt x="111569" y="1638300"/>
                  </a:lnTo>
                  <a:lnTo>
                    <a:pt x="118414" y="1651000"/>
                  </a:lnTo>
                  <a:close/>
                </a:path>
                <a:path w="335280" h="3314700">
                  <a:moveTo>
                    <a:pt x="131825" y="1663700"/>
                  </a:moveTo>
                  <a:lnTo>
                    <a:pt x="82956" y="1663700"/>
                  </a:lnTo>
                  <a:lnTo>
                    <a:pt x="76047" y="1651000"/>
                  </a:lnTo>
                  <a:lnTo>
                    <a:pt x="125526" y="1651000"/>
                  </a:lnTo>
                  <a:lnTo>
                    <a:pt x="131825" y="1663700"/>
                  </a:lnTo>
                  <a:close/>
                </a:path>
                <a:path w="335280" h="3314700">
                  <a:moveTo>
                    <a:pt x="143154" y="1676400"/>
                  </a:moveTo>
                  <a:lnTo>
                    <a:pt x="100672" y="1676400"/>
                  </a:lnTo>
                  <a:lnTo>
                    <a:pt x="94386" y="1663700"/>
                  </a:lnTo>
                  <a:lnTo>
                    <a:pt x="137845" y="1663700"/>
                  </a:lnTo>
                  <a:lnTo>
                    <a:pt x="143154" y="1676400"/>
                  </a:lnTo>
                  <a:close/>
                </a:path>
                <a:path w="335280" h="3314700">
                  <a:moveTo>
                    <a:pt x="158953" y="1701800"/>
                  </a:moveTo>
                  <a:lnTo>
                    <a:pt x="126060" y="1701800"/>
                  </a:lnTo>
                  <a:lnTo>
                    <a:pt x="121018" y="1689100"/>
                  </a:lnTo>
                  <a:lnTo>
                    <a:pt x="116586" y="1689100"/>
                  </a:lnTo>
                  <a:lnTo>
                    <a:pt x="111023" y="1676400"/>
                  </a:lnTo>
                  <a:lnTo>
                    <a:pt x="149009" y="1676400"/>
                  </a:lnTo>
                  <a:lnTo>
                    <a:pt x="153771" y="1689100"/>
                  </a:lnTo>
                  <a:lnTo>
                    <a:pt x="158953" y="1701800"/>
                  </a:lnTo>
                  <a:close/>
                </a:path>
                <a:path w="335280" h="3314700">
                  <a:moveTo>
                    <a:pt x="171386" y="1727200"/>
                  </a:moveTo>
                  <a:lnTo>
                    <a:pt x="141909" y="1727200"/>
                  </a:lnTo>
                  <a:lnTo>
                    <a:pt x="138049" y="1714500"/>
                  </a:lnTo>
                  <a:lnTo>
                    <a:pt x="134531" y="1714500"/>
                  </a:lnTo>
                  <a:lnTo>
                    <a:pt x="130060" y="1701800"/>
                  </a:lnTo>
                  <a:lnTo>
                    <a:pt x="163436" y="1701800"/>
                  </a:lnTo>
                  <a:lnTo>
                    <a:pt x="167297" y="1714500"/>
                  </a:lnTo>
                  <a:lnTo>
                    <a:pt x="171386" y="1727200"/>
                  </a:lnTo>
                  <a:close/>
                </a:path>
                <a:path w="335280" h="3314700">
                  <a:moveTo>
                    <a:pt x="180594" y="1752600"/>
                  </a:moveTo>
                  <a:lnTo>
                    <a:pt x="150749" y="1752600"/>
                  </a:lnTo>
                  <a:lnTo>
                    <a:pt x="147878" y="1739900"/>
                  </a:lnTo>
                  <a:lnTo>
                    <a:pt x="148120" y="1739900"/>
                  </a:lnTo>
                  <a:lnTo>
                    <a:pt x="144906" y="1727200"/>
                  </a:lnTo>
                  <a:lnTo>
                    <a:pt x="174586" y="1727200"/>
                  </a:lnTo>
                  <a:lnTo>
                    <a:pt x="177698" y="1739900"/>
                  </a:lnTo>
                  <a:lnTo>
                    <a:pt x="180594" y="1752600"/>
                  </a:lnTo>
                  <a:close/>
                </a:path>
                <a:path w="335280" h="3314700">
                  <a:moveTo>
                    <a:pt x="186207" y="1778000"/>
                  </a:moveTo>
                  <a:lnTo>
                    <a:pt x="158000" y="1778000"/>
                  </a:lnTo>
                  <a:lnTo>
                    <a:pt x="156590" y="1765300"/>
                  </a:lnTo>
                  <a:lnTo>
                    <a:pt x="155054" y="1765300"/>
                  </a:lnTo>
                  <a:lnTo>
                    <a:pt x="152895" y="1752600"/>
                  </a:lnTo>
                  <a:lnTo>
                    <a:pt x="182752" y="1752600"/>
                  </a:lnTo>
                  <a:lnTo>
                    <a:pt x="184683" y="1765300"/>
                  </a:lnTo>
                  <a:lnTo>
                    <a:pt x="186207" y="1778000"/>
                  </a:lnTo>
                  <a:close/>
                </a:path>
                <a:path w="335280" h="3314700">
                  <a:moveTo>
                    <a:pt x="188442" y="3136900"/>
                  </a:moveTo>
                  <a:lnTo>
                    <a:pt x="159905" y="3136900"/>
                  </a:lnTo>
                  <a:lnTo>
                    <a:pt x="159664" y="3124200"/>
                  </a:lnTo>
                  <a:lnTo>
                    <a:pt x="159664" y="1803400"/>
                  </a:lnTo>
                  <a:lnTo>
                    <a:pt x="159461" y="1790700"/>
                  </a:lnTo>
                  <a:lnTo>
                    <a:pt x="158927" y="1790700"/>
                  </a:lnTo>
                  <a:lnTo>
                    <a:pt x="157911" y="1778000"/>
                  </a:lnTo>
                  <a:lnTo>
                    <a:pt x="187325" y="1778000"/>
                  </a:lnTo>
                  <a:lnTo>
                    <a:pt x="187998" y="1790700"/>
                  </a:lnTo>
                  <a:lnTo>
                    <a:pt x="188239" y="1803400"/>
                  </a:lnTo>
                  <a:lnTo>
                    <a:pt x="188239" y="3124200"/>
                  </a:lnTo>
                  <a:lnTo>
                    <a:pt x="188442" y="3136900"/>
                  </a:lnTo>
                  <a:close/>
                </a:path>
                <a:path w="335280" h="3314700">
                  <a:moveTo>
                    <a:pt x="189039" y="3136900"/>
                  </a:moveTo>
                  <a:lnTo>
                    <a:pt x="188442" y="3136900"/>
                  </a:lnTo>
                  <a:lnTo>
                    <a:pt x="188417" y="3124200"/>
                  </a:lnTo>
                  <a:lnTo>
                    <a:pt x="189039" y="3136900"/>
                  </a:lnTo>
                  <a:close/>
                </a:path>
                <a:path w="335280" h="3314700">
                  <a:moveTo>
                    <a:pt x="195008" y="3175000"/>
                  </a:moveTo>
                  <a:lnTo>
                    <a:pt x="165150" y="3175000"/>
                  </a:lnTo>
                  <a:lnTo>
                    <a:pt x="163220" y="3162300"/>
                  </a:lnTo>
                  <a:lnTo>
                    <a:pt x="161607" y="3149600"/>
                  </a:lnTo>
                  <a:lnTo>
                    <a:pt x="160527" y="3136900"/>
                  </a:lnTo>
                  <a:lnTo>
                    <a:pt x="188975" y="3136900"/>
                  </a:lnTo>
                  <a:lnTo>
                    <a:pt x="189991" y="3149600"/>
                  </a:lnTo>
                  <a:lnTo>
                    <a:pt x="191198" y="3149600"/>
                  </a:lnTo>
                  <a:lnTo>
                    <a:pt x="192989" y="3162300"/>
                  </a:lnTo>
                  <a:lnTo>
                    <a:pt x="192849" y="3162300"/>
                  </a:lnTo>
                  <a:lnTo>
                    <a:pt x="195008" y="3175000"/>
                  </a:lnTo>
                  <a:close/>
                </a:path>
                <a:path w="335280" h="3314700">
                  <a:moveTo>
                    <a:pt x="206286" y="3200400"/>
                  </a:moveTo>
                  <a:lnTo>
                    <a:pt x="173088" y="3200400"/>
                  </a:lnTo>
                  <a:lnTo>
                    <a:pt x="170014" y="3187700"/>
                  </a:lnTo>
                  <a:lnTo>
                    <a:pt x="167487" y="3175000"/>
                  </a:lnTo>
                  <a:lnTo>
                    <a:pt x="197154" y="3175000"/>
                  </a:lnTo>
                  <a:lnTo>
                    <a:pt x="200025" y="3187700"/>
                  </a:lnTo>
                  <a:lnTo>
                    <a:pt x="202742" y="3187700"/>
                  </a:lnTo>
                  <a:lnTo>
                    <a:pt x="206286" y="3200400"/>
                  </a:lnTo>
                  <a:close/>
                </a:path>
                <a:path w="335280" h="3314700">
                  <a:moveTo>
                    <a:pt x="217843" y="3225800"/>
                  </a:moveTo>
                  <a:lnTo>
                    <a:pt x="184467" y="3225800"/>
                  </a:lnTo>
                  <a:lnTo>
                    <a:pt x="180606" y="3213100"/>
                  </a:lnTo>
                  <a:lnTo>
                    <a:pt x="176783" y="3200400"/>
                  </a:lnTo>
                  <a:lnTo>
                    <a:pt x="206006" y="3200400"/>
                  </a:lnTo>
                  <a:lnTo>
                    <a:pt x="209867" y="3213100"/>
                  </a:lnTo>
                  <a:lnTo>
                    <a:pt x="213372" y="3213100"/>
                  </a:lnTo>
                  <a:lnTo>
                    <a:pt x="217843" y="3225800"/>
                  </a:lnTo>
                  <a:close/>
                </a:path>
                <a:path w="335280" h="3314700">
                  <a:moveTo>
                    <a:pt x="226885" y="3238500"/>
                  </a:moveTo>
                  <a:lnTo>
                    <a:pt x="193763" y="3238500"/>
                  </a:lnTo>
                  <a:lnTo>
                    <a:pt x="188950" y="3225800"/>
                  </a:lnTo>
                  <a:lnTo>
                    <a:pt x="221843" y="3225800"/>
                  </a:lnTo>
                  <a:lnTo>
                    <a:pt x="226885" y="3238500"/>
                  </a:lnTo>
                  <a:close/>
                </a:path>
                <a:path w="335280" h="3314700">
                  <a:moveTo>
                    <a:pt x="242227" y="3251200"/>
                  </a:moveTo>
                  <a:lnTo>
                    <a:pt x="204749" y="3251200"/>
                  </a:lnTo>
                  <a:lnTo>
                    <a:pt x="199288" y="3238500"/>
                  </a:lnTo>
                  <a:lnTo>
                    <a:pt x="236397" y="3238500"/>
                  </a:lnTo>
                  <a:lnTo>
                    <a:pt x="242227" y="3251200"/>
                  </a:lnTo>
                  <a:close/>
                </a:path>
                <a:path w="335280" h="3314700">
                  <a:moveTo>
                    <a:pt x="253517" y="3263900"/>
                  </a:moveTo>
                  <a:lnTo>
                    <a:pt x="216077" y="3263900"/>
                  </a:lnTo>
                  <a:lnTo>
                    <a:pt x="210057" y="3251200"/>
                  </a:lnTo>
                  <a:lnTo>
                    <a:pt x="247230" y="3251200"/>
                  </a:lnTo>
                  <a:lnTo>
                    <a:pt x="253517" y="3263900"/>
                  </a:lnTo>
                  <a:close/>
                </a:path>
                <a:path w="335280" h="3314700">
                  <a:moveTo>
                    <a:pt x="271856" y="3276600"/>
                  </a:moveTo>
                  <a:lnTo>
                    <a:pt x="222884" y="3276600"/>
                  </a:lnTo>
                  <a:lnTo>
                    <a:pt x="222376" y="3263900"/>
                  </a:lnTo>
                  <a:lnTo>
                    <a:pt x="264947" y="3263900"/>
                  </a:lnTo>
                  <a:lnTo>
                    <a:pt x="271856" y="3276600"/>
                  </a:lnTo>
                  <a:close/>
                </a:path>
                <a:path w="335280" h="3314700">
                  <a:moveTo>
                    <a:pt x="278307" y="3276600"/>
                  </a:moveTo>
                  <a:lnTo>
                    <a:pt x="271856" y="3276600"/>
                  </a:lnTo>
                  <a:lnTo>
                    <a:pt x="271208" y="3263900"/>
                  </a:lnTo>
                  <a:lnTo>
                    <a:pt x="278307" y="3276600"/>
                  </a:lnTo>
                  <a:close/>
                </a:path>
                <a:path w="335280" h="3314700">
                  <a:moveTo>
                    <a:pt x="305536" y="3289300"/>
                  </a:moveTo>
                  <a:lnTo>
                    <a:pt x="242849" y="3289300"/>
                  </a:lnTo>
                  <a:lnTo>
                    <a:pt x="236346" y="3276600"/>
                  </a:lnTo>
                  <a:lnTo>
                    <a:pt x="297776" y="3276600"/>
                  </a:lnTo>
                  <a:lnTo>
                    <a:pt x="305536" y="3289300"/>
                  </a:lnTo>
                  <a:close/>
                </a:path>
                <a:path w="335280" h="3314700">
                  <a:moveTo>
                    <a:pt x="312661" y="3289300"/>
                  </a:moveTo>
                  <a:lnTo>
                    <a:pt x="305536" y="3289300"/>
                  </a:lnTo>
                  <a:lnTo>
                    <a:pt x="304761" y="3276600"/>
                  </a:lnTo>
                  <a:lnTo>
                    <a:pt x="312661" y="3289300"/>
                  </a:lnTo>
                  <a:close/>
                </a:path>
                <a:path w="335280" h="3314700">
                  <a:moveTo>
                    <a:pt x="333882" y="3314700"/>
                  </a:moveTo>
                  <a:lnTo>
                    <a:pt x="289915" y="3314700"/>
                  </a:lnTo>
                  <a:lnTo>
                    <a:pt x="281571" y="3302000"/>
                  </a:lnTo>
                  <a:lnTo>
                    <a:pt x="265455" y="3302000"/>
                  </a:lnTo>
                  <a:lnTo>
                    <a:pt x="258356" y="3289300"/>
                  </a:lnTo>
                  <a:lnTo>
                    <a:pt x="334695" y="3289300"/>
                  </a:lnTo>
                  <a:lnTo>
                    <a:pt x="333882" y="331470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8723" y="836675"/>
              <a:ext cx="2322830" cy="946785"/>
            </a:xfrm>
            <a:custGeom>
              <a:avLst/>
              <a:gdLst/>
              <a:ahLst/>
              <a:cxnLst/>
              <a:rect l="l" t="t" r="r" b="b"/>
              <a:pathLst>
                <a:path w="2322830" h="946785">
                  <a:moveTo>
                    <a:pt x="2322576" y="946403"/>
                  </a:moveTo>
                  <a:lnTo>
                    <a:pt x="0" y="946403"/>
                  </a:lnTo>
                  <a:lnTo>
                    <a:pt x="0" y="0"/>
                  </a:lnTo>
                  <a:lnTo>
                    <a:pt x="2322576" y="0"/>
                  </a:lnTo>
                  <a:lnTo>
                    <a:pt x="2322576" y="9464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/>
        </p:nvSpPr>
        <p:spPr>
          <a:xfrm>
            <a:off x="351790" y="1219200"/>
            <a:ext cx="2679065" cy="665480"/>
          </a:xfrm>
          <a:prstGeom prst="rect">
            <a:avLst/>
          </a:prstGeom>
        </p:spPr>
        <p:txBody>
          <a:bodyPr vert="horz" wrap="square" lIns="0" tIns="59690" rIns="0" bIns="0" rtlCol="0">
            <a:noAutofit/>
          </a:bodyPr>
          <a:lstStyle>
            <a:lvl1pPr>
              <a:defRPr sz="2800" b="0" i="0">
                <a:solidFill>
                  <a:srgbClr val="003366"/>
                </a:solidFill>
                <a:latin typeface="Noto Sans Mono CJK HK"/>
                <a:ea typeface="+mj-ea"/>
                <a:cs typeface="Noto Sans Mono CJK HK"/>
              </a:defRPr>
            </a:lvl1pPr>
          </a:lstStyle>
          <a:p>
            <a:pPr marL="12700" marR="5080">
              <a:lnSpc>
                <a:spcPts val="3030"/>
              </a:lnSpc>
              <a:spcBef>
                <a:spcPts val="470"/>
              </a:spcBef>
            </a:pPr>
            <a:r>
              <a:rPr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spc="-434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240" dirty="0">
                <a:solidFill>
                  <a:srgbClr val="0000FF"/>
                </a:solidFill>
              </a:rPr>
              <a:t>位</a:t>
            </a:r>
            <a:r>
              <a:rPr spc="25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LED</a:t>
            </a:r>
            <a:r>
              <a:rPr spc="95" dirty="0">
                <a:solidFill>
                  <a:srgbClr val="0000FF"/>
                </a:solidFill>
              </a:rPr>
              <a:t>扫描</a:t>
            </a:r>
            <a:r>
              <a:rPr spc="-35" dirty="0">
                <a:solidFill>
                  <a:srgbClr val="0000FF"/>
                </a:solidFill>
              </a:rPr>
              <a:t>显示驱动电路</a:t>
            </a:r>
          </a:p>
        </p:txBody>
      </p:sp>
      <p:grpSp>
        <p:nvGrpSpPr>
          <p:cNvPr id="3" name="object 2"/>
          <p:cNvGrpSpPr/>
          <p:nvPr/>
        </p:nvGrpSpPr>
        <p:grpSpPr>
          <a:xfrm>
            <a:off x="3657472" y="914400"/>
            <a:ext cx="5312994" cy="5334000"/>
            <a:chOff x="3657472" y="914400"/>
            <a:chExt cx="5312994" cy="5334000"/>
          </a:xfrm>
        </p:grpSpPr>
        <p:pic>
          <p:nvPicPr>
            <p:cNvPr id="5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472" y="914400"/>
              <a:ext cx="4034790" cy="5334000"/>
            </a:xfrm>
            <a:prstGeom prst="rect">
              <a:avLst/>
            </a:prstGeom>
          </p:spPr>
        </p:pic>
        <p:pic>
          <p:nvPicPr>
            <p:cNvPr id="13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9414" y="6134468"/>
              <a:ext cx="651052" cy="738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18490" y="1146810"/>
            <a:ext cx="7032625" cy="161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indent="815975">
              <a:lnSpc>
                <a:spcPct val="100000"/>
              </a:lnSpc>
              <a:spcBef>
                <a:spcPts val="100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用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个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位输出端口控制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spc="-90" dirty="0">
                <a:solidFill>
                  <a:srgbClr val="0000CC"/>
                </a:solidFill>
                <a:latin typeface="Noto Sans Mono CJK HK"/>
                <a:cs typeface="Noto Sans Mono CJK HK"/>
              </a:rPr>
              <a:t>个数码管的显</a:t>
            </a:r>
            <a:r>
              <a:rPr sz="2400" spc="-535" dirty="0">
                <a:solidFill>
                  <a:srgbClr val="0000CC"/>
                </a:solidFill>
                <a:latin typeface="Noto Sans Mono CJK HK"/>
                <a:cs typeface="Noto Sans Mono CJK HK"/>
              </a:rPr>
              <a:t> </a:t>
            </a:r>
            <a:r>
              <a:rPr sz="2400" spc="-50" dirty="0">
                <a:solidFill>
                  <a:srgbClr val="0000CC"/>
                </a:solidFill>
                <a:latin typeface="Noto Sans Mono CJK HK"/>
                <a:cs typeface="Noto Sans Mono CJK HK"/>
              </a:rPr>
              <a:t>示</a:t>
            </a:r>
            <a:endParaRPr sz="2400">
              <a:latin typeface="Noto Sans Mono CJK HK"/>
              <a:cs typeface="Noto Sans Mono CJK HK"/>
            </a:endParaRPr>
          </a:p>
          <a:p>
            <a:pPr marL="12700" indent="815975">
              <a:lnSpc>
                <a:spcPct val="100000"/>
              </a:lnSpc>
              <a:spcBef>
                <a:spcPts val="1905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硬件上用公用的驱动电路来驱动各数</a:t>
            </a:r>
            <a:r>
              <a:rPr sz="2400" spc="-1330" dirty="0">
                <a:solidFill>
                  <a:srgbClr val="0000CC"/>
                </a:solidFill>
                <a:latin typeface="Noto Sans Mono CJK HK"/>
                <a:cs typeface="Noto Sans Mono CJK HK"/>
              </a:rPr>
              <a:t>码</a:t>
            </a:r>
            <a:r>
              <a:rPr sz="2400" spc="-50" dirty="0">
                <a:solidFill>
                  <a:srgbClr val="0000CC"/>
                </a:solidFill>
                <a:latin typeface="Noto Sans Mono CJK HK"/>
                <a:cs typeface="Noto Sans Mono CJK HK"/>
              </a:rPr>
              <a:t> 管</a:t>
            </a:r>
            <a:endParaRPr sz="2400">
              <a:latin typeface="Noto Sans Mono CJK HK"/>
              <a:cs typeface="Noto Sans Mono CJK HK"/>
            </a:endParaRPr>
          </a:p>
          <a:p>
            <a:pPr marL="828675" indent="-815975">
              <a:lnSpc>
                <a:spcPct val="100000"/>
              </a:lnSpc>
              <a:spcBef>
                <a:spcPts val="1920"/>
              </a:spcBef>
              <a:buFont typeface="Wingdings" panose="05000000000000000000"/>
              <a:buChar char=""/>
              <a:tabLst>
                <a:tab pos="828675" algn="l"/>
              </a:tabLst>
            </a:pPr>
            <a:r>
              <a:rPr sz="2400" spc="-5" dirty="0">
                <a:solidFill>
                  <a:srgbClr val="0000CC"/>
                </a:solidFill>
                <a:latin typeface="Noto Sans Mono CJK HK"/>
                <a:cs typeface="Noto Sans Mono CJK HK"/>
              </a:rPr>
              <a:t>软件上用扫描方法实现数码显示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990600"/>
            <a:ext cx="7194550" cy="501713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2927" y="1075690"/>
            <a:ext cx="3134995" cy="80518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spc="-15" dirty="0">
                <a:solidFill>
                  <a:srgbClr val="006600"/>
                </a:solidFill>
                <a:latin typeface="Noto Sans Mono CJK HK"/>
                <a:cs typeface="Noto Sans Mono CJK HK"/>
              </a:rPr>
              <a:t>;数据段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400" b="1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LEDdt</a:t>
            </a:r>
            <a:r>
              <a:rPr sz="2400" b="1" spc="-15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db</a:t>
            </a:r>
            <a:r>
              <a:rPr sz="2400" b="1" spc="-15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8</a:t>
            </a:r>
            <a:r>
              <a:rPr sz="2400" b="1" spc="-10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 dup(0)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4327" y="1489709"/>
            <a:ext cx="170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;数码缓冲区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927" y="2305684"/>
            <a:ext cx="4997450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006600"/>
                </a:solidFill>
                <a:latin typeface="Noto Sans Mono CJK HK"/>
                <a:cs typeface="Noto Sans Mono CJK HK"/>
              </a:rPr>
              <a:t>;主程序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26465" algn="l"/>
              </a:tabLst>
            </a:pP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mov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	si,offset</a:t>
            </a:r>
            <a:r>
              <a:rPr sz="2400" b="1" spc="-4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LEDdt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2698115" algn="l"/>
              </a:tabLst>
            </a:pP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call</a:t>
            </a: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 panose="02070309020205020404"/>
                <a:cs typeface="Courier New" panose="02070309020205020404"/>
              </a:rPr>
              <a:t>LEDdisp</a:t>
            </a:r>
            <a:r>
              <a:rPr sz="2400" b="1" u="none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400" u="none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;调用显示子程序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8802" y="1043304"/>
            <a:ext cx="1306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LEDdisp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8552" y="1043304"/>
            <a:ext cx="3683635" cy="17068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2383155">
              <a:lnSpc>
                <a:spcPts val="2590"/>
              </a:lnSpc>
              <a:spcBef>
                <a:spcPts val="425"/>
              </a:spcBef>
            </a:pP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proc 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push</a:t>
            </a: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ax 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push</a:t>
            </a: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bx 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push</a:t>
            </a: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dx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550"/>
              </a:lnSpc>
              <a:tabLst>
                <a:tab pos="926465" algn="l"/>
              </a:tabLst>
            </a:pP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mov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	bx,offset</a:t>
            </a:r>
            <a:r>
              <a:rPr sz="2400" b="1" spc="-4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 panose="02070309020205020404"/>
                <a:cs typeface="Courier New" panose="02070309020205020404"/>
              </a:rPr>
              <a:t>LEDtb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8552" y="2687954"/>
            <a:ext cx="2220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mov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400" b="1" spc="-1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ah</a:t>
            </a:r>
            <a:r>
              <a:rPr sz="2400" b="1" spc="-10" dirty="0">
                <a:latin typeface="Courier New" panose="02070309020205020404"/>
                <a:cs typeface="Courier New" panose="02070309020205020404"/>
              </a:rPr>
              <a:t>,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 panose="02070309020205020404"/>
                <a:cs typeface="Courier New" panose="02070309020205020404"/>
              </a:rPr>
              <a:t>0feh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802" y="3016884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 panose="02070309020205020404"/>
                <a:cs typeface="Courier New" panose="02070309020205020404"/>
              </a:rPr>
              <a:t>LED1</a:t>
            </a:r>
            <a:r>
              <a:rPr sz="2400" b="1" u="none" spc="-1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: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8552" y="3016884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 panose="02070309020205020404"/>
                <a:cs typeface="Courier New" panose="02070309020205020404"/>
              </a:rPr>
              <a:t>lodsb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8942" y="2687954"/>
            <a:ext cx="2646680" cy="720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指向最左边数码管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ts val="2735"/>
              </a:lnSpc>
            </a:pP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取出要显示的数字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8552" y="3345815"/>
            <a:ext cx="5775325" cy="713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10"/>
              </a:lnSpc>
              <a:spcBef>
                <a:spcPts val="100"/>
              </a:spcBef>
            </a:pP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xlat</a:t>
            </a: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cs:LEDtb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946150">
              <a:lnSpc>
                <a:spcPts val="2710"/>
              </a:lnSpc>
            </a:pP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400" spc="-5" dirty="0">
                <a:solidFill>
                  <a:srgbClr val="006600"/>
                </a:solidFill>
                <a:latin typeface="Noto Sans Mono CJK HK"/>
                <a:cs typeface="Noto Sans Mono CJK HK"/>
              </a:rPr>
              <a:t>得到显示代码：</a:t>
            </a: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AL←CS:[BX</a:t>
            </a: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＋</a:t>
            </a: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AL]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43254" y="1017810"/>
          <a:ext cx="6098539" cy="1659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5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31750">
                        <a:lnSpc>
                          <a:spcPts val="2480"/>
                        </a:lnSpc>
                      </a:pPr>
                      <a:r>
                        <a:rPr sz="2400" b="1" spc="-25" dirty="0">
                          <a:latin typeface="Courier New" panose="02070309020205020404"/>
                          <a:cs typeface="Courier New" panose="02070309020205020404"/>
                        </a:rPr>
                        <a:t>mov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0"/>
                        </a:lnSpc>
                      </a:pPr>
                      <a:r>
                        <a:rPr sz="2400" b="1" spc="-10" dirty="0">
                          <a:latin typeface="Courier New" panose="02070309020205020404"/>
                          <a:cs typeface="Courier New" panose="02070309020205020404"/>
                        </a:rPr>
                        <a:t>dx,</a:t>
                      </a:r>
                      <a:r>
                        <a:rPr sz="2400" b="1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urier New" panose="02070309020205020404"/>
                          <a:cs typeface="Courier New" panose="02070309020205020404"/>
                        </a:rPr>
                        <a:t>segport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80"/>
                        </a:lnSpc>
                      </a:pPr>
                      <a:r>
                        <a:rPr sz="2400" spc="-10" dirty="0">
                          <a:solidFill>
                            <a:srgbClr val="0066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;segport</a:t>
                      </a:r>
                      <a:r>
                        <a:rPr sz="2400" spc="-10" dirty="0">
                          <a:solidFill>
                            <a:srgbClr val="006600"/>
                          </a:solidFill>
                          <a:latin typeface="Noto Sans Mono CJK HK"/>
                          <a:cs typeface="Noto Sans Mono CJK HK"/>
                        </a:rPr>
                        <a:t>为段控制端口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ts val="2415"/>
                        </a:lnSpc>
                      </a:pPr>
                      <a:r>
                        <a:rPr sz="2400" b="1" spc="-25" dirty="0">
                          <a:solidFill>
                            <a:srgbClr val="0066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out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15"/>
                        </a:lnSpc>
                      </a:pPr>
                      <a:r>
                        <a:rPr sz="2400" b="1" spc="-10" dirty="0">
                          <a:solidFill>
                            <a:srgbClr val="0066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dx,al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15"/>
                        </a:lnSpc>
                      </a:pPr>
                      <a:r>
                        <a:rPr sz="2400" spc="-10" dirty="0">
                          <a:solidFill>
                            <a:srgbClr val="0066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;</a:t>
                      </a:r>
                      <a:r>
                        <a:rPr sz="2400" spc="-15" dirty="0">
                          <a:solidFill>
                            <a:srgbClr val="006600"/>
                          </a:solidFill>
                          <a:latin typeface="Noto Sans Mono CJK HK"/>
                          <a:cs typeface="Noto Sans Mono CJK HK"/>
                        </a:rPr>
                        <a:t>送出段码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295">
                <a:tc>
                  <a:txBody>
                    <a:bodyPr/>
                    <a:lstStyle/>
                    <a:p>
                      <a:pPr marL="31750">
                        <a:lnSpc>
                          <a:spcPts val="2415"/>
                        </a:lnSpc>
                      </a:pPr>
                      <a:r>
                        <a:rPr sz="2400" b="1" spc="-25" dirty="0">
                          <a:latin typeface="Courier New" panose="02070309020205020404"/>
                          <a:cs typeface="Courier New" panose="02070309020205020404"/>
                        </a:rPr>
                        <a:t>mov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15"/>
                        </a:lnSpc>
                      </a:pPr>
                      <a:r>
                        <a:rPr sz="2400" b="1" spc="-10" dirty="0">
                          <a:latin typeface="Courier New" panose="02070309020205020404"/>
                          <a:cs typeface="Courier New" panose="02070309020205020404"/>
                        </a:rPr>
                        <a:t>al,ah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15"/>
                        </a:lnSpc>
                      </a:pPr>
                      <a:r>
                        <a:rPr sz="2400" spc="-10" dirty="0">
                          <a:solidFill>
                            <a:srgbClr val="0066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;</a:t>
                      </a:r>
                      <a:r>
                        <a:rPr sz="2400" spc="-10" dirty="0">
                          <a:solidFill>
                            <a:srgbClr val="006600"/>
                          </a:solidFill>
                          <a:latin typeface="Noto Sans Mono CJK HK"/>
                          <a:cs typeface="Noto Sans Mono CJK HK"/>
                        </a:rPr>
                        <a:t>取出位显示代码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31750">
                        <a:lnSpc>
                          <a:spcPts val="2415"/>
                        </a:lnSpc>
                      </a:pPr>
                      <a:r>
                        <a:rPr sz="2400" b="1" spc="-25" dirty="0">
                          <a:latin typeface="Courier New" panose="02070309020205020404"/>
                          <a:cs typeface="Courier New" panose="02070309020205020404"/>
                        </a:rPr>
                        <a:t>mov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15"/>
                        </a:lnSpc>
                      </a:pPr>
                      <a:r>
                        <a:rPr sz="2400" b="1" spc="-10" dirty="0">
                          <a:latin typeface="Courier New" panose="02070309020205020404"/>
                          <a:cs typeface="Courier New" panose="02070309020205020404"/>
                        </a:rPr>
                        <a:t>dx,</a:t>
                      </a:r>
                      <a:r>
                        <a:rPr sz="2400" b="1" u="heavy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ourier New" panose="02070309020205020404"/>
                          <a:cs typeface="Courier New" panose="02070309020205020404"/>
                        </a:rPr>
                        <a:t>bitport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15"/>
                        </a:lnSpc>
                      </a:pPr>
                      <a:r>
                        <a:rPr sz="2400" spc="-10" dirty="0">
                          <a:solidFill>
                            <a:srgbClr val="0066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;bitport</a:t>
                      </a:r>
                      <a:r>
                        <a:rPr sz="2400" spc="-10" dirty="0">
                          <a:solidFill>
                            <a:srgbClr val="006600"/>
                          </a:solidFill>
                          <a:latin typeface="Noto Sans Mono CJK HK"/>
                          <a:cs typeface="Noto Sans Mono CJK HK"/>
                        </a:rPr>
                        <a:t>为位控制端口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31750">
                        <a:lnSpc>
                          <a:spcPts val="2415"/>
                        </a:lnSpc>
                      </a:pPr>
                      <a:r>
                        <a:rPr sz="2400" b="1" spc="-25" dirty="0">
                          <a:latin typeface="Courier New" panose="02070309020205020404"/>
                          <a:cs typeface="Courier New" panose="02070309020205020404"/>
                        </a:rPr>
                        <a:t>out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15"/>
                        </a:lnSpc>
                      </a:pPr>
                      <a:r>
                        <a:rPr sz="2400" b="1" spc="-10" dirty="0">
                          <a:latin typeface="Courier New" panose="02070309020205020404"/>
                          <a:cs typeface="Courier New" panose="02070309020205020404"/>
                        </a:rPr>
                        <a:t>dx,al</a:t>
                      </a:r>
                      <a:endParaRPr sz="2400">
                        <a:latin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415"/>
                        </a:lnSpc>
                      </a:pPr>
                      <a:r>
                        <a:rPr sz="2400" spc="-10" dirty="0">
                          <a:solidFill>
                            <a:srgbClr val="006600"/>
                          </a:solidFill>
                          <a:latin typeface="Courier New" panose="02070309020205020404"/>
                          <a:cs typeface="Courier New" panose="02070309020205020404"/>
                        </a:rPr>
                        <a:t>;</a:t>
                      </a:r>
                      <a:r>
                        <a:rPr sz="2400" spc="-15" dirty="0">
                          <a:solidFill>
                            <a:srgbClr val="006600"/>
                          </a:solidFill>
                          <a:latin typeface="Noto Sans Mono CJK HK"/>
                          <a:cs typeface="Noto Sans Mono CJK HK"/>
                        </a:rPr>
                        <a:t>送出位码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62304" y="2598711"/>
            <a:ext cx="276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55265" algn="l"/>
              </a:tabLst>
            </a:pPr>
            <a:r>
              <a:rPr sz="2400" b="1" dirty="0">
                <a:latin typeface="Courier New" panose="02070309020205020404"/>
                <a:cs typeface="Courier New" panose="02070309020205020404"/>
              </a:rPr>
              <a:t>call</a:t>
            </a:r>
            <a:r>
              <a:rPr sz="2400" b="1" spc="-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 panose="02070309020205020404"/>
                <a:cs typeface="Courier New" panose="02070309020205020404"/>
              </a:rPr>
              <a:t>delay</a:t>
            </a:r>
            <a:r>
              <a:rPr sz="2400" b="1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 panose="02070309020205020404"/>
                <a:cs typeface="Courier New" panose="02070309020205020404"/>
              </a:rPr>
              <a:t>	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9904" y="2598711"/>
            <a:ext cx="2951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实现数码管延时显示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05504" y="2927642"/>
            <a:ext cx="2646680" cy="104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指向下一个数码管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ts val="2590"/>
              </a:lnSpc>
            </a:pP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;8</a:t>
            </a: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个管显示一遍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ts val="2735"/>
              </a:lnSpc>
            </a:pP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显示下一个数字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304" y="2927642"/>
            <a:ext cx="2037714" cy="2025014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>
              <a:lnSpc>
                <a:spcPct val="89000"/>
              </a:lnSpc>
              <a:spcBef>
                <a:spcPts val="420"/>
              </a:spcBef>
            </a:pPr>
            <a:r>
              <a:rPr sz="2400" b="1" dirty="0">
                <a:latin typeface="Courier New" panose="02070309020205020404"/>
                <a:cs typeface="Courier New" panose="02070309020205020404"/>
              </a:rPr>
              <a:t>rol</a:t>
            </a:r>
            <a:r>
              <a:rPr sz="2400" b="1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20" dirty="0">
                <a:latin typeface="Courier New" panose="02070309020205020404"/>
                <a:cs typeface="Courier New" panose="02070309020205020404"/>
              </a:rPr>
              <a:t>ah,1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cmp</a:t>
            </a:r>
            <a:r>
              <a:rPr sz="24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0" dirty="0">
                <a:latin typeface="Courier New" panose="02070309020205020404"/>
                <a:cs typeface="Courier New" panose="02070309020205020404"/>
              </a:rPr>
              <a:t>ah,0feh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jnz</a:t>
            </a:r>
            <a:r>
              <a:rPr sz="2400" b="1" spc="-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ourier New" panose="02070309020205020404"/>
                <a:cs typeface="Courier New" panose="02070309020205020404"/>
              </a:rPr>
              <a:t>LED1</a:t>
            </a:r>
            <a:r>
              <a:rPr sz="2400" b="1" u="none" spc="-2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u="none" dirty="0">
                <a:latin typeface="Courier New" panose="02070309020205020404"/>
                <a:cs typeface="Courier New" panose="02070309020205020404"/>
              </a:rPr>
              <a:t>pop</a:t>
            </a:r>
            <a:r>
              <a:rPr sz="2400" b="1" u="none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u="none" spc="-25" dirty="0">
                <a:latin typeface="Courier New" panose="02070309020205020404"/>
                <a:cs typeface="Courier New" panose="02070309020205020404"/>
              </a:rPr>
              <a:t>dx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 marR="919480">
              <a:lnSpc>
                <a:spcPts val="2590"/>
              </a:lnSpc>
              <a:spcBef>
                <a:spcPts val="35"/>
              </a:spcBef>
            </a:pPr>
            <a:r>
              <a:rPr sz="2400" b="1" dirty="0">
                <a:latin typeface="Courier New" panose="02070309020205020404"/>
                <a:cs typeface="Courier New" panose="02070309020205020404"/>
              </a:rPr>
              <a:t>pop</a:t>
            </a:r>
            <a:r>
              <a:rPr sz="24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25" dirty="0">
                <a:latin typeface="Courier New" panose="02070309020205020404"/>
                <a:cs typeface="Courier New" panose="02070309020205020404"/>
              </a:rPr>
              <a:t>bx </a:t>
            </a:r>
            <a:r>
              <a:rPr sz="2400" b="1" dirty="0">
                <a:latin typeface="Courier New" panose="02070309020205020404"/>
                <a:cs typeface="Courier New" panose="02070309020205020404"/>
              </a:rPr>
              <a:t>pop</a:t>
            </a:r>
            <a:r>
              <a:rPr sz="2400" b="1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25" dirty="0">
                <a:latin typeface="Courier New" panose="02070309020205020404"/>
                <a:cs typeface="Courier New" panose="02070309020205020404"/>
              </a:rPr>
              <a:t>ax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2304" y="4901222"/>
            <a:ext cx="1306195" cy="10490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b="1" spc="-25" dirty="0">
                <a:latin typeface="Courier New" panose="02070309020205020404"/>
                <a:cs typeface="Courier New" panose="02070309020205020404"/>
              </a:rPr>
              <a:t>ret </a:t>
            </a:r>
            <a:r>
              <a:rPr sz="2400" b="1" spc="-10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LEDtb </a:t>
            </a:r>
            <a:r>
              <a:rPr sz="2400" b="1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LEDdisp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9904" y="4901222"/>
            <a:ext cx="2524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;8</a:t>
            </a: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位数码管都显示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91104" y="5230152"/>
            <a:ext cx="2952115" cy="72009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182880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db</a:t>
            </a:r>
            <a:r>
              <a:rPr sz="2400" b="1" spc="-30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03fh,06h,</a:t>
            </a:r>
            <a:r>
              <a:rPr sz="2400" b="1" spc="-25" dirty="0">
                <a:solidFill>
                  <a:srgbClr val="FF3300"/>
                </a:solidFill>
                <a:latin typeface="Courier New" panose="02070309020205020404"/>
                <a:cs typeface="Courier New" panose="02070309020205020404"/>
              </a:rPr>
              <a:t> …… </a:t>
            </a:r>
            <a:r>
              <a:rPr sz="2400" b="1" spc="-2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endp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46277" y="984542"/>
            <a:ext cx="22205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147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Timer</a:t>
            </a:r>
            <a:r>
              <a:rPr sz="2400" b="1" spc="-1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spc="-1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10 </a:t>
            </a:r>
            <a:r>
              <a:rPr sz="2400" b="1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Delay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927100" marR="5080">
              <a:lnSpc>
                <a:spcPct val="100000"/>
              </a:lnSpc>
            </a:pP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push</a:t>
            </a: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bx 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push</a:t>
            </a: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cx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32677" y="1034707"/>
            <a:ext cx="11944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000" spc="-20" dirty="0">
                <a:solidFill>
                  <a:srgbClr val="006600"/>
                </a:solidFill>
                <a:latin typeface="Noto Sans Mono CJK HK"/>
                <a:cs typeface="Noto Sans Mono CJK HK"/>
              </a:rPr>
              <a:t>延时常量</a:t>
            </a:r>
            <a:endParaRPr sz="2000">
              <a:latin typeface="Noto Sans Mono CJK HK"/>
              <a:cs typeface="Noto Sans Mono CJK H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9477" y="1350302"/>
            <a:ext cx="757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proc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5077" y="2447581"/>
            <a:ext cx="14890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bx,timer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03877" y="2497746"/>
            <a:ext cx="29724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0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外循环次数由</a:t>
            </a:r>
            <a:r>
              <a:rPr sz="20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timer</a:t>
            </a:r>
            <a:r>
              <a:rPr sz="2000" spc="-30" dirty="0">
                <a:solidFill>
                  <a:srgbClr val="006600"/>
                </a:solidFill>
                <a:latin typeface="Noto Sans Mono CJK HK"/>
                <a:cs typeface="Noto Sans Mono CJK HK"/>
              </a:rPr>
              <a:t>确定</a:t>
            </a:r>
            <a:endParaRPr sz="2000">
              <a:latin typeface="Noto Sans Mono CJK HK"/>
              <a:cs typeface="Noto Sans Mono CJK H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5077" y="2813342"/>
            <a:ext cx="2037714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26465" algn="l"/>
              </a:tabLst>
            </a:pP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xor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cx,cx </a:t>
            </a:r>
            <a:r>
              <a:rPr sz="2400" b="1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loop</a:t>
            </a:r>
            <a:r>
              <a:rPr sz="2400" b="1" spc="-2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delay2 </a:t>
            </a: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bx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 marR="920115">
              <a:lnSpc>
                <a:spcPct val="100000"/>
              </a:lnSpc>
            </a:pPr>
            <a:r>
              <a:rPr sz="2400" b="1" spc="-1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delay1 </a:t>
            </a: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cx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bx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277" y="2447581"/>
            <a:ext cx="1489075" cy="331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144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mov </a:t>
            </a:r>
            <a:r>
              <a:rPr sz="2400" b="1" spc="-10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delay1: delay2: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927100" marR="5080" algn="just">
              <a:lnSpc>
                <a:spcPct val="100000"/>
              </a:lnSpc>
            </a:pPr>
            <a:r>
              <a:rPr sz="2400" b="1" spc="-25" dirty="0">
                <a:solidFill>
                  <a:srgbClr val="0000CC"/>
                </a:solidFill>
                <a:latin typeface="Courier New" panose="02070309020205020404"/>
                <a:cs typeface="Courier New" panose="02070309020205020404"/>
              </a:rPr>
              <a:t>dec jnz pop pop ret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delay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8277" y="3229267"/>
            <a:ext cx="24136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;</a:t>
            </a:r>
            <a:r>
              <a:rPr sz="20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内循环：</a:t>
            </a:r>
            <a:r>
              <a:rPr sz="2000" spc="-10" dirty="0">
                <a:solidFill>
                  <a:srgbClr val="006600"/>
                </a:solidFill>
                <a:latin typeface="Courier New" panose="02070309020205020404"/>
                <a:cs typeface="Courier New" panose="02070309020205020404"/>
              </a:rPr>
              <a:t>216</a:t>
            </a:r>
            <a:r>
              <a:rPr sz="2000" spc="-25" dirty="0">
                <a:solidFill>
                  <a:srgbClr val="006600"/>
                </a:solidFill>
                <a:latin typeface="Noto Sans Mono CJK HK"/>
                <a:cs typeface="Noto Sans Mono CJK HK"/>
              </a:rPr>
              <a:t>次循环</a:t>
            </a:r>
            <a:endParaRPr sz="2000">
              <a:latin typeface="Noto Sans Mono CJK HK"/>
              <a:cs typeface="Noto Sans Mono CJK H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89477" y="5373661"/>
            <a:ext cx="7575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endp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4302" y="4401820"/>
            <a:ext cx="3161665" cy="10490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ts val="2590"/>
              </a:lnSpc>
              <a:spcBef>
                <a:spcPts val="425"/>
              </a:spcBef>
            </a:pPr>
            <a:r>
              <a:rPr sz="2400" spc="60" dirty="0">
                <a:solidFill>
                  <a:srgbClr val="0000CC"/>
                </a:solidFill>
                <a:latin typeface="Noto Sans Mono CJK HK"/>
                <a:cs typeface="Noto Sans Mono CJK HK"/>
              </a:rPr>
              <a:t>通过控制重复频率和延时时间就可以得到各种</a:t>
            </a:r>
            <a:r>
              <a:rPr sz="2400" spc="-10" dirty="0">
                <a:solidFill>
                  <a:srgbClr val="0000CC"/>
                </a:solidFill>
                <a:latin typeface="Noto Sans Mono CJK HK"/>
                <a:cs typeface="Noto Sans Mono CJK HK"/>
              </a:rPr>
              <a:t>显示效果。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5581" y="5308809"/>
            <a:ext cx="771232" cy="771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1894</Words>
  <Application>Microsoft Office PowerPoint</Application>
  <PresentationFormat>全屏显示(4:3)</PresentationFormat>
  <Paragraphs>442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7" baseType="lpstr">
      <vt:lpstr>Droid Sans Fallback</vt:lpstr>
      <vt:lpstr>Noto Sans Mono CJK HK</vt:lpstr>
      <vt:lpstr>Noto Serif CJK JP</vt:lpstr>
      <vt:lpstr>Arial</vt:lpstr>
      <vt:lpstr>Calibri</vt:lpstr>
      <vt:lpstr>Courier New</vt:lpstr>
      <vt:lpstr>Georgia</vt:lpstr>
      <vt:lpstr>Times New Roman</vt:lpstr>
      <vt:lpstr>Wingdings</vt:lpstr>
      <vt:lpstr>Office Theme</vt:lpstr>
      <vt:lpstr>7 并行接口</vt:lpstr>
      <vt:lpstr>PowerPoint 演示文稿</vt:lpstr>
      <vt:lpstr>7.1 并行接口概述</vt:lpstr>
      <vt:lpstr>7.1 并行接口概述</vt:lpstr>
      <vt:lpstr>7.2 可编程并行通信接口芯片8255A</vt:lpstr>
      <vt:lpstr>7.2.1 8255A的内部结构</vt:lpstr>
      <vt:lpstr>7.2.2 端口编址及配置</vt:lpstr>
      <vt:lpstr>7.2.3 8255A的封装</vt:lpstr>
      <vt:lpstr>7.2.4 8255A的基本操作</vt:lpstr>
      <vt:lpstr>7.2.5 8255A的工作方式</vt:lpstr>
      <vt:lpstr>7.2.5 8255A的工作方式</vt:lpstr>
      <vt:lpstr>(1) 方式0的应用</vt:lpstr>
      <vt:lpstr>PowerPoint 演示文稿</vt:lpstr>
      <vt:lpstr>(2)方式0输入时序</vt:lpstr>
      <vt:lpstr>7.2.5 8255A的工作方式</vt:lpstr>
      <vt:lpstr>(1)A口方式1输出 解</vt:lpstr>
      <vt:lpstr>PowerPoint 演示文稿</vt:lpstr>
      <vt:lpstr>(2)8255方式1输出时序说明</vt:lpstr>
      <vt:lpstr>(3)A口方式1输入 解</vt:lpstr>
      <vt:lpstr>PowerPoint 演示文稿</vt:lpstr>
      <vt:lpstr>(4)8255方式1的输入时序说明</vt:lpstr>
      <vt:lpstr>(5)B口方式1输出 解</vt:lpstr>
      <vt:lpstr>3. 工作方式2 双向应答式输入输出方式</vt:lpstr>
      <vt:lpstr>8255A工作在方式2下的工作时序</vt:lpstr>
      <vt:lpstr>8255A工作在方式2下的工作时序说明</vt:lpstr>
      <vt:lpstr>7.2.6 8255A的控制字</vt:lpstr>
      <vt:lpstr>1. 工作方式控制字</vt:lpstr>
      <vt:lpstr>2. 端口C置1/清0控制字</vt:lpstr>
      <vt:lpstr>3. 8255A初始化编程步骤</vt:lpstr>
      <vt:lpstr>4. 编程举例</vt:lpstr>
      <vt:lpstr>PowerPoint 演示文稿</vt:lpstr>
      <vt:lpstr>7.2.7 8255A在PC机中的应用</vt:lpstr>
      <vt:lpstr>8255A</vt:lpstr>
      <vt:lpstr>PC机主板接口芯片片选信号译码电路</vt:lpstr>
      <vt:lpstr>7.2.8 8255A的其它应用举例</vt:lpstr>
      <vt:lpstr>7.2.8 8255A其它应用举例</vt:lpstr>
      <vt:lpstr>7.2.8 8255A其它应用举例</vt:lpstr>
      <vt:lpstr>8255A内部组成（1）：</vt:lpstr>
      <vt:lpstr>8255A内部组成（2）：</vt:lpstr>
      <vt:lpstr>信号说明：</vt:lpstr>
      <vt:lpstr>LED数码管及其接口</vt:lpstr>
      <vt:lpstr>PowerPoint 演示文稿</vt:lpstr>
      <vt:lpstr>LED显示接口</vt:lpstr>
      <vt:lpstr>LED数码管的工作原理</vt:lpstr>
      <vt:lpstr>LED数码管的结构</vt:lpstr>
      <vt:lpstr>单个LED数码管的显示</vt:lpstr>
      <vt:lpstr>软件译码法显示一位数字</vt:lpstr>
      <vt:lpstr>PowerPoint 演示文稿</vt:lpstr>
      <vt:lpstr>多个LED数码管的显示</vt:lpstr>
      <vt:lpstr>多个LED数码管的显示</vt:lpstr>
      <vt:lpstr>PowerPoint 演示文稿</vt:lpstr>
      <vt:lpstr>PowerPoint 演示文稿</vt:lpstr>
      <vt:lpstr>PowerPoint 演示文稿</vt:lpstr>
      <vt:lpstr>PowerPoint 演示文稿</vt:lpstr>
      <vt:lpstr>LEDdisp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	并行接口</dc:title>
  <dc:creator/>
  <cp:lastModifiedBy>gkq2414774255@163.com</cp:lastModifiedBy>
  <cp:revision>13</cp:revision>
  <dcterms:created xsi:type="dcterms:W3CDTF">2024-12-04T10:26:07Z</dcterms:created>
  <dcterms:modified xsi:type="dcterms:W3CDTF">2025-01-05T07:55:03Z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2023-03-23T08:00:00Z</vt:filetime>
  </property>
  <property fmtid="{D5CDD505-2E9C-101B-9397-08002B2CF9AE}" pid="3" name="Creator">
    <vt:lpwstr>WPS 演示</vt:lpwstr>
  </property>
  <property fmtid="{D5CDD505-2E9C-101B-9397-08002B2CF9AE}" pid="4" name="LastSaved">
    <vt:filetime>2024-12-04T08:00:00Z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SourceModified">
    <vt:lpwstr>D:20230323084436+00'44'</vt:lpwstr>
  </property>
  <property fmtid="{D5CDD505-2E9C-101B-9397-08002B2CF9AE}" pid="7" name="ICV">
    <vt:lpwstr>C284313823D24A55BE09D0FF88B4BB3D_12</vt:lpwstr>
  </property>
  <property fmtid="{D5CDD505-2E9C-101B-9397-08002B2CF9AE}" pid="8" name="KSOProductBuildVer">
    <vt:lpwstr>1033-12.2.0.18911</vt:lpwstr>
  </property>
</Properties>
</file>